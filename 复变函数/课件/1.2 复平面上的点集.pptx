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310" r:id="rId4"/>
    <p:sldId id="290" r:id="rId5"/>
    <p:sldId id="311" r:id="rId6"/>
    <p:sldId id="312" r:id="rId7"/>
  </p:sldIdLst>
  <p:sldSz cx="12192000" cy="8208645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5" userDrawn="1">
          <p15:clr>
            <a:srgbClr val="A4A3A4"/>
          </p15:clr>
        </p15:guide>
        <p15:guide id="2" pos="37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66FF33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2545"/>
        <p:guide pos="37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7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5" Type="http://schemas.openxmlformats.org/officeDocument/2006/relationships/image" Target="../media/image17.wmf"/><Relationship Id="rId14" Type="http://schemas.openxmlformats.org/officeDocument/2006/relationships/image" Target="../media/image16.wmf"/><Relationship Id="rId13" Type="http://schemas.openxmlformats.org/officeDocument/2006/relationships/image" Target="../media/image15.wmf"/><Relationship Id="rId12" Type="http://schemas.openxmlformats.org/officeDocument/2006/relationships/image" Target="../media/image14.wmf"/><Relationship Id="rId11" Type="http://schemas.openxmlformats.org/officeDocument/2006/relationships/image" Target="../media/image13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image" Target="../media/image25.wmf"/><Relationship Id="rId7" Type="http://schemas.openxmlformats.org/officeDocument/2006/relationships/image" Target="../media/image24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9" Type="http://schemas.openxmlformats.org/officeDocument/2006/relationships/image" Target="../media/image36.wmf"/><Relationship Id="rId18" Type="http://schemas.openxmlformats.org/officeDocument/2006/relationships/image" Target="../media/image35.wmf"/><Relationship Id="rId17" Type="http://schemas.openxmlformats.org/officeDocument/2006/relationships/image" Target="../media/image34.wmf"/><Relationship Id="rId16" Type="http://schemas.openxmlformats.org/officeDocument/2006/relationships/image" Target="../media/image33.wmf"/><Relationship Id="rId15" Type="http://schemas.openxmlformats.org/officeDocument/2006/relationships/image" Target="../media/image32.wmf"/><Relationship Id="rId14" Type="http://schemas.openxmlformats.org/officeDocument/2006/relationships/image" Target="../media/image31.wmf"/><Relationship Id="rId13" Type="http://schemas.openxmlformats.org/officeDocument/2006/relationships/image" Target="../media/image30.wmf"/><Relationship Id="rId12" Type="http://schemas.openxmlformats.org/officeDocument/2006/relationships/image" Target="../media/image29.wmf"/><Relationship Id="rId11" Type="http://schemas.openxmlformats.org/officeDocument/2006/relationships/image" Target="../media/image28.wmf"/><Relationship Id="rId10" Type="http://schemas.openxmlformats.org/officeDocument/2006/relationships/image" Target="../media/image27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24.wmf"/><Relationship Id="rId2" Type="http://schemas.openxmlformats.org/officeDocument/2006/relationships/image" Target="../media/image38.wmf"/><Relationship Id="rId19" Type="http://schemas.openxmlformats.org/officeDocument/2006/relationships/image" Target="../media/image48.wmf"/><Relationship Id="rId18" Type="http://schemas.openxmlformats.org/officeDocument/2006/relationships/image" Target="../media/image36.wmf"/><Relationship Id="rId17" Type="http://schemas.openxmlformats.org/officeDocument/2006/relationships/image" Target="../media/image35.wmf"/><Relationship Id="rId16" Type="http://schemas.openxmlformats.org/officeDocument/2006/relationships/image" Target="../media/image34.wmf"/><Relationship Id="rId15" Type="http://schemas.openxmlformats.org/officeDocument/2006/relationships/image" Target="../media/image33.wmf"/><Relationship Id="rId14" Type="http://schemas.openxmlformats.org/officeDocument/2006/relationships/image" Target="../media/image32.wmf"/><Relationship Id="rId13" Type="http://schemas.openxmlformats.org/officeDocument/2006/relationships/image" Target="../media/image31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9" Type="http://schemas.openxmlformats.org/officeDocument/2006/relationships/image" Target="../media/image67.wmf"/><Relationship Id="rId18" Type="http://schemas.openxmlformats.org/officeDocument/2006/relationships/image" Target="../media/image66.wmf"/><Relationship Id="rId17" Type="http://schemas.openxmlformats.org/officeDocument/2006/relationships/image" Target="../media/image65.wmf"/><Relationship Id="rId16" Type="http://schemas.openxmlformats.org/officeDocument/2006/relationships/image" Target="../media/image64.wmf"/><Relationship Id="rId15" Type="http://schemas.openxmlformats.org/officeDocument/2006/relationships/image" Target="../media/image63.wmf"/><Relationship Id="rId14" Type="http://schemas.openxmlformats.org/officeDocument/2006/relationships/image" Target="../media/image62.wmf"/><Relationship Id="rId13" Type="http://schemas.openxmlformats.org/officeDocument/2006/relationships/image" Target="../media/image61.wmf"/><Relationship Id="rId12" Type="http://schemas.openxmlformats.org/officeDocument/2006/relationships/image" Target="../media/image60.wmf"/><Relationship Id="rId11" Type="http://schemas.openxmlformats.org/officeDocument/2006/relationships/image" Target="../media/image59.wmf"/><Relationship Id="rId10" Type="http://schemas.openxmlformats.org/officeDocument/2006/relationships/image" Target="../media/image58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1094486"/>
            <a:ext cx="9799200" cy="307662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4261601"/>
            <a:ext cx="9799200" cy="1762381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783926"/>
            <a:ext cx="10969200" cy="5696498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4606321"/>
            <a:ext cx="7768800" cy="917817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5524138"/>
            <a:ext cx="7768800" cy="103846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796853"/>
            <a:ext cx="5176800" cy="5683571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796853"/>
            <a:ext cx="5176800" cy="5683571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710673"/>
            <a:ext cx="5342400" cy="456754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2219135"/>
            <a:ext cx="5342400" cy="5261289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701731"/>
            <a:ext cx="5342400" cy="45675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2219135"/>
            <a:ext cx="5342400" cy="5261289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861488"/>
            <a:ext cx="51264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861488"/>
            <a:ext cx="52272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728221"/>
            <a:ext cx="10969200" cy="77562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973210"/>
            <a:ext cx="9799200" cy="121944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4261601"/>
            <a:ext cx="9799200" cy="56447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image" Target="file:///C:\Users\1V994W2\PycharmProjects\PPT_Background_Generation/pic_temp/pic_sup.png" TargetMode="External"/><Relationship Id="rId26" Type="http://schemas.openxmlformats.org/officeDocument/2006/relationships/image" Target="../media/image1.png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25"/>
            </p:custDataLst>
          </p:nvPr>
        </p:nvPicPr>
        <p:blipFill>
          <a:blip r:embed="rId26" r:link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2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39" Type="http://schemas.openxmlformats.org/officeDocument/2006/relationships/vmlDrawing" Target="../drawings/vmlDrawing2.vml"/><Relationship Id="rId38" Type="http://schemas.openxmlformats.org/officeDocument/2006/relationships/slideLayout" Target="../slideLayouts/slideLayout13.xml"/><Relationship Id="rId37" Type="http://schemas.openxmlformats.org/officeDocument/2006/relationships/image" Target="../media/image17.wmf"/><Relationship Id="rId36" Type="http://schemas.openxmlformats.org/officeDocument/2006/relationships/oleObject" Target="../embeddings/oleObject22.bin"/><Relationship Id="rId35" Type="http://schemas.openxmlformats.org/officeDocument/2006/relationships/tags" Target="../tags/tag47.xml"/><Relationship Id="rId34" Type="http://schemas.openxmlformats.org/officeDocument/2006/relationships/image" Target="../media/image16.wmf"/><Relationship Id="rId33" Type="http://schemas.openxmlformats.org/officeDocument/2006/relationships/oleObject" Target="../embeddings/oleObject21.bin"/><Relationship Id="rId32" Type="http://schemas.openxmlformats.org/officeDocument/2006/relationships/tags" Target="../tags/tag46.xml"/><Relationship Id="rId31" Type="http://schemas.openxmlformats.org/officeDocument/2006/relationships/oleObject" Target="../embeddings/oleObject20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29" Type="http://schemas.openxmlformats.org/officeDocument/2006/relationships/oleObject" Target="../embeddings/oleObject19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8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7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6.bin"/><Relationship Id="rId22" Type="http://schemas.openxmlformats.org/officeDocument/2006/relationships/oleObject" Target="../embeddings/oleObject15.bin"/><Relationship Id="rId21" Type="http://schemas.openxmlformats.org/officeDocument/2006/relationships/oleObject" Target="../embeddings/oleObject14.bin"/><Relationship Id="rId20" Type="http://schemas.openxmlformats.org/officeDocument/2006/relationships/oleObject" Target="../embeddings/oleObject13.bin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5.bin"/><Relationship Id="rId45" Type="http://schemas.openxmlformats.org/officeDocument/2006/relationships/vmlDrawing" Target="../drawings/vmlDrawing3.vml"/><Relationship Id="rId44" Type="http://schemas.openxmlformats.org/officeDocument/2006/relationships/slideLayout" Target="../slideLayouts/slideLayout14.xml"/><Relationship Id="rId43" Type="http://schemas.openxmlformats.org/officeDocument/2006/relationships/oleObject" Target="../embeddings/oleObject46.bin"/><Relationship Id="rId42" Type="http://schemas.openxmlformats.org/officeDocument/2006/relationships/oleObject" Target="../embeddings/oleObject45.bin"/><Relationship Id="rId41" Type="http://schemas.openxmlformats.org/officeDocument/2006/relationships/oleObject" Target="../embeddings/oleObject44.bin"/><Relationship Id="rId40" Type="http://schemas.openxmlformats.org/officeDocument/2006/relationships/image" Target="../media/image36.wmf"/><Relationship Id="rId4" Type="http://schemas.openxmlformats.org/officeDocument/2006/relationships/image" Target="../media/image19.wmf"/><Relationship Id="rId39" Type="http://schemas.openxmlformats.org/officeDocument/2006/relationships/oleObject" Target="../embeddings/oleObject43.bin"/><Relationship Id="rId38" Type="http://schemas.openxmlformats.org/officeDocument/2006/relationships/image" Target="../media/image35.wmf"/><Relationship Id="rId37" Type="http://schemas.openxmlformats.org/officeDocument/2006/relationships/oleObject" Target="../embeddings/oleObject42.bin"/><Relationship Id="rId36" Type="http://schemas.openxmlformats.org/officeDocument/2006/relationships/image" Target="../media/image34.wmf"/><Relationship Id="rId35" Type="http://schemas.openxmlformats.org/officeDocument/2006/relationships/oleObject" Target="../embeddings/oleObject41.bin"/><Relationship Id="rId34" Type="http://schemas.openxmlformats.org/officeDocument/2006/relationships/image" Target="../media/image33.wmf"/><Relationship Id="rId33" Type="http://schemas.openxmlformats.org/officeDocument/2006/relationships/oleObject" Target="../embeddings/oleObject40.bin"/><Relationship Id="rId32" Type="http://schemas.openxmlformats.org/officeDocument/2006/relationships/image" Target="../media/image32.wmf"/><Relationship Id="rId31" Type="http://schemas.openxmlformats.org/officeDocument/2006/relationships/oleObject" Target="../embeddings/oleObject39.bin"/><Relationship Id="rId30" Type="http://schemas.openxmlformats.org/officeDocument/2006/relationships/image" Target="../media/image31.wmf"/><Relationship Id="rId3" Type="http://schemas.openxmlformats.org/officeDocument/2006/relationships/oleObject" Target="../embeddings/oleObject24.bin"/><Relationship Id="rId29" Type="http://schemas.openxmlformats.org/officeDocument/2006/relationships/oleObject" Target="../embeddings/oleObject38.bin"/><Relationship Id="rId28" Type="http://schemas.openxmlformats.org/officeDocument/2006/relationships/image" Target="../media/image30.wmf"/><Relationship Id="rId27" Type="http://schemas.openxmlformats.org/officeDocument/2006/relationships/oleObject" Target="../embeddings/oleObject37.bin"/><Relationship Id="rId26" Type="http://schemas.openxmlformats.org/officeDocument/2006/relationships/image" Target="../media/image29.wmf"/><Relationship Id="rId25" Type="http://schemas.openxmlformats.org/officeDocument/2006/relationships/oleObject" Target="../embeddings/oleObject36.bin"/><Relationship Id="rId24" Type="http://schemas.openxmlformats.org/officeDocument/2006/relationships/image" Target="../media/image28.wmf"/><Relationship Id="rId23" Type="http://schemas.openxmlformats.org/officeDocument/2006/relationships/oleObject" Target="../embeddings/oleObject35.bin"/><Relationship Id="rId22" Type="http://schemas.openxmlformats.org/officeDocument/2006/relationships/image" Target="../media/image27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26.wmf"/><Relationship Id="rId2" Type="http://schemas.openxmlformats.org/officeDocument/2006/relationships/image" Target="../media/image18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32.bin"/><Relationship Id="rId16" Type="http://schemas.openxmlformats.org/officeDocument/2006/relationships/oleObject" Target="../embeddings/oleObject31.bin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49.bin"/><Relationship Id="rId41" Type="http://schemas.openxmlformats.org/officeDocument/2006/relationships/vmlDrawing" Target="../drawings/vmlDrawing4.vml"/><Relationship Id="rId40" Type="http://schemas.openxmlformats.org/officeDocument/2006/relationships/slideLayout" Target="../slideLayouts/slideLayout15.xml"/><Relationship Id="rId4" Type="http://schemas.openxmlformats.org/officeDocument/2006/relationships/image" Target="../media/image38.wmf"/><Relationship Id="rId39" Type="http://schemas.openxmlformats.org/officeDocument/2006/relationships/image" Target="../media/image48.wmf"/><Relationship Id="rId38" Type="http://schemas.openxmlformats.org/officeDocument/2006/relationships/oleObject" Target="../embeddings/oleObject66.bin"/><Relationship Id="rId37" Type="http://schemas.openxmlformats.org/officeDocument/2006/relationships/image" Target="../media/image36.wmf"/><Relationship Id="rId36" Type="http://schemas.openxmlformats.org/officeDocument/2006/relationships/oleObject" Target="../embeddings/oleObject65.bin"/><Relationship Id="rId35" Type="http://schemas.openxmlformats.org/officeDocument/2006/relationships/image" Target="../media/image35.wmf"/><Relationship Id="rId34" Type="http://schemas.openxmlformats.org/officeDocument/2006/relationships/oleObject" Target="../embeddings/oleObject64.bin"/><Relationship Id="rId33" Type="http://schemas.openxmlformats.org/officeDocument/2006/relationships/image" Target="../media/image34.wmf"/><Relationship Id="rId32" Type="http://schemas.openxmlformats.org/officeDocument/2006/relationships/oleObject" Target="../embeddings/oleObject63.bin"/><Relationship Id="rId31" Type="http://schemas.openxmlformats.org/officeDocument/2006/relationships/image" Target="../media/image33.wmf"/><Relationship Id="rId30" Type="http://schemas.openxmlformats.org/officeDocument/2006/relationships/oleObject" Target="../embeddings/oleObject62.bin"/><Relationship Id="rId3" Type="http://schemas.openxmlformats.org/officeDocument/2006/relationships/oleObject" Target="../embeddings/oleObject48.bin"/><Relationship Id="rId29" Type="http://schemas.openxmlformats.org/officeDocument/2006/relationships/image" Target="../media/image32.wmf"/><Relationship Id="rId28" Type="http://schemas.openxmlformats.org/officeDocument/2006/relationships/oleObject" Target="../embeddings/oleObject61.bin"/><Relationship Id="rId27" Type="http://schemas.openxmlformats.org/officeDocument/2006/relationships/image" Target="../media/image31.wmf"/><Relationship Id="rId26" Type="http://schemas.openxmlformats.org/officeDocument/2006/relationships/oleObject" Target="../embeddings/oleObject60.bin"/><Relationship Id="rId25" Type="http://schemas.openxmlformats.org/officeDocument/2006/relationships/image" Target="../media/image47.wmf"/><Relationship Id="rId24" Type="http://schemas.openxmlformats.org/officeDocument/2006/relationships/oleObject" Target="../embeddings/oleObject59.bin"/><Relationship Id="rId23" Type="http://schemas.openxmlformats.org/officeDocument/2006/relationships/image" Target="../media/image46.wmf"/><Relationship Id="rId22" Type="http://schemas.openxmlformats.org/officeDocument/2006/relationships/oleObject" Target="../embeddings/oleObject58.bin"/><Relationship Id="rId21" Type="http://schemas.openxmlformats.org/officeDocument/2006/relationships/image" Target="../media/image45.wmf"/><Relationship Id="rId20" Type="http://schemas.openxmlformats.org/officeDocument/2006/relationships/oleObject" Target="../embeddings/oleObject57.bin"/><Relationship Id="rId2" Type="http://schemas.openxmlformats.org/officeDocument/2006/relationships/image" Target="../media/image37.wmf"/><Relationship Id="rId19" Type="http://schemas.openxmlformats.org/officeDocument/2006/relationships/image" Target="../media/image44.wmf"/><Relationship Id="rId18" Type="http://schemas.openxmlformats.org/officeDocument/2006/relationships/oleObject" Target="../embeddings/oleObject56.bin"/><Relationship Id="rId17" Type="http://schemas.openxmlformats.org/officeDocument/2006/relationships/image" Target="../media/image43.wmf"/><Relationship Id="rId16" Type="http://schemas.openxmlformats.org/officeDocument/2006/relationships/oleObject" Target="../embeddings/oleObject55.bin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4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../media/image49.wmf"/><Relationship Id="rId69" Type="http://schemas.openxmlformats.org/officeDocument/2006/relationships/vmlDrawing" Target="../drawings/vmlDrawing5.vml"/><Relationship Id="rId68" Type="http://schemas.openxmlformats.org/officeDocument/2006/relationships/slideLayout" Target="../slideLayouts/slideLayout16.xml"/><Relationship Id="rId67" Type="http://schemas.openxmlformats.org/officeDocument/2006/relationships/tags" Target="../tags/tag76.xml"/><Relationship Id="rId66" Type="http://schemas.openxmlformats.org/officeDocument/2006/relationships/image" Target="../media/image67.wmf"/><Relationship Id="rId65" Type="http://schemas.openxmlformats.org/officeDocument/2006/relationships/oleObject" Target="../embeddings/oleObject85.bin"/><Relationship Id="rId64" Type="http://schemas.openxmlformats.org/officeDocument/2006/relationships/image" Target="../media/image66.wmf"/><Relationship Id="rId63" Type="http://schemas.openxmlformats.org/officeDocument/2006/relationships/oleObject" Target="../embeddings/oleObject84.bin"/><Relationship Id="rId62" Type="http://schemas.openxmlformats.org/officeDocument/2006/relationships/tags" Target="../tags/tag75.xml"/><Relationship Id="rId61" Type="http://schemas.openxmlformats.org/officeDocument/2006/relationships/image" Target="../media/image65.wmf"/><Relationship Id="rId60" Type="http://schemas.openxmlformats.org/officeDocument/2006/relationships/oleObject" Target="../embeddings/oleObject83.bin"/><Relationship Id="rId6" Type="http://schemas.openxmlformats.org/officeDocument/2006/relationships/oleObject" Target="../embeddings/oleObject67.bin"/><Relationship Id="rId59" Type="http://schemas.openxmlformats.org/officeDocument/2006/relationships/tags" Target="../tags/tag74.xml"/><Relationship Id="rId58" Type="http://schemas.openxmlformats.org/officeDocument/2006/relationships/image" Target="../media/image64.wmf"/><Relationship Id="rId57" Type="http://schemas.openxmlformats.org/officeDocument/2006/relationships/oleObject" Target="../embeddings/oleObject82.bin"/><Relationship Id="rId56" Type="http://schemas.openxmlformats.org/officeDocument/2006/relationships/tags" Target="../tags/tag73.xml"/><Relationship Id="rId55" Type="http://schemas.openxmlformats.org/officeDocument/2006/relationships/image" Target="../media/image63.wmf"/><Relationship Id="rId54" Type="http://schemas.openxmlformats.org/officeDocument/2006/relationships/oleObject" Target="../embeddings/oleObject81.bin"/><Relationship Id="rId53" Type="http://schemas.openxmlformats.org/officeDocument/2006/relationships/tags" Target="../tags/tag72.xml"/><Relationship Id="rId52" Type="http://schemas.openxmlformats.org/officeDocument/2006/relationships/tags" Target="../tags/tag71.xml"/><Relationship Id="rId51" Type="http://schemas.openxmlformats.org/officeDocument/2006/relationships/image" Target="../media/image62.wmf"/><Relationship Id="rId50" Type="http://schemas.openxmlformats.org/officeDocument/2006/relationships/oleObject" Target="../embeddings/oleObject80.bin"/><Relationship Id="rId5" Type="http://schemas.openxmlformats.org/officeDocument/2006/relationships/tags" Target="../tags/tag52.xml"/><Relationship Id="rId49" Type="http://schemas.openxmlformats.org/officeDocument/2006/relationships/tags" Target="../tags/tag70.xml"/><Relationship Id="rId48" Type="http://schemas.openxmlformats.org/officeDocument/2006/relationships/image" Target="../media/image61.wmf"/><Relationship Id="rId47" Type="http://schemas.openxmlformats.org/officeDocument/2006/relationships/oleObject" Target="../embeddings/oleObject79.bin"/><Relationship Id="rId46" Type="http://schemas.openxmlformats.org/officeDocument/2006/relationships/tags" Target="../tags/tag69.xml"/><Relationship Id="rId45" Type="http://schemas.openxmlformats.org/officeDocument/2006/relationships/tags" Target="../tags/tag68.xml"/><Relationship Id="rId44" Type="http://schemas.openxmlformats.org/officeDocument/2006/relationships/image" Target="../media/image60.wmf"/><Relationship Id="rId43" Type="http://schemas.openxmlformats.org/officeDocument/2006/relationships/oleObject" Target="../embeddings/oleObject78.bin"/><Relationship Id="rId42" Type="http://schemas.openxmlformats.org/officeDocument/2006/relationships/tags" Target="../tags/tag67.xml"/><Relationship Id="rId41" Type="http://schemas.openxmlformats.org/officeDocument/2006/relationships/image" Target="../media/image59.wmf"/><Relationship Id="rId40" Type="http://schemas.openxmlformats.org/officeDocument/2006/relationships/oleObject" Target="../embeddings/oleObject77.bin"/><Relationship Id="rId4" Type="http://schemas.openxmlformats.org/officeDocument/2006/relationships/tags" Target="../tags/tag51.xml"/><Relationship Id="rId39" Type="http://schemas.openxmlformats.org/officeDocument/2006/relationships/tags" Target="../tags/tag66.xml"/><Relationship Id="rId38" Type="http://schemas.openxmlformats.org/officeDocument/2006/relationships/image" Target="../media/image58.wmf"/><Relationship Id="rId37" Type="http://schemas.openxmlformats.org/officeDocument/2006/relationships/oleObject" Target="../embeddings/oleObject76.bin"/><Relationship Id="rId36" Type="http://schemas.openxmlformats.org/officeDocument/2006/relationships/tags" Target="../tags/tag65.xml"/><Relationship Id="rId35" Type="http://schemas.openxmlformats.org/officeDocument/2006/relationships/image" Target="../media/image57.wmf"/><Relationship Id="rId34" Type="http://schemas.openxmlformats.org/officeDocument/2006/relationships/oleObject" Target="../embeddings/oleObject75.bin"/><Relationship Id="rId33" Type="http://schemas.openxmlformats.org/officeDocument/2006/relationships/tags" Target="../tags/tag64.xml"/><Relationship Id="rId32" Type="http://schemas.openxmlformats.org/officeDocument/2006/relationships/image" Target="../media/image56.wmf"/><Relationship Id="rId31" Type="http://schemas.openxmlformats.org/officeDocument/2006/relationships/oleObject" Target="../embeddings/oleObject74.bin"/><Relationship Id="rId30" Type="http://schemas.openxmlformats.org/officeDocument/2006/relationships/tags" Target="../tags/tag63.xml"/><Relationship Id="rId3" Type="http://schemas.openxmlformats.org/officeDocument/2006/relationships/tags" Target="../tags/tag50.xml"/><Relationship Id="rId29" Type="http://schemas.openxmlformats.org/officeDocument/2006/relationships/tags" Target="../tags/tag62.xml"/><Relationship Id="rId28" Type="http://schemas.openxmlformats.org/officeDocument/2006/relationships/image" Target="../media/image55.wmf"/><Relationship Id="rId27" Type="http://schemas.openxmlformats.org/officeDocument/2006/relationships/oleObject" Target="../embeddings/oleObject73.bin"/><Relationship Id="rId26" Type="http://schemas.openxmlformats.org/officeDocument/2006/relationships/tags" Target="../tags/tag61.xml"/><Relationship Id="rId25" Type="http://schemas.openxmlformats.org/officeDocument/2006/relationships/image" Target="../media/image54.wmf"/><Relationship Id="rId24" Type="http://schemas.openxmlformats.org/officeDocument/2006/relationships/oleObject" Target="../embeddings/oleObject72.bin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image" Target="../media/image53.wmf"/><Relationship Id="rId20" Type="http://schemas.openxmlformats.org/officeDocument/2006/relationships/oleObject" Target="../embeddings/oleObject71.bin"/><Relationship Id="rId2" Type="http://schemas.openxmlformats.org/officeDocument/2006/relationships/tags" Target="../tags/tag49.xml"/><Relationship Id="rId19" Type="http://schemas.openxmlformats.org/officeDocument/2006/relationships/tags" Target="../tags/tag58.xml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70.bin"/><Relationship Id="rId16" Type="http://schemas.openxmlformats.org/officeDocument/2006/relationships/tags" Target="../tags/tag57.xml"/><Relationship Id="rId15" Type="http://schemas.openxmlformats.org/officeDocument/2006/relationships/image" Target="../media/image51.wmf"/><Relationship Id="rId14" Type="http://schemas.openxmlformats.org/officeDocument/2006/relationships/oleObject" Target="../embeddings/oleObject69.bin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image" Target="../media/image50.wmf"/><Relationship Id="rId10" Type="http://schemas.openxmlformats.org/officeDocument/2006/relationships/oleObject" Target="../embeddings/oleObject68.bin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255833" y="249099"/>
            <a:ext cx="5515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复平面的点集</a:t>
            </a:r>
            <a:endParaRPr lang="zh-CN" altLang="en-US" sz="3600" dirty="0" smtClean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664414" y="5113694"/>
          <a:ext cx="127000" cy="228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048000" imgH="4572000" progId="Equation.DSMT4">
                  <p:embed/>
                </p:oleObj>
              </mc:Choice>
              <mc:Fallback>
                <p:oleObj name="Equation" r:id="rId1" imgW="3048000" imgH="4572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4414" y="5113694"/>
                        <a:ext cx="127000" cy="2280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664414" y="5113694"/>
          <a:ext cx="127000" cy="228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048000" imgH="4572000" progId="Equation.DSMT4">
                  <p:embed/>
                </p:oleObj>
              </mc:Choice>
              <mc:Fallback>
                <p:oleObj name="Equation" r:id="rId3" imgW="3048000" imgH="45720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4414" y="5113694"/>
                        <a:ext cx="127000" cy="2280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3803282" y="2092003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一、平面点集的相关概念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69555" y="3036448"/>
            <a:ext cx="4980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二、区域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3865316" y="4077018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三、约当曲线</a:t>
            </a:r>
            <a:endParaRPr lang="zh-CN" altLang="en-US" sz="32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62440" y="5038074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四、单连通区域与多连通区域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图: 联系 28"/>
          <p:cNvSpPr/>
          <p:nvPr/>
        </p:nvSpPr>
        <p:spPr>
          <a:xfrm>
            <a:off x="3145790" y="3640345"/>
            <a:ext cx="2484407" cy="2380891"/>
          </a:xfrm>
          <a:prstGeom prst="flowChartConnector">
            <a:avLst/>
          </a:prstGeom>
          <a:solidFill>
            <a:srgbClr val="FFFF00"/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3385272" y="149545"/>
            <a:ext cx="5212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6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5372" y="1110029"/>
            <a:ext cx="16529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1</a:t>
            </a:r>
            <a:r>
              <a:rPr lang="zh-CN" altLang="en-US" sz="3200" b="1" dirty="0" smtClean="0">
                <a:latin typeface="+mn-ea"/>
              </a:rPr>
              <a:t>、邻域</a:t>
            </a:r>
            <a:endParaRPr lang="zh-CN" altLang="en-US" sz="3200" b="1" dirty="0"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74921" y="1756017"/>
          <a:ext cx="1145482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10972800" imgH="5486400" progId="Equation.DSMT4">
                  <p:embed/>
                </p:oleObj>
              </mc:Choice>
              <mc:Fallback>
                <p:oleObj name="Equation" r:id="rId1" imgW="109728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4921" y="1756017"/>
                        <a:ext cx="1145482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3527743" y="1756017"/>
          <a:ext cx="1623305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5544800" imgH="5486400" progId="Equation.DSMT4">
                  <p:embed/>
                </p:oleObj>
              </mc:Choice>
              <mc:Fallback>
                <p:oleObj name="Equation" r:id="rId3" imgW="155448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7743" y="1756017"/>
                        <a:ext cx="1623305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5241015" y="1764164"/>
          <a:ext cx="2355535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22555200" imgH="5486400" progId="Equation.DSMT4">
                  <p:embed/>
                </p:oleObj>
              </mc:Choice>
              <mc:Fallback>
                <p:oleObj name="Equation" r:id="rId5" imgW="22555200" imgH="5486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1015" y="1764164"/>
                        <a:ext cx="2355535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3527743" y="2360613"/>
          <a:ext cx="16129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5544800" imgH="7620000" progId="Equation.DSMT4">
                  <p:embed/>
                </p:oleObj>
              </mc:Choice>
              <mc:Fallback>
                <p:oleObj name="Equation" r:id="rId7" imgW="15544800" imgH="76200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7743" y="2360613"/>
                        <a:ext cx="1612900" cy="946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5247005" y="2617788"/>
          <a:ext cx="28829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27736800" imgH="5486400" progId="Equation.DSMT4">
                  <p:embed/>
                </p:oleObj>
              </mc:Choice>
              <mc:Fallback>
                <p:oleObj name="Equation" r:id="rId9" imgW="27736800" imgH="54864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7005" y="2617788"/>
                        <a:ext cx="2882900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22"/>
          <p:cNvGrpSpPr/>
          <p:nvPr/>
        </p:nvGrpSpPr>
        <p:grpSpPr>
          <a:xfrm>
            <a:off x="1075450" y="3884778"/>
            <a:ext cx="4293340" cy="2636791"/>
            <a:chOff x="4489844" y="3007179"/>
            <a:chExt cx="4293340" cy="2202850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4489844" y="4662316"/>
              <a:ext cx="4030042" cy="112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rot="16200000" flipV="1">
              <a:off x="5379488" y="4098344"/>
              <a:ext cx="2176543" cy="468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Object 9"/>
            <p:cNvGraphicFramePr>
              <a:graphicFrameLocks noChangeAspect="1"/>
            </p:cNvGraphicFramePr>
            <p:nvPr/>
          </p:nvGraphicFramePr>
          <p:xfrm>
            <a:off x="6052196" y="4679018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1" imgW="3657600" imgH="4267200" progId="Equation.DSMT4">
                    <p:embed/>
                  </p:oleObj>
                </mc:Choice>
                <mc:Fallback>
                  <p:oleObj name="Equation" r:id="rId11" imgW="3657600" imgH="42672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52196" y="4679018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3" imgW="3048000" imgH="3352800" progId="Equation.DSMT4">
                    <p:embed/>
                  </p:oleObj>
                </mc:Choice>
                <mc:Fallback>
                  <p:oleObj name="Equation" r:id="rId13" imgW="3048000" imgH="33528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15" imgW="3352800" imgH="3962400" progId="Equation.DSMT4">
                    <p:embed/>
                  </p:oleObj>
                </mc:Choice>
                <mc:Fallback>
                  <p:oleObj name="Equation" r:id="rId15" imgW="3352800" imgH="39624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7" name="Object 19"/>
          <p:cNvGraphicFramePr>
            <a:graphicFrameLocks noChangeAspect="1"/>
          </p:cNvGraphicFramePr>
          <p:nvPr/>
        </p:nvGraphicFramePr>
        <p:xfrm>
          <a:off x="4873468" y="4332586"/>
          <a:ext cx="4302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7" imgW="3352800" imgH="4267200" progId="Equation.DSMT4">
                  <p:embed/>
                </p:oleObj>
              </mc:Choice>
              <mc:Fallback>
                <p:oleObj name="Equation" r:id="rId17" imgW="3352800" imgH="42672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73468" y="4332586"/>
                        <a:ext cx="430213" cy="655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流程图: 联系 30"/>
          <p:cNvSpPr/>
          <p:nvPr/>
        </p:nvSpPr>
        <p:spPr>
          <a:xfrm>
            <a:off x="8249752" y="3533953"/>
            <a:ext cx="2484407" cy="2380891"/>
          </a:xfrm>
          <a:prstGeom prst="flowChartConnector">
            <a:avLst/>
          </a:prstGeom>
          <a:solidFill>
            <a:srgbClr val="FFFF00"/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31"/>
          <p:cNvGrpSpPr/>
          <p:nvPr/>
        </p:nvGrpSpPr>
        <p:grpSpPr>
          <a:xfrm>
            <a:off x="6906907" y="3795638"/>
            <a:ext cx="3514087" cy="2563400"/>
            <a:chOff x="5269097" y="3007179"/>
            <a:chExt cx="3514087" cy="2141537"/>
          </a:xfrm>
        </p:grpSpPr>
        <p:cxnSp>
          <p:nvCxnSpPr>
            <p:cNvPr id="33" name="直接箭头连接符 32"/>
            <p:cNvCxnSpPr/>
            <p:nvPr/>
          </p:nvCxnSpPr>
          <p:spPr>
            <a:xfrm flipV="1">
              <a:off x="5269097" y="4673601"/>
              <a:ext cx="3250789" cy="5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rot="16200000" flipV="1">
              <a:off x="5435958" y="4041873"/>
              <a:ext cx="2049224" cy="324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Object 9"/>
            <p:cNvGraphicFramePr>
              <a:graphicFrameLocks noChangeAspect="1"/>
            </p:cNvGraphicFramePr>
            <p:nvPr/>
          </p:nvGraphicFramePr>
          <p:xfrm>
            <a:off x="6052196" y="4679018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Equation" r:id="rId19" imgW="3657600" imgH="4267200" progId="Equation.DSMT4">
                    <p:embed/>
                  </p:oleObj>
                </mc:Choice>
                <mc:Fallback>
                  <p:oleObj name="Equation" r:id="rId19" imgW="3657600" imgH="4267200" progId="Equation.DSMT4">
                    <p:embed/>
                    <p:pic>
                      <p:nvPicPr>
                        <p:cNvPr id="0" name="图片 20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52196" y="4679018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20" imgW="3048000" imgH="3352800" progId="Equation.DSMT4">
                    <p:embed/>
                  </p:oleObj>
                </mc:Choice>
                <mc:Fallback>
                  <p:oleObj name="Equation" r:id="rId20" imgW="3048000" imgH="3352800" progId="Equation.DSMT4">
                    <p:embed/>
                    <p:pic>
                      <p:nvPicPr>
                        <p:cNvPr id="0" name="图片 20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Equation" r:id="rId21" imgW="3352800" imgH="3962400" progId="Equation.DSMT4">
                    <p:embed/>
                  </p:oleObj>
                </mc:Choice>
                <mc:Fallback>
                  <p:oleObj name="Equation" r:id="rId21" imgW="3352800" imgH="3962400" progId="Equation.DSMT4">
                    <p:embed/>
                    <p:pic>
                      <p:nvPicPr>
                        <p:cNvPr id="0" name="图片 20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流程图: 联系 38"/>
          <p:cNvSpPr/>
          <p:nvPr/>
        </p:nvSpPr>
        <p:spPr>
          <a:xfrm>
            <a:off x="9425817" y="4641014"/>
            <a:ext cx="138023" cy="12077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联系 39"/>
          <p:cNvSpPr/>
          <p:nvPr/>
        </p:nvSpPr>
        <p:spPr>
          <a:xfrm>
            <a:off x="4316052" y="4741655"/>
            <a:ext cx="138023" cy="12077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rot="16200000" flipH="1">
            <a:off x="4799161" y="4379315"/>
            <a:ext cx="382433" cy="1210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16200000" flipH="1">
            <a:off x="9903123" y="4290175"/>
            <a:ext cx="382433" cy="1210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672" name="Object 24"/>
          <p:cNvGraphicFramePr>
            <a:graphicFrameLocks noChangeAspect="1"/>
          </p:cNvGraphicFramePr>
          <p:nvPr/>
        </p:nvGraphicFramePr>
        <p:xfrm>
          <a:off x="10110721" y="4307575"/>
          <a:ext cx="4302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2" imgW="3352800" imgH="4267200" progId="Equation.DSMT4">
                  <p:embed/>
                </p:oleObj>
              </mc:Choice>
              <mc:Fallback>
                <p:oleObj name="Equation" r:id="rId22" imgW="3352800" imgH="42672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10721" y="4307575"/>
                        <a:ext cx="430213" cy="655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1760506" y="7125430"/>
          <a:ext cx="4699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3" imgW="3657600" imgH="3048000" progId="Equation.DSMT4">
                  <p:embed/>
                </p:oleObj>
              </mc:Choice>
              <mc:Fallback>
                <p:oleObj name="Equation" r:id="rId23" imgW="3657600" imgH="30480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60506" y="7125430"/>
                        <a:ext cx="4699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2364134" y="700920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的邻域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4877072" y="6901701"/>
          <a:ext cx="2099566" cy="70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5" imgW="17373600" imgH="4876800" progId="Equation.DSMT4">
                  <p:embed/>
                </p:oleObj>
              </mc:Choice>
              <mc:Fallback>
                <p:oleObj name="Equation" r:id="rId25" imgW="17373600" imgH="4876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77072" y="6901701"/>
                        <a:ext cx="2099566" cy="7048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7182319" y="6948697"/>
          <a:ext cx="1067701" cy="61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27" imgW="8839200" imgH="4267200" progId="Equation.DSMT4">
                  <p:embed/>
                </p:oleObj>
              </mc:Choice>
              <mc:Fallback>
                <p:oleObj name="Equation" r:id="rId27" imgW="8839200" imgH="42672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82319" y="6948697"/>
                        <a:ext cx="1067701" cy="6167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3904136" y="4136246"/>
          <a:ext cx="414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29" imgW="3962400" imgH="5486400" progId="Equation.DSMT4">
                  <p:embed/>
                </p:oleObj>
              </mc:Choice>
              <mc:Fallback>
                <p:oleObj name="Equation" r:id="rId29" imgW="3962400" imgH="54864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04136" y="4136246"/>
                        <a:ext cx="414338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8985813" y="3990616"/>
          <a:ext cx="414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1" imgW="3962400" imgH="5486400" progId="Equation.DSMT4">
                  <p:embed/>
                </p:oleObj>
              </mc:Choice>
              <mc:Fallback>
                <p:oleObj name="Equation" r:id="rId31" imgW="3962400" imgH="5486400" progId="Equation.DSMT4">
                  <p:embed/>
                  <p:pic>
                    <p:nvPicPr>
                      <p:cNvPr id="0" name="图片 206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85813" y="3990616"/>
                        <a:ext cx="414338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8597265" y="1773555"/>
          <a:ext cx="1746250" cy="66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3" imgW="711200" imgH="228600" progId="Equation.DSMT4">
                  <p:embed/>
                </p:oleObj>
              </mc:Choice>
              <mc:Fallback>
                <p:oleObj name="Equation" r:id="rId33" imgW="711200" imgH="228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97265" y="1773555"/>
                        <a:ext cx="1746250" cy="666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8720773" y="2562225"/>
          <a:ext cx="2494915" cy="66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6" imgW="1016000" imgH="228600" progId="Equation.DSMT4">
                  <p:embed/>
                </p:oleObj>
              </mc:Choice>
              <mc:Fallback>
                <p:oleObj name="Equation" r:id="rId36" imgW="1016000" imgH="228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720773" y="2562225"/>
                        <a:ext cx="2494915" cy="666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标注 12"/>
          <p:cNvSpPr/>
          <p:nvPr/>
        </p:nvSpPr>
        <p:spPr>
          <a:xfrm>
            <a:off x="5595620" y="942340"/>
            <a:ext cx="1183005" cy="674370"/>
          </a:xfrm>
          <a:prstGeom prst="wedgeRectCallout">
            <a:avLst>
              <a:gd name="adj1" fmla="val 31910"/>
              <a:gd name="adj2" fmla="val 10235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中心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7228205" y="840105"/>
            <a:ext cx="1183005" cy="674370"/>
          </a:xfrm>
          <a:prstGeom prst="wedgeRectCallout">
            <a:avLst>
              <a:gd name="adj1" fmla="val -42163"/>
              <a:gd name="adj2" fmla="val 10762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半径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" grpId="0"/>
      <p:bldP spid="31" grpId="0" bldLvl="0" animBg="1"/>
      <p:bldP spid="39" grpId="0" bldLvl="0" animBg="1"/>
      <p:bldP spid="40" grpId="0" bldLvl="0" animBg="1"/>
      <p:bldP spid="38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10648950" y="200088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3555452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042" y="837574"/>
            <a:ext cx="24657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2</a:t>
            </a:r>
            <a:r>
              <a:rPr lang="zh-CN" altLang="en-US" sz="3200" b="1" dirty="0" smtClean="0">
                <a:latin typeface="+mn-ea"/>
              </a:rPr>
              <a:t>、点的分类</a:t>
            </a:r>
            <a:endParaRPr lang="zh-CN" altLang="en-US" sz="3200" b="1" dirty="0">
              <a:latin typeface="+mn-ea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1987992" y="1515749"/>
          <a:ext cx="1457048" cy="57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6764000" imgH="5486400" progId="Equation.DSMT4">
                  <p:embed/>
                </p:oleObj>
              </mc:Choice>
              <mc:Fallback>
                <p:oleObj name="Equation" r:id="rId1" imgW="16764000" imgH="5486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7992" y="1515749"/>
                        <a:ext cx="1457048" cy="571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599835" y="1456626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内点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73" name="Object 25"/>
          <p:cNvGraphicFramePr>
            <a:graphicFrameLocks noChangeAspect="1"/>
          </p:cNvGraphicFramePr>
          <p:nvPr/>
        </p:nvGraphicFramePr>
        <p:xfrm>
          <a:off x="3464288" y="1535845"/>
          <a:ext cx="688269" cy="444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7924800" imgH="4267200" progId="Equation.DSMT4">
                  <p:embed/>
                </p:oleObj>
              </mc:Choice>
              <mc:Fallback>
                <p:oleObj name="Equation" r:id="rId3" imgW="7924800" imgH="42672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4288" y="1535845"/>
                        <a:ext cx="688269" cy="4440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1"/>
          <p:cNvGraphicFramePr>
            <a:graphicFrameLocks noChangeAspect="1"/>
          </p:cNvGraphicFramePr>
          <p:nvPr/>
        </p:nvGraphicFramePr>
        <p:xfrm>
          <a:off x="1911286" y="3282550"/>
          <a:ext cx="1274007" cy="49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6764000" imgH="5486400" progId="Equation.DSMT4">
                  <p:embed/>
                </p:oleObj>
              </mc:Choice>
              <mc:Fallback>
                <p:oleObj name="Equation" r:id="rId5" imgW="16764000" imgH="5486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1286" y="3282550"/>
                        <a:ext cx="1274007" cy="4996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599835" y="3233025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外点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1" name="Object 25"/>
          <p:cNvGraphicFramePr>
            <a:graphicFrameLocks noChangeAspect="1"/>
          </p:cNvGraphicFramePr>
          <p:nvPr/>
        </p:nvGraphicFramePr>
        <p:xfrm>
          <a:off x="3230924" y="3304148"/>
          <a:ext cx="600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6705600" imgH="4876800" progId="Equation.DSMT4">
                  <p:embed/>
                </p:oleObj>
              </mc:Choice>
              <mc:Fallback>
                <p:oleObj name="Equation" r:id="rId7" imgW="67056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0924" y="3304148"/>
                        <a:ext cx="600075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9"/>
          <p:cNvGraphicFramePr>
            <a:graphicFrameLocks noChangeAspect="1"/>
          </p:cNvGraphicFramePr>
          <p:nvPr/>
        </p:nvGraphicFramePr>
        <p:xfrm>
          <a:off x="3847503" y="3339613"/>
          <a:ext cx="603248" cy="36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7924800" imgH="3962400" progId="Equation.DSMT4">
                  <p:embed/>
                </p:oleObj>
              </mc:Choice>
              <mc:Fallback>
                <p:oleObj name="Equation" r:id="rId9" imgW="7924800" imgH="39624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47503" y="3339613"/>
                        <a:ext cx="603248" cy="3616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599835" y="5244293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边界点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" name="Object 11"/>
          <p:cNvGraphicFramePr>
            <a:graphicFrameLocks noChangeAspect="1"/>
          </p:cNvGraphicFramePr>
          <p:nvPr/>
        </p:nvGraphicFramePr>
        <p:xfrm>
          <a:off x="2104464" y="5289884"/>
          <a:ext cx="1224779" cy="517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15544800" imgH="5486400" progId="Equation.DSMT4">
                  <p:embed/>
                </p:oleObj>
              </mc:Choice>
              <mc:Fallback>
                <p:oleObj name="Equation" r:id="rId11" imgW="15544800" imgH="54864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4464" y="5289884"/>
                        <a:ext cx="1224779" cy="5178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2"/>
          <p:cNvSpPr txBox="1"/>
          <p:nvPr/>
        </p:nvSpPr>
        <p:spPr>
          <a:xfrm>
            <a:off x="3218059" y="5278628"/>
            <a:ext cx="5727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既有属于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的点也有不属于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的点，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555365" y="767715"/>
            <a:ext cx="6661150" cy="671195"/>
            <a:chOff x="7043" y="2066"/>
            <a:chExt cx="10490" cy="1057"/>
          </a:xfrm>
        </p:grpSpPr>
        <p:sp>
          <p:nvSpPr>
            <p:cNvPr id="66" name="文本框 2"/>
            <p:cNvSpPr txBox="1"/>
            <p:nvPr/>
          </p:nvSpPr>
          <p:spPr>
            <a:xfrm>
              <a:off x="7043" y="2230"/>
              <a:ext cx="1049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    为复平面内一点，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是一复平面</a:t>
              </a:r>
              <a:r>
                <a:rPr lang="zh-CN" altLang="en-US" sz="2800" dirty="0" smtClean="0">
                  <a:latin typeface="+mn-ea"/>
                </a:rPr>
                <a:t>点集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7686" name="Object 38"/>
            <p:cNvGraphicFramePr>
              <a:graphicFrameLocks noChangeAspect="1"/>
            </p:cNvGraphicFramePr>
            <p:nvPr/>
          </p:nvGraphicFramePr>
          <p:xfrm>
            <a:off x="7043" y="206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13" imgW="3962400" imgH="5486400" progId="Equation.DSMT4">
                    <p:embed/>
                  </p:oleObj>
                </mc:Choice>
                <mc:Fallback>
                  <p:oleObj name="Equation" r:id="rId13" imgW="3962400" imgH="54864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043" y="206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2"/>
          <p:cNvSpPr txBox="1"/>
          <p:nvPr/>
        </p:nvSpPr>
        <p:spPr>
          <a:xfrm>
            <a:off x="2020556" y="2017198"/>
            <a:ext cx="367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内点一定是属于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691380" y="3196590"/>
            <a:ext cx="3636010" cy="670560"/>
            <a:chOff x="7388" y="5034"/>
            <a:chExt cx="5726" cy="1056"/>
          </a:xfrm>
        </p:grpSpPr>
        <p:sp>
          <p:nvSpPr>
            <p:cNvPr id="32" name="文本框 2"/>
            <p:cNvSpPr txBox="1"/>
            <p:nvPr/>
          </p:nvSpPr>
          <p:spPr>
            <a:xfrm>
              <a:off x="7388" y="5117"/>
              <a:ext cx="572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的外点，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3" name="Object 38"/>
            <p:cNvGraphicFramePr>
              <a:graphicFrameLocks noChangeAspect="1"/>
            </p:cNvGraphicFramePr>
            <p:nvPr/>
          </p:nvGraphicFramePr>
          <p:xfrm>
            <a:off x="8161" y="5034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Equation" r:id="rId15" imgW="3962400" imgH="5486400" progId="Equation.DSMT4">
                    <p:embed/>
                  </p:oleObj>
                </mc:Choice>
                <mc:Fallback>
                  <p:oleObj name="Equation" r:id="rId15" imgW="3962400" imgH="5486400" progId="Equation.DSMT4">
                    <p:embed/>
                    <p:pic>
                      <p:nvPicPr>
                        <p:cNvPr id="0" name="图片 30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161" y="5034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/>
        </p:nvSpPr>
        <p:spPr>
          <a:xfrm>
            <a:off x="1722286" y="3781710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外点一定是不属于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276475" y="5807710"/>
            <a:ext cx="4441825" cy="670560"/>
            <a:chOff x="3585" y="9146"/>
            <a:chExt cx="6995" cy="1056"/>
          </a:xfrm>
        </p:grpSpPr>
        <p:sp>
          <p:nvSpPr>
            <p:cNvPr id="35" name="文本框 2"/>
            <p:cNvSpPr txBox="1"/>
            <p:nvPr/>
          </p:nvSpPr>
          <p:spPr>
            <a:xfrm>
              <a:off x="5016" y="9306"/>
              <a:ext cx="5564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称为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的边界点，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6" name="Object 38"/>
            <p:cNvGraphicFramePr>
              <a:graphicFrameLocks noChangeAspect="1"/>
            </p:cNvGraphicFramePr>
            <p:nvPr/>
          </p:nvGraphicFramePr>
          <p:xfrm>
            <a:off x="4389" y="914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Equation" r:id="rId16" imgW="3962400" imgH="5486400" progId="Equation.DSMT4">
                    <p:embed/>
                  </p:oleObj>
                </mc:Choice>
                <mc:Fallback>
                  <p:oleObj name="Equation" r:id="rId16" imgW="3962400" imgH="5486400" progId="Equation.DSMT4">
                    <p:embed/>
                    <p:pic>
                      <p:nvPicPr>
                        <p:cNvPr id="0" name="图片 30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89" y="914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文本框 2"/>
            <p:cNvSpPr txBox="1"/>
            <p:nvPr/>
          </p:nvSpPr>
          <p:spPr>
            <a:xfrm>
              <a:off x="3585" y="9306"/>
              <a:ext cx="85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</a:t>
              </a:r>
              <a:endParaRPr lang="zh-CN" altLang="en-US" sz="2800" dirty="0">
                <a:latin typeface="+mn-ea"/>
              </a:endParaRPr>
            </a:p>
          </p:txBody>
        </p:sp>
      </p:grpSp>
      <p:sp>
        <p:nvSpPr>
          <p:cNvPr id="38" name="文本框 2"/>
          <p:cNvSpPr txBox="1"/>
          <p:nvPr/>
        </p:nvSpPr>
        <p:spPr>
          <a:xfrm>
            <a:off x="1333748" y="7241988"/>
            <a:ext cx="75215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边界点可能是属于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r>
              <a:rPr lang="en-US" altLang="zh-CN" sz="2800" dirty="0" smtClean="0">
                <a:latin typeface="+mn-ea"/>
              </a:rPr>
              <a:t>, </a:t>
            </a:r>
            <a:r>
              <a:rPr lang="zh-CN" altLang="en-US" sz="2800" dirty="0" smtClean="0">
                <a:latin typeface="+mn-ea"/>
              </a:rPr>
              <a:t>也可能是不属于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91" name="Object 43"/>
          <p:cNvGraphicFramePr>
            <a:graphicFrameLocks noChangeAspect="1"/>
          </p:cNvGraphicFramePr>
          <p:nvPr/>
        </p:nvGraphicFramePr>
        <p:xfrm>
          <a:off x="1657350" y="2545080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7" imgW="1587500" imgH="203200" progId="Equation.DSMT4">
                  <p:embed/>
                </p:oleObj>
              </mc:Choice>
              <mc:Fallback>
                <p:oleObj name="Equation" r:id="rId17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57350" y="2545080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2" name="Object 44"/>
          <p:cNvGraphicFramePr>
            <a:graphicFrameLocks noChangeAspect="1"/>
          </p:cNvGraphicFramePr>
          <p:nvPr/>
        </p:nvGraphicFramePr>
        <p:xfrm>
          <a:off x="5170103" y="2467152"/>
          <a:ext cx="1060743" cy="58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19" imgW="12496800" imgH="5791200" progId="Equation.DSMT4">
                  <p:embed/>
                </p:oleObj>
              </mc:Choice>
              <mc:Fallback>
                <p:oleObj name="Equation" r:id="rId19" imgW="12496800" imgH="57912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70103" y="2467152"/>
                        <a:ext cx="1060743" cy="5884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3" name="Object 45"/>
          <p:cNvGraphicFramePr>
            <a:graphicFrameLocks noChangeAspect="1"/>
          </p:cNvGraphicFramePr>
          <p:nvPr/>
        </p:nvGraphicFramePr>
        <p:xfrm>
          <a:off x="6482786" y="2544822"/>
          <a:ext cx="1009461" cy="43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1" imgW="11887200" imgH="4267200" progId="Equation.DSMT4">
                  <p:embed/>
                </p:oleObj>
              </mc:Choice>
              <mc:Fallback>
                <p:oleObj name="Equation" r:id="rId21" imgW="11887200" imgH="42672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82786" y="2544822"/>
                        <a:ext cx="1009461" cy="4332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6" name="Object 48"/>
          <p:cNvGraphicFramePr>
            <a:graphicFrameLocks noChangeAspect="1"/>
          </p:cNvGraphicFramePr>
          <p:nvPr/>
        </p:nvGraphicFramePr>
        <p:xfrm>
          <a:off x="5092424" y="4490302"/>
          <a:ext cx="1215941" cy="433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23" imgW="14325600" imgH="4267200" progId="Equation.DSMT4">
                  <p:embed/>
                </p:oleObj>
              </mc:Choice>
              <mc:Fallback>
                <p:oleObj name="Equation" r:id="rId23" imgW="14325600" imgH="4267200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92424" y="4490302"/>
                        <a:ext cx="1215941" cy="433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8" name="Object 50"/>
          <p:cNvGraphicFramePr>
            <a:graphicFrameLocks noChangeAspect="1"/>
          </p:cNvGraphicFramePr>
          <p:nvPr/>
        </p:nvGraphicFramePr>
        <p:xfrm>
          <a:off x="4472484" y="6471717"/>
          <a:ext cx="1448063" cy="58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25" imgW="17068800" imgH="5791200" progId="Equation.DSMT4">
                  <p:embed/>
                </p:oleObj>
              </mc:Choice>
              <mc:Fallback>
                <p:oleObj name="Equation" r:id="rId25" imgW="17068800" imgH="57912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72484" y="6471717"/>
                        <a:ext cx="1448063" cy="5884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9" name="Object 51"/>
          <p:cNvGraphicFramePr>
            <a:graphicFrameLocks noChangeAspect="1"/>
          </p:cNvGraphicFramePr>
          <p:nvPr/>
        </p:nvGraphicFramePr>
        <p:xfrm>
          <a:off x="6230620" y="6515735"/>
          <a:ext cx="1305560" cy="50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27" imgW="634365" imgH="203200" progId="Equation.DSMT4">
                  <p:embed/>
                </p:oleObj>
              </mc:Choice>
              <mc:Fallback>
                <p:oleObj name="Equation" r:id="rId27" imgW="634365" imgH="203200" progId="Equation.DSMT4">
                  <p:embed/>
                  <p:pic>
                    <p:nvPicPr>
                      <p:cNvPr id="0" name="图片 30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30620" y="6515735"/>
                        <a:ext cx="1305560" cy="501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七角星 38"/>
          <p:cNvSpPr/>
          <p:nvPr/>
        </p:nvSpPr>
        <p:spPr>
          <a:xfrm>
            <a:off x="959459" y="1870488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40" name="七角星 39"/>
          <p:cNvSpPr/>
          <p:nvPr/>
        </p:nvSpPr>
        <p:spPr>
          <a:xfrm>
            <a:off x="833717" y="3755779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41" name="七角星 40"/>
          <p:cNvSpPr/>
          <p:nvPr/>
        </p:nvSpPr>
        <p:spPr>
          <a:xfrm>
            <a:off x="410675" y="7095280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8254365" y="2891790"/>
            <a:ext cx="2735580" cy="27959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918450" y="4194175"/>
            <a:ext cx="4153535" cy="330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431655" y="3129915"/>
            <a:ext cx="410210" cy="409575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9585325" y="1644650"/>
            <a:ext cx="60960" cy="4351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576435" y="3292475"/>
            <a:ext cx="8191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44"/>
          <p:cNvGraphicFramePr>
            <a:graphicFrameLocks noChangeAspect="1"/>
          </p:cNvGraphicFramePr>
          <p:nvPr/>
        </p:nvGraphicFramePr>
        <p:xfrm>
          <a:off x="8932228" y="3240723"/>
          <a:ext cx="382905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9" imgW="266700" imgH="228600" progId="Equation.DSMT4">
                  <p:embed/>
                </p:oleObj>
              </mc:Choice>
              <mc:Fallback>
                <p:oleObj name="Equation" r:id="rId29" imgW="266700" imgH="228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32228" y="3240723"/>
                        <a:ext cx="382905" cy="387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>
          <a:xfrm>
            <a:off x="10084435" y="3424555"/>
            <a:ext cx="311150" cy="36068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196830" y="3535680"/>
            <a:ext cx="75565" cy="984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958070" y="275145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45"/>
          <p:cNvGraphicFramePr>
            <a:graphicFrameLocks noChangeAspect="1"/>
          </p:cNvGraphicFramePr>
          <p:nvPr/>
        </p:nvGraphicFramePr>
        <p:xfrm>
          <a:off x="10005060" y="3764280"/>
          <a:ext cx="46291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279400" imgH="177165" progId="Equation.DSMT4">
                  <p:embed/>
                </p:oleObj>
              </mc:Choice>
              <mc:Fallback>
                <p:oleObj name="Equation" r:id="rId31" imgW="279400" imgH="177165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005060" y="3764280"/>
                        <a:ext cx="462915" cy="353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椭圆 19"/>
          <p:cNvSpPr/>
          <p:nvPr/>
        </p:nvSpPr>
        <p:spPr>
          <a:xfrm>
            <a:off x="11245850" y="1163955"/>
            <a:ext cx="737235" cy="81915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1540490" y="155321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0114915" y="2915285"/>
            <a:ext cx="278765" cy="29464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Object 47"/>
          <p:cNvGraphicFramePr>
            <a:graphicFrameLocks noChangeAspect="1"/>
          </p:cNvGraphicFramePr>
          <p:nvPr/>
        </p:nvGraphicFramePr>
        <p:xfrm>
          <a:off x="11233150" y="2074545"/>
          <a:ext cx="69913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3" imgW="368300" imgH="177165" progId="Equation.DSMT4">
                  <p:embed/>
                </p:oleObj>
              </mc:Choice>
              <mc:Fallback>
                <p:oleObj name="Equation" r:id="rId33" imgW="368300" imgH="177165" progId="Equation.DSMT4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233150" y="2074545"/>
                        <a:ext cx="699135" cy="408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/>
          <p:cNvSpPr/>
          <p:nvPr/>
        </p:nvSpPr>
        <p:spPr>
          <a:xfrm>
            <a:off x="10891520" y="2293620"/>
            <a:ext cx="98425" cy="755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Object 48"/>
          <p:cNvGraphicFramePr>
            <a:graphicFrameLocks noChangeAspect="1"/>
          </p:cNvGraphicFramePr>
          <p:nvPr/>
        </p:nvGraphicFramePr>
        <p:xfrm>
          <a:off x="10562590" y="1457960"/>
          <a:ext cx="755650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5" imgW="368300" imgH="177165" progId="Equation.DSMT4">
                  <p:embed/>
                </p:oleObj>
              </mc:Choice>
              <mc:Fallback>
                <p:oleObj name="Equation" r:id="rId35" imgW="368300" imgH="177165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562590" y="1457960"/>
                        <a:ext cx="755650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/>
          <p:cNvSpPr/>
          <p:nvPr/>
        </p:nvSpPr>
        <p:spPr>
          <a:xfrm>
            <a:off x="10205085" y="303784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3" name="Object 50"/>
          <p:cNvGraphicFramePr>
            <a:graphicFrameLocks noChangeAspect="1"/>
          </p:cNvGraphicFramePr>
          <p:nvPr/>
        </p:nvGraphicFramePr>
        <p:xfrm>
          <a:off x="10503211" y="2602540"/>
          <a:ext cx="38100" cy="2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37" imgW="444500" imgH="228600" progId="Equation.DSMT4">
                  <p:embed/>
                </p:oleObj>
              </mc:Choice>
              <mc:Fallback>
                <p:oleObj name="Equation" r:id="rId37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503211" y="2602540"/>
                        <a:ext cx="38100" cy="23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0"/>
          <p:cNvGraphicFramePr>
            <a:graphicFrameLocks noChangeAspect="1"/>
          </p:cNvGraphicFramePr>
          <p:nvPr/>
        </p:nvGraphicFramePr>
        <p:xfrm>
          <a:off x="10629900" y="2879090"/>
          <a:ext cx="65341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9" imgW="444500" imgH="228600" progId="Equation.DSMT4">
                  <p:embed/>
                </p:oleObj>
              </mc:Choice>
              <mc:Fallback>
                <p:oleObj name="Equation" r:id="rId39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629900" y="2879090"/>
                        <a:ext cx="653415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3"/>
          <p:cNvGraphicFramePr>
            <a:graphicFrameLocks noChangeAspect="1"/>
          </p:cNvGraphicFramePr>
          <p:nvPr/>
        </p:nvGraphicFramePr>
        <p:xfrm>
          <a:off x="1395730" y="4490085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41" imgW="1587500" imgH="203200" progId="Equation.DSMT4">
                  <p:embed/>
                </p:oleObj>
              </mc:Choice>
              <mc:Fallback>
                <p:oleObj name="Equation" r:id="rId41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95730" y="4490085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959485" y="6471920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2" imgW="1587500" imgH="203200" progId="Equation.DSMT4">
                  <p:embed/>
                </p:oleObj>
              </mc:Choice>
              <mc:Fallback>
                <p:oleObj name="Equation" r:id="rId42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59485" y="6471920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/>
          <p:cNvGrpSpPr/>
          <p:nvPr/>
        </p:nvGrpSpPr>
        <p:grpSpPr>
          <a:xfrm>
            <a:off x="4599305" y="1438910"/>
            <a:ext cx="3636010" cy="670560"/>
            <a:chOff x="7043" y="2066"/>
            <a:chExt cx="5726" cy="1056"/>
          </a:xfrm>
        </p:grpSpPr>
        <p:sp>
          <p:nvSpPr>
            <p:cNvPr id="53" name="文本框 2"/>
            <p:cNvSpPr txBox="1"/>
            <p:nvPr/>
          </p:nvSpPr>
          <p:spPr>
            <a:xfrm>
              <a:off x="7043" y="2230"/>
              <a:ext cx="572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的内点，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5" name="Object 38"/>
            <p:cNvGraphicFramePr>
              <a:graphicFrameLocks noChangeAspect="1"/>
            </p:cNvGraphicFramePr>
            <p:nvPr/>
          </p:nvGraphicFramePr>
          <p:xfrm>
            <a:off x="7816" y="206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43" imgW="3962400" imgH="5486400" progId="Equation.DSMT4">
                    <p:embed/>
                  </p:oleObj>
                </mc:Choice>
                <mc:Fallback>
                  <p:oleObj name="Equation" r:id="rId43" imgW="3962400" imgH="54864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816" y="206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8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54" grpId="0"/>
      <p:bldP spid="60" grpId="0"/>
      <p:bldP spid="34" grpId="0"/>
      <p:bldP spid="38" grpId="0"/>
      <p:bldP spid="39" grpId="0" bldLvl="0" animBg="1"/>
      <p:bldP spid="39" grpId="1" bldLvl="0" animBg="1"/>
      <p:bldP spid="40" grpId="0" bldLvl="0" animBg="1"/>
      <p:bldP spid="40" grpId="1" bldLvl="0" animBg="1"/>
      <p:bldP spid="41" grpId="0" bldLvl="0" animBg="1"/>
      <p:bldP spid="41" grpId="1" bldLvl="0" animBg="1"/>
      <p:bldP spid="6" grpId="0" bldLvl="0" animBg="1"/>
      <p:bldP spid="18" grpId="0" bldLvl="0" animBg="1"/>
      <p:bldP spid="7" grpId="0" animBg="1"/>
      <p:bldP spid="9" grpId="0" animBg="1"/>
      <p:bldP spid="11" grpId="0" animBg="1"/>
      <p:bldP spid="12" grpId="0" animBg="1"/>
      <p:bldP spid="15" grpId="0" animBg="1"/>
      <p:bldP spid="20" grpId="0" animBg="1"/>
      <p:bldP spid="22" grpId="0" animBg="1"/>
      <p:bldP spid="28" grpId="0" animBg="1"/>
      <p:bldP spid="29" grpId="0" animBg="1"/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074757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830888" y="609324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1835785" y="6169025"/>
          <a:ext cx="323786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548765" imgH="203200" progId="Equation.DSMT4">
                  <p:embed/>
                </p:oleObj>
              </mc:Choice>
              <mc:Fallback>
                <p:oleObj name="Equation" r:id="rId1" imgW="1548765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785" y="6169025"/>
                        <a:ext cx="323786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858611" y="5451351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但不是集合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的极限点，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47680" y="546285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孤立点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5" name="Object 37"/>
          <p:cNvGraphicFramePr>
            <a:graphicFrameLocks noChangeAspect="1"/>
          </p:cNvGraphicFramePr>
          <p:nvPr/>
        </p:nvGraphicFramePr>
        <p:xfrm>
          <a:off x="1867810" y="5433701"/>
          <a:ext cx="981706" cy="62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0363200" imgH="5486400" progId="Equation.DSMT4">
                  <p:embed/>
                </p:oleObj>
              </mc:Choice>
              <mc:Fallback>
                <p:oleObj name="Equation" r:id="rId3" imgW="10363200" imgH="54864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7810" y="5433701"/>
                        <a:ext cx="981706" cy="622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/>
          <p:cNvGrpSpPr/>
          <p:nvPr/>
        </p:nvGrpSpPr>
        <p:grpSpPr>
          <a:xfrm>
            <a:off x="6639560" y="5401945"/>
            <a:ext cx="3994150" cy="670560"/>
            <a:chOff x="10456" y="8507"/>
            <a:chExt cx="6290" cy="1056"/>
          </a:xfrm>
        </p:grpSpPr>
        <p:sp>
          <p:nvSpPr>
            <p:cNvPr id="16" name="文本框 2"/>
            <p:cNvSpPr txBox="1"/>
            <p:nvPr/>
          </p:nvSpPr>
          <p:spPr>
            <a:xfrm>
              <a:off x="10456" y="8644"/>
              <a:ext cx="6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的孤立点。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7" name="Object 38"/>
            <p:cNvGraphicFramePr>
              <a:graphicFrameLocks noChangeAspect="1"/>
            </p:cNvGraphicFramePr>
            <p:nvPr/>
          </p:nvGraphicFramePr>
          <p:xfrm>
            <a:off x="11229" y="8507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229" y="8507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5468620" y="6216015"/>
          <a:ext cx="142367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596900" imgH="177165" progId="Equation.DSMT4">
                  <p:embed/>
                </p:oleObj>
              </mc:Choice>
              <mc:Fallback>
                <p:oleObj name="Equation" r:id="rId7" imgW="596900" imgH="177165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8620" y="6216015"/>
                        <a:ext cx="1423670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251261" y="750726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极限点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1706880" y="445135"/>
          <a:ext cx="1475105" cy="83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16154400" imgH="7620000" progId="Equation.DSMT4">
                  <p:embed/>
                </p:oleObj>
              </mc:Choice>
              <mc:Fallback>
                <p:oleObj name="Equation" r:id="rId9" imgW="16154400" imgH="76200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6880" y="445135"/>
                        <a:ext cx="1475105" cy="834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>
            <a:graphicFrameLocks noChangeAspect="1"/>
          </p:cNvGraphicFramePr>
          <p:nvPr/>
        </p:nvGraphicFramePr>
        <p:xfrm>
          <a:off x="3242310" y="723265"/>
          <a:ext cx="540385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79400" imgH="203200" progId="Equation.DSMT4">
                  <p:embed/>
                </p:oleObj>
              </mc:Choice>
              <mc:Fallback>
                <p:oleObj name="Equation" r:id="rId11" imgW="279400" imgH="2032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42310" y="723265"/>
                        <a:ext cx="540385" cy="474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7813003" y="71334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又称聚点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3" name="Object 41"/>
          <p:cNvGraphicFramePr>
            <a:graphicFrameLocks noChangeAspect="1"/>
          </p:cNvGraphicFramePr>
          <p:nvPr/>
        </p:nvGraphicFramePr>
        <p:xfrm>
          <a:off x="3876675" y="734695"/>
          <a:ext cx="68326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7924800" imgH="3962400" progId="Equation.DSMT4">
                  <p:embed/>
                </p:oleObj>
              </mc:Choice>
              <mc:Fallback>
                <p:oleObj name="Equation" r:id="rId13" imgW="7924800" imgH="3962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76675" y="734695"/>
                        <a:ext cx="683260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/>
          <p:nvPr/>
        </p:nvGrpSpPr>
        <p:grpSpPr>
          <a:xfrm>
            <a:off x="4642485" y="635000"/>
            <a:ext cx="3305810" cy="670560"/>
            <a:chOff x="7311" y="1000"/>
            <a:chExt cx="5206" cy="1056"/>
          </a:xfrm>
        </p:grpSpPr>
        <p:sp>
          <p:nvSpPr>
            <p:cNvPr id="24" name="文本框 2"/>
            <p:cNvSpPr txBox="1"/>
            <p:nvPr/>
          </p:nvSpPr>
          <p:spPr>
            <a:xfrm>
              <a:off x="7311" y="1137"/>
              <a:ext cx="5207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的极限点，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5" name="Object 38"/>
            <p:cNvGraphicFramePr>
              <a:graphicFrameLocks noChangeAspect="1"/>
            </p:cNvGraphicFramePr>
            <p:nvPr/>
          </p:nvGraphicFramePr>
          <p:xfrm>
            <a:off x="8084" y="1000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3962400" imgH="5486400" progId="Equation.DSMT4">
                    <p:embed/>
                  </p:oleObj>
                </mc:Choice>
                <mc:Fallback>
                  <p:oleObj name="Equation" r:id="rId15" imgW="3962400" imgH="5486400" progId="Equation.DSMT4">
                    <p:embed/>
                    <p:pic>
                      <p:nvPicPr>
                        <p:cNvPr id="0" name="图片 41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084" y="1000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"/>
          <p:cNvSpPr txBox="1"/>
          <p:nvPr/>
        </p:nvSpPr>
        <p:spPr>
          <a:xfrm>
            <a:off x="1460483" y="2720079"/>
            <a:ext cx="55524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极限点可能属于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，也可能不属于</a:t>
            </a:r>
            <a:r>
              <a:rPr lang="en-US" altLang="zh-CN" sz="2800" dirty="0" smtClean="0">
                <a:latin typeface="+mn-ea"/>
              </a:rPr>
              <a:t>E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0205" name="Object 29"/>
          <p:cNvGraphicFramePr>
            <a:graphicFrameLocks noChangeAspect="1"/>
          </p:cNvGraphicFramePr>
          <p:nvPr/>
        </p:nvGraphicFramePr>
        <p:xfrm>
          <a:off x="1001395" y="1496695"/>
          <a:ext cx="3455670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6" imgW="1587500" imgH="203200" progId="Equation.DSMT4">
                  <p:embed/>
                </p:oleObj>
              </mc:Choice>
              <mc:Fallback>
                <p:oleObj name="Equation" r:id="rId16" imgW="1587500" imgH="2032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1395" y="1496695"/>
                        <a:ext cx="3455670" cy="543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6" name="Object 30"/>
          <p:cNvGraphicFramePr>
            <a:graphicFrameLocks noChangeAspect="1"/>
          </p:cNvGraphicFramePr>
          <p:nvPr/>
        </p:nvGraphicFramePr>
        <p:xfrm>
          <a:off x="4945619" y="1421419"/>
          <a:ext cx="1247073" cy="537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8" imgW="11887200" imgH="4267200" progId="Equation.DSMT4">
                  <p:embed/>
                </p:oleObj>
              </mc:Choice>
              <mc:Fallback>
                <p:oleObj name="Equation" r:id="rId18" imgW="11887200" imgH="42672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45619" y="1421419"/>
                        <a:ext cx="1247073" cy="5379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7" name="Object 31"/>
          <p:cNvGraphicFramePr>
            <a:graphicFrameLocks noChangeAspect="1"/>
          </p:cNvGraphicFramePr>
          <p:nvPr/>
        </p:nvGraphicFramePr>
        <p:xfrm>
          <a:off x="3591530" y="1958845"/>
          <a:ext cx="1694409" cy="69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0" imgW="16154400" imgH="5486400" progId="Equation.DSMT4">
                  <p:embed/>
                </p:oleObj>
              </mc:Choice>
              <mc:Fallback>
                <p:oleObj name="Equation" r:id="rId20" imgW="16154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591530" y="1958845"/>
                        <a:ext cx="1694409" cy="691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8" name="Object 32"/>
          <p:cNvGraphicFramePr>
            <a:graphicFrameLocks noChangeAspect="1"/>
          </p:cNvGraphicFramePr>
          <p:nvPr/>
        </p:nvGraphicFramePr>
        <p:xfrm>
          <a:off x="5950585" y="2132965"/>
          <a:ext cx="1407795" cy="50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2" imgW="596900" imgH="177165" progId="Equation.DSMT4">
                  <p:embed/>
                </p:oleObj>
              </mc:Choice>
              <mc:Fallback>
                <p:oleObj name="Equation" r:id="rId22" imgW="596900" imgH="177165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50585" y="2132965"/>
                        <a:ext cx="1407795" cy="506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1361064" y="3274930"/>
            <a:ext cx="42589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内点一定是极限点；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360837" y="3986094"/>
            <a:ext cx="4589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外点一定不是极限点；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251797" y="4770176"/>
            <a:ext cx="90380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边界点有可能是极限点，也有可能不是极限点；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8" name="文本框 2"/>
          <p:cNvSpPr txBox="1"/>
          <p:nvPr/>
        </p:nvSpPr>
        <p:spPr>
          <a:xfrm>
            <a:off x="1267823" y="6961397"/>
            <a:ext cx="7265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孤立点一定是属于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的点，且一定是边界点。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七角星 26"/>
          <p:cNvSpPr/>
          <p:nvPr/>
        </p:nvSpPr>
        <p:spPr>
          <a:xfrm>
            <a:off x="249861" y="2544666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8" name="七角星 27"/>
          <p:cNvSpPr/>
          <p:nvPr/>
        </p:nvSpPr>
        <p:spPr>
          <a:xfrm>
            <a:off x="146342" y="6754355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50209" name="Object 33"/>
          <p:cNvGraphicFramePr>
            <a:graphicFrameLocks noChangeAspect="1"/>
          </p:cNvGraphicFramePr>
          <p:nvPr/>
        </p:nvGraphicFramePr>
        <p:xfrm>
          <a:off x="1460670" y="2116557"/>
          <a:ext cx="150336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4" imgW="14325600" imgH="4267200" progId="Equation.DSMT4">
                  <p:embed/>
                </p:oleObj>
              </mc:Choice>
              <mc:Fallback>
                <p:oleObj name="Equation" r:id="rId24" imgW="14325600" imgH="42672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60670" y="2116557"/>
                        <a:ext cx="1503362" cy="538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/>
          <p:cNvSpPr/>
          <p:nvPr/>
        </p:nvSpPr>
        <p:spPr>
          <a:xfrm>
            <a:off x="10763885" y="190563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369935" y="2759710"/>
            <a:ext cx="2735580" cy="27959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8034020" y="4062095"/>
            <a:ext cx="4153535" cy="330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547225" y="2997835"/>
            <a:ext cx="410210" cy="409575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9673590" y="980440"/>
            <a:ext cx="88265" cy="48837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692005" y="3178175"/>
            <a:ext cx="8191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44"/>
          <p:cNvGraphicFramePr>
            <a:graphicFrameLocks noChangeAspect="1"/>
          </p:cNvGraphicFramePr>
          <p:nvPr/>
        </p:nvGraphicFramePr>
        <p:xfrm>
          <a:off x="9047798" y="3126423"/>
          <a:ext cx="382905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26" imgW="266700" imgH="228600" progId="Equation.DSMT4">
                  <p:embed/>
                </p:oleObj>
              </mc:Choice>
              <mc:Fallback>
                <p:oleObj name="Equation" r:id="rId26" imgW="266700" imgH="228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047798" y="3126423"/>
                        <a:ext cx="382905" cy="387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>
          <a:xfrm>
            <a:off x="10200005" y="3292475"/>
            <a:ext cx="311150" cy="36068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312400" y="3403600"/>
            <a:ext cx="75565" cy="984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0073640" y="261937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1" name="Object 45"/>
          <p:cNvGraphicFramePr>
            <a:graphicFrameLocks noChangeAspect="1"/>
          </p:cNvGraphicFramePr>
          <p:nvPr/>
        </p:nvGraphicFramePr>
        <p:xfrm>
          <a:off x="10120630" y="3632200"/>
          <a:ext cx="46291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8" imgW="279400" imgH="177165" progId="Equation.DSMT4">
                  <p:embed/>
                </p:oleObj>
              </mc:Choice>
              <mc:Fallback>
                <p:oleObj name="Equation" r:id="rId28" imgW="279400" imgH="177165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120630" y="3632200"/>
                        <a:ext cx="462915" cy="353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11361420" y="1031875"/>
            <a:ext cx="737235" cy="81915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1656060" y="142113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0230485" y="2783205"/>
            <a:ext cx="278765" cy="29464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4" name="Object 47"/>
          <p:cNvGraphicFramePr>
            <a:graphicFrameLocks noChangeAspect="1"/>
          </p:cNvGraphicFramePr>
          <p:nvPr/>
        </p:nvGraphicFramePr>
        <p:xfrm>
          <a:off x="11355705" y="2084705"/>
          <a:ext cx="69913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0" imgW="368300" imgH="177165" progId="Equation.DSMT4">
                  <p:embed/>
                </p:oleObj>
              </mc:Choice>
              <mc:Fallback>
                <p:oleObj name="Equation" r:id="rId30" imgW="368300" imgH="177165" progId="Equation.DSMT4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355705" y="2084705"/>
                        <a:ext cx="699135" cy="408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/>
          <p:cNvSpPr/>
          <p:nvPr/>
        </p:nvSpPr>
        <p:spPr>
          <a:xfrm>
            <a:off x="11007090" y="2161540"/>
            <a:ext cx="98425" cy="755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0" name="Object 48"/>
          <p:cNvGraphicFramePr>
            <a:graphicFrameLocks noChangeAspect="1"/>
          </p:cNvGraphicFramePr>
          <p:nvPr/>
        </p:nvGraphicFramePr>
        <p:xfrm>
          <a:off x="10694670" y="1368425"/>
          <a:ext cx="755650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2" imgW="368300" imgH="177165" progId="Equation.DSMT4">
                  <p:embed/>
                </p:oleObj>
              </mc:Choice>
              <mc:Fallback>
                <p:oleObj name="Equation" r:id="rId32" imgW="368300" imgH="177165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694670" y="1368425"/>
                        <a:ext cx="755650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椭圆 40"/>
          <p:cNvSpPr/>
          <p:nvPr/>
        </p:nvSpPr>
        <p:spPr>
          <a:xfrm>
            <a:off x="10321925" y="2898775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2" name="Object 50"/>
          <p:cNvGraphicFramePr>
            <a:graphicFrameLocks noChangeAspect="1"/>
          </p:cNvGraphicFramePr>
          <p:nvPr/>
        </p:nvGraphicFramePr>
        <p:xfrm>
          <a:off x="10618781" y="2470460"/>
          <a:ext cx="38100" cy="2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4" imgW="444500" imgH="228600" progId="Equation.DSMT4">
                  <p:embed/>
                </p:oleObj>
              </mc:Choice>
              <mc:Fallback>
                <p:oleObj name="Equation" r:id="rId34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618781" y="2470460"/>
                        <a:ext cx="38100" cy="23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0"/>
          <p:cNvGraphicFramePr>
            <a:graphicFrameLocks noChangeAspect="1"/>
          </p:cNvGraphicFramePr>
          <p:nvPr/>
        </p:nvGraphicFramePr>
        <p:xfrm>
          <a:off x="10745470" y="2747010"/>
          <a:ext cx="65341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6" imgW="444500" imgH="228600" progId="Equation.DSMT4">
                  <p:embed/>
                </p:oleObj>
              </mc:Choice>
              <mc:Fallback>
                <p:oleObj name="Equation" r:id="rId36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745470" y="2747010"/>
                        <a:ext cx="653415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0"/>
          <p:cNvGraphicFramePr>
            <a:graphicFrameLocks noChangeAspect="1"/>
          </p:cNvGraphicFramePr>
          <p:nvPr/>
        </p:nvGraphicFramePr>
        <p:xfrm>
          <a:off x="6639560" y="1431290"/>
          <a:ext cx="879475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38" imgW="482600" imgH="228600" progId="Equation.DSMT4">
                  <p:embed/>
                </p:oleObj>
              </mc:Choice>
              <mc:Fallback>
                <p:oleObj name="Equation" r:id="rId38" imgW="482600" imgH="2286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639560" y="1431290"/>
                        <a:ext cx="879475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3" grpId="0"/>
      <p:bldP spid="14" grpId="0"/>
      <p:bldP spid="19" grpId="0"/>
      <p:bldP spid="22" grpId="0"/>
      <p:bldP spid="26" grpId="0"/>
      <p:bldP spid="31" grpId="0"/>
      <p:bldP spid="32" grpId="0"/>
      <p:bldP spid="37" grpId="0"/>
      <p:bldP spid="38" grpId="0"/>
      <p:bldP spid="27" grpId="0" bldLvl="0" animBg="1"/>
      <p:bldP spid="27" grpId="1" bldLvl="0" animBg="1"/>
      <p:bldP spid="28" grpId="0" bldLvl="0" animBg="1"/>
      <p:bldP spid="28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657687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897" y="760779"/>
            <a:ext cx="24657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3</a:t>
            </a:r>
            <a:r>
              <a:rPr lang="zh-CN" altLang="en-US" sz="3200" b="1" dirty="0" smtClean="0">
                <a:latin typeface="+mn-ea"/>
              </a:rPr>
              <a:t>、平面点集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54" name="文本框 2"/>
          <p:cNvSpPr txBox="1"/>
          <p:nvPr>
            <p:custDataLst>
              <p:tags r:id="rId1"/>
            </p:custDataLst>
          </p:nvPr>
        </p:nvSpPr>
        <p:spPr>
          <a:xfrm>
            <a:off x="753536" y="1373254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为开集：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>
            <p:custDataLst>
              <p:tags r:id="rId2"/>
            </p:custDataLst>
          </p:nvPr>
        </p:nvSpPr>
        <p:spPr>
          <a:xfrm>
            <a:off x="698902" y="4321337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为闭集：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5029241" y="1407415"/>
            <a:ext cx="33445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均为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的内点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5" name="矩形 34"/>
          <p:cNvSpPr/>
          <p:nvPr>
            <p:custDataLst>
              <p:tags r:id="rId4"/>
            </p:custDataLst>
          </p:nvPr>
        </p:nvSpPr>
        <p:spPr>
          <a:xfrm>
            <a:off x="750295" y="5857094"/>
            <a:ext cx="21253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的导集：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664761" y="1427134"/>
          <a:ext cx="1232684" cy="51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6" imgW="11277600" imgH="3962400" progId="Equation.DSMT4">
                  <p:embed/>
                </p:oleObj>
              </mc:Choice>
              <mc:Fallback>
                <p:oleObj name="Equation" r:id="rId6" imgW="11277600" imgH="3962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64761" y="1427134"/>
                        <a:ext cx="1232684" cy="5182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>
            <p:custDataLst>
              <p:tags r:id="rId8"/>
            </p:custDataLst>
          </p:nvPr>
        </p:nvSpPr>
        <p:spPr>
          <a:xfrm>
            <a:off x="871430" y="2853468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的边界：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5" name="Object 16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420553" y="2835818"/>
          <a:ext cx="41957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10" imgW="34442400" imgH="4876800" progId="Equation.DSMT4">
                  <p:embed/>
                </p:oleObj>
              </mc:Choice>
              <mc:Fallback>
                <p:oleObj name="Equation" r:id="rId10" imgW="34442400" imgH="487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20553" y="2835818"/>
                        <a:ext cx="4195762" cy="712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4957353" y="2870375"/>
            <a:ext cx="38132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为集合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的边界点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742136" y="4384644"/>
          <a:ext cx="1162918" cy="52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14" imgW="11277600" imgH="4267200" progId="Equation.DSMT4">
                  <p:embed/>
                </p:oleObj>
              </mc:Choice>
              <mc:Fallback>
                <p:oleObj name="Equation" r:id="rId14" imgW="11277600" imgH="42672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42136" y="4384644"/>
                        <a:ext cx="1162918" cy="52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3375858" y="2905879"/>
          <a:ext cx="10080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17" imgW="8229600" imgH="4267200" progId="Equation.DSMT4">
                  <p:embed/>
                </p:oleObj>
              </mc:Choice>
              <mc:Fallback>
                <p:oleObj name="Equation" r:id="rId17" imgW="8229600" imgH="42672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75858" y="2905879"/>
                        <a:ext cx="1008062" cy="522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4353879" y="5857133"/>
          <a:ext cx="419576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20" imgW="34442400" imgH="4876800" progId="Equation.DSMT4">
                  <p:embed/>
                </p:oleObj>
              </mc:Choice>
              <mc:Fallback>
                <p:oleObj name="Equation" r:id="rId20" imgW="34442400" imgH="4876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53879" y="5857133"/>
                        <a:ext cx="4195762" cy="712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>
            <p:custDataLst>
              <p:tags r:id="rId22"/>
            </p:custDataLst>
          </p:nvPr>
        </p:nvSpPr>
        <p:spPr>
          <a:xfrm>
            <a:off x="4873727" y="5891600"/>
            <a:ext cx="38132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为集合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的极限点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3311399" y="5961908"/>
          <a:ext cx="8969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24" imgW="7315200" imgH="3962400" progId="Equation.DSMT4">
                  <p:embed/>
                </p:oleObj>
              </mc:Choice>
              <mc:Fallback>
                <p:oleObj name="Equation" r:id="rId24" imgW="7315200" imgH="39624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11399" y="5961908"/>
                        <a:ext cx="896937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1683703" y="1882775"/>
          <a:ext cx="2220611" cy="59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27" imgW="24688800" imgH="5486400" progId="Equation.DSMT4">
                  <p:embed/>
                </p:oleObj>
              </mc:Choice>
              <mc:Fallback>
                <p:oleObj name="Equation" r:id="rId27" imgW="24688800" imgH="54864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83703" y="1882775"/>
                        <a:ext cx="2220611" cy="59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>
            <p:custDataLst>
              <p:tags r:id="rId29"/>
            </p:custDataLst>
          </p:nvPr>
        </p:nvSpPr>
        <p:spPr>
          <a:xfrm>
            <a:off x="776539" y="187173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523365" y="4929189"/>
          <a:ext cx="2165021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1" imgW="24079200" imgH="5486400" progId="Equation.DSMT4">
                  <p:embed/>
                </p:oleObj>
              </mc:Choice>
              <mc:Fallback>
                <p:oleObj name="Equation" r:id="rId31" imgW="24079200" imgH="54864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23365" y="4929189"/>
                        <a:ext cx="2165021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3676015" y="4989843"/>
          <a:ext cx="1316140" cy="524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4" imgW="14630400" imgH="4876800" progId="Equation.DSMT4">
                  <p:embed/>
                </p:oleObj>
              </mc:Choice>
              <mc:Fallback>
                <p:oleObj name="Equation" r:id="rId34" imgW="14630400" imgH="48768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676015" y="4989843"/>
                        <a:ext cx="1316140" cy="5243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4355465" y="1943100"/>
          <a:ext cx="2220611" cy="590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37" imgW="24688800" imgH="5486400" progId="Equation.DSMT4">
                  <p:embed/>
                </p:oleObj>
              </mc:Choice>
              <mc:Fallback>
                <p:oleObj name="Equation" r:id="rId37" imgW="24688800" imgH="54864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355465" y="1943100"/>
                        <a:ext cx="2220611" cy="5904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6848559" y="1952205"/>
          <a:ext cx="2467012" cy="590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40" imgW="27432000" imgH="5486400" progId="Equation.DSMT4">
                  <p:embed/>
                </p:oleObj>
              </mc:Choice>
              <mc:Fallback>
                <p:oleObj name="Equation" r:id="rId40" imgW="27432000" imgH="54864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848559" y="1952205"/>
                        <a:ext cx="2467012" cy="5904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1610469" y="3468567"/>
          <a:ext cx="2385880" cy="59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3" imgW="26517600" imgH="5486400" progId="Equation.DSMT4">
                  <p:embed/>
                </p:oleObj>
              </mc:Choice>
              <mc:Fallback>
                <p:oleObj name="Equation" r:id="rId43" imgW="26517600" imgH="54864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610469" y="3468567"/>
                        <a:ext cx="2385880" cy="59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>
            <p:custDataLst>
              <p:tags r:id="rId45"/>
            </p:custDataLst>
          </p:nvPr>
        </p:nvSpPr>
        <p:spPr>
          <a:xfrm>
            <a:off x="790917" y="343957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6" name="Object 11"/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4262015" y="3511640"/>
          <a:ext cx="2358836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47" imgW="26212800" imgH="5486400" progId="Equation.DSMT4">
                  <p:embed/>
                </p:oleObj>
              </mc:Choice>
              <mc:Fallback>
                <p:oleObj name="Equation" r:id="rId47" imgW="26212800" imgH="5486400" progId="Equation.DSMT4">
                  <p:embed/>
                  <p:pic>
                    <p:nvPicPr>
                      <p:cNvPr id="0" name="图片 5132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262015" y="3511640"/>
                        <a:ext cx="2358836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7011670" y="3536315"/>
          <a:ext cx="2515870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50" imgW="1206500" imgH="228600" progId="Equation.DSMT4">
                  <p:embed/>
                </p:oleObj>
              </mc:Choice>
              <mc:Fallback>
                <p:oleObj name="Equation" r:id="rId50" imgW="1206500" imgH="2286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011670" y="3536315"/>
                        <a:ext cx="2515870" cy="574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>
            <p:custDataLst>
              <p:tags r:id="rId52"/>
            </p:custDataLst>
          </p:nvPr>
        </p:nvSpPr>
        <p:spPr>
          <a:xfrm>
            <a:off x="753539" y="48686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16" name="Object 16"/>
          <p:cNvGraphicFramePr>
            <a:graphicFrameLocks noChangeAspect="1"/>
          </p:cNvGraphicFramePr>
          <p:nvPr>
            <p:custDataLst>
              <p:tags r:id="rId53"/>
            </p:custDataLst>
          </p:nvPr>
        </p:nvGraphicFramePr>
        <p:xfrm>
          <a:off x="5388929" y="4989514"/>
          <a:ext cx="3945416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54" imgW="43891200" imgH="5486400" progId="Equation.DSMT4">
                  <p:embed/>
                </p:oleObj>
              </mc:Choice>
              <mc:Fallback>
                <p:oleObj name="Equation" r:id="rId54" imgW="43891200" imgH="5486400" progId="Equation.DSMT4">
                  <p:embed/>
                  <p:pic>
                    <p:nvPicPr>
                      <p:cNvPr id="0" name="图片 5134"/>
                      <p:cNvPicPr>
                        <a:picLocks noChangeAspect="1"/>
                      </p:cNvPicPr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5388929" y="4989514"/>
                        <a:ext cx="3945416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7"/>
          <p:cNvGraphicFramePr>
            <a:graphicFrameLocks noChangeAspect="1"/>
          </p:cNvGraphicFramePr>
          <p:nvPr>
            <p:custDataLst>
              <p:tags r:id="rId56"/>
            </p:custDataLst>
          </p:nvPr>
        </p:nvGraphicFramePr>
        <p:xfrm>
          <a:off x="1706526" y="6457083"/>
          <a:ext cx="2301743" cy="724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57" imgW="25603200" imgH="6705600" progId="Equation.DSMT4">
                  <p:embed/>
                </p:oleObj>
              </mc:Choice>
              <mc:Fallback>
                <p:oleObj name="Equation" r:id="rId57" imgW="25603200" imgH="6705600" progId="Equation.DSMT4">
                  <p:embed/>
                  <p:pic>
                    <p:nvPicPr>
                      <p:cNvPr id="0" name="图片 5135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706526" y="6457083"/>
                        <a:ext cx="2301743" cy="7241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>
            <p:custDataLst>
              <p:tags r:id="rId59"/>
            </p:custDataLst>
          </p:nvPr>
        </p:nvGraphicFramePr>
        <p:xfrm>
          <a:off x="4323894" y="6502490"/>
          <a:ext cx="2276202" cy="7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60" imgW="25298400" imgH="6705600" progId="Equation.DSMT4">
                  <p:embed/>
                </p:oleObj>
              </mc:Choice>
              <mc:Fallback>
                <p:oleObj name="Equation" r:id="rId60" imgW="25298400" imgH="6705600" progId="Equation.DSMT4">
                  <p:embed/>
                  <p:pic>
                    <p:nvPicPr>
                      <p:cNvPr id="0" name="图片 5136"/>
                      <p:cNvPicPr>
                        <a:picLocks noChangeAspect="1"/>
                      </p:cNvPicPr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323894" y="6502490"/>
                        <a:ext cx="2276202" cy="721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>
            <p:custDataLst>
              <p:tags r:id="rId62"/>
            </p:custDataLst>
          </p:nvPr>
        </p:nvGraphicFramePr>
        <p:xfrm>
          <a:off x="6792895" y="6569449"/>
          <a:ext cx="2522602" cy="7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63" imgW="28041600" imgH="6705600" progId="Equation.DSMT4">
                  <p:embed/>
                </p:oleObj>
              </mc:Choice>
              <mc:Fallback>
                <p:oleObj name="Equation" r:id="rId63" imgW="28041600" imgH="6705600" progId="Equation.DSMT4">
                  <p:embed/>
                  <p:pic>
                    <p:nvPicPr>
                      <p:cNvPr id="0" name="图片 5137"/>
                      <p:cNvPicPr>
                        <a:picLocks noChangeAspect="1"/>
                      </p:cNvPicPr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6792895" y="6569449"/>
                        <a:ext cx="2522602" cy="721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0" name="Object 20"/>
          <p:cNvGraphicFramePr>
            <a:graphicFrameLocks noChangeAspect="1"/>
          </p:cNvGraphicFramePr>
          <p:nvPr/>
        </p:nvGraphicFramePr>
        <p:xfrm>
          <a:off x="1720534" y="7223443"/>
          <a:ext cx="2165020" cy="588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Equation" r:id="rId65" imgW="24079200" imgH="5486400" progId="Equation.DSMT4">
                  <p:embed/>
                </p:oleObj>
              </mc:Choice>
              <mc:Fallback>
                <p:oleObj name="Equation" r:id="rId65" imgW="24079200" imgH="5486400" progId="Equation.DSMT4">
                  <p:embed/>
                  <p:pic>
                    <p:nvPicPr>
                      <p:cNvPr id="0" name="图片 5138"/>
                      <p:cNvPicPr>
                        <a:picLocks noChangeAspect="1"/>
                      </p:cNvPicPr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720534" y="7223443"/>
                        <a:ext cx="2165020" cy="588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>
            <p:custDataLst>
              <p:tags r:id="rId67"/>
            </p:custDataLst>
          </p:nvPr>
        </p:nvSpPr>
        <p:spPr>
          <a:xfrm>
            <a:off x="825185" y="653316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0" grpId="0"/>
      <p:bldP spid="33" grpId="0"/>
      <p:bldP spid="35" grpId="0"/>
      <p:bldP spid="13" grpId="0"/>
      <p:bldP spid="16" grpId="0"/>
      <p:bldP spid="20" grpId="0"/>
      <p:bldP spid="23" grpId="0"/>
      <p:bldP spid="25" grpId="0"/>
      <p:bldP spid="28" grpId="0"/>
      <p:bldP spid="3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4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7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7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7.xml><?xml version="1.0" encoding="utf-8"?>
<p:tagLst xmlns:p="http://schemas.openxmlformats.org/presentationml/2006/main">
  <p:tag name="KSO_WPP_MARK_KEY" val="551eb6dd-5095-4935-a76a-b1b80e44432b"/>
  <p:tag name="COMMONDATA" val="eyJoZGlkIjoiZGVlMWU0ZDMwNTgzY2I5MzA3YTY2MzlkMjY5ZDc1ODMifQ=="/>
</p:tagLst>
</file>

<file path=ppt/theme/theme1.xml><?xml version="1.0" encoding="utf-8"?>
<a:theme xmlns:a="http://schemas.openxmlformats.org/drawingml/2006/main" name="2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439</Words>
  <Application>WPS 演示</Application>
  <PresentationFormat>自定义</PresentationFormat>
  <Paragraphs>110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85</vt:i4>
      </vt:variant>
      <vt:variant>
        <vt:lpstr>幻灯片标题</vt:lpstr>
      </vt:variant>
      <vt:variant>
        <vt:i4>5</vt:i4>
      </vt:variant>
    </vt:vector>
  </HeadingPairs>
  <TitlesOfParts>
    <vt:vector size="99" baseType="lpstr">
      <vt:lpstr>Arial</vt:lpstr>
      <vt:lpstr>宋体</vt:lpstr>
      <vt:lpstr>Wingdings</vt:lpstr>
      <vt:lpstr>微软雅黑</vt:lpstr>
      <vt:lpstr>华文行楷</vt:lpstr>
      <vt:lpstr>Times New Roman</vt:lpstr>
      <vt:lpstr>Arial Unicode MS</vt:lpstr>
      <vt:lpstr>Calibri</vt:lpstr>
      <vt:lpstr>2_自定义设计方案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193</cp:revision>
  <dcterms:created xsi:type="dcterms:W3CDTF">2018-03-03T11:57:00Z</dcterms:created>
  <dcterms:modified xsi:type="dcterms:W3CDTF">2025-03-05T11:23:55Z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861FF914FC2740BB95E899BF08FB15CC</vt:lpwstr>
  </property>
</Properties>
</file>