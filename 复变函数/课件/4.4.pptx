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951" r:id="rId3"/>
    <p:sldId id="907" r:id="rId4"/>
    <p:sldId id="826" r:id="rId5"/>
    <p:sldId id="746" r:id="rId6"/>
    <p:sldId id="615" r:id="rId7"/>
    <p:sldId id="752" r:id="rId8"/>
    <p:sldId id="487" r:id="rId9"/>
    <p:sldId id="918" r:id="rId10"/>
    <p:sldId id="919" r:id="rId11"/>
    <p:sldId id="920" r:id="rId12"/>
    <p:sldId id="921" r:id="rId13"/>
    <p:sldId id="922" r:id="rId14"/>
    <p:sldId id="923" r:id="rId15"/>
    <p:sldId id="924" r:id="rId16"/>
    <p:sldId id="925" r:id="rId17"/>
    <p:sldId id="926" r:id="rId18"/>
    <p:sldId id="927" r:id="rId19"/>
    <p:sldId id="928" r:id="rId20"/>
    <p:sldId id="929" r:id="rId21"/>
    <p:sldId id="930" r:id="rId22"/>
    <p:sldId id="931" r:id="rId23"/>
    <p:sldId id="932" r:id="rId24"/>
    <p:sldId id="933" r:id="rId25"/>
    <p:sldId id="934" r:id="rId26"/>
    <p:sldId id="935" r:id="rId27"/>
    <p:sldId id="954" r:id="rId28"/>
    <p:sldId id="939" r:id="rId29"/>
    <p:sldId id="940" r:id="rId30"/>
  </p:sldIdLst>
  <p:sldSz cx="14389100" cy="9719945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6" userDrawn="1">
          <p15:clr>
            <a:srgbClr val="A4A3A4"/>
          </p15:clr>
        </p15:guide>
        <p15:guide id="2" pos="45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3236"/>
        <p:guide pos="45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304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7" Type="http://schemas.openxmlformats.org/officeDocument/2006/relationships/image" Target="../media/image18.wmf"/><Relationship Id="rId16" Type="http://schemas.openxmlformats.org/officeDocument/2006/relationships/image" Target="../media/image17.wmf"/><Relationship Id="rId15" Type="http://schemas.openxmlformats.org/officeDocument/2006/relationships/image" Target="../media/image16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image" Target="../media/image26.wmf"/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4" Type="http://schemas.openxmlformats.org/officeDocument/2006/relationships/image" Target="../media/image11.wmf"/><Relationship Id="rId13" Type="http://schemas.openxmlformats.org/officeDocument/2006/relationships/image" Target="../media/image3.wmf"/><Relationship Id="rId12" Type="http://schemas.openxmlformats.org/officeDocument/2006/relationships/image" Target="../media/image10.wmf"/><Relationship Id="rId11" Type="http://schemas.openxmlformats.org/officeDocument/2006/relationships/image" Target="../media/image29.wmf"/><Relationship Id="rId10" Type="http://schemas.openxmlformats.org/officeDocument/2006/relationships/image" Target="../media/image28.w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image" Target="../media/image37.wmf"/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0" Type="http://schemas.openxmlformats.org/officeDocument/2006/relationships/image" Target="../media/image47.wmf"/><Relationship Id="rId2" Type="http://schemas.openxmlformats.org/officeDocument/2006/relationships/image" Target="../media/image31.wmf"/><Relationship Id="rId19" Type="http://schemas.openxmlformats.org/officeDocument/2006/relationships/image" Target="../media/image3.wmf"/><Relationship Id="rId18" Type="http://schemas.openxmlformats.org/officeDocument/2006/relationships/image" Target="../media/image2.wmf"/><Relationship Id="rId17" Type="http://schemas.openxmlformats.org/officeDocument/2006/relationships/image" Target="../media/image46.wmf"/><Relationship Id="rId16" Type="http://schemas.openxmlformats.org/officeDocument/2006/relationships/image" Target="../media/image45.wmf"/><Relationship Id="rId15" Type="http://schemas.openxmlformats.org/officeDocument/2006/relationships/image" Target="../media/image44.wmf"/><Relationship Id="rId14" Type="http://schemas.openxmlformats.org/officeDocument/2006/relationships/image" Target="../media/image43.wmf"/><Relationship Id="rId13" Type="http://schemas.openxmlformats.org/officeDocument/2006/relationships/image" Target="../media/image42.wmf"/><Relationship Id="rId12" Type="http://schemas.openxmlformats.org/officeDocument/2006/relationships/image" Target="../media/image41.wmf"/><Relationship Id="rId11" Type="http://schemas.openxmlformats.org/officeDocument/2006/relationships/image" Target="../media/image40.wmf"/><Relationship Id="rId10" Type="http://schemas.openxmlformats.org/officeDocument/2006/relationships/image" Target="../media/image39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1" Type="http://schemas.openxmlformats.org/officeDocument/2006/relationships/image" Target="../media/image58.wmf"/><Relationship Id="rId10" Type="http://schemas.openxmlformats.org/officeDocument/2006/relationships/image" Target="../media/image57.wmf"/><Relationship Id="rId1" Type="http://schemas.openxmlformats.org/officeDocument/2006/relationships/image" Target="../media/image4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66.wmf"/><Relationship Id="rId8" Type="http://schemas.openxmlformats.org/officeDocument/2006/relationships/image" Target="../media/image65.wmf"/><Relationship Id="rId7" Type="http://schemas.openxmlformats.org/officeDocument/2006/relationships/image" Target="../media/image64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6" Type="http://schemas.openxmlformats.org/officeDocument/2006/relationships/image" Target="../media/image73.wmf"/><Relationship Id="rId15" Type="http://schemas.openxmlformats.org/officeDocument/2006/relationships/image" Target="../media/image72.wmf"/><Relationship Id="rId14" Type="http://schemas.openxmlformats.org/officeDocument/2006/relationships/image" Target="../media/image71.wmf"/><Relationship Id="rId13" Type="http://schemas.openxmlformats.org/officeDocument/2006/relationships/image" Target="../media/image70.wmf"/><Relationship Id="rId12" Type="http://schemas.openxmlformats.org/officeDocument/2006/relationships/image" Target="../media/image69.wmf"/><Relationship Id="rId11" Type="http://schemas.openxmlformats.org/officeDocument/2006/relationships/image" Target="../media/image68.wmf"/><Relationship Id="rId10" Type="http://schemas.openxmlformats.org/officeDocument/2006/relationships/image" Target="../media/image67.wmf"/><Relationship Id="rId1" Type="http://schemas.openxmlformats.org/officeDocument/2006/relationships/image" Target="../media/image59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2" Type="http://schemas.openxmlformats.org/officeDocument/2006/relationships/image" Target="../media/image100.wmf"/><Relationship Id="rId21" Type="http://schemas.openxmlformats.org/officeDocument/2006/relationships/image" Target="../media/image99.wmf"/><Relationship Id="rId20" Type="http://schemas.openxmlformats.org/officeDocument/2006/relationships/image" Target="../media/image98.wmf"/><Relationship Id="rId2" Type="http://schemas.openxmlformats.org/officeDocument/2006/relationships/image" Target="../media/image78.wmf"/><Relationship Id="rId19" Type="http://schemas.openxmlformats.org/officeDocument/2006/relationships/image" Target="../media/image97.wmf"/><Relationship Id="rId18" Type="http://schemas.openxmlformats.org/officeDocument/2006/relationships/image" Target="../media/image96.wmf"/><Relationship Id="rId17" Type="http://schemas.openxmlformats.org/officeDocument/2006/relationships/image" Target="../media/image95.wmf"/><Relationship Id="rId16" Type="http://schemas.openxmlformats.org/officeDocument/2006/relationships/image" Target="../media/image94.wmf"/><Relationship Id="rId15" Type="http://schemas.openxmlformats.org/officeDocument/2006/relationships/image" Target="../media/image93.wmf"/><Relationship Id="rId14" Type="http://schemas.openxmlformats.org/officeDocument/2006/relationships/image" Target="../media/image92.wmf"/><Relationship Id="rId13" Type="http://schemas.openxmlformats.org/officeDocument/2006/relationships/image" Target="../media/image91.wmf"/><Relationship Id="rId12" Type="http://schemas.openxmlformats.org/officeDocument/2006/relationships/image" Target="../media/image90.wmf"/><Relationship Id="rId11" Type="http://schemas.openxmlformats.org/officeDocument/2006/relationships/image" Target="../media/image89.wmf"/><Relationship Id="rId10" Type="http://schemas.openxmlformats.org/officeDocument/2006/relationships/image" Target="../media/image88.wmf"/><Relationship Id="rId1" Type="http://schemas.openxmlformats.org/officeDocument/2006/relationships/image" Target="../media/image7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77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8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2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7" Type="http://schemas.openxmlformats.org/officeDocument/2006/relationships/image" Target="../media/image18.wmf"/><Relationship Id="rId16" Type="http://schemas.openxmlformats.org/officeDocument/2006/relationships/image" Target="../media/image17.wmf"/><Relationship Id="rId15" Type="http://schemas.openxmlformats.org/officeDocument/2006/relationships/image" Target="../media/image16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7" Type="http://schemas.openxmlformats.org/officeDocument/2006/relationships/image" Target="../media/image125.wmf"/><Relationship Id="rId16" Type="http://schemas.openxmlformats.org/officeDocument/2006/relationships/image" Target="../media/image124.wmf"/><Relationship Id="rId15" Type="http://schemas.openxmlformats.org/officeDocument/2006/relationships/image" Target="../media/image123.wmf"/><Relationship Id="rId14" Type="http://schemas.openxmlformats.org/officeDocument/2006/relationships/image" Target="../media/image122.wmf"/><Relationship Id="rId13" Type="http://schemas.openxmlformats.org/officeDocument/2006/relationships/image" Target="../media/image121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9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image" Target="../media/image130.wmf"/><Relationship Id="rId7" Type="http://schemas.openxmlformats.org/officeDocument/2006/relationships/image" Target="../media/image129.wmf"/><Relationship Id="rId6" Type="http://schemas.openxmlformats.org/officeDocument/2006/relationships/image" Target="../media/image116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11.wmf"/><Relationship Id="rId21" Type="http://schemas.openxmlformats.org/officeDocument/2006/relationships/image" Target="../media/image141.wmf"/><Relationship Id="rId20" Type="http://schemas.openxmlformats.org/officeDocument/2006/relationships/image" Target="../media/image140.wmf"/><Relationship Id="rId2" Type="http://schemas.openxmlformats.org/officeDocument/2006/relationships/image" Target="../media/image126.wmf"/><Relationship Id="rId19" Type="http://schemas.openxmlformats.org/officeDocument/2006/relationships/image" Target="../media/image139.wmf"/><Relationship Id="rId18" Type="http://schemas.openxmlformats.org/officeDocument/2006/relationships/image" Target="../media/image123.wmf"/><Relationship Id="rId17" Type="http://schemas.openxmlformats.org/officeDocument/2006/relationships/image" Target="../media/image138.wmf"/><Relationship Id="rId16" Type="http://schemas.openxmlformats.org/officeDocument/2006/relationships/image" Target="../media/image137.wmf"/><Relationship Id="rId15" Type="http://schemas.openxmlformats.org/officeDocument/2006/relationships/image" Target="../media/image136.wmf"/><Relationship Id="rId14" Type="http://schemas.openxmlformats.org/officeDocument/2006/relationships/image" Target="../media/image135.wmf"/><Relationship Id="rId13" Type="http://schemas.openxmlformats.org/officeDocument/2006/relationships/image" Target="../media/image134.wmf"/><Relationship Id="rId12" Type="http://schemas.openxmlformats.org/officeDocument/2006/relationships/image" Target="../media/image133.wmf"/><Relationship Id="rId11" Type="http://schemas.openxmlformats.org/officeDocument/2006/relationships/image" Target="../media/image132.wmf"/><Relationship Id="rId10" Type="http://schemas.openxmlformats.org/officeDocument/2006/relationships/image" Target="../media/image119.wmf"/><Relationship Id="rId1" Type="http://schemas.openxmlformats.org/officeDocument/2006/relationships/image" Target="../media/image10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6.wmf"/><Relationship Id="rId8" Type="http://schemas.openxmlformats.org/officeDocument/2006/relationships/image" Target="../media/image131.wmf"/><Relationship Id="rId7" Type="http://schemas.openxmlformats.org/officeDocument/2006/relationships/image" Target="../media/image130.wmf"/><Relationship Id="rId6" Type="http://schemas.openxmlformats.org/officeDocument/2006/relationships/image" Target="../media/image129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43.wmf"/><Relationship Id="rId21" Type="http://schemas.openxmlformats.org/officeDocument/2006/relationships/image" Target="../media/image123.wmf"/><Relationship Id="rId20" Type="http://schemas.openxmlformats.org/officeDocument/2006/relationships/image" Target="../media/image155.wmf"/><Relationship Id="rId2" Type="http://schemas.openxmlformats.org/officeDocument/2006/relationships/image" Target="../media/image142.wmf"/><Relationship Id="rId19" Type="http://schemas.openxmlformats.org/officeDocument/2006/relationships/image" Target="../media/image154.wmf"/><Relationship Id="rId18" Type="http://schemas.openxmlformats.org/officeDocument/2006/relationships/image" Target="../media/image153.wmf"/><Relationship Id="rId17" Type="http://schemas.openxmlformats.org/officeDocument/2006/relationships/image" Target="../media/image109.wmf"/><Relationship Id="rId16" Type="http://schemas.openxmlformats.org/officeDocument/2006/relationships/image" Target="../media/image152.wmf"/><Relationship Id="rId15" Type="http://schemas.openxmlformats.org/officeDocument/2006/relationships/image" Target="../media/image151.wmf"/><Relationship Id="rId14" Type="http://schemas.openxmlformats.org/officeDocument/2006/relationships/image" Target="../media/image150.wmf"/><Relationship Id="rId13" Type="http://schemas.openxmlformats.org/officeDocument/2006/relationships/image" Target="../media/image149.wmf"/><Relationship Id="rId12" Type="http://schemas.openxmlformats.org/officeDocument/2006/relationships/image" Target="../media/image148.wmf"/><Relationship Id="rId11" Type="http://schemas.openxmlformats.org/officeDocument/2006/relationships/image" Target="../media/image134.wmf"/><Relationship Id="rId10" Type="http://schemas.openxmlformats.org/officeDocument/2006/relationships/image" Target="../media/image147.wmf"/><Relationship Id="rId1" Type="http://schemas.openxmlformats.org/officeDocument/2006/relationships/image" Target="../media/image111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.wmf"/><Relationship Id="rId8" Type="http://schemas.openxmlformats.org/officeDocument/2006/relationships/image" Target="../media/image162.wmf"/><Relationship Id="rId7" Type="http://schemas.openxmlformats.org/officeDocument/2006/relationships/image" Target="../media/image161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6" Type="http://schemas.openxmlformats.org/officeDocument/2006/relationships/image" Target="../media/image168.wmf"/><Relationship Id="rId15" Type="http://schemas.openxmlformats.org/officeDocument/2006/relationships/image" Target="../media/image167.wmf"/><Relationship Id="rId14" Type="http://schemas.openxmlformats.org/officeDocument/2006/relationships/image" Target="../media/image166.wmf"/><Relationship Id="rId13" Type="http://schemas.openxmlformats.org/officeDocument/2006/relationships/image" Target="../media/image165.wmf"/><Relationship Id="rId12" Type="http://schemas.openxmlformats.org/officeDocument/2006/relationships/image" Target="../media/image164.wmf"/><Relationship Id="rId11" Type="http://schemas.openxmlformats.org/officeDocument/2006/relationships/image" Target="../media/image163.wmf"/><Relationship Id="rId10" Type="http://schemas.openxmlformats.org/officeDocument/2006/relationships/image" Target="../media/image3.wmf"/><Relationship Id="rId1" Type="http://schemas.openxmlformats.org/officeDocument/2006/relationships/image" Target="../media/image10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09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wmf"/><Relationship Id="rId8" Type="http://schemas.openxmlformats.org/officeDocument/2006/relationships/image" Target="../media/image178.wmf"/><Relationship Id="rId7" Type="http://schemas.openxmlformats.org/officeDocument/2006/relationships/image" Target="../media/image177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1" Type="http://schemas.openxmlformats.org/officeDocument/2006/relationships/image" Target="../media/image181.wmf"/><Relationship Id="rId10" Type="http://schemas.openxmlformats.org/officeDocument/2006/relationships/image" Target="../media/image180.wmf"/><Relationship Id="rId1" Type="http://schemas.openxmlformats.org/officeDocument/2006/relationships/image" Target="../media/image171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wmf"/><Relationship Id="rId8" Type="http://schemas.openxmlformats.org/officeDocument/2006/relationships/image" Target="../media/image185.wmf"/><Relationship Id="rId7" Type="http://schemas.openxmlformats.org/officeDocument/2006/relationships/image" Target="../media/image104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1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8.wmf"/><Relationship Id="rId6" Type="http://schemas.openxmlformats.org/officeDocument/2006/relationships/image" Target="../media/image187.wmf"/><Relationship Id="rId5" Type="http://schemas.openxmlformats.org/officeDocument/2006/relationships/image" Target="../media/image104.wmf"/><Relationship Id="rId4" Type="http://schemas.openxmlformats.org/officeDocument/2006/relationships/image" Target="../media/image184.wmf"/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4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wmf"/><Relationship Id="rId8" Type="http://schemas.openxmlformats.org/officeDocument/2006/relationships/image" Target="../media/image191.wmf"/><Relationship Id="rId7" Type="http://schemas.openxmlformats.org/officeDocument/2006/relationships/image" Target="../media/image190.wmf"/><Relationship Id="rId6" Type="http://schemas.openxmlformats.org/officeDocument/2006/relationships/image" Target="../media/image18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4.wmf"/><Relationship Id="rId2" Type="http://schemas.openxmlformats.org/officeDocument/2006/relationships/image" Target="../media/image189.wmf"/><Relationship Id="rId14" Type="http://schemas.openxmlformats.org/officeDocument/2006/relationships/image" Target="../media/image197.wmf"/><Relationship Id="rId13" Type="http://schemas.openxmlformats.org/officeDocument/2006/relationships/image" Target="../media/image196.wmf"/><Relationship Id="rId12" Type="http://schemas.openxmlformats.org/officeDocument/2006/relationships/image" Target="../media/image195.wmf"/><Relationship Id="rId11" Type="http://schemas.openxmlformats.org/officeDocument/2006/relationships/image" Target="../media/image194.wmf"/><Relationship Id="rId10" Type="http://schemas.openxmlformats.org/officeDocument/2006/relationships/image" Target="../media/image193.wmf"/><Relationship Id="rId1" Type="http://schemas.openxmlformats.org/officeDocument/2006/relationships/image" Target="../media/image10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714" y="1143000"/>
            <a:ext cx="45685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525811" y="6048610"/>
            <a:ext cx="6070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613866" y="1396859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916625" y="-7"/>
            <a:ext cx="7473243" cy="972006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372460" y="4361176"/>
            <a:ext cx="7929563" cy="16116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65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389590" y="6084374"/>
            <a:ext cx="7929563" cy="89828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96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47700" indent="0" algn="ctr">
              <a:buNone/>
              <a:defRPr sz="2840"/>
            </a:lvl2pPr>
            <a:lvl3pPr marL="1296670" indent="0" algn="ctr">
              <a:buNone/>
              <a:defRPr sz="2550"/>
            </a:lvl3pPr>
            <a:lvl4pPr marL="1943735" indent="0" algn="ctr">
              <a:buNone/>
              <a:defRPr sz="2270"/>
            </a:lvl4pPr>
            <a:lvl5pPr marL="2592070" indent="0" algn="ctr">
              <a:buNone/>
              <a:defRPr sz="2270"/>
            </a:lvl5pPr>
            <a:lvl6pPr marL="3239770" indent="0" algn="ctr">
              <a:buNone/>
              <a:defRPr sz="2270"/>
            </a:lvl6pPr>
            <a:lvl7pPr marL="3888740" indent="0" algn="ctr">
              <a:buNone/>
              <a:defRPr sz="2270"/>
            </a:lvl7pPr>
            <a:lvl8pPr marL="4536440" indent="0" algn="ctr">
              <a:buNone/>
              <a:defRPr sz="2270"/>
            </a:lvl8pPr>
            <a:lvl9pPr marL="5183505" indent="0" algn="ctr">
              <a:buNone/>
              <a:defRPr sz="227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90643" y="1350019"/>
            <a:ext cx="12808584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4030429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312668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755481" cy="9720054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5379070" cy="9720054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4002660" cy="9720055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406838" y="4444225"/>
            <a:ext cx="6452883" cy="1090552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623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406838" y="5609185"/>
            <a:ext cx="6452883" cy="1527861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4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>
                <a:solidFill>
                  <a:schemeClr val="tx1">
                    <a:tint val="75000"/>
                  </a:schemeClr>
                </a:solidFill>
              </a:defRPr>
            </a:lvl2pPr>
            <a:lvl3pPr marL="1296670" indent="0">
              <a:buNone/>
              <a:defRPr sz="2550">
                <a:solidFill>
                  <a:schemeClr val="tx1">
                    <a:tint val="75000"/>
                  </a:schemeClr>
                </a:solidFill>
              </a:defRPr>
            </a:lvl3pPr>
            <a:lvl4pPr marL="194373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4pPr>
            <a:lvl5pPr marL="25920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5pPr>
            <a:lvl6pPr marL="32397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6pPr>
            <a:lvl7pPr marL="38887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7pPr>
            <a:lvl8pPr marL="45364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8pPr>
            <a:lvl9pPr marL="518350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63568" y="1350019"/>
            <a:ext cx="6235659" cy="7637863"/>
          </a:xfrm>
        </p:spPr>
        <p:txBody>
          <a:bodyPr>
            <a:normAutofit/>
          </a:bodyPr>
          <a:lstStyle>
            <a:lvl1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90699" y="1350019"/>
            <a:ext cx="6235659" cy="540007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90693" y="1993511"/>
            <a:ext cx="623560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59877" y="1350019"/>
            <a:ext cx="6235659" cy="5400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59877" y="1993511"/>
            <a:ext cx="623565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9098" y="-7"/>
            <a:ext cx="14398965" cy="972006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99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363624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2476807" y="1350019"/>
            <a:ext cx="1122419" cy="7637863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90693" y="1350008"/>
            <a:ext cx="11599826" cy="7637863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90699" y="1350019"/>
            <a:ext cx="12808584" cy="76378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5115" y="5730759"/>
            <a:ext cx="2825992" cy="3989294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6228034"/>
            <a:ext cx="2473725" cy="349201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4089836" cy="9720054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442814" cy="972004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820877" cy="7964144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972763" y="5690732"/>
            <a:ext cx="66028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808538" y="4131034"/>
            <a:ext cx="7523484" cy="150602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65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809193" y="5730783"/>
            <a:ext cx="7523445" cy="137700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40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808538" y="2892710"/>
            <a:ext cx="3931154" cy="1156695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623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2378884" y="7305161"/>
            <a:ext cx="1200204" cy="3388519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583" y="431153"/>
            <a:ext cx="13698701" cy="8857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512061" y="3066537"/>
            <a:ext cx="11362000" cy="488298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3232890" y="835945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217654" y="284731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692991" cy="973175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8334" y="1091912"/>
            <a:ext cx="4673874" cy="1250086"/>
          </a:xfrm>
        </p:spPr>
        <p:txBody>
          <a:bodyPr anchor="ctr"/>
          <a:lstStyle>
            <a:lvl1pPr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92583" y="2500171"/>
            <a:ext cx="4669625" cy="580141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020800" y="1091257"/>
            <a:ext cx="7648158" cy="721129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17654" y="829064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377576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22326" y="1107219"/>
            <a:ext cx="12955130" cy="887816"/>
          </a:xfrm>
        </p:spPr>
        <p:txBody>
          <a:bodyPr anchor="ctr"/>
          <a:lstStyle>
            <a:lvl1pPr algn="ctr"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722326" y="2352202"/>
            <a:ext cx="12954628" cy="11735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723241" y="3979865"/>
            <a:ext cx="12942383" cy="48625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7128041"/>
            <a:ext cx="14389868" cy="25920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13828" y="949045"/>
            <a:ext cx="12955130" cy="801075"/>
          </a:xfrm>
        </p:spPr>
        <p:txBody>
          <a:bodyPr anchor="ctr"/>
          <a:lstStyle>
            <a:lvl1pPr algn="ctr">
              <a:defRPr sz="453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713872" y="2382816"/>
            <a:ext cx="12972126" cy="455133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701081" y="7342340"/>
            <a:ext cx="12984873" cy="14337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12960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4085" y="336758"/>
            <a:ext cx="13027363" cy="62640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84085" y="2357304"/>
            <a:ext cx="6305481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7367726" y="2357304"/>
            <a:ext cx="6335224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75587" y="6826999"/>
            <a:ext cx="6305481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7380473" y="6821896"/>
            <a:ext cx="6335224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3529742" y="8735237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359538"/>
            <a:ext cx="14389868" cy="700098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2145822" y="-2580218"/>
            <a:ext cx="2675616" cy="837344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9565596" y="3926819"/>
            <a:ext cx="2675616" cy="837344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797317" y="1898089"/>
            <a:ext cx="10792401" cy="3382885"/>
          </a:xfrm>
        </p:spPr>
        <p:txBody>
          <a:bodyPr anchor="b"/>
          <a:lstStyle>
            <a:lvl1pPr algn="ctr">
              <a:defRPr sz="850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796860" y="5474865"/>
            <a:ext cx="10792401" cy="23471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790643" y="628204"/>
            <a:ext cx="12808584" cy="626409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790643" y="1350019"/>
            <a:ext cx="12808584" cy="763786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103833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857997" y="8999813"/>
            <a:ext cx="4673874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1016284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296670" rtl="0" eaLnBrk="1" fontAlgn="auto" latinLnBrk="0" hangingPunct="1">
        <a:lnSpc>
          <a:spcPct val="100000"/>
        </a:lnSpc>
        <a:spcBef>
          <a:spcPct val="0"/>
        </a:spcBef>
        <a:buNone/>
        <a:defRPr sz="340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385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21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281555" algn="l"/>
        </a:tabLst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05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675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159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64255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25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79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66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73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97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87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64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9" Type="http://schemas.openxmlformats.org/officeDocument/2006/relationships/vmlDrawing" Target="../drawings/vmlDrawing1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01.xml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9.bin"/><Relationship Id="rId34" Type="http://schemas.openxmlformats.org/officeDocument/2006/relationships/oleObject" Target="../embeddings/oleObject18.bin"/><Relationship Id="rId33" Type="http://schemas.openxmlformats.org/officeDocument/2006/relationships/image" Target="../media/image17.wmf"/><Relationship Id="rId32" Type="http://schemas.openxmlformats.org/officeDocument/2006/relationships/oleObject" Target="../embeddings/oleObject17.bin"/><Relationship Id="rId31" Type="http://schemas.openxmlformats.org/officeDocument/2006/relationships/image" Target="../media/image16.wmf"/><Relationship Id="rId30" Type="http://schemas.openxmlformats.org/officeDocument/2006/relationships/oleObject" Target="../embeddings/oleObject16.bin"/><Relationship Id="rId3" Type="http://schemas.openxmlformats.org/officeDocument/2006/relationships/oleObject" Target="../embeddings/oleObject2.bin"/><Relationship Id="rId29" Type="http://schemas.openxmlformats.org/officeDocument/2006/relationships/image" Target="../media/image15.wmf"/><Relationship Id="rId28" Type="http://schemas.openxmlformats.org/officeDocument/2006/relationships/oleObject" Target="../embeddings/oleObject15.bin"/><Relationship Id="rId27" Type="http://schemas.openxmlformats.org/officeDocument/2006/relationships/image" Target="../media/image14.wmf"/><Relationship Id="rId26" Type="http://schemas.openxmlformats.org/officeDocument/2006/relationships/oleObject" Target="../embeddings/oleObject14.bin"/><Relationship Id="rId25" Type="http://schemas.openxmlformats.org/officeDocument/2006/relationships/image" Target="../media/image13.wmf"/><Relationship Id="rId24" Type="http://schemas.openxmlformats.org/officeDocument/2006/relationships/oleObject" Target="../embeddings/oleObject13.bin"/><Relationship Id="rId23" Type="http://schemas.openxmlformats.org/officeDocument/2006/relationships/image" Target="../media/image12.wmf"/><Relationship Id="rId22" Type="http://schemas.openxmlformats.org/officeDocument/2006/relationships/oleObject" Target="../embeddings/oleObject12.bin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0.wmf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21.bin"/><Relationship Id="rId29" Type="http://schemas.openxmlformats.org/officeDocument/2006/relationships/tags" Target="../tags/tag202.xml"/><Relationship Id="rId28" Type="http://schemas.openxmlformats.org/officeDocument/2006/relationships/image" Target="../media/image11.wmf"/><Relationship Id="rId27" Type="http://schemas.openxmlformats.org/officeDocument/2006/relationships/oleObject" Target="../embeddings/oleObject33.bin"/><Relationship Id="rId26" Type="http://schemas.openxmlformats.org/officeDocument/2006/relationships/image" Target="../media/image3.wmf"/><Relationship Id="rId25" Type="http://schemas.openxmlformats.org/officeDocument/2006/relationships/oleObject" Target="../embeddings/oleObject32.bin"/><Relationship Id="rId24" Type="http://schemas.openxmlformats.org/officeDocument/2006/relationships/image" Target="../media/image10.wmf"/><Relationship Id="rId23" Type="http://schemas.openxmlformats.org/officeDocument/2006/relationships/oleObject" Target="../embeddings/oleObject31.bin"/><Relationship Id="rId22" Type="http://schemas.openxmlformats.org/officeDocument/2006/relationships/image" Target="../media/image29.wmf"/><Relationship Id="rId21" Type="http://schemas.openxmlformats.org/officeDocument/2006/relationships/oleObject" Target="../embeddings/oleObject30.bin"/><Relationship Id="rId20" Type="http://schemas.openxmlformats.org/officeDocument/2006/relationships/image" Target="../media/image28.wmf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27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26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5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20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6.bin"/><Relationship Id="rId45" Type="http://schemas.openxmlformats.org/officeDocument/2006/relationships/vmlDrawing" Target="../drawings/vmlDrawing3.vml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203.xml"/><Relationship Id="rId42" Type="http://schemas.openxmlformats.org/officeDocument/2006/relationships/image" Target="../media/image47.wmf"/><Relationship Id="rId41" Type="http://schemas.openxmlformats.org/officeDocument/2006/relationships/oleObject" Target="../embeddings/oleObject55.bin"/><Relationship Id="rId40" Type="http://schemas.openxmlformats.org/officeDocument/2006/relationships/image" Target="../media/image3.wmf"/><Relationship Id="rId4" Type="http://schemas.openxmlformats.org/officeDocument/2006/relationships/image" Target="../media/image31.wmf"/><Relationship Id="rId39" Type="http://schemas.openxmlformats.org/officeDocument/2006/relationships/oleObject" Target="../embeddings/oleObject54.bin"/><Relationship Id="rId38" Type="http://schemas.openxmlformats.org/officeDocument/2006/relationships/image" Target="../media/image2.wmf"/><Relationship Id="rId37" Type="http://schemas.openxmlformats.org/officeDocument/2006/relationships/oleObject" Target="../embeddings/oleObject53.bin"/><Relationship Id="rId36" Type="http://schemas.openxmlformats.org/officeDocument/2006/relationships/image" Target="../media/image46.wmf"/><Relationship Id="rId35" Type="http://schemas.openxmlformats.org/officeDocument/2006/relationships/oleObject" Target="../embeddings/oleObject52.bin"/><Relationship Id="rId34" Type="http://schemas.openxmlformats.org/officeDocument/2006/relationships/image" Target="../media/image45.wmf"/><Relationship Id="rId33" Type="http://schemas.openxmlformats.org/officeDocument/2006/relationships/oleObject" Target="../embeddings/oleObject51.bin"/><Relationship Id="rId32" Type="http://schemas.openxmlformats.org/officeDocument/2006/relationships/oleObject" Target="../embeddings/oleObject50.bin"/><Relationship Id="rId31" Type="http://schemas.openxmlformats.org/officeDocument/2006/relationships/image" Target="../media/image44.wmf"/><Relationship Id="rId30" Type="http://schemas.openxmlformats.org/officeDocument/2006/relationships/oleObject" Target="../embeddings/oleObject49.bin"/><Relationship Id="rId3" Type="http://schemas.openxmlformats.org/officeDocument/2006/relationships/oleObject" Target="../embeddings/oleObject35.bin"/><Relationship Id="rId29" Type="http://schemas.openxmlformats.org/officeDocument/2006/relationships/image" Target="../media/image43.wmf"/><Relationship Id="rId28" Type="http://schemas.openxmlformats.org/officeDocument/2006/relationships/oleObject" Target="../embeddings/oleObject48.bin"/><Relationship Id="rId27" Type="http://schemas.openxmlformats.org/officeDocument/2006/relationships/oleObject" Target="../embeddings/oleObject47.bin"/><Relationship Id="rId26" Type="http://schemas.openxmlformats.org/officeDocument/2006/relationships/image" Target="../media/image42.wmf"/><Relationship Id="rId25" Type="http://schemas.openxmlformats.org/officeDocument/2006/relationships/oleObject" Target="../embeddings/oleObject46.bin"/><Relationship Id="rId24" Type="http://schemas.openxmlformats.org/officeDocument/2006/relationships/image" Target="../media/image41.wmf"/><Relationship Id="rId23" Type="http://schemas.openxmlformats.org/officeDocument/2006/relationships/oleObject" Target="../embeddings/oleObject45.bin"/><Relationship Id="rId22" Type="http://schemas.openxmlformats.org/officeDocument/2006/relationships/image" Target="../media/image40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39.wmf"/><Relationship Id="rId2" Type="http://schemas.openxmlformats.org/officeDocument/2006/relationships/image" Target="../media/image30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38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37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34.bin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7.bin"/><Relationship Id="rId29" Type="http://schemas.openxmlformats.org/officeDocument/2006/relationships/vmlDrawing" Target="../drawings/vmlDrawing4.v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208.xml"/><Relationship Id="rId26" Type="http://schemas.openxmlformats.org/officeDocument/2006/relationships/image" Target="../media/image58.wmf"/><Relationship Id="rId25" Type="http://schemas.openxmlformats.org/officeDocument/2006/relationships/oleObject" Target="../embeddings/oleObject70.bin"/><Relationship Id="rId24" Type="http://schemas.openxmlformats.org/officeDocument/2006/relationships/image" Target="../media/image57.wmf"/><Relationship Id="rId23" Type="http://schemas.openxmlformats.org/officeDocument/2006/relationships/oleObject" Target="../embeddings/oleObject69.bin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68.bin"/><Relationship Id="rId20" Type="http://schemas.openxmlformats.org/officeDocument/2006/relationships/image" Target="../media/image55.wmf"/><Relationship Id="rId2" Type="http://schemas.openxmlformats.org/officeDocument/2006/relationships/image" Target="../media/image48.wmf"/><Relationship Id="rId19" Type="http://schemas.openxmlformats.org/officeDocument/2006/relationships/oleObject" Target="../embeddings/oleObject67.bin"/><Relationship Id="rId18" Type="http://schemas.openxmlformats.org/officeDocument/2006/relationships/oleObject" Target="../embeddings/oleObject66.bin"/><Relationship Id="rId17" Type="http://schemas.openxmlformats.org/officeDocument/2006/relationships/oleObject" Target="../embeddings/oleObject65.bin"/><Relationship Id="rId16" Type="http://schemas.openxmlformats.org/officeDocument/2006/relationships/image" Target="../media/image54.wmf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53.wmf"/><Relationship Id="rId13" Type="http://schemas.openxmlformats.org/officeDocument/2006/relationships/oleObject" Target="../embeddings/oleObject63.bin"/><Relationship Id="rId12" Type="http://schemas.openxmlformats.org/officeDocument/2006/relationships/oleObject" Target="../embeddings/oleObject62.bin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5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oleObject" Target="../embeddings/oleObject74.bin"/><Relationship Id="rId7" Type="http://schemas.openxmlformats.org/officeDocument/2006/relationships/image" Target="../media/image60.jpeg"/><Relationship Id="rId6" Type="http://schemas.openxmlformats.org/officeDocument/2006/relationships/image" Target="../media/image52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51.wmf"/><Relationship Id="rId37" Type="http://schemas.openxmlformats.org/officeDocument/2006/relationships/vmlDrawing" Target="../drawings/vmlDrawing5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209.xml"/><Relationship Id="rId34" Type="http://schemas.openxmlformats.org/officeDocument/2006/relationships/image" Target="../media/image73.wmf"/><Relationship Id="rId33" Type="http://schemas.openxmlformats.org/officeDocument/2006/relationships/oleObject" Target="../embeddings/oleObject87.bin"/><Relationship Id="rId32" Type="http://schemas.openxmlformats.org/officeDocument/2006/relationships/image" Target="../media/image72.wmf"/><Relationship Id="rId31" Type="http://schemas.openxmlformats.org/officeDocument/2006/relationships/oleObject" Target="../embeddings/oleObject86.bin"/><Relationship Id="rId30" Type="http://schemas.openxmlformats.org/officeDocument/2006/relationships/image" Target="../media/image71.wmf"/><Relationship Id="rId3" Type="http://schemas.openxmlformats.org/officeDocument/2006/relationships/oleObject" Target="../embeddings/oleObject72.bin"/><Relationship Id="rId29" Type="http://schemas.openxmlformats.org/officeDocument/2006/relationships/oleObject" Target="../embeddings/oleObject85.bin"/><Relationship Id="rId28" Type="http://schemas.openxmlformats.org/officeDocument/2006/relationships/image" Target="../media/image70.wmf"/><Relationship Id="rId27" Type="http://schemas.openxmlformats.org/officeDocument/2006/relationships/oleObject" Target="../embeddings/oleObject84.bin"/><Relationship Id="rId26" Type="http://schemas.openxmlformats.org/officeDocument/2006/relationships/image" Target="../media/image69.wmf"/><Relationship Id="rId25" Type="http://schemas.openxmlformats.org/officeDocument/2006/relationships/oleObject" Target="../embeddings/oleObject83.bin"/><Relationship Id="rId24" Type="http://schemas.openxmlformats.org/officeDocument/2006/relationships/image" Target="../media/image68.wmf"/><Relationship Id="rId23" Type="http://schemas.openxmlformats.org/officeDocument/2006/relationships/oleObject" Target="../embeddings/oleObject82.bin"/><Relationship Id="rId22" Type="http://schemas.openxmlformats.org/officeDocument/2006/relationships/image" Target="../media/image67.w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66.wmf"/><Relationship Id="rId2" Type="http://schemas.openxmlformats.org/officeDocument/2006/relationships/image" Target="../media/image59.w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65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64.wmf"/><Relationship Id="rId15" Type="http://schemas.openxmlformats.org/officeDocument/2006/relationships/oleObject" Target="../embeddings/oleObject78.bin"/><Relationship Id="rId14" Type="http://schemas.openxmlformats.org/officeDocument/2006/relationships/oleObject" Target="../embeddings/oleObject77.bin"/><Relationship Id="rId13" Type="http://schemas.openxmlformats.org/officeDocument/2006/relationships/image" Target="../media/image63.wmf"/><Relationship Id="rId12" Type="http://schemas.openxmlformats.org/officeDocument/2006/relationships/oleObject" Target="../embeddings/oleObject76.bin"/><Relationship Id="rId11" Type="http://schemas.openxmlformats.org/officeDocument/2006/relationships/image" Target="../media/image62.wmf"/><Relationship Id="rId10" Type="http://schemas.openxmlformats.org/officeDocument/2006/relationships/oleObject" Target="../embeddings/oleObject75.bin"/><Relationship Id="rId1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tags" Target="../tags/tag21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236.xml"/><Relationship Id="rId13" Type="http://schemas.openxmlformats.org/officeDocument/2006/relationships/tags" Target="../tags/tag235.xml"/><Relationship Id="rId12" Type="http://schemas.openxmlformats.org/officeDocument/2006/relationships/tags" Target="../tags/tag234.xml"/><Relationship Id="rId11" Type="http://schemas.openxmlformats.org/officeDocument/2006/relationships/tags" Target="../tags/tag233.xml"/><Relationship Id="rId10" Type="http://schemas.openxmlformats.org/officeDocument/2006/relationships/tags" Target="../tags/tag232.xml"/><Relationship Id="rId1" Type="http://schemas.openxmlformats.org/officeDocument/2006/relationships/tags" Target="../tags/tag22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2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91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74.wmf"/><Relationship Id="rId18" Type="http://schemas.openxmlformats.org/officeDocument/2006/relationships/vmlDrawing" Target="../drawings/vmlDrawing6.v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241.xml"/><Relationship Id="rId15" Type="http://schemas.openxmlformats.org/officeDocument/2006/relationships/image" Target="../media/image80.wmf"/><Relationship Id="rId14" Type="http://schemas.openxmlformats.org/officeDocument/2006/relationships/oleObject" Target="../embeddings/oleObject94.bin"/><Relationship Id="rId13" Type="http://schemas.openxmlformats.org/officeDocument/2006/relationships/image" Target="../media/image60.jpeg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93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8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81.wmf"/><Relationship Id="rId52" Type="http://schemas.openxmlformats.org/officeDocument/2006/relationships/vmlDrawing" Target="../drawings/vmlDrawing7.vml"/><Relationship Id="rId51" Type="http://schemas.openxmlformats.org/officeDocument/2006/relationships/slideLayout" Target="../slideLayouts/slideLayout13.xml"/><Relationship Id="rId50" Type="http://schemas.openxmlformats.org/officeDocument/2006/relationships/tags" Target="../tags/tag242.xml"/><Relationship Id="rId5" Type="http://schemas.openxmlformats.org/officeDocument/2006/relationships/oleObject" Target="../embeddings/oleObject97.bin"/><Relationship Id="rId49" Type="http://schemas.openxmlformats.org/officeDocument/2006/relationships/image" Target="../media/image100.wmf"/><Relationship Id="rId48" Type="http://schemas.openxmlformats.org/officeDocument/2006/relationships/oleObject" Target="../embeddings/oleObject121.bin"/><Relationship Id="rId47" Type="http://schemas.openxmlformats.org/officeDocument/2006/relationships/oleObject" Target="../embeddings/oleObject120.bin"/><Relationship Id="rId46" Type="http://schemas.openxmlformats.org/officeDocument/2006/relationships/image" Target="../media/image99.wmf"/><Relationship Id="rId45" Type="http://schemas.openxmlformats.org/officeDocument/2006/relationships/oleObject" Target="../embeddings/oleObject119.bin"/><Relationship Id="rId44" Type="http://schemas.openxmlformats.org/officeDocument/2006/relationships/image" Target="../media/image98.wmf"/><Relationship Id="rId43" Type="http://schemas.openxmlformats.org/officeDocument/2006/relationships/oleObject" Target="../embeddings/oleObject118.bin"/><Relationship Id="rId42" Type="http://schemas.openxmlformats.org/officeDocument/2006/relationships/image" Target="../media/image97.wmf"/><Relationship Id="rId41" Type="http://schemas.openxmlformats.org/officeDocument/2006/relationships/oleObject" Target="../embeddings/oleObject117.bin"/><Relationship Id="rId40" Type="http://schemas.openxmlformats.org/officeDocument/2006/relationships/oleObject" Target="../embeddings/oleObject116.bin"/><Relationship Id="rId4" Type="http://schemas.openxmlformats.org/officeDocument/2006/relationships/image" Target="../media/image78.wmf"/><Relationship Id="rId39" Type="http://schemas.openxmlformats.org/officeDocument/2006/relationships/image" Target="../media/image96.wmf"/><Relationship Id="rId38" Type="http://schemas.openxmlformats.org/officeDocument/2006/relationships/oleObject" Target="../embeddings/oleObject115.bin"/><Relationship Id="rId37" Type="http://schemas.openxmlformats.org/officeDocument/2006/relationships/oleObject" Target="../embeddings/oleObject114.bin"/><Relationship Id="rId36" Type="http://schemas.openxmlformats.org/officeDocument/2006/relationships/image" Target="../media/image95.wmf"/><Relationship Id="rId35" Type="http://schemas.openxmlformats.org/officeDocument/2006/relationships/oleObject" Target="../embeddings/oleObject113.bin"/><Relationship Id="rId34" Type="http://schemas.openxmlformats.org/officeDocument/2006/relationships/oleObject" Target="../embeddings/oleObject112.bin"/><Relationship Id="rId33" Type="http://schemas.openxmlformats.org/officeDocument/2006/relationships/image" Target="../media/image94.wmf"/><Relationship Id="rId32" Type="http://schemas.openxmlformats.org/officeDocument/2006/relationships/oleObject" Target="../embeddings/oleObject111.bin"/><Relationship Id="rId31" Type="http://schemas.openxmlformats.org/officeDocument/2006/relationships/image" Target="../media/image93.wmf"/><Relationship Id="rId30" Type="http://schemas.openxmlformats.org/officeDocument/2006/relationships/oleObject" Target="../embeddings/oleObject110.bin"/><Relationship Id="rId3" Type="http://schemas.openxmlformats.org/officeDocument/2006/relationships/oleObject" Target="../embeddings/oleObject96.bin"/><Relationship Id="rId29" Type="http://schemas.openxmlformats.org/officeDocument/2006/relationships/image" Target="../media/image92.wmf"/><Relationship Id="rId28" Type="http://schemas.openxmlformats.org/officeDocument/2006/relationships/oleObject" Target="../embeddings/oleObject109.bin"/><Relationship Id="rId27" Type="http://schemas.openxmlformats.org/officeDocument/2006/relationships/image" Target="../media/image91.wmf"/><Relationship Id="rId26" Type="http://schemas.openxmlformats.org/officeDocument/2006/relationships/oleObject" Target="../embeddings/oleObject108.bin"/><Relationship Id="rId25" Type="http://schemas.openxmlformats.org/officeDocument/2006/relationships/image" Target="../media/image90.wmf"/><Relationship Id="rId24" Type="http://schemas.openxmlformats.org/officeDocument/2006/relationships/oleObject" Target="../embeddings/oleObject107.bin"/><Relationship Id="rId23" Type="http://schemas.openxmlformats.org/officeDocument/2006/relationships/image" Target="../media/image89.wmf"/><Relationship Id="rId22" Type="http://schemas.openxmlformats.org/officeDocument/2006/relationships/oleObject" Target="../embeddings/oleObject106.bin"/><Relationship Id="rId21" Type="http://schemas.openxmlformats.org/officeDocument/2006/relationships/image" Target="../media/image88.wmf"/><Relationship Id="rId20" Type="http://schemas.openxmlformats.org/officeDocument/2006/relationships/oleObject" Target="../embeddings/oleObject105.bin"/><Relationship Id="rId2" Type="http://schemas.openxmlformats.org/officeDocument/2006/relationships/image" Target="../media/image77.wmf"/><Relationship Id="rId19" Type="http://schemas.openxmlformats.org/officeDocument/2006/relationships/image" Target="../media/image87.wmf"/><Relationship Id="rId18" Type="http://schemas.openxmlformats.org/officeDocument/2006/relationships/oleObject" Target="../embeddings/oleObject104.bin"/><Relationship Id="rId17" Type="http://schemas.openxmlformats.org/officeDocument/2006/relationships/image" Target="../media/image86.wmf"/><Relationship Id="rId16" Type="http://schemas.openxmlformats.org/officeDocument/2006/relationships/oleObject" Target="../embeddings/oleObject103.bin"/><Relationship Id="rId15" Type="http://schemas.openxmlformats.org/officeDocument/2006/relationships/image" Target="../media/image85.wmf"/><Relationship Id="rId14" Type="http://schemas.openxmlformats.org/officeDocument/2006/relationships/oleObject" Target="../embeddings/oleObject102.bin"/><Relationship Id="rId13" Type="http://schemas.openxmlformats.org/officeDocument/2006/relationships/image" Target="../media/image84.wmf"/><Relationship Id="rId12" Type="http://schemas.openxmlformats.org/officeDocument/2006/relationships/oleObject" Target="../embeddings/oleObject101.bin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9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oleObject" Target="../embeddings/oleObject123.bin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122.bin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image" Target="../media/image101.wmf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8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25.bin"/><Relationship Id="rId25" Type="http://schemas.openxmlformats.org/officeDocument/2006/relationships/vmlDrawing" Target="../drawings/vmlDrawing9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254.xml"/><Relationship Id="rId22" Type="http://schemas.openxmlformats.org/officeDocument/2006/relationships/image" Target="../media/image108.wmf"/><Relationship Id="rId21" Type="http://schemas.openxmlformats.org/officeDocument/2006/relationships/oleObject" Target="../embeddings/oleObject138.bin"/><Relationship Id="rId20" Type="http://schemas.openxmlformats.org/officeDocument/2006/relationships/oleObject" Target="../embeddings/oleObject137.bin"/><Relationship Id="rId2" Type="http://schemas.openxmlformats.org/officeDocument/2006/relationships/image" Target="../media/image103.wmf"/><Relationship Id="rId19" Type="http://schemas.openxmlformats.org/officeDocument/2006/relationships/oleObject" Target="../embeddings/oleObject136.bin"/><Relationship Id="rId18" Type="http://schemas.openxmlformats.org/officeDocument/2006/relationships/oleObject" Target="../embeddings/oleObject135.bin"/><Relationship Id="rId17" Type="http://schemas.openxmlformats.org/officeDocument/2006/relationships/oleObject" Target="../embeddings/oleObject134.bin"/><Relationship Id="rId16" Type="http://schemas.openxmlformats.org/officeDocument/2006/relationships/oleObject" Target="../embeddings/oleObject133.bin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30.bin"/><Relationship Id="rId10" Type="http://schemas.openxmlformats.org/officeDocument/2006/relationships/oleObject" Target="../embeddings/oleObject129.bin"/><Relationship Id="rId1" Type="http://schemas.openxmlformats.org/officeDocument/2006/relationships/oleObject" Target="../embeddings/oleObject12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3.wmf"/><Relationship Id="rId39" Type="http://schemas.openxmlformats.org/officeDocument/2006/relationships/vmlDrawing" Target="../drawings/vmlDrawing10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55.xml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57.bin"/><Relationship Id="rId34" Type="http://schemas.openxmlformats.org/officeDocument/2006/relationships/oleObject" Target="../embeddings/oleObject156.bin"/><Relationship Id="rId33" Type="http://schemas.openxmlformats.org/officeDocument/2006/relationships/image" Target="../media/image17.wmf"/><Relationship Id="rId32" Type="http://schemas.openxmlformats.org/officeDocument/2006/relationships/oleObject" Target="../embeddings/oleObject155.bin"/><Relationship Id="rId31" Type="http://schemas.openxmlformats.org/officeDocument/2006/relationships/image" Target="../media/image16.wmf"/><Relationship Id="rId30" Type="http://schemas.openxmlformats.org/officeDocument/2006/relationships/oleObject" Target="../embeddings/oleObject154.bin"/><Relationship Id="rId3" Type="http://schemas.openxmlformats.org/officeDocument/2006/relationships/oleObject" Target="../embeddings/oleObject140.bin"/><Relationship Id="rId29" Type="http://schemas.openxmlformats.org/officeDocument/2006/relationships/image" Target="../media/image15.wmf"/><Relationship Id="rId28" Type="http://schemas.openxmlformats.org/officeDocument/2006/relationships/oleObject" Target="../embeddings/oleObject153.bin"/><Relationship Id="rId27" Type="http://schemas.openxmlformats.org/officeDocument/2006/relationships/image" Target="../media/image14.wmf"/><Relationship Id="rId26" Type="http://schemas.openxmlformats.org/officeDocument/2006/relationships/oleObject" Target="../embeddings/oleObject152.bin"/><Relationship Id="rId25" Type="http://schemas.openxmlformats.org/officeDocument/2006/relationships/image" Target="../media/image13.wmf"/><Relationship Id="rId24" Type="http://schemas.openxmlformats.org/officeDocument/2006/relationships/oleObject" Target="../embeddings/oleObject151.bin"/><Relationship Id="rId23" Type="http://schemas.openxmlformats.org/officeDocument/2006/relationships/image" Target="../media/image12.wmf"/><Relationship Id="rId22" Type="http://schemas.openxmlformats.org/officeDocument/2006/relationships/oleObject" Target="../embeddings/oleObject150.bin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49.bin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48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147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146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3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2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61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60.bin"/><Relationship Id="rId40" Type="http://schemas.openxmlformats.org/officeDocument/2006/relationships/vmlDrawing" Target="../drawings/vmlDrawing11.vml"/><Relationship Id="rId4" Type="http://schemas.openxmlformats.org/officeDocument/2006/relationships/image" Target="../media/image110.wmf"/><Relationship Id="rId39" Type="http://schemas.openxmlformats.org/officeDocument/2006/relationships/slideLayout" Target="../slideLayouts/slideLayout13.xml"/><Relationship Id="rId38" Type="http://schemas.openxmlformats.org/officeDocument/2006/relationships/tags" Target="../tags/tag256.xml"/><Relationship Id="rId37" Type="http://schemas.openxmlformats.org/officeDocument/2006/relationships/image" Target="../media/image125.wmf"/><Relationship Id="rId36" Type="http://schemas.openxmlformats.org/officeDocument/2006/relationships/oleObject" Target="../embeddings/oleObject177.bin"/><Relationship Id="rId35" Type="http://schemas.openxmlformats.org/officeDocument/2006/relationships/oleObject" Target="../embeddings/oleObject176.bin"/><Relationship Id="rId34" Type="http://schemas.openxmlformats.org/officeDocument/2006/relationships/image" Target="../media/image124.wmf"/><Relationship Id="rId33" Type="http://schemas.openxmlformats.org/officeDocument/2006/relationships/oleObject" Target="../embeddings/oleObject175.bin"/><Relationship Id="rId32" Type="http://schemas.openxmlformats.org/officeDocument/2006/relationships/image" Target="../media/image123.wmf"/><Relationship Id="rId31" Type="http://schemas.openxmlformats.org/officeDocument/2006/relationships/oleObject" Target="../embeddings/oleObject174.bin"/><Relationship Id="rId30" Type="http://schemas.openxmlformats.org/officeDocument/2006/relationships/image" Target="../media/image122.wmf"/><Relationship Id="rId3" Type="http://schemas.openxmlformats.org/officeDocument/2006/relationships/oleObject" Target="../embeddings/oleObject159.bin"/><Relationship Id="rId29" Type="http://schemas.openxmlformats.org/officeDocument/2006/relationships/oleObject" Target="../embeddings/oleObject173.bin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172.bin"/><Relationship Id="rId26" Type="http://schemas.openxmlformats.org/officeDocument/2006/relationships/image" Target="../media/image120.wmf"/><Relationship Id="rId25" Type="http://schemas.openxmlformats.org/officeDocument/2006/relationships/oleObject" Target="../embeddings/oleObject171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170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169.bin"/><Relationship Id="rId20" Type="http://schemas.openxmlformats.org/officeDocument/2006/relationships/oleObject" Target="../embeddings/oleObject168.bin"/><Relationship Id="rId2" Type="http://schemas.openxmlformats.org/officeDocument/2006/relationships/image" Target="../media/image109.wmf"/><Relationship Id="rId19" Type="http://schemas.openxmlformats.org/officeDocument/2006/relationships/image" Target="../media/image117.wmf"/><Relationship Id="rId18" Type="http://schemas.openxmlformats.org/officeDocument/2006/relationships/oleObject" Target="../embeddings/oleObject167.bin"/><Relationship Id="rId17" Type="http://schemas.openxmlformats.org/officeDocument/2006/relationships/oleObject" Target="../embeddings/oleObject166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65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64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63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5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80.bin"/><Relationship Id="rId45" Type="http://schemas.openxmlformats.org/officeDocument/2006/relationships/vmlDrawing" Target="../drawings/vmlDrawing12.vml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257.xml"/><Relationship Id="rId42" Type="http://schemas.openxmlformats.org/officeDocument/2006/relationships/image" Target="../media/image141.wmf"/><Relationship Id="rId41" Type="http://schemas.openxmlformats.org/officeDocument/2006/relationships/oleObject" Target="../embeddings/oleObject198.bin"/><Relationship Id="rId40" Type="http://schemas.openxmlformats.org/officeDocument/2006/relationships/image" Target="../media/image140.wmf"/><Relationship Id="rId4" Type="http://schemas.openxmlformats.org/officeDocument/2006/relationships/image" Target="../media/image126.wmf"/><Relationship Id="rId39" Type="http://schemas.openxmlformats.org/officeDocument/2006/relationships/oleObject" Target="../embeddings/oleObject197.bin"/><Relationship Id="rId38" Type="http://schemas.openxmlformats.org/officeDocument/2006/relationships/image" Target="../media/image139.wmf"/><Relationship Id="rId37" Type="http://schemas.openxmlformats.org/officeDocument/2006/relationships/oleObject" Target="../embeddings/oleObject196.bin"/><Relationship Id="rId36" Type="http://schemas.openxmlformats.org/officeDocument/2006/relationships/image" Target="../media/image123.wmf"/><Relationship Id="rId35" Type="http://schemas.openxmlformats.org/officeDocument/2006/relationships/oleObject" Target="../embeddings/oleObject195.bin"/><Relationship Id="rId34" Type="http://schemas.openxmlformats.org/officeDocument/2006/relationships/image" Target="../media/image138.wmf"/><Relationship Id="rId33" Type="http://schemas.openxmlformats.org/officeDocument/2006/relationships/oleObject" Target="../embeddings/oleObject194.bin"/><Relationship Id="rId32" Type="http://schemas.openxmlformats.org/officeDocument/2006/relationships/image" Target="../media/image137.wmf"/><Relationship Id="rId31" Type="http://schemas.openxmlformats.org/officeDocument/2006/relationships/oleObject" Target="../embeddings/oleObject193.bin"/><Relationship Id="rId30" Type="http://schemas.openxmlformats.org/officeDocument/2006/relationships/image" Target="../media/image136.wmf"/><Relationship Id="rId3" Type="http://schemas.openxmlformats.org/officeDocument/2006/relationships/oleObject" Target="../embeddings/oleObject179.bin"/><Relationship Id="rId29" Type="http://schemas.openxmlformats.org/officeDocument/2006/relationships/oleObject" Target="../embeddings/oleObject192.bin"/><Relationship Id="rId28" Type="http://schemas.openxmlformats.org/officeDocument/2006/relationships/image" Target="../media/image135.wmf"/><Relationship Id="rId27" Type="http://schemas.openxmlformats.org/officeDocument/2006/relationships/oleObject" Target="../embeddings/oleObject191.bin"/><Relationship Id="rId26" Type="http://schemas.openxmlformats.org/officeDocument/2006/relationships/image" Target="../media/image134.wmf"/><Relationship Id="rId25" Type="http://schemas.openxmlformats.org/officeDocument/2006/relationships/oleObject" Target="../embeddings/oleObject190.bin"/><Relationship Id="rId24" Type="http://schemas.openxmlformats.org/officeDocument/2006/relationships/image" Target="../media/image133.wmf"/><Relationship Id="rId23" Type="http://schemas.openxmlformats.org/officeDocument/2006/relationships/oleObject" Target="../embeddings/oleObject189.bin"/><Relationship Id="rId22" Type="http://schemas.openxmlformats.org/officeDocument/2006/relationships/image" Target="../media/image132.wmf"/><Relationship Id="rId21" Type="http://schemas.openxmlformats.org/officeDocument/2006/relationships/oleObject" Target="../embeddings/oleObject188.bin"/><Relationship Id="rId20" Type="http://schemas.openxmlformats.org/officeDocument/2006/relationships/image" Target="../media/image119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87.bin"/><Relationship Id="rId18" Type="http://schemas.openxmlformats.org/officeDocument/2006/relationships/image" Target="../media/image131.wmf"/><Relationship Id="rId17" Type="http://schemas.openxmlformats.org/officeDocument/2006/relationships/oleObject" Target="../embeddings/oleObject186.bin"/><Relationship Id="rId16" Type="http://schemas.openxmlformats.org/officeDocument/2006/relationships/image" Target="../media/image130.wmf"/><Relationship Id="rId15" Type="http://schemas.openxmlformats.org/officeDocument/2006/relationships/oleObject" Target="../embeddings/oleObject185.bin"/><Relationship Id="rId14" Type="http://schemas.openxmlformats.org/officeDocument/2006/relationships/image" Target="../media/image129.wmf"/><Relationship Id="rId13" Type="http://schemas.openxmlformats.org/officeDocument/2006/relationships/oleObject" Target="../embeddings/oleObject184.bin"/><Relationship Id="rId12" Type="http://schemas.openxmlformats.org/officeDocument/2006/relationships/image" Target="../media/image116.wmf"/><Relationship Id="rId11" Type="http://schemas.openxmlformats.org/officeDocument/2006/relationships/oleObject" Target="../embeddings/oleObject183.bin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78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201.bin"/><Relationship Id="rId46" Type="http://schemas.openxmlformats.org/officeDocument/2006/relationships/vmlDrawing" Target="../drawings/vmlDrawing13.vml"/><Relationship Id="rId45" Type="http://schemas.openxmlformats.org/officeDocument/2006/relationships/slideLayout" Target="../slideLayouts/slideLayout13.xml"/><Relationship Id="rId44" Type="http://schemas.openxmlformats.org/officeDocument/2006/relationships/tags" Target="../tags/tag258.xml"/><Relationship Id="rId43" Type="http://schemas.openxmlformats.org/officeDocument/2006/relationships/image" Target="../media/image123.wmf"/><Relationship Id="rId42" Type="http://schemas.openxmlformats.org/officeDocument/2006/relationships/oleObject" Target="../embeddings/oleObject220.bin"/><Relationship Id="rId41" Type="http://schemas.openxmlformats.org/officeDocument/2006/relationships/image" Target="../media/image155.wmf"/><Relationship Id="rId40" Type="http://schemas.openxmlformats.org/officeDocument/2006/relationships/oleObject" Target="../embeddings/oleObject219.bin"/><Relationship Id="rId4" Type="http://schemas.openxmlformats.org/officeDocument/2006/relationships/image" Target="../media/image142.wmf"/><Relationship Id="rId39" Type="http://schemas.openxmlformats.org/officeDocument/2006/relationships/image" Target="../media/image154.wmf"/><Relationship Id="rId38" Type="http://schemas.openxmlformats.org/officeDocument/2006/relationships/oleObject" Target="../embeddings/oleObject218.bin"/><Relationship Id="rId37" Type="http://schemas.openxmlformats.org/officeDocument/2006/relationships/image" Target="../media/image153.wmf"/><Relationship Id="rId36" Type="http://schemas.openxmlformats.org/officeDocument/2006/relationships/oleObject" Target="../embeddings/oleObject217.bin"/><Relationship Id="rId35" Type="http://schemas.openxmlformats.org/officeDocument/2006/relationships/image" Target="../media/image109.wmf"/><Relationship Id="rId34" Type="http://schemas.openxmlformats.org/officeDocument/2006/relationships/oleObject" Target="../embeddings/oleObject216.bin"/><Relationship Id="rId33" Type="http://schemas.openxmlformats.org/officeDocument/2006/relationships/image" Target="../media/image152.wmf"/><Relationship Id="rId32" Type="http://schemas.openxmlformats.org/officeDocument/2006/relationships/oleObject" Target="../embeddings/oleObject215.bin"/><Relationship Id="rId31" Type="http://schemas.openxmlformats.org/officeDocument/2006/relationships/oleObject" Target="../embeddings/oleObject214.bin"/><Relationship Id="rId30" Type="http://schemas.openxmlformats.org/officeDocument/2006/relationships/image" Target="../media/image151.wmf"/><Relationship Id="rId3" Type="http://schemas.openxmlformats.org/officeDocument/2006/relationships/oleObject" Target="../embeddings/oleObject200.bin"/><Relationship Id="rId29" Type="http://schemas.openxmlformats.org/officeDocument/2006/relationships/oleObject" Target="../embeddings/oleObject213.bin"/><Relationship Id="rId28" Type="http://schemas.openxmlformats.org/officeDocument/2006/relationships/image" Target="../media/image150.wmf"/><Relationship Id="rId27" Type="http://schemas.openxmlformats.org/officeDocument/2006/relationships/oleObject" Target="../embeddings/oleObject212.bin"/><Relationship Id="rId26" Type="http://schemas.openxmlformats.org/officeDocument/2006/relationships/image" Target="../media/image149.wmf"/><Relationship Id="rId25" Type="http://schemas.openxmlformats.org/officeDocument/2006/relationships/oleObject" Target="../embeddings/oleObject211.bin"/><Relationship Id="rId24" Type="http://schemas.openxmlformats.org/officeDocument/2006/relationships/image" Target="../media/image148.wmf"/><Relationship Id="rId23" Type="http://schemas.openxmlformats.org/officeDocument/2006/relationships/oleObject" Target="../embeddings/oleObject210.bin"/><Relationship Id="rId22" Type="http://schemas.openxmlformats.org/officeDocument/2006/relationships/image" Target="../media/image134.wmf"/><Relationship Id="rId21" Type="http://schemas.openxmlformats.org/officeDocument/2006/relationships/oleObject" Target="../embeddings/oleObject209.bin"/><Relationship Id="rId20" Type="http://schemas.openxmlformats.org/officeDocument/2006/relationships/image" Target="../media/image147.wmf"/><Relationship Id="rId2" Type="http://schemas.openxmlformats.org/officeDocument/2006/relationships/image" Target="../media/image111.wmf"/><Relationship Id="rId19" Type="http://schemas.openxmlformats.org/officeDocument/2006/relationships/oleObject" Target="../embeddings/oleObject208.bin"/><Relationship Id="rId18" Type="http://schemas.openxmlformats.org/officeDocument/2006/relationships/image" Target="../media/image146.wmf"/><Relationship Id="rId17" Type="http://schemas.openxmlformats.org/officeDocument/2006/relationships/oleObject" Target="../embeddings/oleObject207.bin"/><Relationship Id="rId16" Type="http://schemas.openxmlformats.org/officeDocument/2006/relationships/image" Target="../media/image131.wmf"/><Relationship Id="rId15" Type="http://schemas.openxmlformats.org/officeDocument/2006/relationships/oleObject" Target="../embeddings/oleObject206.bin"/><Relationship Id="rId14" Type="http://schemas.openxmlformats.org/officeDocument/2006/relationships/image" Target="../media/image130.wmf"/><Relationship Id="rId13" Type="http://schemas.openxmlformats.org/officeDocument/2006/relationships/oleObject" Target="../embeddings/oleObject205.bin"/><Relationship Id="rId12" Type="http://schemas.openxmlformats.org/officeDocument/2006/relationships/image" Target="../media/image129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19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5.bin"/><Relationship Id="rId8" Type="http://schemas.openxmlformats.org/officeDocument/2006/relationships/image" Target="../media/image158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156.wmf"/><Relationship Id="rId39" Type="http://schemas.openxmlformats.org/officeDocument/2006/relationships/vmlDrawing" Target="../drawings/vmlDrawing14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59.xml"/><Relationship Id="rId36" Type="http://schemas.openxmlformats.org/officeDocument/2006/relationships/image" Target="../media/image168.wmf"/><Relationship Id="rId35" Type="http://schemas.openxmlformats.org/officeDocument/2006/relationships/oleObject" Target="../embeddings/oleObject240.bin"/><Relationship Id="rId34" Type="http://schemas.openxmlformats.org/officeDocument/2006/relationships/image" Target="../media/image167.wmf"/><Relationship Id="rId33" Type="http://schemas.openxmlformats.org/officeDocument/2006/relationships/oleObject" Target="../embeddings/oleObject239.bin"/><Relationship Id="rId32" Type="http://schemas.openxmlformats.org/officeDocument/2006/relationships/image" Target="../media/image166.wmf"/><Relationship Id="rId31" Type="http://schemas.openxmlformats.org/officeDocument/2006/relationships/oleObject" Target="../embeddings/oleObject238.bin"/><Relationship Id="rId30" Type="http://schemas.openxmlformats.org/officeDocument/2006/relationships/image" Target="../media/image165.wmf"/><Relationship Id="rId3" Type="http://schemas.openxmlformats.org/officeDocument/2006/relationships/oleObject" Target="../embeddings/oleObject222.bin"/><Relationship Id="rId29" Type="http://schemas.openxmlformats.org/officeDocument/2006/relationships/oleObject" Target="../embeddings/oleObject237.bin"/><Relationship Id="rId28" Type="http://schemas.openxmlformats.org/officeDocument/2006/relationships/oleObject" Target="../embeddings/oleObject236.bin"/><Relationship Id="rId27" Type="http://schemas.openxmlformats.org/officeDocument/2006/relationships/oleObject" Target="../embeddings/oleObject235.bin"/><Relationship Id="rId26" Type="http://schemas.openxmlformats.org/officeDocument/2006/relationships/oleObject" Target="../embeddings/oleObject234.bin"/><Relationship Id="rId25" Type="http://schemas.openxmlformats.org/officeDocument/2006/relationships/image" Target="../media/image164.wmf"/><Relationship Id="rId24" Type="http://schemas.openxmlformats.org/officeDocument/2006/relationships/oleObject" Target="../embeddings/oleObject233.bin"/><Relationship Id="rId23" Type="http://schemas.openxmlformats.org/officeDocument/2006/relationships/image" Target="../media/image163.wmf"/><Relationship Id="rId22" Type="http://schemas.openxmlformats.org/officeDocument/2006/relationships/oleObject" Target="../embeddings/oleObject232.bin"/><Relationship Id="rId21" Type="http://schemas.openxmlformats.org/officeDocument/2006/relationships/image" Target="../media/image3.wmf"/><Relationship Id="rId20" Type="http://schemas.openxmlformats.org/officeDocument/2006/relationships/oleObject" Target="../embeddings/oleObject231.bin"/><Relationship Id="rId2" Type="http://schemas.openxmlformats.org/officeDocument/2006/relationships/image" Target="../media/image109.wmf"/><Relationship Id="rId19" Type="http://schemas.openxmlformats.org/officeDocument/2006/relationships/image" Target="../media/image2.wmf"/><Relationship Id="rId18" Type="http://schemas.openxmlformats.org/officeDocument/2006/relationships/oleObject" Target="../embeddings/oleObject230.bin"/><Relationship Id="rId17" Type="http://schemas.openxmlformats.org/officeDocument/2006/relationships/image" Target="../media/image162.wmf"/><Relationship Id="rId16" Type="http://schemas.openxmlformats.org/officeDocument/2006/relationships/oleObject" Target="../embeddings/oleObject229.bin"/><Relationship Id="rId15" Type="http://schemas.openxmlformats.org/officeDocument/2006/relationships/image" Target="../media/image161.wmf"/><Relationship Id="rId14" Type="http://schemas.openxmlformats.org/officeDocument/2006/relationships/oleObject" Target="../embeddings/oleObject228.bin"/><Relationship Id="rId13" Type="http://schemas.openxmlformats.org/officeDocument/2006/relationships/oleObject" Target="../embeddings/oleObject227.bin"/><Relationship Id="rId12" Type="http://schemas.openxmlformats.org/officeDocument/2006/relationships/image" Target="../media/image160.wmf"/><Relationship Id="rId11" Type="http://schemas.openxmlformats.org/officeDocument/2006/relationships/oleObject" Target="../embeddings/oleObject226.bin"/><Relationship Id="rId10" Type="http://schemas.openxmlformats.org/officeDocument/2006/relationships/image" Target="../media/image159.wmf"/><Relationship Id="rId1" Type="http://schemas.openxmlformats.org/officeDocument/2006/relationships/oleObject" Target="../embeddings/oleObject221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5.v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60.x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169.wmf"/><Relationship Id="rId3" Type="http://schemas.openxmlformats.org/officeDocument/2006/relationships/oleObject" Target="../embeddings/oleObject242.bin"/><Relationship Id="rId2" Type="http://schemas.openxmlformats.org/officeDocument/2006/relationships/image" Target="../media/image109.wmf"/><Relationship Id="rId1" Type="http://schemas.openxmlformats.org/officeDocument/2006/relationships/oleObject" Target="../embeddings/oleObject241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8.bin"/><Relationship Id="rId8" Type="http://schemas.openxmlformats.org/officeDocument/2006/relationships/image" Target="../media/image174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172.wmf"/><Relationship Id="rId3" Type="http://schemas.openxmlformats.org/officeDocument/2006/relationships/oleObject" Target="../embeddings/oleObject245.bin"/><Relationship Id="rId28" Type="http://schemas.openxmlformats.org/officeDocument/2006/relationships/vmlDrawing" Target="../drawings/vmlDrawing16.vml"/><Relationship Id="rId27" Type="http://schemas.openxmlformats.org/officeDocument/2006/relationships/slideLayout" Target="../slideLayouts/slideLayout13.xml"/><Relationship Id="rId26" Type="http://schemas.openxmlformats.org/officeDocument/2006/relationships/tags" Target="../tags/tag296.xml"/><Relationship Id="rId25" Type="http://schemas.openxmlformats.org/officeDocument/2006/relationships/image" Target="../media/image181.wmf"/><Relationship Id="rId24" Type="http://schemas.openxmlformats.org/officeDocument/2006/relationships/oleObject" Target="../embeddings/oleObject257.bin"/><Relationship Id="rId23" Type="http://schemas.openxmlformats.org/officeDocument/2006/relationships/image" Target="../media/image180.wmf"/><Relationship Id="rId22" Type="http://schemas.openxmlformats.org/officeDocument/2006/relationships/oleObject" Target="../embeddings/oleObject256.bin"/><Relationship Id="rId21" Type="http://schemas.openxmlformats.org/officeDocument/2006/relationships/image" Target="../media/image179.wmf"/><Relationship Id="rId20" Type="http://schemas.openxmlformats.org/officeDocument/2006/relationships/oleObject" Target="../embeddings/oleObject255.bin"/><Relationship Id="rId2" Type="http://schemas.openxmlformats.org/officeDocument/2006/relationships/image" Target="../media/image171.wmf"/><Relationship Id="rId19" Type="http://schemas.openxmlformats.org/officeDocument/2006/relationships/image" Target="../media/image178.wmf"/><Relationship Id="rId18" Type="http://schemas.openxmlformats.org/officeDocument/2006/relationships/oleObject" Target="../embeddings/oleObject254.bin"/><Relationship Id="rId17" Type="http://schemas.openxmlformats.org/officeDocument/2006/relationships/image" Target="../media/image177.wmf"/><Relationship Id="rId16" Type="http://schemas.openxmlformats.org/officeDocument/2006/relationships/oleObject" Target="../embeddings/oleObject253.bin"/><Relationship Id="rId15" Type="http://schemas.openxmlformats.org/officeDocument/2006/relationships/image" Target="../media/image176.wmf"/><Relationship Id="rId14" Type="http://schemas.openxmlformats.org/officeDocument/2006/relationships/oleObject" Target="../embeddings/oleObject252.bin"/><Relationship Id="rId13" Type="http://schemas.openxmlformats.org/officeDocument/2006/relationships/image" Target="../media/image175.wmf"/><Relationship Id="rId12" Type="http://schemas.openxmlformats.org/officeDocument/2006/relationships/oleObject" Target="../embeddings/oleObject251.bin"/><Relationship Id="rId11" Type="http://schemas.openxmlformats.org/officeDocument/2006/relationships/oleObject" Target="../embeddings/oleObject250.bin"/><Relationship Id="rId10" Type="http://schemas.openxmlformats.org/officeDocument/2006/relationships/oleObject" Target="../embeddings/oleObject249.bin"/><Relationship Id="rId1" Type="http://schemas.openxmlformats.org/officeDocument/2006/relationships/oleObject" Target="../embeddings/oleObject24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3.bin"/><Relationship Id="rId8" Type="http://schemas.openxmlformats.org/officeDocument/2006/relationships/oleObject" Target="../embeddings/oleObject262.bin"/><Relationship Id="rId7" Type="http://schemas.openxmlformats.org/officeDocument/2006/relationships/oleObject" Target="../embeddings/oleObject261.bin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259.bin"/><Relationship Id="rId28" Type="http://schemas.openxmlformats.org/officeDocument/2006/relationships/vmlDrawing" Target="../drawings/vmlDrawing17.vml"/><Relationship Id="rId27" Type="http://schemas.openxmlformats.org/officeDocument/2006/relationships/slideLayout" Target="../slideLayouts/slideLayout13.xml"/><Relationship Id="rId26" Type="http://schemas.openxmlformats.org/officeDocument/2006/relationships/tags" Target="../tags/tag297.xml"/><Relationship Id="rId25" Type="http://schemas.openxmlformats.org/officeDocument/2006/relationships/image" Target="../media/image186.wmf"/><Relationship Id="rId24" Type="http://schemas.openxmlformats.org/officeDocument/2006/relationships/oleObject" Target="../embeddings/oleObject273.bin"/><Relationship Id="rId23" Type="http://schemas.openxmlformats.org/officeDocument/2006/relationships/image" Target="../media/image185.wmf"/><Relationship Id="rId22" Type="http://schemas.openxmlformats.org/officeDocument/2006/relationships/oleObject" Target="../embeddings/oleObject272.bin"/><Relationship Id="rId21" Type="http://schemas.openxmlformats.org/officeDocument/2006/relationships/image" Target="../media/image104.wmf"/><Relationship Id="rId20" Type="http://schemas.openxmlformats.org/officeDocument/2006/relationships/oleObject" Target="../embeddings/oleObject271.bin"/><Relationship Id="rId2" Type="http://schemas.openxmlformats.org/officeDocument/2006/relationships/image" Target="../media/image172.wmf"/><Relationship Id="rId19" Type="http://schemas.openxmlformats.org/officeDocument/2006/relationships/image" Target="../media/image184.wmf"/><Relationship Id="rId18" Type="http://schemas.openxmlformats.org/officeDocument/2006/relationships/oleObject" Target="../embeddings/oleObject270.bin"/><Relationship Id="rId17" Type="http://schemas.openxmlformats.org/officeDocument/2006/relationships/oleObject" Target="../embeddings/oleObject269.bin"/><Relationship Id="rId16" Type="http://schemas.openxmlformats.org/officeDocument/2006/relationships/oleObject" Target="../embeddings/oleObject268.bin"/><Relationship Id="rId15" Type="http://schemas.openxmlformats.org/officeDocument/2006/relationships/oleObject" Target="../embeddings/oleObject267.bin"/><Relationship Id="rId14" Type="http://schemas.openxmlformats.org/officeDocument/2006/relationships/oleObject" Target="../embeddings/oleObject266.bin"/><Relationship Id="rId13" Type="http://schemas.openxmlformats.org/officeDocument/2006/relationships/image" Target="../media/image183.wmf"/><Relationship Id="rId12" Type="http://schemas.openxmlformats.org/officeDocument/2006/relationships/oleObject" Target="../embeddings/oleObject265.bin"/><Relationship Id="rId11" Type="http://schemas.openxmlformats.org/officeDocument/2006/relationships/image" Target="../media/image182.wmf"/><Relationship Id="rId10" Type="http://schemas.openxmlformats.org/officeDocument/2006/relationships/oleObject" Target="../embeddings/oleObject264.bin"/><Relationship Id="rId1" Type="http://schemas.openxmlformats.org/officeDocument/2006/relationships/oleObject" Target="../embeddings/oleObject25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0.bin"/><Relationship Id="rId8" Type="http://schemas.openxmlformats.org/officeDocument/2006/relationships/oleObject" Target="../embeddings/oleObject279.bin"/><Relationship Id="rId7" Type="http://schemas.openxmlformats.org/officeDocument/2006/relationships/oleObject" Target="../embeddings/oleObject278.bin"/><Relationship Id="rId6" Type="http://schemas.openxmlformats.org/officeDocument/2006/relationships/oleObject" Target="../embeddings/oleObject277.bin"/><Relationship Id="rId5" Type="http://schemas.openxmlformats.org/officeDocument/2006/relationships/oleObject" Target="../embeddings/oleObject276.bin"/><Relationship Id="rId4" Type="http://schemas.openxmlformats.org/officeDocument/2006/relationships/image" Target="../media/image172.wmf"/><Relationship Id="rId32" Type="http://schemas.openxmlformats.org/officeDocument/2006/relationships/vmlDrawing" Target="../drawings/vmlDrawing18.v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298.xml"/><Relationship Id="rId3" Type="http://schemas.openxmlformats.org/officeDocument/2006/relationships/oleObject" Target="../embeddings/oleObject275.bin"/><Relationship Id="rId29" Type="http://schemas.openxmlformats.org/officeDocument/2006/relationships/oleObject" Target="../embeddings/oleObject295.bin"/><Relationship Id="rId28" Type="http://schemas.openxmlformats.org/officeDocument/2006/relationships/oleObject" Target="../embeddings/oleObject294.bin"/><Relationship Id="rId27" Type="http://schemas.openxmlformats.org/officeDocument/2006/relationships/oleObject" Target="../embeddings/oleObject293.bin"/><Relationship Id="rId26" Type="http://schemas.openxmlformats.org/officeDocument/2006/relationships/oleObject" Target="../embeddings/oleObject292.bin"/><Relationship Id="rId25" Type="http://schemas.openxmlformats.org/officeDocument/2006/relationships/oleObject" Target="../embeddings/oleObject291.bin"/><Relationship Id="rId24" Type="http://schemas.openxmlformats.org/officeDocument/2006/relationships/oleObject" Target="../embeddings/oleObject290.bin"/><Relationship Id="rId23" Type="http://schemas.openxmlformats.org/officeDocument/2006/relationships/oleObject" Target="../embeddings/oleObject289.bin"/><Relationship Id="rId22" Type="http://schemas.openxmlformats.org/officeDocument/2006/relationships/oleObject" Target="../embeddings/oleObject288.bin"/><Relationship Id="rId21" Type="http://schemas.openxmlformats.org/officeDocument/2006/relationships/image" Target="../media/image188.wmf"/><Relationship Id="rId20" Type="http://schemas.openxmlformats.org/officeDocument/2006/relationships/oleObject" Target="../embeddings/oleObject287.bin"/><Relationship Id="rId2" Type="http://schemas.openxmlformats.org/officeDocument/2006/relationships/image" Target="../media/image174.wmf"/><Relationship Id="rId19" Type="http://schemas.openxmlformats.org/officeDocument/2006/relationships/image" Target="../media/image187.wmf"/><Relationship Id="rId18" Type="http://schemas.openxmlformats.org/officeDocument/2006/relationships/oleObject" Target="../embeddings/oleObject286.bin"/><Relationship Id="rId17" Type="http://schemas.openxmlformats.org/officeDocument/2006/relationships/oleObject" Target="../embeddings/oleObject285.bin"/><Relationship Id="rId16" Type="http://schemas.openxmlformats.org/officeDocument/2006/relationships/oleObject" Target="../embeddings/oleObject284.bin"/><Relationship Id="rId15" Type="http://schemas.openxmlformats.org/officeDocument/2006/relationships/image" Target="../media/image104.wmf"/><Relationship Id="rId14" Type="http://schemas.openxmlformats.org/officeDocument/2006/relationships/oleObject" Target="../embeddings/oleObject283.bin"/><Relationship Id="rId13" Type="http://schemas.openxmlformats.org/officeDocument/2006/relationships/image" Target="../media/image184.wmf"/><Relationship Id="rId12" Type="http://schemas.openxmlformats.org/officeDocument/2006/relationships/oleObject" Target="../embeddings/oleObject282.bin"/><Relationship Id="rId11" Type="http://schemas.openxmlformats.org/officeDocument/2006/relationships/image" Target="../media/image173.wmf"/><Relationship Id="rId10" Type="http://schemas.openxmlformats.org/officeDocument/2006/relationships/oleObject" Target="../embeddings/oleObject281.bin"/><Relationship Id="rId1" Type="http://schemas.openxmlformats.org/officeDocument/2006/relationships/oleObject" Target="../embeddings/oleObject274.bin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tags" Target="../tags/tag299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0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299.bin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298.bin"/><Relationship Id="rId4" Type="http://schemas.openxmlformats.org/officeDocument/2006/relationships/image" Target="../media/image189.wmf"/><Relationship Id="rId36" Type="http://schemas.openxmlformats.org/officeDocument/2006/relationships/vmlDrawing" Target="../drawings/vmlDrawing19.vml"/><Relationship Id="rId35" Type="http://schemas.openxmlformats.org/officeDocument/2006/relationships/slideLayout" Target="../slideLayouts/slideLayout13.xml"/><Relationship Id="rId34" Type="http://schemas.openxmlformats.org/officeDocument/2006/relationships/tags" Target="../tags/tag303.xml"/><Relationship Id="rId33" Type="http://schemas.openxmlformats.org/officeDocument/2006/relationships/image" Target="../media/image197.wmf"/><Relationship Id="rId32" Type="http://schemas.openxmlformats.org/officeDocument/2006/relationships/oleObject" Target="../embeddings/oleObject314.bin"/><Relationship Id="rId31" Type="http://schemas.openxmlformats.org/officeDocument/2006/relationships/image" Target="../media/image196.wmf"/><Relationship Id="rId30" Type="http://schemas.openxmlformats.org/officeDocument/2006/relationships/oleObject" Target="../embeddings/oleObject313.bin"/><Relationship Id="rId3" Type="http://schemas.openxmlformats.org/officeDocument/2006/relationships/oleObject" Target="../embeddings/oleObject297.bin"/><Relationship Id="rId29" Type="http://schemas.openxmlformats.org/officeDocument/2006/relationships/oleObject" Target="../embeddings/oleObject312.bin"/><Relationship Id="rId28" Type="http://schemas.openxmlformats.org/officeDocument/2006/relationships/image" Target="../media/image195.wmf"/><Relationship Id="rId27" Type="http://schemas.openxmlformats.org/officeDocument/2006/relationships/oleObject" Target="../embeddings/oleObject311.bin"/><Relationship Id="rId26" Type="http://schemas.openxmlformats.org/officeDocument/2006/relationships/oleObject" Target="../embeddings/oleObject310.bin"/><Relationship Id="rId25" Type="http://schemas.openxmlformats.org/officeDocument/2006/relationships/image" Target="../media/image194.wmf"/><Relationship Id="rId24" Type="http://schemas.openxmlformats.org/officeDocument/2006/relationships/oleObject" Target="../embeddings/oleObject309.bin"/><Relationship Id="rId23" Type="http://schemas.openxmlformats.org/officeDocument/2006/relationships/image" Target="../media/image193.wmf"/><Relationship Id="rId22" Type="http://schemas.openxmlformats.org/officeDocument/2006/relationships/oleObject" Target="../embeddings/oleObject308.bin"/><Relationship Id="rId21" Type="http://schemas.openxmlformats.org/officeDocument/2006/relationships/oleObject" Target="../embeddings/oleObject307.bin"/><Relationship Id="rId20" Type="http://schemas.openxmlformats.org/officeDocument/2006/relationships/image" Target="../media/image192.wmf"/><Relationship Id="rId2" Type="http://schemas.openxmlformats.org/officeDocument/2006/relationships/image" Target="../media/image104.wmf"/><Relationship Id="rId19" Type="http://schemas.openxmlformats.org/officeDocument/2006/relationships/oleObject" Target="../embeddings/oleObject306.bin"/><Relationship Id="rId18" Type="http://schemas.openxmlformats.org/officeDocument/2006/relationships/image" Target="../media/image191.wmf"/><Relationship Id="rId17" Type="http://schemas.openxmlformats.org/officeDocument/2006/relationships/oleObject" Target="../embeddings/oleObject305.bin"/><Relationship Id="rId16" Type="http://schemas.openxmlformats.org/officeDocument/2006/relationships/image" Target="../media/image190.wmf"/><Relationship Id="rId15" Type="http://schemas.openxmlformats.org/officeDocument/2006/relationships/oleObject" Target="../embeddings/oleObject304.bin"/><Relationship Id="rId14" Type="http://schemas.openxmlformats.org/officeDocument/2006/relationships/oleObject" Target="../embeddings/oleObject303.bin"/><Relationship Id="rId13" Type="http://schemas.openxmlformats.org/officeDocument/2006/relationships/image" Target="../media/image184.wmf"/><Relationship Id="rId12" Type="http://schemas.openxmlformats.org/officeDocument/2006/relationships/oleObject" Target="../embeddings/oleObject302.bin"/><Relationship Id="rId11" Type="http://schemas.openxmlformats.org/officeDocument/2006/relationships/image" Target="../media/image173.wmf"/><Relationship Id="rId10" Type="http://schemas.openxmlformats.org/officeDocument/2006/relationships/oleObject" Target="../embeddings/oleObject301.bin"/><Relationship Id="rId1" Type="http://schemas.openxmlformats.org/officeDocument/2006/relationships/oleObject" Target="../embeddings/oleObject29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52853" y="768985"/>
            <a:ext cx="39770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总结 几个基本展开式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3582228" y="135246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1" imgW="10363200" imgH="9448800" progId="Equation.DSMT4">
                  <p:embed/>
                </p:oleObj>
              </mc:Choice>
              <mc:Fallback>
                <p:oleObj name="Equation" r:id="rId1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2228" y="135246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2266613" y="163256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" imgW="10058400" imgH="4876800" progId="Equation.DSMT4">
                  <p:embed/>
                </p:oleObj>
              </mc:Choice>
              <mc:Fallback>
                <p:oleObj name="Equation" r:id="rId3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6613" y="163256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4714361" y="1632596"/>
          <a:ext cx="34194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32308800" imgH="4572000" progId="Equation.DSMT4">
                  <p:embed/>
                </p:oleObj>
              </mc:Choice>
              <mc:Fallback>
                <p:oleObj name="Equation" r:id="rId5" imgW="32308800" imgH="45720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4361" y="1632596"/>
                        <a:ext cx="3419475" cy="581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8133715" y="1352550"/>
          <a:ext cx="1130300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7" imgW="482600" imgH="431800" progId="Equation.DSMT4">
                  <p:embed/>
                </p:oleObj>
              </mc:Choice>
              <mc:Fallback>
                <p:oleObj name="Equation" r:id="rId7" imgW="4826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33715" y="1352550"/>
                        <a:ext cx="1130300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2261235" y="4187825"/>
          <a:ext cx="144970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9" imgW="571500" imgH="203200" progId="Equation.DSMT4">
                  <p:embed/>
                </p:oleObj>
              </mc:Choice>
              <mc:Fallback>
                <p:oleObj name="Equation" r:id="rId9" imgW="571500" imgH="203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1235" y="4187825"/>
                        <a:ext cx="144970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3962718" y="4187508"/>
          <a:ext cx="429260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11" imgW="165100" imgH="203200" progId="Equation.DSMT4">
                  <p:embed/>
                </p:oleObj>
              </mc:Choice>
              <mc:Fallback>
                <p:oleObj name="Equation" r:id="rId11" imgW="165100" imgH="203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2718" y="4187508"/>
                        <a:ext cx="429260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2"/>
          <p:cNvGraphicFramePr>
            <a:graphicFrameLocks noChangeAspect="1"/>
          </p:cNvGraphicFramePr>
          <p:nvPr/>
        </p:nvGraphicFramePr>
        <p:xfrm>
          <a:off x="8514398" y="4001770"/>
          <a:ext cx="1376045" cy="113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3" imgW="533400" imgH="444500" progId="Equation.DSMT4">
                  <p:embed/>
                </p:oleObj>
              </mc:Choice>
              <mc:Fallback>
                <p:oleObj name="Equation" r:id="rId13" imgW="5334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14398" y="4001770"/>
                        <a:ext cx="1376045" cy="1139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2"/>
          <p:cNvGraphicFramePr>
            <a:graphicFrameLocks noChangeAspect="1"/>
          </p:cNvGraphicFramePr>
          <p:nvPr/>
        </p:nvGraphicFramePr>
        <p:xfrm>
          <a:off x="4474528" y="4001770"/>
          <a:ext cx="3994785" cy="107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5" imgW="1548765" imgH="419100" progId="Equation.DSMT4">
                  <p:embed/>
                </p:oleObj>
              </mc:Choice>
              <mc:Fallback>
                <p:oleObj name="Equation" r:id="rId15" imgW="1548765" imgH="4191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74528" y="4001770"/>
                        <a:ext cx="3994785" cy="1074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3582035" y="2636520"/>
          <a:ext cx="787400" cy="1130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17" imgW="330200" imgH="393700" progId="Equation.DSMT4">
                  <p:embed/>
                </p:oleObj>
              </mc:Choice>
              <mc:Fallback>
                <p:oleObj name="Equation" r:id="rId17" imgW="330200" imgH="3937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82035" y="2636520"/>
                        <a:ext cx="787400" cy="1130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2238375" y="3034030"/>
          <a:ext cx="8839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19" imgW="10058400" imgH="4876800" progId="Equation.DSMT4">
                  <p:embed/>
                </p:oleObj>
              </mc:Choice>
              <mc:Fallback>
                <p:oleObj name="Equation" r:id="rId19" imgW="100584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8375" y="3034030"/>
                        <a:ext cx="8839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9734550" y="2673350"/>
          <a:ext cx="179514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20" imgW="20421600" imgH="10363200" progId="Equation.DSMT4">
                  <p:embed/>
                </p:oleObj>
              </mc:Choice>
              <mc:Fallback>
                <p:oleObj name="Equation" r:id="rId20" imgW="204216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734550" y="2673350"/>
                        <a:ext cx="179514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4369435" y="2825750"/>
          <a:ext cx="5365115" cy="72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2" imgW="2082800" imgH="228600" progId="Equation.DSMT4">
                  <p:embed/>
                </p:oleObj>
              </mc:Choice>
              <mc:Fallback>
                <p:oleObj name="Equation" r:id="rId22" imgW="2082800" imgH="2286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369435" y="2825750"/>
                        <a:ext cx="5365115" cy="722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4907915" y="5287010"/>
          <a:ext cx="4573905" cy="12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24" imgW="1943100" imgH="444500" progId="Equation.DSMT4">
                  <p:embed/>
                </p:oleObj>
              </mc:Choice>
              <mc:Fallback>
                <p:oleObj name="Equation" r:id="rId24" imgW="1943100" imgH="4445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907915" y="5287010"/>
                        <a:ext cx="4573905" cy="1252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9734395" y="5287014"/>
          <a:ext cx="2514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26" imgW="23774400" imgH="10668000" progId="Equation.DSMT4">
                  <p:embed/>
                </p:oleObj>
              </mc:Choice>
              <mc:Fallback>
                <p:oleObj name="Equation" r:id="rId26" imgW="23774400" imgH="10668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734395" y="5287014"/>
                        <a:ext cx="2514600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06" name="Object 134"/>
          <p:cNvGraphicFramePr>
            <a:graphicFrameLocks noChangeAspect="1"/>
          </p:cNvGraphicFramePr>
          <p:nvPr/>
        </p:nvGraphicFramePr>
        <p:xfrm>
          <a:off x="3977005" y="5768340"/>
          <a:ext cx="86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8" imgW="8229600" imgH="3352800" progId="Equation.DSMT4">
                  <p:embed/>
                </p:oleObj>
              </mc:Choice>
              <mc:Fallback>
                <p:oleObj name="Equation" r:id="rId28" imgW="8229600" imgH="33528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977005" y="5768340"/>
                        <a:ext cx="8636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2216276" y="5552474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13716000" imgH="4876800" progId="Equation.DSMT4">
                  <p:embed/>
                </p:oleObj>
              </mc:Choice>
              <mc:Fallback>
                <p:oleObj name="Equation" r:id="rId30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216276" y="5552474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9701194" y="6938139"/>
          <a:ext cx="3192462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32" imgW="30175200" imgH="10668000" progId="Equation.DSMT4">
                  <p:embed/>
                </p:oleObj>
              </mc:Choice>
              <mc:Fallback>
                <p:oleObj name="Equation" r:id="rId32" imgW="30175200" imgH="106680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701194" y="6938139"/>
                        <a:ext cx="3192462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2"/>
          <p:cNvGraphicFramePr>
            <a:graphicFrameLocks noChangeAspect="1"/>
          </p:cNvGraphicFramePr>
          <p:nvPr/>
        </p:nvGraphicFramePr>
        <p:xfrm>
          <a:off x="2084196" y="7403499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34" imgW="13716000" imgH="4876800" progId="Equation.DSMT4">
                  <p:embed/>
                </p:oleObj>
              </mc:Choice>
              <mc:Fallback>
                <p:oleObj name="Equation" r:id="rId34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084196" y="7403499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3873500" y="6938010"/>
          <a:ext cx="586168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35" imgW="2413000" imgH="444500" progId="Equation.DSMT4">
                  <p:embed/>
                </p:oleObj>
              </mc:Choice>
              <mc:Fallback>
                <p:oleObj name="Equation" r:id="rId35" imgW="2413000" imgH="4445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73500" y="6938010"/>
                        <a:ext cx="5861685" cy="1320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384030" y="482600"/>
            <a:ext cx="4407535" cy="1579245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"/>
          <p:cNvSpPr txBox="1"/>
          <p:nvPr/>
        </p:nvSpPr>
        <p:spPr>
          <a:xfrm>
            <a:off x="381635" y="2440305"/>
            <a:ext cx="82283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：将函数         在点         展开成幂级数。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079750" y="2110740"/>
          <a:ext cx="824230" cy="11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" imgW="330200" imgH="393700" progId="Equation.DSMT4">
                  <p:embed/>
                </p:oleObj>
              </mc:Choice>
              <mc:Fallback>
                <p:oleObj name="Equation" r:id="rId1" imgW="330200" imgH="3937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9750" y="2110740"/>
                        <a:ext cx="824230" cy="1189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4825365" y="2455863"/>
          <a:ext cx="791210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3" imgW="316865" imgH="165100" progId="Equation.DSMT4">
                  <p:embed/>
                </p:oleObj>
              </mc:Choice>
              <mc:Fallback>
                <p:oleObj name="Equation" r:id="rId3" imgW="316865" imgH="1651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5365" y="2455863"/>
                        <a:ext cx="791210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/>
        </p:nvGraphicFramePr>
        <p:xfrm>
          <a:off x="1956753" y="4604385"/>
          <a:ext cx="1110615" cy="11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5" imgW="444500" imgH="393700" progId="Equation.DSMT4">
                  <p:embed/>
                </p:oleObj>
              </mc:Choice>
              <mc:Fallback>
                <p:oleObj name="Equation" r:id="rId5" imgW="444500" imgH="3937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6753" y="4604385"/>
                        <a:ext cx="1110615" cy="1189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/>
        </p:nvGraphicFramePr>
        <p:xfrm>
          <a:off x="3199130" y="4587240"/>
          <a:ext cx="193294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7" imgW="774065" imgH="431800" progId="Equation.DSMT4">
                  <p:embed/>
                </p:oleObj>
              </mc:Choice>
              <mc:Fallback>
                <p:oleObj name="Equation" r:id="rId7" imgW="774065" imgH="4318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9130" y="4587240"/>
                        <a:ext cx="1932940" cy="1304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4053840" y="5216208"/>
          <a:ext cx="1013460" cy="6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9" imgW="405765" imgH="203200" progId="Equation.DSMT4">
                  <p:embed/>
                </p:oleObj>
              </mc:Choice>
              <mc:Fallback>
                <p:oleObj name="Equation" r:id="rId9" imgW="405765" imgH="203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53840" y="5216208"/>
                        <a:ext cx="1013460" cy="614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3356928" y="5270818"/>
          <a:ext cx="602615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1" imgW="241300" imgH="165100" progId="Equation.DSMT4">
                  <p:embed/>
                </p:oleObj>
              </mc:Choice>
              <mc:Fallback>
                <p:oleObj name="Equation" r:id="rId11" imgW="241300" imgH="1651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56928" y="5270818"/>
                        <a:ext cx="602615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5357495" y="4587240"/>
          <a:ext cx="2251710" cy="176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13" imgW="901700" imgH="584200" progId="Equation.DSMT4">
                  <p:embed/>
                </p:oleObj>
              </mc:Choice>
              <mc:Fallback>
                <p:oleObj name="Equation" r:id="rId13" imgW="901700" imgH="584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57495" y="4587240"/>
                        <a:ext cx="2251710" cy="1765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7608888" y="4525328"/>
          <a:ext cx="3108325" cy="130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5" imgW="1244600" imgH="431800" progId="Equation.DSMT4">
                  <p:embed/>
                </p:oleObj>
              </mc:Choice>
              <mc:Fallback>
                <p:oleObj name="Equation" r:id="rId15" imgW="1244600" imgH="4318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08888" y="4525328"/>
                        <a:ext cx="3108325" cy="1305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/>
        </p:nvGraphicFramePr>
        <p:xfrm>
          <a:off x="10495916" y="4505961"/>
          <a:ext cx="2823210" cy="1344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17" imgW="1130300" imgH="444500" progId="Equation.DSMT4">
                  <p:embed/>
                </p:oleObj>
              </mc:Choice>
              <mc:Fallback>
                <p:oleObj name="Equation" r:id="rId17" imgW="1130300" imgH="4445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495916" y="4505961"/>
                        <a:ext cx="2823210" cy="1344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2"/>
          <p:cNvGraphicFramePr>
            <a:graphicFrameLocks noChangeAspect="1"/>
          </p:cNvGraphicFramePr>
          <p:nvPr/>
        </p:nvGraphicFramePr>
        <p:xfrm>
          <a:off x="1803083" y="3300095"/>
          <a:ext cx="1553845" cy="11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19" imgW="622300" imgH="393700" progId="Equation.DSMT4">
                  <p:embed/>
                </p:oleObj>
              </mc:Choice>
              <mc:Fallback>
                <p:oleObj name="Equation" r:id="rId19" imgW="622300" imgH="3937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03083" y="3300095"/>
                        <a:ext cx="1553845" cy="1189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/>
        </p:nvGraphicFramePr>
        <p:xfrm>
          <a:off x="3547428" y="3587750"/>
          <a:ext cx="1584325" cy="6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1" imgW="634365" imgH="203200" progId="Equation.DSMT4">
                  <p:embed/>
                </p:oleObj>
              </mc:Choice>
              <mc:Fallback>
                <p:oleObj name="Equation" r:id="rId21" imgW="634365" imgH="203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47428" y="3587750"/>
                        <a:ext cx="1584325" cy="614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2"/>
          <p:cNvGraphicFramePr>
            <a:graphicFrameLocks noChangeAspect="1"/>
          </p:cNvGraphicFramePr>
          <p:nvPr/>
        </p:nvGraphicFramePr>
        <p:xfrm>
          <a:off x="10850880" y="505460"/>
          <a:ext cx="787400" cy="1130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23" imgW="330200" imgH="393700" progId="Equation.DSMT4">
                  <p:embed/>
                </p:oleObj>
              </mc:Choice>
              <mc:Fallback>
                <p:oleObj name="Equation" r:id="rId23" imgW="330200" imgH="3937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850880" y="505460"/>
                        <a:ext cx="787400" cy="1130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9507220" y="902970"/>
          <a:ext cx="8839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25" imgW="10058400" imgH="4876800" progId="Equation.DSMT4">
                  <p:embed/>
                </p:oleObj>
              </mc:Choice>
              <mc:Fallback>
                <p:oleObj name="Equation" r:id="rId25" imgW="100584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07220" y="902970"/>
                        <a:ext cx="8839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2"/>
          <p:cNvGraphicFramePr>
            <a:graphicFrameLocks noChangeAspect="1"/>
          </p:cNvGraphicFramePr>
          <p:nvPr/>
        </p:nvGraphicFramePr>
        <p:xfrm>
          <a:off x="11638280" y="612775"/>
          <a:ext cx="179514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27" imgW="20421600" imgH="10363200" progId="Equation.DSMT4">
                  <p:embed/>
                </p:oleObj>
              </mc:Choice>
              <mc:Fallback>
                <p:oleObj name="Equation" r:id="rId27" imgW="204216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638280" y="612775"/>
                        <a:ext cx="179514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2"/>
          <p:cNvSpPr txBox="1"/>
          <p:nvPr/>
        </p:nvSpPr>
        <p:spPr>
          <a:xfrm>
            <a:off x="804545" y="709930"/>
            <a:ext cx="83324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7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：将函数               在点        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展开成幂级数。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9" name="Object 22"/>
          <p:cNvGraphicFramePr>
            <a:graphicFrameLocks noChangeAspect="1"/>
          </p:cNvGraphicFramePr>
          <p:nvPr/>
        </p:nvGraphicFramePr>
        <p:xfrm>
          <a:off x="2965133" y="374968"/>
          <a:ext cx="1736725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" imgW="16459200" imgH="9448800" progId="Equation.DSMT4">
                  <p:embed/>
                </p:oleObj>
              </mc:Choice>
              <mc:Fallback>
                <p:oleObj name="Equation" r:id="rId1" imgW="16459200" imgH="9448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5133" y="374968"/>
                        <a:ext cx="1736725" cy="1198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/>
        </p:nvGraphicFramePr>
        <p:xfrm>
          <a:off x="5394960" y="671830"/>
          <a:ext cx="898525" cy="565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3" imgW="316865" imgH="165100" progId="Equation.DSMT4">
                  <p:embed/>
                </p:oleObj>
              </mc:Choice>
              <mc:Fallback>
                <p:oleObj name="Equation" r:id="rId3" imgW="316865" imgH="165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4960" y="671830"/>
                        <a:ext cx="898525" cy="565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2"/>
          <p:cNvGraphicFramePr>
            <a:graphicFrameLocks noChangeAspect="1"/>
          </p:cNvGraphicFramePr>
          <p:nvPr/>
        </p:nvGraphicFramePr>
        <p:xfrm>
          <a:off x="2444750" y="1638300"/>
          <a:ext cx="376745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5" imgW="1638300" imgH="419100" progId="Equation.DSMT4">
                  <p:embed/>
                </p:oleObj>
              </mc:Choice>
              <mc:Fallback>
                <p:oleObj name="Equation" r:id="rId5" imgW="16383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4750" y="1638300"/>
                        <a:ext cx="376745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2"/>
          <p:cNvGraphicFramePr>
            <a:graphicFrameLocks noChangeAspect="1"/>
          </p:cNvGraphicFramePr>
          <p:nvPr/>
        </p:nvGraphicFramePr>
        <p:xfrm>
          <a:off x="6414135" y="1709420"/>
          <a:ext cx="207391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7" imgW="901700" imgH="393700" progId="Equation.DSMT4">
                  <p:embed/>
                </p:oleObj>
              </mc:Choice>
              <mc:Fallback>
                <p:oleObj name="Equation" r:id="rId7" imgW="9017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4135" y="1709420"/>
                        <a:ext cx="207391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3073400" y="2882265"/>
          <a:ext cx="2510790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91565" imgH="419100" progId="Equation.DSMT4">
                  <p:embed/>
                </p:oleObj>
              </mc:Choice>
              <mc:Fallback>
                <p:oleObj name="Equation" r:id="rId9" imgW="1091565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3400" y="2882265"/>
                        <a:ext cx="2510790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7830186" y="2881948"/>
          <a:ext cx="243395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1028700" imgH="444500" progId="Equation.DSMT4">
                  <p:embed/>
                </p:oleObj>
              </mc:Choice>
              <mc:Fallback>
                <p:oleObj name="Equation" r:id="rId11" imgW="10287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30186" y="2881948"/>
                        <a:ext cx="243395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1448753" y="3252470"/>
          <a:ext cx="151638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3" imgW="634365" imgH="203200" progId="Equation.DSMT4">
                  <p:embed/>
                </p:oleObj>
              </mc:Choice>
              <mc:Fallback>
                <p:oleObj name="Equation" r:id="rId13" imgW="634365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8753" y="3252470"/>
                        <a:ext cx="151638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1477963" y="4897120"/>
          <a:ext cx="145796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5" imgW="609600" imgH="203200" progId="Equation.DSMT4">
                  <p:embed/>
                </p:oleObj>
              </mc:Choice>
              <mc:Fallback>
                <p:oleObj name="Equation" r:id="rId15" imgW="6096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7963" y="4897120"/>
                        <a:ext cx="145796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675130" y="5884545"/>
            <a:ext cx="26200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" name="文本框 2"/>
          <p:cNvSpPr txBox="1"/>
          <p:nvPr/>
        </p:nvSpPr>
        <p:spPr>
          <a:xfrm>
            <a:off x="1496695" y="1709420"/>
            <a:ext cx="85344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5813743" y="2959100"/>
          <a:ext cx="2016125" cy="163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876300" imgH="584200" progId="Equation.DSMT4">
                  <p:embed/>
                </p:oleObj>
              </mc:Choice>
              <mc:Fallback>
                <p:oleObj name="Equation" r:id="rId17" imgW="876300" imgH="5842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13743" y="2959100"/>
                        <a:ext cx="2016125" cy="163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10263824" y="2830513"/>
          <a:ext cx="2133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9" imgW="901700" imgH="444500" progId="Equation.DSMT4">
                  <p:embed/>
                </p:oleObj>
              </mc:Choice>
              <mc:Fallback>
                <p:oleObj name="Equation" r:id="rId19" imgW="9017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263824" y="2830513"/>
                        <a:ext cx="213360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3129598" y="4593590"/>
          <a:ext cx="245427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1066800" imgH="419100" progId="Equation.DSMT4">
                  <p:embed/>
                </p:oleObj>
              </mc:Choice>
              <mc:Fallback>
                <p:oleObj name="Equation" r:id="rId21" imgW="10668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29598" y="4593590"/>
                        <a:ext cx="245427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5813743" y="4593590"/>
          <a:ext cx="192849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838200" imgH="419100" progId="Equation.DSMT4">
                  <p:embed/>
                </p:oleObj>
              </mc:Choice>
              <mc:Fallback>
                <p:oleObj name="Equation" r:id="rId23" imgW="8382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13743" y="4593590"/>
                        <a:ext cx="192849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7742556" y="4559936"/>
          <a:ext cx="210375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5" imgW="889000" imgH="431800" progId="Equation.DSMT4">
                  <p:embed/>
                </p:oleObj>
              </mc:Choice>
              <mc:Fallback>
                <p:oleObj name="Equation" r:id="rId25" imgW="889000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42556" y="4559936"/>
                        <a:ext cx="210375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1448753" y="6748145"/>
          <a:ext cx="145796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7" imgW="609600" imgH="203200" progId="Equation.DSMT4">
                  <p:embed/>
                </p:oleObj>
              </mc:Choice>
              <mc:Fallback>
                <p:oleObj name="Equation" r:id="rId27" imgW="6096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48753" y="6748145"/>
                        <a:ext cx="145796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3073083" y="6414135"/>
          <a:ext cx="186944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8" imgW="812800" imgH="393700" progId="Equation.DSMT4">
                  <p:embed/>
                </p:oleObj>
              </mc:Choice>
              <mc:Fallback>
                <p:oleObj name="Equation" r:id="rId28" imgW="8128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073083" y="6414135"/>
                        <a:ext cx="186944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2"/>
          <p:cNvGraphicFramePr>
            <a:graphicFrameLocks noChangeAspect="1"/>
          </p:cNvGraphicFramePr>
          <p:nvPr/>
        </p:nvGraphicFramePr>
        <p:xfrm>
          <a:off x="4942840" y="6414135"/>
          <a:ext cx="181102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0" imgW="787400" imgH="393700" progId="Equation.DSMT4">
                  <p:embed/>
                </p:oleObj>
              </mc:Choice>
              <mc:Fallback>
                <p:oleObj name="Equation" r:id="rId30" imgW="7874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942840" y="6414135"/>
                        <a:ext cx="181102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6753544" y="6392863"/>
          <a:ext cx="2133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2" imgW="901700" imgH="444500" progId="Equation.DSMT4">
                  <p:embed/>
                </p:oleObj>
              </mc:Choice>
              <mc:Fallback>
                <p:oleObj name="Equation" r:id="rId32" imgW="9017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53544" y="6392863"/>
                        <a:ext cx="213360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2"/>
          <p:cNvGraphicFramePr>
            <a:graphicFrameLocks noChangeAspect="1"/>
          </p:cNvGraphicFramePr>
          <p:nvPr/>
        </p:nvGraphicFramePr>
        <p:xfrm>
          <a:off x="8887461" y="6393181"/>
          <a:ext cx="183197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33" imgW="774065" imgH="431800" progId="Equation.DSMT4">
                  <p:embed/>
                </p:oleObj>
              </mc:Choice>
              <mc:Fallback>
                <p:oleObj name="Equation" r:id="rId33" imgW="774065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887461" y="6393181"/>
                        <a:ext cx="183197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2"/>
          <p:cNvGraphicFramePr>
            <a:graphicFrameLocks noChangeAspect="1"/>
          </p:cNvGraphicFramePr>
          <p:nvPr/>
        </p:nvGraphicFramePr>
        <p:xfrm>
          <a:off x="6779896" y="7669531"/>
          <a:ext cx="306641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35" imgW="1295400" imgH="431800" progId="Equation.DSMT4">
                  <p:embed/>
                </p:oleObj>
              </mc:Choice>
              <mc:Fallback>
                <p:oleObj name="Equation" r:id="rId35" imgW="1295400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779896" y="7669531"/>
                        <a:ext cx="306641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9886950" y="484505"/>
            <a:ext cx="4131945" cy="1355725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11522268" y="49013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37" imgW="10363200" imgH="9448800" progId="Equation.DSMT4">
                  <p:embed/>
                </p:oleObj>
              </mc:Choice>
              <mc:Fallback>
                <p:oleObj name="Equation" r:id="rId37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1522268" y="49013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10206653" y="77023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9" imgW="10058400" imgH="4876800" progId="Equation.DSMT4">
                  <p:embed/>
                </p:oleObj>
              </mc:Choice>
              <mc:Fallback>
                <p:oleObj name="Equation" r:id="rId39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206653" y="77023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12821603" y="490220"/>
          <a:ext cx="862965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41" imgW="368300" imgH="431800" progId="Equation.DSMT4">
                  <p:embed/>
                </p:oleObj>
              </mc:Choice>
              <mc:Fallback>
                <p:oleObj name="Equation" r:id="rId41" imgW="3683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2821603" y="490220"/>
                        <a:ext cx="862965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166082" y="4997519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 析 函 数 的 零 点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"/>
          <p:cNvSpPr txBox="1"/>
          <p:nvPr/>
        </p:nvSpPr>
        <p:spPr>
          <a:xfrm>
            <a:off x="709774" y="2031910"/>
            <a:ext cx="4722651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、解析函数零点的定义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2125" y="2770505"/>
            <a:ext cx="6817360" cy="701675"/>
            <a:chOff x="997" y="1951"/>
            <a:chExt cx="10736" cy="1105"/>
          </a:xfrm>
        </p:grpSpPr>
        <p:sp>
          <p:nvSpPr>
            <p:cNvPr id="47" name="文本框 2"/>
            <p:cNvSpPr txBox="1"/>
            <p:nvPr/>
          </p:nvSpPr>
          <p:spPr>
            <a:xfrm>
              <a:off x="997" y="2082"/>
              <a:ext cx="1073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若函数       在    处解析，且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4874" y="1951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7" name="Equation" r:id="rId1" imgW="3962400" imgH="5486400" progId="Equation.DSMT4">
                    <p:embed/>
                  </p:oleObj>
                </mc:Choice>
                <mc:Fallback>
                  <p:oleObj name="Equation" r:id="rId1" imgW="3962400" imgH="54864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74" y="1951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2"/>
            <p:cNvGraphicFramePr>
              <a:graphicFrameLocks noChangeAspect="1"/>
            </p:cNvGraphicFramePr>
            <p:nvPr/>
          </p:nvGraphicFramePr>
          <p:xfrm>
            <a:off x="2898" y="2082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194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98" y="2082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2"/>
          <p:cNvSpPr txBox="1"/>
          <p:nvPr/>
        </p:nvSpPr>
        <p:spPr>
          <a:xfrm>
            <a:off x="10609424" y="3531397"/>
            <a:ext cx="138803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5102326" y="2774596"/>
          <a:ext cx="154305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14630400" imgH="5486400" progId="Equation.DSMT4">
                  <p:embed/>
                </p:oleObj>
              </mc:Choice>
              <mc:Fallback>
                <p:oleObj name="Equation" r:id="rId5" imgW="14630400" imgH="54864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02326" y="2774596"/>
                        <a:ext cx="1543050" cy="696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660515" y="2736850"/>
            <a:ext cx="4500880" cy="694690"/>
            <a:chOff x="10711" y="1898"/>
            <a:chExt cx="7088" cy="1094"/>
          </a:xfrm>
        </p:grpSpPr>
        <p:sp>
          <p:nvSpPr>
            <p:cNvPr id="18" name="文本框 2"/>
            <p:cNvSpPr txBox="1"/>
            <p:nvPr/>
          </p:nvSpPr>
          <p:spPr>
            <a:xfrm>
              <a:off x="10711" y="2063"/>
              <a:ext cx="708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则    称为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零点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0" name="Object 22"/>
            <p:cNvGraphicFramePr>
              <a:graphicFrameLocks noChangeAspect="1"/>
            </p:cNvGraphicFramePr>
            <p:nvPr/>
          </p:nvGraphicFramePr>
          <p:xfrm>
            <a:off x="11671" y="1898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0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194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671" y="1898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13265" y="2015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1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194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265" y="2015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496570" y="3507740"/>
            <a:ext cx="4605020" cy="694690"/>
            <a:chOff x="1004" y="3112"/>
            <a:chExt cx="7252" cy="1094"/>
          </a:xfrm>
        </p:grpSpPr>
        <p:sp>
          <p:nvSpPr>
            <p:cNvPr id="22" name="文本框 2"/>
            <p:cNvSpPr txBox="1"/>
            <p:nvPr/>
          </p:nvSpPr>
          <p:spPr>
            <a:xfrm>
              <a:off x="1004" y="3283"/>
              <a:ext cx="725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称为       的零点，且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1870" y="3112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2" name="Equation" r:id="rId11" imgW="3962400" imgH="5486400" progId="Equation.DSMT4">
                    <p:embed/>
                  </p:oleObj>
                </mc:Choice>
                <mc:Fallback>
                  <p:oleObj name="Equation" r:id="rId11" imgW="3962400" imgH="5486400" progId="Equation.DSMT4">
                    <p:embed/>
                    <p:pic>
                      <p:nvPicPr>
                        <p:cNvPr id="0" name="图片 194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0" y="3112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2"/>
            <p:cNvGraphicFramePr>
              <a:graphicFrameLocks noChangeAspect="1"/>
            </p:cNvGraphicFramePr>
            <p:nvPr/>
          </p:nvGraphicFramePr>
          <p:xfrm>
            <a:off x="3600" y="3212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3" name="Equation" r:id="rId12" imgW="7924800" imgH="4876800" progId="Equation.DSMT4">
                    <p:embed/>
                  </p:oleObj>
                </mc:Choice>
                <mc:Fallback>
                  <p:oleObj name="Equation" r:id="rId12" imgW="7924800" imgH="4876800" progId="Equation.DSMT4">
                    <p:embed/>
                    <p:pic>
                      <p:nvPicPr>
                        <p:cNvPr id="0" name="图片 194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00" y="3212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4842444" y="3468141"/>
          <a:ext cx="62372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3" imgW="59131200" imgH="5791200" progId="Equation.DSMT4">
                  <p:embed/>
                </p:oleObj>
              </mc:Choice>
              <mc:Fallback>
                <p:oleObj name="Equation" r:id="rId13" imgW="59131200" imgH="57912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42444" y="3468141"/>
                        <a:ext cx="6237288" cy="735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/>
        </p:nvGraphicFramePr>
        <p:xfrm>
          <a:off x="11610216" y="3427359"/>
          <a:ext cx="20891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5" imgW="19812000" imgH="5791200" progId="Equation.DSMT4">
                  <p:embed/>
                </p:oleObj>
              </mc:Choice>
              <mc:Fallback>
                <p:oleObj name="Equation" r:id="rId15" imgW="19812000" imgH="57912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610216" y="3427359"/>
                        <a:ext cx="2089150" cy="735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68960" y="4272915"/>
            <a:ext cx="7038340" cy="734060"/>
            <a:chOff x="1118" y="4317"/>
            <a:chExt cx="11084" cy="1156"/>
          </a:xfrm>
        </p:grpSpPr>
        <p:sp>
          <p:nvSpPr>
            <p:cNvPr id="28" name="文本框 2"/>
            <p:cNvSpPr txBox="1"/>
            <p:nvPr/>
          </p:nvSpPr>
          <p:spPr>
            <a:xfrm>
              <a:off x="1118" y="4489"/>
              <a:ext cx="1108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则    称为       的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m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阶零点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22"/>
            <p:cNvGraphicFramePr>
              <a:graphicFrameLocks noChangeAspect="1"/>
            </p:cNvGraphicFramePr>
            <p:nvPr/>
          </p:nvGraphicFramePr>
          <p:xfrm>
            <a:off x="2179" y="4317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6" name="Equation" r:id="rId17" imgW="3962400" imgH="5486400" progId="Equation.DSMT4">
                    <p:embed/>
                  </p:oleObj>
                </mc:Choice>
                <mc:Fallback>
                  <p:oleObj name="Equation" r:id="rId17" imgW="3962400" imgH="5486400" progId="Equation.DSMT4">
                    <p:embed/>
                    <p:pic>
                      <p:nvPicPr>
                        <p:cNvPr id="0" name="图片 194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79" y="4317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3716" y="4499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7" name="Equation" r:id="rId18" imgW="7924800" imgH="4876800" progId="Equation.DSMT4">
                    <p:embed/>
                  </p:oleObj>
                </mc:Choice>
                <mc:Fallback>
                  <p:oleObj name="Equation" r:id="rId18" imgW="7924800" imgH="4876800" progId="Equation.DSMT4">
                    <p:embed/>
                    <p:pic>
                      <p:nvPicPr>
                        <p:cNvPr id="0" name="图片 194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16" y="4499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2"/>
          <p:cNvSpPr txBox="1"/>
          <p:nvPr/>
        </p:nvSpPr>
        <p:spPr>
          <a:xfrm>
            <a:off x="621030" y="5007610"/>
            <a:ext cx="82772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找到下列函数的零点，并指出其阶数。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9" name="Object 22"/>
          <p:cNvGraphicFramePr>
            <a:graphicFrameLocks noChangeAspect="1"/>
          </p:cNvGraphicFramePr>
          <p:nvPr/>
        </p:nvGraphicFramePr>
        <p:xfrm>
          <a:off x="1465580" y="6012498"/>
          <a:ext cx="2689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9" imgW="1181100" imgH="203200" progId="Equation.DSMT4">
                  <p:embed/>
                </p:oleObj>
              </mc:Choice>
              <mc:Fallback>
                <p:oleObj name="Equation" r:id="rId19" imgW="1181100" imgH="2032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65580" y="6012498"/>
                        <a:ext cx="2689225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2"/>
          <p:cNvGraphicFramePr>
            <a:graphicFrameLocks noChangeAspect="1"/>
          </p:cNvGraphicFramePr>
          <p:nvPr/>
        </p:nvGraphicFramePr>
        <p:xfrm>
          <a:off x="4364991" y="6012498"/>
          <a:ext cx="208216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21" imgW="914400" imgH="228600" progId="Equation.DSMT4">
                  <p:embed/>
                </p:oleObj>
              </mc:Choice>
              <mc:Fallback>
                <p:oleObj name="Equation" r:id="rId21" imgW="914400" imgH="2286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64991" y="6012498"/>
                        <a:ext cx="208216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/>
        </p:nvSpPr>
        <p:spPr>
          <a:xfrm>
            <a:off x="2665730" y="7102475"/>
            <a:ext cx="23596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为二阶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零点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22"/>
          <p:cNvGraphicFramePr>
            <a:graphicFrameLocks noChangeAspect="1"/>
          </p:cNvGraphicFramePr>
          <p:nvPr/>
        </p:nvGraphicFramePr>
        <p:xfrm>
          <a:off x="1998980" y="7051675"/>
          <a:ext cx="94488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3" imgW="405765" imgH="228600" progId="Equation.DSMT4">
                  <p:embed/>
                </p:oleObj>
              </mc:Choice>
              <mc:Fallback>
                <p:oleObj name="Equation" r:id="rId23" imgW="405765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98980" y="7051675"/>
                        <a:ext cx="94488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2"/>
          <p:cNvGraphicFramePr>
            <a:graphicFrameLocks noChangeAspect="1"/>
          </p:cNvGraphicFramePr>
          <p:nvPr/>
        </p:nvGraphicFramePr>
        <p:xfrm>
          <a:off x="5025391" y="7003098"/>
          <a:ext cx="286321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25" imgW="1257300" imgH="228600" progId="Equation.DSMT4">
                  <p:embed/>
                </p:oleObj>
              </mc:Choice>
              <mc:Fallback>
                <p:oleObj name="Equation" r:id="rId25" imgW="1257300" imgH="2286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25391" y="7003098"/>
                        <a:ext cx="286321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文本框 2"/>
          <p:cNvSpPr txBox="1"/>
          <p:nvPr/>
        </p:nvSpPr>
        <p:spPr>
          <a:xfrm>
            <a:off x="7807325" y="7021195"/>
            <a:ext cx="41071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是一阶零点。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0320" y="5997575"/>
            <a:ext cx="727710" cy="625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63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1299880" y="1454051"/>
            <a:ext cx="14786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5999" y="752385"/>
            <a:ext cx="5351301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、解析函数零点阶数的判定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91765" y="1397000"/>
            <a:ext cx="4245610" cy="561340"/>
            <a:chOff x="4239" y="2200"/>
            <a:chExt cx="6686" cy="884"/>
          </a:xfrm>
        </p:grpSpPr>
        <p:sp>
          <p:nvSpPr>
            <p:cNvPr id="18" name="文本框 2"/>
            <p:cNvSpPr txBox="1"/>
            <p:nvPr/>
          </p:nvSpPr>
          <p:spPr>
            <a:xfrm>
              <a:off x="4239" y="2250"/>
              <a:ext cx="668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       不恒等于零，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" name="Object 22"/>
            <p:cNvGraphicFramePr>
              <a:graphicFrameLocks noChangeAspect="1"/>
            </p:cNvGraphicFramePr>
            <p:nvPr/>
          </p:nvGraphicFramePr>
          <p:xfrm>
            <a:off x="5509" y="2200"/>
            <a:ext cx="1194" cy="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204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509" y="2200"/>
                          <a:ext cx="1194" cy="8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6616700" y="1345565"/>
            <a:ext cx="3705860" cy="694690"/>
            <a:chOff x="10420" y="2119"/>
            <a:chExt cx="5836" cy="1094"/>
          </a:xfrm>
        </p:grpSpPr>
        <p:sp>
          <p:nvSpPr>
            <p:cNvPr id="26" name="文本框 2"/>
            <p:cNvSpPr txBox="1"/>
            <p:nvPr/>
          </p:nvSpPr>
          <p:spPr>
            <a:xfrm>
              <a:off x="10420" y="2248"/>
              <a:ext cx="583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为        的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m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阶零点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" name="Object 22"/>
            <p:cNvGraphicFramePr>
              <a:graphicFrameLocks noChangeAspect="1"/>
            </p:cNvGraphicFramePr>
            <p:nvPr/>
          </p:nvGraphicFramePr>
          <p:xfrm>
            <a:off x="10701" y="2119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204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701" y="2119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22"/>
            <p:cNvGraphicFramePr>
              <a:graphicFrameLocks noChangeAspect="1"/>
            </p:cNvGraphicFramePr>
            <p:nvPr/>
          </p:nvGraphicFramePr>
          <p:xfrm>
            <a:off x="11805" y="2219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5" imgW="7924800" imgH="4876800" progId="Equation.DSMT4">
                    <p:embed/>
                  </p:oleObj>
                </mc:Choice>
                <mc:Fallback>
                  <p:oleObj name="Equation" r:id="rId5" imgW="7924800" imgH="4876800" progId="Equation.DSMT4">
                    <p:embed/>
                    <p:pic>
                      <p:nvPicPr>
                        <p:cNvPr id="0" name="图片 20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805" y="2219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左右箭头 6"/>
          <p:cNvSpPr/>
          <p:nvPr/>
        </p:nvSpPr>
        <p:spPr>
          <a:xfrm>
            <a:off x="10408920" y="1622425"/>
            <a:ext cx="1049655" cy="193675"/>
          </a:xfrm>
          <a:prstGeom prst="leftRightArrow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280795" y="2231390"/>
            <a:ext cx="3295650" cy="554990"/>
            <a:chOff x="2017" y="3514"/>
            <a:chExt cx="5190" cy="874"/>
          </a:xfrm>
        </p:grpSpPr>
        <p:sp>
          <p:nvSpPr>
            <p:cNvPr id="8" name="文本框 2"/>
            <p:cNvSpPr txBox="1"/>
            <p:nvPr/>
          </p:nvSpPr>
          <p:spPr>
            <a:xfrm>
              <a:off x="2017" y="3514"/>
              <a:ext cx="519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在某个        内，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" name="Object 22"/>
            <p:cNvGraphicFramePr>
              <a:graphicFrameLocks noChangeAspect="1"/>
            </p:cNvGraphicFramePr>
            <p:nvPr/>
          </p:nvGraphicFramePr>
          <p:xfrm>
            <a:off x="3884" y="3514"/>
            <a:ext cx="1299" cy="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4" name="Equation" r:id="rId8" imgW="9753600" imgH="5486400" progId="Equation.DSMT4">
                    <p:embed/>
                  </p:oleObj>
                </mc:Choice>
                <mc:Fallback>
                  <p:oleObj name="Equation" r:id="rId8" imgW="9753600" imgH="5486400" progId="Equation.DSMT4">
                    <p:embed/>
                    <p:pic>
                      <p:nvPicPr>
                        <p:cNvPr id="0" name="图片 204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884" y="3514"/>
                          <a:ext cx="1299" cy="8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4061460" y="2147570"/>
          <a:ext cx="2733675" cy="63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10" imgW="29870400" imgH="5791200" progId="Equation.DSMT4">
                  <p:embed/>
                </p:oleObj>
              </mc:Choice>
              <mc:Fallback>
                <p:oleObj name="Equation" r:id="rId10" imgW="29870400" imgH="57912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61460" y="2147570"/>
                        <a:ext cx="2733675" cy="637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6938010" y="2118995"/>
            <a:ext cx="4519930" cy="694690"/>
            <a:chOff x="10926" y="3337"/>
            <a:chExt cx="7118" cy="1094"/>
          </a:xfrm>
        </p:grpSpPr>
        <p:sp>
          <p:nvSpPr>
            <p:cNvPr id="38" name="文本框 2"/>
            <p:cNvSpPr txBox="1"/>
            <p:nvPr/>
          </p:nvSpPr>
          <p:spPr>
            <a:xfrm>
              <a:off x="10926" y="3467"/>
              <a:ext cx="711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其中       在    解析，但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9" name="Object 22"/>
            <p:cNvGraphicFramePr>
              <a:graphicFrameLocks noChangeAspect="1"/>
            </p:cNvGraphicFramePr>
            <p:nvPr/>
          </p:nvGraphicFramePr>
          <p:xfrm>
            <a:off x="12109" y="3398"/>
            <a:ext cx="1270" cy="9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6" name="Equation" r:id="rId12" imgW="7620000" imgH="4876800" progId="Equation.DSMT4">
                    <p:embed/>
                  </p:oleObj>
                </mc:Choice>
                <mc:Fallback>
                  <p:oleObj name="Equation" r:id="rId12" imgW="7620000" imgH="4876800" progId="Equation.DSMT4">
                    <p:embed/>
                    <p:pic>
                      <p:nvPicPr>
                        <p:cNvPr id="0" name="图片 204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109" y="3398"/>
                          <a:ext cx="1270" cy="9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2"/>
            <p:cNvGraphicFramePr>
              <a:graphicFrameLocks noChangeAspect="1"/>
            </p:cNvGraphicFramePr>
            <p:nvPr/>
          </p:nvGraphicFramePr>
          <p:xfrm>
            <a:off x="14155" y="3337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7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图片 204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55" y="3337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10817281" y="2091572"/>
          <a:ext cx="15478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14630400" imgH="5486400" progId="Equation.DSMT4">
                  <p:embed/>
                </p:oleObj>
              </mc:Choice>
              <mc:Fallback>
                <p:oleObj name="Equation" r:id="rId15" imgW="14630400" imgH="54864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17281" y="2091572"/>
                        <a:ext cx="1547813" cy="695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1741805" y="2991485"/>
            <a:ext cx="120211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如果不能直接看出零点的阶数，只需要将函数在零点展开成泰勒级数即可。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1137285" y="3764915"/>
            <a:ext cx="58426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指出零点的阶数。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1943735" y="5634355"/>
          <a:ext cx="263906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1130300" imgH="228600" progId="Equation.DSMT4">
                  <p:embed/>
                </p:oleObj>
              </mc:Choice>
              <mc:Fallback>
                <p:oleObj name="Equation" r:id="rId17" imgW="1130300" imgH="2286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43735" y="5634355"/>
                        <a:ext cx="263906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七角星 21"/>
          <p:cNvSpPr/>
          <p:nvPr/>
        </p:nvSpPr>
        <p:spPr>
          <a:xfrm>
            <a:off x="746065" y="285082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0654" name="Object 62"/>
          <p:cNvGraphicFramePr>
            <a:graphicFrameLocks noChangeAspect="1"/>
          </p:cNvGraphicFramePr>
          <p:nvPr/>
        </p:nvGraphicFramePr>
        <p:xfrm>
          <a:off x="1898650" y="4308475"/>
          <a:ext cx="30067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19" imgW="1231265" imgH="228600" progId="Equation.DSMT4">
                  <p:embed/>
                </p:oleObj>
              </mc:Choice>
              <mc:Fallback>
                <p:oleObj name="Equation" r:id="rId19" imgW="1231265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98650" y="4308475"/>
                        <a:ext cx="3006725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5219065" y="4371975"/>
            <a:ext cx="41884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有两个零点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" name="Object 62"/>
          <p:cNvGraphicFramePr>
            <a:graphicFrameLocks noChangeAspect="1"/>
          </p:cNvGraphicFramePr>
          <p:nvPr/>
        </p:nvGraphicFramePr>
        <p:xfrm>
          <a:off x="7155498" y="4307840"/>
          <a:ext cx="198501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812800" imgH="228600" progId="Equation.DSMT4">
                  <p:embed/>
                </p:oleObj>
              </mc:Choice>
              <mc:Fallback>
                <p:oleObj name="Equation" r:id="rId21" imgW="812800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55498" y="4307840"/>
                        <a:ext cx="1985010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889760" y="5029200"/>
            <a:ext cx="27565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由定理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，可得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62"/>
          <p:cNvGraphicFramePr>
            <a:graphicFrameLocks noChangeAspect="1"/>
          </p:cNvGraphicFramePr>
          <p:nvPr/>
        </p:nvGraphicFramePr>
        <p:xfrm>
          <a:off x="4688206" y="4965700"/>
          <a:ext cx="9620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3" imgW="393700" imgH="228600" progId="Equation.DSMT4">
                  <p:embed/>
                </p:oleObj>
              </mc:Choice>
              <mc:Fallback>
                <p:oleObj name="Equation" r:id="rId23" imgW="393700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88206" y="4965700"/>
                        <a:ext cx="962025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5739130" y="4965700"/>
            <a:ext cx="54610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为三阶零点，       为四阶零点；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" name="Object 62"/>
          <p:cNvGraphicFramePr>
            <a:graphicFrameLocks noChangeAspect="1"/>
          </p:cNvGraphicFramePr>
          <p:nvPr/>
        </p:nvGraphicFramePr>
        <p:xfrm>
          <a:off x="7797801" y="4902200"/>
          <a:ext cx="93154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25" imgW="381000" imgH="228600" progId="Equation.DSMT4">
                  <p:embed/>
                </p:oleObj>
              </mc:Choice>
              <mc:Fallback>
                <p:oleObj name="Equation" r:id="rId25" imgW="381000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97801" y="4902200"/>
                        <a:ext cx="931545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2"/>
          <p:cNvGraphicFramePr>
            <a:graphicFrameLocks noChangeAspect="1"/>
          </p:cNvGraphicFramePr>
          <p:nvPr/>
        </p:nvGraphicFramePr>
        <p:xfrm>
          <a:off x="4771073" y="5681028"/>
          <a:ext cx="93091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27" imgW="381000" imgH="203200" progId="Equation.DSMT4">
                  <p:embed/>
                </p:oleObj>
              </mc:Choice>
              <mc:Fallback>
                <p:oleObj name="Equation" r:id="rId27" imgW="381000" imgH="2032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71073" y="5681028"/>
                        <a:ext cx="93091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2"/>
          <p:cNvGraphicFramePr>
            <a:graphicFrameLocks noChangeAspect="1"/>
          </p:cNvGraphicFramePr>
          <p:nvPr/>
        </p:nvGraphicFramePr>
        <p:xfrm>
          <a:off x="2160588" y="5960745"/>
          <a:ext cx="8126095" cy="122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9" imgW="3479800" imgH="444500" progId="Equation.DSMT4">
                  <p:embed/>
                </p:oleObj>
              </mc:Choice>
              <mc:Fallback>
                <p:oleObj name="Equation" r:id="rId29" imgW="3479800" imgH="4445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60588" y="5960745"/>
                        <a:ext cx="8126095" cy="1228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22"/>
          <p:cNvGraphicFramePr>
            <a:graphicFrameLocks noChangeAspect="1"/>
          </p:cNvGraphicFramePr>
          <p:nvPr/>
        </p:nvGraphicFramePr>
        <p:xfrm>
          <a:off x="5290821" y="7102475"/>
          <a:ext cx="4923790" cy="122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Equation" r:id="rId31" imgW="2108200" imgH="444500" progId="Equation.DSMT4">
                  <p:embed/>
                </p:oleObj>
              </mc:Choice>
              <mc:Fallback>
                <p:oleObj name="Equation" r:id="rId31" imgW="2108200" imgH="4445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290821" y="7102475"/>
                        <a:ext cx="4923790" cy="1228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62"/>
          <p:cNvGraphicFramePr>
            <a:graphicFrameLocks noChangeAspect="1"/>
          </p:cNvGraphicFramePr>
          <p:nvPr/>
        </p:nvGraphicFramePr>
        <p:xfrm>
          <a:off x="2160588" y="8271511"/>
          <a:ext cx="838200" cy="50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33" imgW="342900" imgH="177165" progId="Equation.DSMT4">
                  <p:embed/>
                </p:oleObj>
              </mc:Choice>
              <mc:Fallback>
                <p:oleObj name="Equation" r:id="rId33" imgW="342900" imgH="177165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60588" y="8271511"/>
                        <a:ext cx="838200" cy="509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2"/>
          <p:cNvSpPr txBox="1"/>
          <p:nvPr/>
        </p:nvSpPr>
        <p:spPr>
          <a:xfrm>
            <a:off x="2999105" y="8251825"/>
            <a:ext cx="54610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为六阶零点。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22" grpId="0" animBg="1"/>
      <p:bldP spid="13" grpId="0"/>
      <p:bldP spid="14" grpId="0"/>
      <p:bldP spid="17" grpId="0"/>
      <p:bldP spid="21" grpId="0"/>
      <p:bldP spid="36" grpId="0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5730281" y="4178919"/>
            <a:ext cx="608266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、解析函数的零点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814836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6484740" y="2620446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直接展开法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5763260" y="180340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、泰勒展开定理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484740" y="489463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解析函数零点的定义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6484740" y="5716963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零点阶数的判定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6632695" y="3449121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间接展开法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230853" y="3685155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27024" y="1705442"/>
            <a:ext cx="0" cy="521848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823734" y="2147527"/>
            <a:ext cx="687777" cy="583626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7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7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574155" y="202946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洛朗级数的概念与性质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5823727" y="463275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543260" y="3612520"/>
            <a:ext cx="5095770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7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洛朗级数的收敛性质</a:t>
            </a:r>
            <a:endParaRPr lang="zh-CN" altLang="en-US" sz="287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6574155" y="273685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洛朗级数的概念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6511290" y="447738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洛朗展开定理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6543040" y="524573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洛朗展开定理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6543040" y="595312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解析函数的洛朗展开式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615" y="4160520"/>
            <a:ext cx="4341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解析函数的洛朗</a:t>
            </a:r>
            <a:r>
              <a:rPr lang="zh-CN" altLang="en-US" sz="32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展开</a:t>
            </a:r>
            <a:endParaRPr lang="zh-CN" altLang="en-US" sz="32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158865" y="4939665"/>
            <a:ext cx="6710045" cy="57975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洛朗级数的概念与性质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54006" y="1884428"/>
            <a:ext cx="32537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、洛朗级数的概念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55" name="Object 19"/>
          <p:cNvGraphicFramePr>
            <a:graphicFrameLocks noChangeAspect="1"/>
          </p:cNvGraphicFramePr>
          <p:nvPr/>
        </p:nvGraphicFramePr>
        <p:xfrm>
          <a:off x="3057525" y="3450590"/>
          <a:ext cx="7532370" cy="70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3136900" imgH="241300" progId="Equation.DSMT4">
                  <p:embed/>
                </p:oleObj>
              </mc:Choice>
              <mc:Fallback>
                <p:oleObj name="Equation" r:id="rId1" imgW="3136900" imgH="2413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7525" y="3450590"/>
                        <a:ext cx="7532370" cy="7054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8" name="Object 22"/>
          <p:cNvGraphicFramePr>
            <a:graphicFrameLocks noChangeAspect="1"/>
          </p:cNvGraphicFramePr>
          <p:nvPr/>
        </p:nvGraphicFramePr>
        <p:xfrm>
          <a:off x="2515870" y="2593975"/>
          <a:ext cx="186563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24993600" imgH="10363200" progId="Equation.DSMT4">
                  <p:embed/>
                </p:oleObj>
              </mc:Choice>
              <mc:Fallback>
                <p:oleObj name="Equation" r:id="rId3" imgW="24993600" imgH="103632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870" y="2593975"/>
                        <a:ext cx="186563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4" name="Object 258"/>
          <p:cNvGraphicFramePr>
            <a:graphicFrameLocks noChangeAspect="1"/>
          </p:cNvGraphicFramePr>
          <p:nvPr/>
        </p:nvGraphicFramePr>
        <p:xfrm>
          <a:off x="4407535" y="2758440"/>
          <a:ext cx="6637020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77114400" imgH="5791200" progId="Equation.DSMT4">
                  <p:embed/>
                </p:oleObj>
              </mc:Choice>
              <mc:Fallback>
                <p:oleObj name="Equation" r:id="rId5" imgW="77114400" imgH="57912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7535" y="2758440"/>
                        <a:ext cx="6637020" cy="598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5" name="Object 259"/>
          <p:cNvGraphicFramePr>
            <a:graphicFrameLocks noChangeAspect="1"/>
          </p:cNvGraphicFramePr>
          <p:nvPr/>
        </p:nvGraphicFramePr>
        <p:xfrm>
          <a:off x="2808605" y="5227320"/>
          <a:ext cx="1880870" cy="104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22250400" imgH="10363200" progId="Equation.DSMT4">
                  <p:embed/>
                </p:oleObj>
              </mc:Choice>
              <mc:Fallback>
                <p:oleObj name="Equation" r:id="rId7" imgW="22250400" imgH="10363200" progId="Equation.DSMT4">
                  <p:embed/>
                  <p:pic>
                    <p:nvPicPr>
                      <p:cNvPr id="0" name="图片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8605" y="5227320"/>
                        <a:ext cx="1880870" cy="1049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6" name="Object 260"/>
          <p:cNvGraphicFramePr>
            <a:graphicFrameLocks noChangeAspect="1"/>
          </p:cNvGraphicFramePr>
          <p:nvPr/>
        </p:nvGraphicFramePr>
        <p:xfrm>
          <a:off x="7112635" y="5227320"/>
          <a:ext cx="1931670" cy="104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22860000" imgH="10363200" progId="Equation.DSMT4">
                  <p:embed/>
                </p:oleObj>
              </mc:Choice>
              <mc:Fallback>
                <p:oleObj name="Equation" r:id="rId9" imgW="22860000" imgH="10363200" progId="Equation.DSMT4">
                  <p:embed/>
                  <p:pic>
                    <p:nvPicPr>
                      <p:cNvPr id="0" name="图片 10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2635" y="5227320"/>
                        <a:ext cx="1931670" cy="1049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7" name="Object 261"/>
          <p:cNvGraphicFramePr>
            <a:graphicFrameLocks noChangeAspect="1"/>
          </p:cNvGraphicFramePr>
          <p:nvPr/>
        </p:nvGraphicFramePr>
        <p:xfrm>
          <a:off x="4896485" y="5227320"/>
          <a:ext cx="2216150" cy="104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1" imgW="26212800" imgH="10363200" progId="Equation.DSMT4">
                  <p:embed/>
                </p:oleObj>
              </mc:Choice>
              <mc:Fallback>
                <p:oleObj name="Equation" r:id="rId11" imgW="26212800" imgH="10363200" progId="Equation.DSMT4">
                  <p:embed/>
                  <p:pic>
                    <p:nvPicPr>
                      <p:cNvPr id="0" name="图片 10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6485" y="5227320"/>
                        <a:ext cx="2216150" cy="1049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标注 4"/>
          <p:cNvSpPr/>
          <p:nvPr/>
        </p:nvSpPr>
        <p:spPr>
          <a:xfrm>
            <a:off x="8763635" y="6401435"/>
            <a:ext cx="2819400" cy="666750"/>
          </a:xfrm>
          <a:prstGeom prst="wedgeRectCallout">
            <a:avLst>
              <a:gd name="adj1" fmla="val -80405"/>
              <a:gd name="adj2" fmla="val -107904"/>
            </a:avLst>
          </a:prstGeom>
          <a:blipFill>
            <a:blip r:embed="rId1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解析部分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3385185" y="6555105"/>
            <a:ext cx="2819400" cy="666750"/>
          </a:xfrm>
          <a:prstGeom prst="wedgeRectCallout">
            <a:avLst>
              <a:gd name="adj1" fmla="val 52816"/>
              <a:gd name="adj2" fmla="val -128928"/>
            </a:avLst>
          </a:prstGeom>
          <a:blipFill>
            <a:blip r:embed="rId1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主要部分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20520" y="4250690"/>
            <a:ext cx="7390130" cy="693420"/>
            <a:chOff x="2552" y="6694"/>
            <a:chExt cx="11638" cy="1092"/>
          </a:xfrm>
        </p:grpSpPr>
        <p:sp>
          <p:nvSpPr>
            <p:cNvPr id="8" name="文本框 2"/>
            <p:cNvSpPr txBox="1"/>
            <p:nvPr/>
          </p:nvSpPr>
          <p:spPr>
            <a:xfrm>
              <a:off x="2552" y="6823"/>
              <a:ext cx="1163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的级数称为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洛朗级数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，其中    是复常数。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1398" name="Object 262"/>
            <p:cNvGraphicFramePr>
              <a:graphicFrameLocks noChangeAspect="1"/>
            </p:cNvGraphicFramePr>
            <p:nvPr/>
          </p:nvGraphicFramePr>
          <p:xfrm>
            <a:off x="9496" y="6694"/>
            <a:ext cx="657" cy="10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图片 10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496" y="6694"/>
                          <a:ext cx="657" cy="10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1620731" y="2834388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54006" y="492508"/>
            <a:ext cx="36099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、洛朗级数的收敛性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395" name="Object 259"/>
          <p:cNvGraphicFramePr>
            <a:graphicFrameLocks noChangeAspect="1"/>
          </p:cNvGraphicFramePr>
          <p:nvPr/>
        </p:nvGraphicFramePr>
        <p:xfrm>
          <a:off x="1984375" y="977900"/>
          <a:ext cx="186118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2250400" imgH="10363200" progId="Equation.DSMT4">
                  <p:embed/>
                </p:oleObj>
              </mc:Choice>
              <mc:Fallback>
                <p:oleObj name="Equation" r:id="rId1" imgW="22250400" imgH="103632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4375" y="977900"/>
                        <a:ext cx="1861185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6" name="Object 260"/>
          <p:cNvGraphicFramePr>
            <a:graphicFrameLocks noChangeAspect="1"/>
          </p:cNvGraphicFramePr>
          <p:nvPr/>
        </p:nvGraphicFramePr>
        <p:xfrm>
          <a:off x="6202680" y="965200"/>
          <a:ext cx="19113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2860000" imgH="10363200" progId="Equation.DSMT4">
                  <p:embed/>
                </p:oleObj>
              </mc:Choice>
              <mc:Fallback>
                <p:oleObj name="Equation" r:id="rId3" imgW="22860000" imgH="103632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2680" y="965200"/>
                        <a:ext cx="191135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97" name="Object 261"/>
          <p:cNvGraphicFramePr>
            <a:graphicFrameLocks noChangeAspect="1"/>
          </p:cNvGraphicFramePr>
          <p:nvPr/>
        </p:nvGraphicFramePr>
        <p:xfrm>
          <a:off x="3845560" y="977900"/>
          <a:ext cx="219138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26212800" imgH="10363200" progId="Equation.DSMT4">
                  <p:embed/>
                </p:oleObj>
              </mc:Choice>
              <mc:Fallback>
                <p:oleObj name="Equation" r:id="rId5" imgW="26212800" imgH="103632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45560" y="977900"/>
                        <a:ext cx="2191385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9"/>
          <p:cNvGraphicFramePr>
            <a:graphicFrameLocks noChangeAspect="1"/>
          </p:cNvGraphicFramePr>
          <p:nvPr/>
        </p:nvGraphicFramePr>
        <p:xfrm>
          <a:off x="2907030" y="1818640"/>
          <a:ext cx="1772285" cy="1062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20726400" imgH="10363200" progId="Equation.DSMT4">
                  <p:embed/>
                </p:oleObj>
              </mc:Choice>
              <mc:Fallback>
                <p:oleObj name="Equation" r:id="rId7" imgW="20726400" imgH="103632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7030" y="1818640"/>
                        <a:ext cx="1772285" cy="1062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5"/>
          <p:cNvSpPr txBox="1"/>
          <p:nvPr/>
        </p:nvSpPr>
        <p:spPr>
          <a:xfrm>
            <a:off x="1699260" y="2067560"/>
            <a:ext cx="5791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                的收敛半径为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3674" name="Object 10"/>
          <p:cNvGraphicFramePr>
            <a:graphicFrameLocks noChangeAspect="1"/>
          </p:cNvGraphicFramePr>
          <p:nvPr/>
        </p:nvGraphicFramePr>
        <p:xfrm>
          <a:off x="6799580" y="2067560"/>
          <a:ext cx="609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5791200" imgH="5486400" progId="Equation.DSMT4">
                  <p:embed/>
                </p:oleObj>
              </mc:Choice>
              <mc:Fallback>
                <p:oleObj name="Equation" r:id="rId9" imgW="5791200" imgH="54864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99580" y="2067560"/>
                        <a:ext cx="6096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7490460" y="1796415"/>
            <a:ext cx="5977890" cy="1084580"/>
            <a:chOff x="11796" y="2829"/>
            <a:chExt cx="9414" cy="1708"/>
          </a:xfrm>
        </p:grpSpPr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12374" y="2829"/>
            <a:ext cx="2850" cy="1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1" imgW="20726400" imgH="10363200" progId="Equation.DSMT4">
                    <p:embed/>
                  </p:oleObj>
                </mc:Choice>
                <mc:Fallback>
                  <p:oleObj name="Equation" r:id="rId11" imgW="20726400" imgH="103632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374" y="2829"/>
                          <a:ext cx="2850" cy="17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Box 19"/>
            <p:cNvSpPr txBox="1"/>
            <p:nvPr/>
          </p:nvSpPr>
          <p:spPr>
            <a:xfrm>
              <a:off x="11796" y="3252"/>
              <a:ext cx="530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      在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3676" name="Object 12"/>
            <p:cNvGraphicFramePr>
              <a:graphicFrameLocks noChangeAspect="1"/>
            </p:cNvGraphicFramePr>
            <p:nvPr/>
          </p:nvGraphicFramePr>
          <p:xfrm>
            <a:off x="15903" y="3252"/>
            <a:ext cx="2574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2" imgW="17678400" imgH="5486400" progId="Equation.DSMT4">
                    <p:embed/>
                  </p:oleObj>
                </mc:Choice>
                <mc:Fallback>
                  <p:oleObj name="Equation" r:id="rId12" imgW="176784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5903" y="3252"/>
                          <a:ext cx="2574" cy="9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TextBox 20"/>
            <p:cNvSpPr txBox="1"/>
            <p:nvPr/>
          </p:nvSpPr>
          <p:spPr>
            <a:xfrm>
              <a:off x="18510" y="3319"/>
              <a:ext cx="270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内收敛；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51" name="TextBox 21"/>
          <p:cNvSpPr txBox="1"/>
          <p:nvPr/>
        </p:nvSpPr>
        <p:spPr>
          <a:xfrm>
            <a:off x="2216785" y="2940685"/>
            <a:ext cx="723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令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3677" name="Object 13"/>
          <p:cNvGraphicFramePr>
            <a:graphicFrameLocks noChangeAspect="1"/>
          </p:cNvGraphicFramePr>
          <p:nvPr/>
        </p:nvGraphicFramePr>
        <p:xfrm>
          <a:off x="2764790" y="2885440"/>
          <a:ext cx="1464945" cy="60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4" imgW="20726400" imgH="5791200" progId="Equation.DSMT4">
                  <p:embed/>
                </p:oleObj>
              </mc:Choice>
              <mc:Fallback>
                <p:oleObj name="Equation" r:id="rId14" imgW="20726400" imgH="57912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64790" y="2885440"/>
                        <a:ext cx="1464945" cy="600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4"/>
          <p:cNvGraphicFramePr>
            <a:graphicFrameLocks noChangeAspect="1"/>
          </p:cNvGraphicFramePr>
          <p:nvPr/>
        </p:nvGraphicFramePr>
        <p:xfrm>
          <a:off x="4393565" y="2701925"/>
          <a:ext cx="1739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6" imgW="23469600" imgH="10363200" progId="Equation.DSMT4">
                  <p:embed/>
                </p:oleObj>
              </mc:Choice>
              <mc:Fallback>
                <p:oleObj name="Equation" r:id="rId16" imgW="23469600" imgH="103632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93565" y="2701925"/>
                        <a:ext cx="17399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6151245" y="2688590"/>
          <a:ext cx="1362710" cy="1144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8" imgW="16154400" imgH="10363200" progId="Equation.DSMT4">
                  <p:embed/>
                </p:oleObj>
              </mc:Choice>
              <mc:Fallback>
                <p:oleObj name="Equation" r:id="rId18" imgW="16154400" imgH="103632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51245" y="2688590"/>
                        <a:ext cx="1362710" cy="1144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Box 25"/>
          <p:cNvSpPr txBox="1"/>
          <p:nvPr/>
        </p:nvSpPr>
        <p:spPr>
          <a:xfrm>
            <a:off x="7490460" y="2999740"/>
            <a:ext cx="2228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为幂级数，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" name="TextBox 26"/>
          <p:cNvSpPr txBox="1"/>
          <p:nvPr/>
        </p:nvSpPr>
        <p:spPr>
          <a:xfrm>
            <a:off x="1587500" y="3839210"/>
            <a:ext cx="1165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218295" y="2713355"/>
            <a:ext cx="4296410" cy="1070610"/>
            <a:chOff x="14517" y="4273"/>
            <a:chExt cx="6766" cy="1686"/>
          </a:xfrm>
        </p:grpSpPr>
        <p:sp>
          <p:nvSpPr>
            <p:cNvPr id="59" name="TextBox 35"/>
            <p:cNvSpPr txBox="1"/>
            <p:nvPr/>
          </p:nvSpPr>
          <p:spPr>
            <a:xfrm>
              <a:off x="14517" y="4705"/>
              <a:ext cx="676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          的收敛半径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3680" name="Object 16"/>
            <p:cNvGraphicFramePr>
              <a:graphicFrameLocks noChangeAspect="1"/>
            </p:cNvGraphicFramePr>
            <p:nvPr/>
          </p:nvGraphicFramePr>
          <p:xfrm>
            <a:off x="15752" y="4273"/>
            <a:ext cx="1821" cy="1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Equation" r:id="rId20" imgW="13411200" imgH="10363200" progId="Equation.DSMT4">
                    <p:embed/>
                  </p:oleObj>
                </mc:Choice>
                <mc:Fallback>
                  <p:oleObj name="Equation" r:id="rId20" imgW="13411200" imgH="10363200" progId="Equation.DSMT4">
                    <p:embed/>
                    <p:pic>
                      <p:nvPicPr>
                        <p:cNvPr id="0" name="图片 20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5752" y="4273"/>
                          <a:ext cx="1821" cy="16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681" name="Object 17"/>
          <p:cNvGraphicFramePr>
            <a:graphicFrameLocks noChangeAspect="1"/>
          </p:cNvGraphicFramePr>
          <p:nvPr/>
        </p:nvGraphicFramePr>
        <p:xfrm>
          <a:off x="2053590" y="3873500"/>
          <a:ext cx="4810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22" imgW="4572000" imgH="4876800" progId="Equation.DSMT4">
                  <p:embed/>
                </p:oleObj>
              </mc:Choice>
              <mc:Fallback>
                <p:oleObj name="Equation" r:id="rId22" imgW="4572000" imgH="48768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53590" y="3873500"/>
                        <a:ext cx="481013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9218295" y="3683635"/>
            <a:ext cx="3695700" cy="1103630"/>
            <a:chOff x="14517" y="5801"/>
            <a:chExt cx="5820" cy="1738"/>
          </a:xfrm>
        </p:grpSpPr>
        <p:graphicFrame>
          <p:nvGraphicFramePr>
            <p:cNvPr id="55" name="Object 9"/>
            <p:cNvGraphicFramePr>
              <a:graphicFrameLocks noChangeAspect="1"/>
            </p:cNvGraphicFramePr>
            <p:nvPr/>
          </p:nvGraphicFramePr>
          <p:xfrm>
            <a:off x="15259" y="5801"/>
            <a:ext cx="3285" cy="1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Equation" r:id="rId24" imgW="23469600" imgH="10363200" progId="Equation.DSMT4">
                    <p:embed/>
                  </p:oleObj>
                </mc:Choice>
                <mc:Fallback>
                  <p:oleObj name="Equation" r:id="rId24" imgW="23469600" imgH="10363200" progId="Equation.DSMT4">
                    <p:embed/>
                    <p:pic>
                      <p:nvPicPr>
                        <p:cNvPr id="0" name="图片 20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5259" y="5801"/>
                          <a:ext cx="3285" cy="173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TextBox 30"/>
            <p:cNvSpPr txBox="1"/>
            <p:nvPr/>
          </p:nvSpPr>
          <p:spPr>
            <a:xfrm>
              <a:off x="14517" y="6260"/>
              <a:ext cx="582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         在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aphicFrame>
        <p:nvGraphicFramePr>
          <p:cNvPr id="57" name="Object 12"/>
          <p:cNvGraphicFramePr>
            <a:graphicFrameLocks noChangeAspect="1"/>
          </p:cNvGraphicFramePr>
          <p:nvPr/>
        </p:nvGraphicFramePr>
        <p:xfrm>
          <a:off x="1700848" y="4649470"/>
          <a:ext cx="18288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6" imgW="17373600" imgH="5486400" progId="Equation.DSMT4">
                  <p:embed/>
                </p:oleObj>
              </mc:Choice>
              <mc:Fallback>
                <p:oleObj name="Equation" r:id="rId26" imgW="17373600" imgH="54864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700848" y="4649470"/>
                        <a:ext cx="18288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34"/>
          <p:cNvSpPr txBox="1"/>
          <p:nvPr/>
        </p:nvSpPr>
        <p:spPr>
          <a:xfrm>
            <a:off x="3558540" y="4687570"/>
            <a:ext cx="1714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收敛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;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0" name="TextBox 36"/>
          <p:cNvSpPr txBox="1"/>
          <p:nvPr/>
        </p:nvSpPr>
        <p:spPr>
          <a:xfrm>
            <a:off x="7162165" y="3967480"/>
            <a:ext cx="685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令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3684" name="Object 20"/>
          <p:cNvGraphicFramePr>
            <a:graphicFrameLocks noChangeAspect="1"/>
          </p:cNvGraphicFramePr>
          <p:nvPr/>
        </p:nvGraphicFramePr>
        <p:xfrm>
          <a:off x="7754303" y="3656330"/>
          <a:ext cx="13160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8" imgW="12496800" imgH="9448800" progId="Equation.DSMT4">
                  <p:embed/>
                </p:oleObj>
              </mc:Choice>
              <mc:Fallback>
                <p:oleObj name="Equation" r:id="rId28" imgW="12496800" imgH="9448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754303" y="3656330"/>
                        <a:ext cx="1316037" cy="1193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534920" y="3656330"/>
            <a:ext cx="5695950" cy="1071880"/>
            <a:chOff x="3992" y="5758"/>
            <a:chExt cx="8970" cy="1688"/>
          </a:xfrm>
        </p:grpSpPr>
        <p:sp>
          <p:nvSpPr>
            <p:cNvPr id="68" name="TextBox 19"/>
            <p:cNvSpPr txBox="1"/>
            <p:nvPr/>
          </p:nvSpPr>
          <p:spPr>
            <a:xfrm>
              <a:off x="3992" y="6152"/>
              <a:ext cx="897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在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4" name="Object 9"/>
            <p:cNvGraphicFramePr>
              <a:graphicFrameLocks noChangeAspect="1"/>
            </p:cNvGraphicFramePr>
            <p:nvPr/>
          </p:nvGraphicFramePr>
          <p:xfrm>
            <a:off x="4789" y="5758"/>
            <a:ext cx="1618" cy="1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" name="Equation" r:id="rId30" imgW="495300" imgH="431800" progId="Equation.DSMT4">
                    <p:embed/>
                  </p:oleObj>
                </mc:Choice>
                <mc:Fallback>
                  <p:oleObj name="Equation" r:id="rId30" imgW="495300" imgH="4318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4789" y="5758"/>
                          <a:ext cx="1618" cy="16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12"/>
            <p:cNvGraphicFramePr>
              <a:graphicFrameLocks noChangeAspect="1"/>
            </p:cNvGraphicFramePr>
            <p:nvPr/>
          </p:nvGraphicFramePr>
          <p:xfrm>
            <a:off x="7106" y="6180"/>
            <a:ext cx="1703" cy="9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" name="Equation" r:id="rId32" imgW="457200" imgH="203200" progId="Equation.DSMT4">
                    <p:embed/>
                  </p:oleObj>
                </mc:Choice>
                <mc:Fallback>
                  <p:oleObj name="Equation" r:id="rId32" imgW="457200" imgH="2032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7106" y="6180"/>
                          <a:ext cx="1703" cy="9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" name="TextBox 20"/>
          <p:cNvSpPr txBox="1"/>
          <p:nvPr/>
        </p:nvSpPr>
        <p:spPr>
          <a:xfrm>
            <a:off x="5650230" y="3967480"/>
            <a:ext cx="1714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内收敛；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37471" y="2067308"/>
            <a:ext cx="11163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49536" y="2945513"/>
            <a:ext cx="11163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4" name="TextBox 37"/>
          <p:cNvSpPr txBox="1"/>
          <p:nvPr/>
        </p:nvSpPr>
        <p:spPr>
          <a:xfrm>
            <a:off x="763905" y="6464300"/>
            <a:ext cx="1371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综上，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3685" name="Object 21"/>
          <p:cNvGraphicFramePr>
            <a:graphicFrameLocks noChangeAspect="1"/>
          </p:cNvGraphicFramePr>
          <p:nvPr/>
        </p:nvGraphicFramePr>
        <p:xfrm>
          <a:off x="1732280" y="6160770"/>
          <a:ext cx="2022475" cy="112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34" imgW="22250400" imgH="10363200" progId="Equation.DSMT4">
                  <p:embed/>
                </p:oleObj>
              </mc:Choice>
              <mc:Fallback>
                <p:oleObj name="Equation" r:id="rId34" imgW="22250400" imgH="10363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2280" y="6160770"/>
                        <a:ext cx="2022475" cy="1128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Box 38"/>
          <p:cNvSpPr txBox="1"/>
          <p:nvPr/>
        </p:nvSpPr>
        <p:spPr>
          <a:xfrm>
            <a:off x="3754755" y="6483985"/>
            <a:ext cx="26676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收敛情况如下：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4707" name="Object 19"/>
          <p:cNvGraphicFramePr>
            <a:graphicFrameLocks noChangeAspect="1"/>
          </p:cNvGraphicFramePr>
          <p:nvPr/>
        </p:nvGraphicFramePr>
        <p:xfrm>
          <a:off x="828040" y="7282180"/>
          <a:ext cx="11620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5" imgW="12801600" imgH="5486400" progId="Equation.DSMT4">
                  <p:embed/>
                </p:oleObj>
              </mc:Choice>
              <mc:Fallback>
                <p:oleObj name="Equation" r:id="rId35" imgW="12801600" imgH="54864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28040" y="7282180"/>
                        <a:ext cx="116205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9" name="Object 21"/>
          <p:cNvGraphicFramePr>
            <a:graphicFrameLocks noChangeAspect="1"/>
          </p:cNvGraphicFramePr>
          <p:nvPr/>
        </p:nvGraphicFramePr>
        <p:xfrm>
          <a:off x="2188210" y="6997700"/>
          <a:ext cx="1790700" cy="112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7" imgW="22250400" imgH="10363200" progId="Equation.DSMT4">
                  <p:embed/>
                </p:oleObj>
              </mc:Choice>
              <mc:Fallback>
                <p:oleObj name="Equation" r:id="rId37" imgW="22250400" imgH="103632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88210" y="6997700"/>
                        <a:ext cx="1790700" cy="1128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Box 39"/>
          <p:cNvSpPr txBox="1"/>
          <p:nvPr/>
        </p:nvSpPr>
        <p:spPr>
          <a:xfrm>
            <a:off x="4210685" y="7282180"/>
            <a:ext cx="36969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在复平面上处处发散；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4710" name="Object 22"/>
          <p:cNvGraphicFramePr>
            <a:graphicFrameLocks noChangeAspect="1"/>
          </p:cNvGraphicFramePr>
          <p:nvPr/>
        </p:nvGraphicFramePr>
        <p:xfrm>
          <a:off x="763905" y="8369935"/>
          <a:ext cx="1172845" cy="63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8" imgW="508000" imgH="228600" progId="Equation.DSMT4">
                  <p:embed/>
                </p:oleObj>
              </mc:Choice>
              <mc:Fallback>
                <p:oleObj name="Equation" r:id="rId38" imgW="508000" imgH="2286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63905" y="8369935"/>
                        <a:ext cx="1172845" cy="6343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1" name="Object 23"/>
          <p:cNvGraphicFramePr>
            <a:graphicFrameLocks noChangeAspect="1"/>
          </p:cNvGraphicFramePr>
          <p:nvPr/>
        </p:nvGraphicFramePr>
        <p:xfrm>
          <a:off x="2135505" y="8066405"/>
          <a:ext cx="1790700" cy="112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0" imgW="22250400" imgH="10363200" progId="Equation.DSMT4">
                  <p:embed/>
                </p:oleObj>
              </mc:Choice>
              <mc:Fallback>
                <p:oleObj name="Equation" r:id="rId40" imgW="22250400" imgH="103632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5505" y="8066405"/>
                        <a:ext cx="1790700" cy="1128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Box 40"/>
          <p:cNvSpPr txBox="1"/>
          <p:nvPr/>
        </p:nvSpPr>
        <p:spPr>
          <a:xfrm>
            <a:off x="3860800" y="8407400"/>
            <a:ext cx="4824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在圆环域                  内收敛，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4712" name="Object 24"/>
          <p:cNvGraphicFramePr>
            <a:graphicFrameLocks noChangeAspect="1"/>
          </p:cNvGraphicFramePr>
          <p:nvPr/>
        </p:nvGraphicFramePr>
        <p:xfrm>
          <a:off x="5505450" y="8427085"/>
          <a:ext cx="1774825" cy="5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41" imgW="1041400" imgH="228600" progId="Equation.DSMT4">
                  <p:embed/>
                </p:oleObj>
              </mc:Choice>
              <mc:Fallback>
                <p:oleObj name="Equation" r:id="rId41" imgW="1041400" imgH="2286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505450" y="8427085"/>
                        <a:ext cx="1774825" cy="577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8642350" y="8332470"/>
            <a:ext cx="5410200" cy="640080"/>
            <a:chOff x="13610" y="13122"/>
            <a:chExt cx="8520" cy="1008"/>
          </a:xfrm>
        </p:grpSpPr>
        <p:sp>
          <p:nvSpPr>
            <p:cNvPr id="78" name="TextBox 44"/>
            <p:cNvSpPr txBox="1"/>
            <p:nvPr/>
          </p:nvSpPr>
          <p:spPr>
            <a:xfrm>
              <a:off x="13610" y="13240"/>
              <a:ext cx="852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或             内发散。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4715" name="Object 27"/>
            <p:cNvGraphicFramePr>
              <a:graphicFrameLocks noChangeAspect="1"/>
            </p:cNvGraphicFramePr>
            <p:nvPr/>
          </p:nvGraphicFramePr>
          <p:xfrm>
            <a:off x="14503" y="13190"/>
            <a:ext cx="2231" cy="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Equation" r:id="rId43" imgW="17373600" imgH="5486400" progId="Equation.DSMT4">
                    <p:embed/>
                  </p:oleObj>
                </mc:Choice>
                <mc:Fallback>
                  <p:oleObj name="Equation" r:id="rId43" imgW="17373600" imgH="5486400" progId="Equation.DSMT4">
                    <p:embed/>
                    <p:pic>
                      <p:nvPicPr>
                        <p:cNvPr id="0" name="图片 30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4503" y="13190"/>
                          <a:ext cx="2231" cy="9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16" name="Object 28"/>
            <p:cNvGraphicFramePr>
              <a:graphicFrameLocks noChangeAspect="1"/>
            </p:cNvGraphicFramePr>
            <p:nvPr/>
          </p:nvGraphicFramePr>
          <p:xfrm>
            <a:off x="17436" y="13122"/>
            <a:ext cx="2081" cy="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Equation" r:id="rId45" imgW="17983200" imgH="5486400" progId="Equation.DSMT4">
                    <p:embed/>
                  </p:oleObj>
                </mc:Choice>
                <mc:Fallback>
                  <p:oleObj name="Equation" r:id="rId45" imgW="17983200" imgH="5486400" progId="Equation.DSMT4">
                    <p:embed/>
                    <p:pic>
                      <p:nvPicPr>
                        <p:cNvPr id="0" name="图片 30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7436" y="13122"/>
                          <a:ext cx="2081" cy="9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259"/>
          <p:cNvGraphicFramePr>
            <a:graphicFrameLocks noChangeAspect="1"/>
          </p:cNvGraphicFramePr>
          <p:nvPr/>
        </p:nvGraphicFramePr>
        <p:xfrm>
          <a:off x="1079500" y="5209540"/>
          <a:ext cx="186118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7" imgW="22250400" imgH="10363200" progId="Equation.DSMT4">
                  <p:embed/>
                </p:oleObj>
              </mc:Choice>
              <mc:Fallback>
                <p:oleObj name="Equation" r:id="rId47" imgW="22250400" imgH="103632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9500" y="5209540"/>
                        <a:ext cx="1861185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39"/>
          <p:cNvSpPr txBox="1"/>
          <p:nvPr/>
        </p:nvSpPr>
        <p:spPr>
          <a:xfrm>
            <a:off x="3041015" y="5467985"/>
            <a:ext cx="6962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在                                          收敛。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3515360" y="5382895"/>
          <a:ext cx="4764405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48" imgW="1905000" imgH="228600" progId="Equation.DSMT4">
                  <p:embed/>
                </p:oleObj>
              </mc:Choice>
              <mc:Fallback>
                <p:oleObj name="Equation" r:id="rId48" imgW="1905000" imgH="2286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3515360" y="5382895"/>
                        <a:ext cx="4764405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1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1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2" grpId="0"/>
      <p:bldP spid="2" grpId="0"/>
      <p:bldP spid="73" grpId="0"/>
      <p:bldP spid="51" grpId="0"/>
      <p:bldP spid="52" grpId="0"/>
      <p:bldP spid="53" grpId="0"/>
      <p:bldP spid="60" grpId="0"/>
      <p:bldP spid="58" grpId="0"/>
      <p:bldP spid="6" grpId="0"/>
      <p:bldP spid="74" grpId="0"/>
      <p:bldP spid="75" grpId="0"/>
      <p:bldP spid="76" grpId="0"/>
      <p:bldP spid="77" grpId="0"/>
      <p:bldP spid="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9420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45463" y="3663100"/>
            <a:ext cx="811022" cy="869967"/>
          </a:xfrm>
          <a:prstGeom prst="rect">
            <a:avLst/>
          </a:prstGeom>
          <a:noFill/>
        </p:spPr>
      </p:pic>
      <p:sp>
        <p:nvSpPr>
          <p:cNvPr id="13" name="文本框 2"/>
          <p:cNvSpPr txBox="1"/>
          <p:nvPr/>
        </p:nvSpPr>
        <p:spPr>
          <a:xfrm>
            <a:off x="2356485" y="3837305"/>
            <a:ext cx="9662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</a:rPr>
              <a:t>可展开成洛朗级数的函数在圆环域上</a:t>
            </a:r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</a:rPr>
              <a:t>解析，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356485" y="5147945"/>
            <a:ext cx="10808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</a:rPr>
              <a:t>那么圆环域上的解析函数可否展开成洛朗级数</a:t>
            </a:r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</a:rPr>
              <a:t>呢？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2356485" y="6458585"/>
            <a:ext cx="8193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</a:rPr>
              <a:t>如果可以，展开式的形式是什么样的？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2356485" y="7644765"/>
            <a:ext cx="8193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</a:rPr>
              <a:t>该如何展开呢？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9" name="TextBox 40"/>
          <p:cNvSpPr txBox="1"/>
          <p:nvPr>
            <p:custDataLst>
              <p:tags r:id="rId2"/>
            </p:custDataLst>
          </p:nvPr>
        </p:nvSpPr>
        <p:spPr>
          <a:xfrm>
            <a:off x="1144270" y="1325245"/>
            <a:ext cx="4201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（洛朗级数的性质）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0" name="Object 23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122670" y="1001395"/>
          <a:ext cx="1941830" cy="1083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4" imgW="22250400" imgH="10363200" progId="Equation.DSMT4">
                  <p:embed/>
                </p:oleObj>
              </mc:Choice>
              <mc:Fallback>
                <p:oleObj name="Equation" r:id="rId4" imgW="22250400" imgH="1036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2670" y="1001395"/>
                        <a:ext cx="1941830" cy="10833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095615" y="1230630"/>
            <a:ext cx="5924550" cy="573405"/>
            <a:chOff x="11957" y="1938"/>
            <a:chExt cx="9330" cy="903"/>
          </a:xfrm>
        </p:grpSpPr>
        <p:sp>
          <p:nvSpPr>
            <p:cNvPr id="91" name="TextBox 32"/>
            <p:cNvSpPr txBox="1"/>
            <p:nvPr>
              <p:custDataLst>
                <p:tags r:id="rId6"/>
              </p:custDataLst>
            </p:nvPr>
          </p:nvSpPr>
          <p:spPr>
            <a:xfrm>
              <a:off x="11957" y="2019"/>
              <a:ext cx="93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在圆环域                   内收敛，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2" name="Object 24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14352" y="1938"/>
            <a:ext cx="3306" cy="9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8" imgW="24079200" imgH="5486400" progId="Equation.DSMT4">
                    <p:embed/>
                  </p:oleObj>
                </mc:Choice>
                <mc:Fallback>
                  <p:oleObj name="Equation" r:id="rId8" imgW="24079200" imgH="54864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352" y="1938"/>
                          <a:ext cx="3306" cy="90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" name="TextBox 37"/>
          <p:cNvSpPr txBox="1"/>
          <p:nvPr>
            <p:custDataLst>
              <p:tags r:id="rId10"/>
            </p:custDataLst>
          </p:nvPr>
        </p:nvSpPr>
        <p:spPr>
          <a:xfrm>
            <a:off x="5274945" y="1325245"/>
            <a:ext cx="1009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已知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4" name="TextBox 38"/>
          <p:cNvSpPr txBox="1"/>
          <p:nvPr>
            <p:custDataLst>
              <p:tags r:id="rId11"/>
            </p:custDataLst>
          </p:nvPr>
        </p:nvSpPr>
        <p:spPr>
          <a:xfrm>
            <a:off x="1219200" y="2322830"/>
            <a:ext cx="10496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则其和函数在收敛域内解析；可以逐项求导；可逐项积分。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9" grpId="0"/>
      <p:bldP spid="89" grpId="0"/>
      <p:bldP spid="93" grpId="0"/>
      <p:bldP spid="9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605377" y="5038794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洛 朗 展 开 定 理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837180" y="1367155"/>
            <a:ext cx="6819900" cy="635635"/>
            <a:chOff x="4468" y="2153"/>
            <a:chExt cx="10740" cy="1001"/>
          </a:xfrm>
        </p:grpSpPr>
        <p:sp>
          <p:nvSpPr>
            <p:cNvPr id="5" name="TextBox 32"/>
            <p:cNvSpPr txBox="1"/>
            <p:nvPr/>
          </p:nvSpPr>
          <p:spPr>
            <a:xfrm>
              <a:off x="4468" y="2169"/>
              <a:ext cx="1074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设函数       在                       内解析，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" name="Object 24"/>
            <p:cNvGraphicFramePr>
              <a:graphicFrameLocks noChangeAspect="1"/>
            </p:cNvGraphicFramePr>
            <p:nvPr/>
          </p:nvGraphicFramePr>
          <p:xfrm>
            <a:off x="8282" y="2153"/>
            <a:ext cx="3794" cy="1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Equation" r:id="rId1" imgW="1041400" imgH="228600" progId="Equation.DSMT4">
                    <p:embed/>
                  </p:oleObj>
                </mc:Choice>
                <mc:Fallback>
                  <p:oleObj name="Equation" r:id="rId1" imgW="1041400" imgH="228600" progId="Equation.DSMT4">
                    <p:embed/>
                    <p:pic>
                      <p:nvPicPr>
                        <p:cNvPr id="0" name="图片 51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282" y="2153"/>
                          <a:ext cx="3794" cy="10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40" name="Object 4"/>
            <p:cNvGraphicFramePr>
              <a:graphicFrameLocks noChangeAspect="1"/>
            </p:cNvGraphicFramePr>
            <p:nvPr/>
          </p:nvGraphicFramePr>
          <p:xfrm>
            <a:off x="6245" y="2201"/>
            <a:ext cx="1237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45" y="2201"/>
                          <a:ext cx="1237" cy="9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40"/>
          <p:cNvSpPr txBox="1"/>
          <p:nvPr/>
        </p:nvSpPr>
        <p:spPr>
          <a:xfrm>
            <a:off x="989330" y="634365"/>
            <a:ext cx="3200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洛朗展开定理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" name="Object 23"/>
          <p:cNvGraphicFramePr>
            <a:graphicFrameLocks noChangeAspect="1"/>
          </p:cNvGraphicFramePr>
          <p:nvPr/>
        </p:nvGraphicFramePr>
        <p:xfrm>
          <a:off x="6016625" y="2543175"/>
          <a:ext cx="2340610" cy="112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5" imgW="25908000" imgH="10363200" progId="Equation.DSMT4">
                  <p:embed/>
                </p:oleObj>
              </mc:Choice>
              <mc:Fallback>
                <p:oleObj name="Equation" r:id="rId5" imgW="25908000" imgH="1036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6625" y="2543175"/>
                        <a:ext cx="2340610" cy="11214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37"/>
          <p:cNvSpPr txBox="1"/>
          <p:nvPr/>
        </p:nvSpPr>
        <p:spPr>
          <a:xfrm>
            <a:off x="1387475" y="1395730"/>
            <a:ext cx="1504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1780" y="2143125"/>
            <a:ext cx="4474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内可唯一展开成洛朗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6741" name="Object 5"/>
          <p:cNvGraphicFramePr>
            <a:graphicFrameLocks noChangeAspect="1"/>
          </p:cNvGraphicFramePr>
          <p:nvPr/>
        </p:nvGraphicFramePr>
        <p:xfrm>
          <a:off x="11162030" y="1331595"/>
          <a:ext cx="276479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24079200" imgH="5486400" progId="Equation.DSMT4">
                  <p:embed/>
                </p:oleObj>
              </mc:Choice>
              <mc:Fallback>
                <p:oleObj name="Equation" r:id="rId7" imgW="24079200" imgH="54864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62030" y="1331595"/>
                        <a:ext cx="2764790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9077960" y="1377315"/>
            <a:ext cx="2570480" cy="607060"/>
            <a:chOff x="14296" y="2169"/>
            <a:chExt cx="4048" cy="956"/>
          </a:xfrm>
        </p:grpSpPr>
        <p:sp>
          <p:nvSpPr>
            <p:cNvPr id="2" name="TextBox 14"/>
            <p:cNvSpPr txBox="1"/>
            <p:nvPr/>
          </p:nvSpPr>
          <p:spPr>
            <a:xfrm>
              <a:off x="14296" y="2169"/>
              <a:ext cx="404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那么        在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6742" name="Object 6"/>
            <p:cNvGraphicFramePr>
              <a:graphicFrameLocks noChangeAspect="1"/>
            </p:cNvGraphicFramePr>
            <p:nvPr/>
          </p:nvGraphicFramePr>
          <p:xfrm>
            <a:off x="15678" y="2215"/>
            <a:ext cx="1298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51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678" y="2215"/>
                          <a:ext cx="1298" cy="9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5146675" y="2882900"/>
          <a:ext cx="71564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0" imgW="7924800" imgH="4876800" progId="Equation.DSMT4">
                  <p:embed/>
                </p:oleObj>
              </mc:Choice>
              <mc:Fallback>
                <p:oleObj name="Equation" r:id="rId10" imgW="7924800" imgH="4876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6675" y="2882900"/>
                        <a:ext cx="715645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325245" y="3493770"/>
            <a:ext cx="7317105" cy="1133475"/>
            <a:chOff x="3082" y="7978"/>
            <a:chExt cx="11523" cy="1785"/>
          </a:xfrm>
        </p:grpSpPr>
        <p:sp>
          <p:nvSpPr>
            <p:cNvPr id="8" name="TextBox 13"/>
            <p:cNvSpPr txBox="1"/>
            <p:nvPr/>
          </p:nvSpPr>
          <p:spPr>
            <a:xfrm>
              <a:off x="3082" y="8215"/>
              <a:ext cx="225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其中，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116744" name="Object 8"/>
            <p:cNvGraphicFramePr>
              <a:graphicFrameLocks noChangeAspect="1"/>
            </p:cNvGraphicFramePr>
            <p:nvPr/>
          </p:nvGraphicFramePr>
          <p:xfrm>
            <a:off x="4722" y="7978"/>
            <a:ext cx="9883" cy="17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Equation" r:id="rId11" imgW="2565400" imgH="431800" progId="Equation.DSMT4">
                    <p:embed/>
                  </p:oleObj>
                </mc:Choice>
                <mc:Fallback>
                  <p:oleObj name="Equation" r:id="rId11" imgW="2565400" imgH="4318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22" y="7978"/>
                          <a:ext cx="9883" cy="178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8642350" y="3644265"/>
            <a:ext cx="4474210" cy="755650"/>
            <a:chOff x="13610" y="5739"/>
            <a:chExt cx="7046" cy="1190"/>
          </a:xfrm>
        </p:grpSpPr>
        <p:sp>
          <p:nvSpPr>
            <p:cNvPr id="11" name="TextBox 9"/>
            <p:cNvSpPr txBox="1"/>
            <p:nvPr/>
          </p:nvSpPr>
          <p:spPr>
            <a:xfrm>
              <a:off x="13610" y="5983"/>
              <a:ext cx="704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为圆环域内包含    在内部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3" name="Object 23"/>
            <p:cNvGraphicFramePr>
              <a:graphicFrameLocks noChangeAspect="1"/>
            </p:cNvGraphicFramePr>
            <p:nvPr/>
          </p:nvGraphicFramePr>
          <p:xfrm>
            <a:off x="18145" y="5739"/>
            <a:ext cx="714" cy="1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" name="Equation" r:id="rId13" imgW="165100" imgH="228600" progId="Equation.DSMT4">
                    <p:embed/>
                  </p:oleObj>
                </mc:Choice>
                <mc:Fallback>
                  <p:oleObj name="Equation" r:id="rId13" imgW="165100" imgH="2286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145" y="5739"/>
                          <a:ext cx="714" cy="11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Box 9"/>
          <p:cNvSpPr txBox="1"/>
          <p:nvPr/>
        </p:nvSpPr>
        <p:spPr>
          <a:xfrm>
            <a:off x="1387475" y="4780280"/>
            <a:ext cx="3814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任意一条简单闭曲线。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6675" y="4744085"/>
            <a:ext cx="8528050" cy="650240"/>
            <a:chOff x="8105" y="7471"/>
            <a:chExt cx="13430" cy="1024"/>
          </a:xfrm>
        </p:grpSpPr>
        <p:sp>
          <p:nvSpPr>
            <p:cNvPr id="20" name="TextBox 9"/>
            <p:cNvSpPr txBox="1"/>
            <p:nvPr/>
          </p:nvSpPr>
          <p:spPr>
            <a:xfrm>
              <a:off x="8105" y="7528"/>
              <a:ext cx="1343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上式称为       在                     的</a:t>
              </a:r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洛朗展开式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1" name="Object 4"/>
            <p:cNvGraphicFramePr>
              <a:graphicFrameLocks noChangeAspect="1"/>
            </p:cNvGraphicFramePr>
            <p:nvPr/>
          </p:nvGraphicFramePr>
          <p:xfrm>
            <a:off x="10490" y="7528"/>
            <a:ext cx="1237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15" imgW="7924800" imgH="4876800" progId="Equation.DSMT4">
                    <p:embed/>
                  </p:oleObj>
                </mc:Choice>
                <mc:Fallback>
                  <p:oleObj name="Equation" r:id="rId15" imgW="7924800" imgH="48768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490" y="7528"/>
                          <a:ext cx="1237" cy="9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4"/>
            <p:cNvGraphicFramePr>
              <a:graphicFrameLocks noChangeAspect="1"/>
            </p:cNvGraphicFramePr>
            <p:nvPr/>
          </p:nvGraphicFramePr>
          <p:xfrm>
            <a:off x="12318" y="7471"/>
            <a:ext cx="3753" cy="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Equation" r:id="rId16" imgW="24079200" imgH="5486400" progId="Equation.DSMT4">
                    <p:embed/>
                  </p:oleObj>
                </mc:Choice>
                <mc:Fallback>
                  <p:oleObj name="Equation" r:id="rId16" imgW="24079200" imgH="5486400" progId="Equation.DSMT4">
                    <p:embed/>
                    <p:pic>
                      <p:nvPicPr>
                        <p:cNvPr id="0" name="图片 51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318" y="7471"/>
                          <a:ext cx="3753" cy="10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426845" y="5842000"/>
            <a:ext cx="8528050" cy="650240"/>
            <a:chOff x="2247" y="9200"/>
            <a:chExt cx="13430" cy="1024"/>
          </a:xfrm>
        </p:grpSpPr>
        <p:sp>
          <p:nvSpPr>
            <p:cNvPr id="25" name="TextBox 9"/>
            <p:cNvSpPr txBox="1"/>
            <p:nvPr/>
          </p:nvSpPr>
          <p:spPr>
            <a:xfrm>
              <a:off x="2247" y="9200"/>
              <a:ext cx="1343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右侧的级数称为        在                     内的洛朗级数。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4"/>
            <p:cNvGraphicFramePr>
              <a:graphicFrameLocks noChangeAspect="1"/>
            </p:cNvGraphicFramePr>
            <p:nvPr/>
          </p:nvGraphicFramePr>
          <p:xfrm>
            <a:off x="6365" y="9257"/>
            <a:ext cx="1237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" name="Equation" r:id="rId17" imgW="7924800" imgH="4876800" progId="Equation.DSMT4">
                    <p:embed/>
                  </p:oleObj>
                </mc:Choice>
                <mc:Fallback>
                  <p:oleObj name="Equation" r:id="rId17" imgW="7924800" imgH="48768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365" y="9257"/>
                          <a:ext cx="1237" cy="9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24"/>
            <p:cNvGraphicFramePr>
              <a:graphicFrameLocks noChangeAspect="1"/>
            </p:cNvGraphicFramePr>
            <p:nvPr/>
          </p:nvGraphicFramePr>
          <p:xfrm>
            <a:off x="8193" y="9200"/>
            <a:ext cx="3753" cy="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" name="Equation" r:id="rId18" imgW="24079200" imgH="5486400" progId="Equation.DSMT4">
                    <p:embed/>
                  </p:oleObj>
                </mc:Choice>
                <mc:Fallback>
                  <p:oleObj name="Equation" r:id="rId18" imgW="24079200" imgH="5486400" progId="Equation.DSMT4">
                    <p:embed/>
                    <p:pic>
                      <p:nvPicPr>
                        <p:cNvPr id="0" name="图片 51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193" y="9200"/>
                          <a:ext cx="3753" cy="10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七角星 50"/>
          <p:cNvSpPr/>
          <p:nvPr/>
        </p:nvSpPr>
        <p:spPr>
          <a:xfrm>
            <a:off x="989270" y="649318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903730" y="6756400"/>
            <a:ext cx="7386320" cy="650240"/>
            <a:chOff x="2998" y="10640"/>
            <a:chExt cx="11632" cy="1024"/>
          </a:xfrm>
        </p:grpSpPr>
        <p:sp>
          <p:nvSpPr>
            <p:cNvPr id="56" name="TextBox 9"/>
            <p:cNvSpPr txBox="1"/>
            <p:nvPr/>
          </p:nvSpPr>
          <p:spPr>
            <a:xfrm>
              <a:off x="2998" y="10697"/>
              <a:ext cx="116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将        在                     内展开成洛朗级数，</a:t>
              </a:r>
              <a:endPara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2" name="Object 4"/>
            <p:cNvGraphicFramePr>
              <a:graphicFrameLocks noChangeAspect="1"/>
            </p:cNvGraphicFramePr>
            <p:nvPr/>
          </p:nvGraphicFramePr>
          <p:xfrm>
            <a:off x="3894" y="10697"/>
            <a:ext cx="1237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" name="Equation" r:id="rId19" imgW="7924800" imgH="4876800" progId="Equation.DSMT4">
                    <p:embed/>
                  </p:oleObj>
                </mc:Choice>
                <mc:Fallback>
                  <p:oleObj name="Equation" r:id="rId19" imgW="7924800" imgH="48768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94" y="10697"/>
                          <a:ext cx="1237" cy="9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24"/>
            <p:cNvGraphicFramePr>
              <a:graphicFrameLocks noChangeAspect="1"/>
            </p:cNvGraphicFramePr>
            <p:nvPr/>
          </p:nvGraphicFramePr>
          <p:xfrm>
            <a:off x="5722" y="10640"/>
            <a:ext cx="3753" cy="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" name="Equation" r:id="rId20" imgW="24079200" imgH="5486400" progId="Equation.DSMT4">
                    <p:embed/>
                  </p:oleObj>
                </mc:Choice>
                <mc:Fallback>
                  <p:oleObj name="Equation" r:id="rId20" imgW="24079200" imgH="5486400" progId="Equation.DSMT4">
                    <p:embed/>
                    <p:pic>
                      <p:nvPicPr>
                        <p:cNvPr id="0" name="图片 51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22" y="10640"/>
                          <a:ext cx="3753" cy="10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23"/>
          <p:cNvGraphicFramePr>
            <a:graphicFrameLocks noChangeAspect="1"/>
          </p:cNvGraphicFramePr>
          <p:nvPr/>
        </p:nvGraphicFramePr>
        <p:xfrm>
          <a:off x="10779760" y="6541135"/>
          <a:ext cx="1833245" cy="102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21" imgW="927100" imgH="431800" progId="Equation.DSMT4">
                  <p:embed/>
                </p:oleObj>
              </mc:Choice>
              <mc:Fallback>
                <p:oleObj name="Equation" r:id="rId21" imgW="9271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779760" y="6541135"/>
                        <a:ext cx="1833245" cy="1020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Box 37"/>
          <p:cNvSpPr txBox="1"/>
          <p:nvPr/>
        </p:nvSpPr>
        <p:spPr>
          <a:xfrm>
            <a:off x="9241790" y="6790690"/>
            <a:ext cx="2251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即展开成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0" name="TextBox 37"/>
          <p:cNvSpPr txBox="1"/>
          <p:nvPr/>
        </p:nvSpPr>
        <p:spPr>
          <a:xfrm>
            <a:off x="1790065" y="7889875"/>
            <a:ext cx="2251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形式的级数。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9" grpId="0"/>
      <p:bldP spid="51" grpId="0" bldLvl="0" animBg="1"/>
      <p:bldP spid="59" grpId="0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3094548" y="181982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1" imgW="10363200" imgH="9448800" progId="Equation.DSMT4">
                  <p:embed/>
                </p:oleObj>
              </mc:Choice>
              <mc:Fallback>
                <p:oleObj name="Equation" r:id="rId1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94548" y="181982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1778933" y="209992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" imgW="10058400" imgH="4876800" progId="Equation.DSMT4">
                  <p:embed/>
                </p:oleObj>
              </mc:Choice>
              <mc:Fallback>
                <p:oleObj name="Equation" r:id="rId3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8933" y="209992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4226681" y="2099956"/>
          <a:ext cx="34194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32308800" imgH="4572000" progId="Equation.DSMT4">
                  <p:embed/>
                </p:oleObj>
              </mc:Choice>
              <mc:Fallback>
                <p:oleObj name="Equation" r:id="rId5" imgW="32308800" imgH="45720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6681" y="2099956"/>
                        <a:ext cx="3419475" cy="581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7646035" y="1819910"/>
          <a:ext cx="1130300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7" imgW="482600" imgH="431800" progId="Equation.DSMT4">
                  <p:embed/>
                </p:oleObj>
              </mc:Choice>
              <mc:Fallback>
                <p:oleObj name="Equation" r:id="rId7" imgW="4826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46035" y="1819910"/>
                        <a:ext cx="1130300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1773555" y="4655185"/>
          <a:ext cx="144970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9" imgW="571500" imgH="203200" progId="Equation.DSMT4">
                  <p:embed/>
                </p:oleObj>
              </mc:Choice>
              <mc:Fallback>
                <p:oleObj name="Equation" r:id="rId9" imgW="571500" imgH="203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73555" y="4655185"/>
                        <a:ext cx="144970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3475038" y="4654868"/>
          <a:ext cx="429260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11" imgW="165100" imgH="203200" progId="Equation.DSMT4">
                  <p:embed/>
                </p:oleObj>
              </mc:Choice>
              <mc:Fallback>
                <p:oleObj name="Equation" r:id="rId11" imgW="165100" imgH="203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75038" y="4654868"/>
                        <a:ext cx="429260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2"/>
          <p:cNvGraphicFramePr>
            <a:graphicFrameLocks noChangeAspect="1"/>
          </p:cNvGraphicFramePr>
          <p:nvPr/>
        </p:nvGraphicFramePr>
        <p:xfrm>
          <a:off x="8026718" y="4469130"/>
          <a:ext cx="1376045" cy="113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3" imgW="533400" imgH="444500" progId="Equation.DSMT4">
                  <p:embed/>
                </p:oleObj>
              </mc:Choice>
              <mc:Fallback>
                <p:oleObj name="Equation" r:id="rId13" imgW="5334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26718" y="4469130"/>
                        <a:ext cx="1376045" cy="1139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2"/>
          <p:cNvGraphicFramePr>
            <a:graphicFrameLocks noChangeAspect="1"/>
          </p:cNvGraphicFramePr>
          <p:nvPr/>
        </p:nvGraphicFramePr>
        <p:xfrm>
          <a:off x="3986848" y="4469130"/>
          <a:ext cx="3994785" cy="107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5" imgW="1548765" imgH="419100" progId="Equation.DSMT4">
                  <p:embed/>
                </p:oleObj>
              </mc:Choice>
              <mc:Fallback>
                <p:oleObj name="Equation" r:id="rId15" imgW="1548765" imgH="4191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86848" y="4469130"/>
                        <a:ext cx="3994785" cy="1074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3094355" y="3103880"/>
          <a:ext cx="787400" cy="1130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17" imgW="330200" imgH="393700" progId="Equation.DSMT4">
                  <p:embed/>
                </p:oleObj>
              </mc:Choice>
              <mc:Fallback>
                <p:oleObj name="Equation" r:id="rId17" imgW="330200" imgH="3937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94355" y="3103880"/>
                        <a:ext cx="787400" cy="1130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1750695" y="3501390"/>
          <a:ext cx="8839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19" imgW="10058400" imgH="4876800" progId="Equation.DSMT4">
                  <p:embed/>
                </p:oleObj>
              </mc:Choice>
              <mc:Fallback>
                <p:oleObj name="Equation" r:id="rId19" imgW="100584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0695" y="3501390"/>
                        <a:ext cx="8839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9246870" y="3140710"/>
          <a:ext cx="179514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20" imgW="20421600" imgH="10363200" progId="Equation.DSMT4">
                  <p:embed/>
                </p:oleObj>
              </mc:Choice>
              <mc:Fallback>
                <p:oleObj name="Equation" r:id="rId20" imgW="204216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246870" y="3140710"/>
                        <a:ext cx="179514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3881755" y="3293110"/>
          <a:ext cx="5365115" cy="72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2" imgW="2082800" imgH="228600" progId="Equation.DSMT4">
                  <p:embed/>
                </p:oleObj>
              </mc:Choice>
              <mc:Fallback>
                <p:oleObj name="Equation" r:id="rId22" imgW="2082800" imgH="2286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881755" y="3293110"/>
                        <a:ext cx="5365115" cy="722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4420235" y="5754370"/>
          <a:ext cx="4573905" cy="12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24" imgW="1943100" imgH="444500" progId="Equation.DSMT4">
                  <p:embed/>
                </p:oleObj>
              </mc:Choice>
              <mc:Fallback>
                <p:oleObj name="Equation" r:id="rId24" imgW="1943100" imgH="4445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20235" y="5754370"/>
                        <a:ext cx="4573905" cy="1252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9246715" y="5754374"/>
          <a:ext cx="2514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26" imgW="23774400" imgH="10668000" progId="Equation.DSMT4">
                  <p:embed/>
                </p:oleObj>
              </mc:Choice>
              <mc:Fallback>
                <p:oleObj name="Equation" r:id="rId26" imgW="23774400" imgH="10668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246715" y="5754374"/>
                        <a:ext cx="2514600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06" name="Object 134"/>
          <p:cNvGraphicFramePr>
            <a:graphicFrameLocks noChangeAspect="1"/>
          </p:cNvGraphicFramePr>
          <p:nvPr/>
        </p:nvGraphicFramePr>
        <p:xfrm>
          <a:off x="3489325" y="6235700"/>
          <a:ext cx="86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8" imgW="8229600" imgH="3352800" progId="Equation.DSMT4">
                  <p:embed/>
                </p:oleObj>
              </mc:Choice>
              <mc:Fallback>
                <p:oleObj name="Equation" r:id="rId28" imgW="8229600" imgH="33528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489325" y="6235700"/>
                        <a:ext cx="8636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1728596" y="6019834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13716000" imgH="4876800" progId="Equation.DSMT4">
                  <p:embed/>
                </p:oleObj>
              </mc:Choice>
              <mc:Fallback>
                <p:oleObj name="Equation" r:id="rId30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728596" y="6019834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9213514" y="7405499"/>
          <a:ext cx="3192462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32" imgW="30175200" imgH="10668000" progId="Equation.DSMT4">
                  <p:embed/>
                </p:oleObj>
              </mc:Choice>
              <mc:Fallback>
                <p:oleObj name="Equation" r:id="rId32" imgW="30175200" imgH="106680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213514" y="7405499"/>
                        <a:ext cx="3192462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2"/>
          <p:cNvGraphicFramePr>
            <a:graphicFrameLocks noChangeAspect="1"/>
          </p:cNvGraphicFramePr>
          <p:nvPr/>
        </p:nvGraphicFramePr>
        <p:xfrm>
          <a:off x="1596516" y="7870859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34" imgW="13716000" imgH="4876800" progId="Equation.DSMT4">
                  <p:embed/>
                </p:oleObj>
              </mc:Choice>
              <mc:Fallback>
                <p:oleObj name="Equation" r:id="rId34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96516" y="7870859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3385820" y="7405370"/>
          <a:ext cx="586168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35" imgW="2413000" imgH="444500" progId="Equation.DSMT4">
                  <p:embed/>
                </p:oleObj>
              </mc:Choice>
              <mc:Fallback>
                <p:oleObj name="Equation" r:id="rId35" imgW="2413000" imgH="4445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385820" y="7405370"/>
                        <a:ext cx="5861685" cy="1320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322070" y="509905"/>
            <a:ext cx="6172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圆环域上解析函数的洛朗展开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8765" y="509905"/>
            <a:ext cx="4171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--------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间接展开法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/>
        </p:nvSpPr>
        <p:spPr>
          <a:xfrm>
            <a:off x="1861551" y="1290017"/>
            <a:ext cx="98999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基本展开式，变量代换，级数运算，以及求导、求积分</a:t>
            </a: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等等。</a:t>
            </a:r>
            <a:endParaRPr lang="zh-CN" altLang="en-US" sz="2800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3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696326" y="775667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1610726" y="775667"/>
            <a:ext cx="104587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将函数                              在指定圆环域内展开成洛朗级数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18"/>
          <p:cNvGraphicFramePr>
            <a:graphicFrameLocks noChangeAspect="1"/>
          </p:cNvGraphicFramePr>
          <p:nvPr/>
        </p:nvGraphicFramePr>
        <p:xfrm>
          <a:off x="2949258" y="405130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1" imgW="30175200" imgH="10058400" progId="Equation.DSMT4">
                  <p:embed/>
                </p:oleObj>
              </mc:Choice>
              <mc:Fallback>
                <p:oleObj name="Equation" r:id="rId1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9258" y="405130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07" name="Object 23"/>
          <p:cNvGraphicFramePr>
            <a:graphicFrameLocks noChangeAspect="1"/>
          </p:cNvGraphicFramePr>
          <p:nvPr/>
        </p:nvGraphicFramePr>
        <p:xfrm>
          <a:off x="810578" y="1754505"/>
          <a:ext cx="20558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3" imgW="19507200" imgH="4876800" progId="Equation.DSMT4">
                  <p:embed/>
                </p:oleObj>
              </mc:Choice>
              <mc:Fallback>
                <p:oleObj name="Equation" r:id="rId3" imgW="19507200" imgH="4876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578" y="1754505"/>
                        <a:ext cx="2055812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834121" y="2832432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/>
        </p:nvGraphicFramePr>
        <p:xfrm>
          <a:off x="1736725" y="2643505"/>
          <a:ext cx="2768600" cy="111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1257300" imgH="419100" progId="Equation.DSMT4">
                  <p:embed/>
                </p:oleObj>
              </mc:Choice>
              <mc:Fallback>
                <p:oleObj name="Equation" r:id="rId5" imgW="12573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6725" y="2643505"/>
                        <a:ext cx="2768600" cy="1113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8"/>
          <p:cNvGraphicFramePr>
            <a:graphicFrameLocks noChangeAspect="1"/>
          </p:cNvGraphicFramePr>
          <p:nvPr/>
        </p:nvGraphicFramePr>
        <p:xfrm>
          <a:off x="4698365" y="2643505"/>
          <a:ext cx="195834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889000" imgH="393700" progId="Equation.DSMT4">
                  <p:embed/>
                </p:oleObj>
              </mc:Choice>
              <mc:Fallback>
                <p:oleObj name="Equation" r:id="rId7" imgW="8890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98365" y="2643505"/>
                        <a:ext cx="195834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8"/>
          <p:cNvGraphicFramePr>
            <a:graphicFrameLocks noChangeAspect="1"/>
          </p:cNvGraphicFramePr>
          <p:nvPr/>
        </p:nvGraphicFramePr>
        <p:xfrm>
          <a:off x="1401128" y="4813935"/>
          <a:ext cx="3999865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9" imgW="1816100" imgH="393700" progId="Equation.DSMT4">
                  <p:embed/>
                </p:oleObj>
              </mc:Choice>
              <mc:Fallback>
                <p:oleObj name="Equation" r:id="rId9" imgW="18161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1128" y="4813935"/>
                        <a:ext cx="3999865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/>
          <p:cNvGraphicFramePr>
            <a:graphicFrameLocks noChangeAspect="1"/>
          </p:cNvGraphicFramePr>
          <p:nvPr/>
        </p:nvGraphicFramePr>
        <p:xfrm>
          <a:off x="3087053" y="3756660"/>
          <a:ext cx="21399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965200" imgH="393700" progId="Equation.DSMT4">
                  <p:embed/>
                </p:oleObj>
              </mc:Choice>
              <mc:Fallback>
                <p:oleObj name="Equation" r:id="rId11" imgW="965200" imgH="3937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87053" y="3756660"/>
                        <a:ext cx="2139950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1401445" y="6007418"/>
          <a:ext cx="783590" cy="104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3" imgW="355600" imgH="393700" progId="Equation.DSMT4">
                  <p:embed/>
                </p:oleObj>
              </mc:Choice>
              <mc:Fallback>
                <p:oleObj name="Equation" r:id="rId13" imgW="3556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01445" y="6007418"/>
                        <a:ext cx="783590" cy="1046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3456623" y="5859463"/>
          <a:ext cx="3971925" cy="111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5" imgW="1803400" imgH="419100" progId="Equation.DSMT4">
                  <p:embed/>
                </p:oleObj>
              </mc:Choice>
              <mc:Fallback>
                <p:oleObj name="Equation" r:id="rId15" imgW="18034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56623" y="5859463"/>
                        <a:ext cx="3971925" cy="1113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834073" y="3961130"/>
          <a:ext cx="20558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7" imgW="19507200" imgH="4876800" progId="Equation.DSMT4">
                  <p:embed/>
                </p:oleObj>
              </mc:Choice>
              <mc:Fallback>
                <p:oleObj name="Equation" r:id="rId17" imgW="19507200" imgH="4876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4073" y="3961130"/>
                        <a:ext cx="2055812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1251585" y="7591425"/>
          <a:ext cx="16383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8" imgW="673100" imgH="203200" progId="Equation.DSMT4">
                  <p:embed/>
                </p:oleObj>
              </mc:Choice>
              <mc:Fallback>
                <p:oleObj name="Equation" r:id="rId18" imgW="6731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51585" y="7591425"/>
                        <a:ext cx="1638300" cy="600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/>
          <p:cNvGraphicFramePr>
            <a:graphicFrameLocks noChangeAspect="1"/>
          </p:cNvGraphicFramePr>
          <p:nvPr/>
        </p:nvGraphicFramePr>
        <p:xfrm>
          <a:off x="2889885" y="7334885"/>
          <a:ext cx="2768600" cy="111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0" imgW="1257300" imgH="419100" progId="Equation.DSMT4">
                  <p:embed/>
                </p:oleObj>
              </mc:Choice>
              <mc:Fallback>
                <p:oleObj name="Equation" r:id="rId20" imgW="12573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9885" y="7334885"/>
                        <a:ext cx="2768600" cy="1113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/>
          <p:cNvGraphicFramePr>
            <a:graphicFrameLocks noChangeAspect="1"/>
          </p:cNvGraphicFramePr>
          <p:nvPr/>
        </p:nvGraphicFramePr>
        <p:xfrm>
          <a:off x="5557838" y="4699635"/>
          <a:ext cx="1098550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1" imgW="495300" imgH="431800" progId="Equation.DSMT4">
                  <p:embed/>
                </p:oleObj>
              </mc:Choice>
              <mc:Fallback>
                <p:oleObj name="Equation" r:id="rId21" imgW="4953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57838" y="4699635"/>
                        <a:ext cx="1098550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/>
          <p:cNvGraphicFramePr>
            <a:graphicFrameLocks noChangeAspect="1"/>
          </p:cNvGraphicFramePr>
          <p:nvPr/>
        </p:nvGraphicFramePr>
        <p:xfrm>
          <a:off x="7428548" y="5819775"/>
          <a:ext cx="135255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3" imgW="609600" imgH="444500" progId="Equation.DSMT4">
                  <p:embed/>
                </p:oleObj>
              </mc:Choice>
              <mc:Fallback>
                <p:oleObj name="Equation" r:id="rId23" imgW="6096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28548" y="5819775"/>
                        <a:ext cx="1352550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8"/>
          <p:cNvGraphicFramePr>
            <a:graphicFrameLocks noChangeAspect="1"/>
          </p:cNvGraphicFramePr>
          <p:nvPr/>
        </p:nvGraphicFramePr>
        <p:xfrm>
          <a:off x="5655945" y="7334885"/>
          <a:ext cx="195834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25" imgW="889000" imgH="393700" progId="Equation.DSMT4">
                  <p:embed/>
                </p:oleObj>
              </mc:Choice>
              <mc:Fallback>
                <p:oleObj name="Equation" r:id="rId25" imgW="8890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55945" y="7334885"/>
                        <a:ext cx="195834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3"/>
          <p:cNvGraphicFramePr>
            <a:graphicFrameLocks noChangeAspect="1"/>
          </p:cNvGraphicFramePr>
          <p:nvPr/>
        </p:nvGraphicFramePr>
        <p:xfrm>
          <a:off x="10287636" y="7333615"/>
          <a:ext cx="2310765" cy="1161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7" imgW="1041400" imgH="431800" progId="Equation.DSMT4">
                  <p:embed/>
                </p:oleObj>
              </mc:Choice>
              <mc:Fallback>
                <p:oleObj name="Equation" r:id="rId27" imgW="10414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287636" y="7333615"/>
                        <a:ext cx="2310765" cy="1161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8"/>
          <p:cNvGraphicFramePr>
            <a:graphicFrameLocks noChangeAspect="1"/>
          </p:cNvGraphicFramePr>
          <p:nvPr/>
        </p:nvGraphicFramePr>
        <p:xfrm>
          <a:off x="6823075" y="2677160"/>
          <a:ext cx="195834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29" imgW="889000" imgH="393700" progId="Equation.DSMT4">
                  <p:embed/>
                </p:oleObj>
              </mc:Choice>
              <mc:Fallback>
                <p:oleObj name="Equation" r:id="rId29" imgW="8890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823075" y="2677160"/>
                        <a:ext cx="195834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/>
          <p:cNvGraphicFramePr>
            <a:graphicFrameLocks noChangeAspect="1"/>
          </p:cNvGraphicFramePr>
          <p:nvPr/>
        </p:nvGraphicFramePr>
        <p:xfrm>
          <a:off x="3237231" y="1517015"/>
          <a:ext cx="126809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1" imgW="571500" imgH="431800" progId="Equation.DSMT4">
                  <p:embed/>
                </p:oleObj>
              </mc:Choice>
              <mc:Fallback>
                <p:oleObj name="Equation" r:id="rId31" imgW="5715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237231" y="1517015"/>
                        <a:ext cx="126809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2169478" y="6007418"/>
          <a:ext cx="1287145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3" imgW="584200" imgH="584200" progId="Equation.DSMT4">
                  <p:embed/>
                </p:oleObj>
              </mc:Choice>
              <mc:Fallback>
                <p:oleObj name="Equation" r:id="rId33" imgW="584200" imgH="584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69478" y="6007418"/>
                        <a:ext cx="1287145" cy="1551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3"/>
          <p:cNvGraphicFramePr>
            <a:graphicFrameLocks noChangeAspect="1"/>
          </p:cNvGraphicFramePr>
          <p:nvPr/>
        </p:nvGraphicFramePr>
        <p:xfrm>
          <a:off x="7682548" y="7334885"/>
          <a:ext cx="1098550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5" imgW="495300" imgH="431800" progId="Equation.DSMT4">
                  <p:embed/>
                </p:oleObj>
              </mc:Choice>
              <mc:Fallback>
                <p:oleObj name="Equation" r:id="rId35" imgW="4953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82548" y="7334885"/>
                        <a:ext cx="1098550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3"/>
          <p:cNvGraphicFramePr>
            <a:graphicFrameLocks noChangeAspect="1"/>
          </p:cNvGraphicFramePr>
          <p:nvPr/>
        </p:nvGraphicFramePr>
        <p:xfrm>
          <a:off x="8934768" y="7334885"/>
          <a:ext cx="135255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6" imgW="609600" imgH="444500" progId="Equation.DSMT4">
                  <p:embed/>
                </p:oleObj>
              </mc:Choice>
              <mc:Fallback>
                <p:oleObj name="Equation" r:id="rId36" imgW="6096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934768" y="7334885"/>
                        <a:ext cx="1352550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597901" y="775667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1512301" y="775667"/>
            <a:ext cx="104587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将函数                              在指定圆环域内展开成洛朗级数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18"/>
          <p:cNvGraphicFramePr>
            <a:graphicFrameLocks noChangeAspect="1"/>
          </p:cNvGraphicFramePr>
          <p:nvPr/>
        </p:nvGraphicFramePr>
        <p:xfrm>
          <a:off x="2850833" y="405130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1" imgW="30175200" imgH="10058400" progId="Equation.DSMT4">
                  <p:embed/>
                </p:oleObj>
              </mc:Choice>
              <mc:Fallback>
                <p:oleObj name="Equation" r:id="rId1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0833" y="405130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08" name="Object 24"/>
          <p:cNvGraphicFramePr>
            <a:graphicFrameLocks noChangeAspect="1"/>
          </p:cNvGraphicFramePr>
          <p:nvPr/>
        </p:nvGraphicFramePr>
        <p:xfrm>
          <a:off x="872808" y="1677035"/>
          <a:ext cx="21193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3" imgW="20116800" imgH="4876800" progId="Equation.DSMT4">
                  <p:embed/>
                </p:oleObj>
              </mc:Choice>
              <mc:Fallback>
                <p:oleObj name="Equation" r:id="rId3" imgW="20116800" imgH="4876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2808" y="1677035"/>
                        <a:ext cx="2119312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696326" y="2694637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/>
        </p:nvGraphicFramePr>
        <p:xfrm>
          <a:off x="1598930" y="2505710"/>
          <a:ext cx="2768600" cy="111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1257300" imgH="419100" progId="Equation.DSMT4">
                  <p:embed/>
                </p:oleObj>
              </mc:Choice>
              <mc:Fallback>
                <p:oleObj name="Equation" r:id="rId5" imgW="12573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8930" y="2505710"/>
                        <a:ext cx="2768600" cy="1113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8"/>
          <p:cNvGraphicFramePr>
            <a:graphicFrameLocks noChangeAspect="1"/>
          </p:cNvGraphicFramePr>
          <p:nvPr/>
        </p:nvGraphicFramePr>
        <p:xfrm>
          <a:off x="1128713" y="4675823"/>
          <a:ext cx="728345" cy="104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7" imgW="330200" imgH="393700" progId="Equation.DSMT4">
                  <p:embed/>
                </p:oleObj>
              </mc:Choice>
              <mc:Fallback>
                <p:oleObj name="Equation" r:id="rId7" imgW="3302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8713" y="4675823"/>
                        <a:ext cx="728345" cy="1046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1129030" y="6164898"/>
          <a:ext cx="783590" cy="104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9" imgW="355600" imgH="393700" progId="Equation.DSMT4">
                  <p:embed/>
                </p:oleObj>
              </mc:Choice>
              <mc:Fallback>
                <p:oleObj name="Equation" r:id="rId9" imgW="3556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9030" y="6164898"/>
                        <a:ext cx="783590" cy="1046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3318828" y="6016943"/>
          <a:ext cx="3971925" cy="111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1803400" imgH="419100" progId="Equation.DSMT4">
                  <p:embed/>
                </p:oleObj>
              </mc:Choice>
              <mc:Fallback>
                <p:oleObj name="Equation" r:id="rId11" imgW="18034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18828" y="6016943"/>
                        <a:ext cx="3971925" cy="1113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1129030" y="7748905"/>
          <a:ext cx="160782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3" imgW="660400" imgH="203200" progId="Equation.DSMT4">
                  <p:embed/>
                </p:oleObj>
              </mc:Choice>
              <mc:Fallback>
                <p:oleObj name="Equation" r:id="rId13" imgW="6604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29030" y="7748905"/>
                        <a:ext cx="1607820" cy="600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/>
          <p:cNvGraphicFramePr>
            <a:graphicFrameLocks noChangeAspect="1"/>
          </p:cNvGraphicFramePr>
          <p:nvPr/>
        </p:nvGraphicFramePr>
        <p:xfrm>
          <a:off x="2949258" y="7812723"/>
          <a:ext cx="100774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5" imgW="457200" imgH="203200" progId="Equation.DSMT4">
                  <p:embed/>
                </p:oleObj>
              </mc:Choice>
              <mc:Fallback>
                <p:oleObj name="Equation" r:id="rId15" imgW="457200" imgH="203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49258" y="7812723"/>
                        <a:ext cx="1007745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/>
          <p:cNvGraphicFramePr>
            <a:graphicFrameLocks noChangeAspect="1"/>
          </p:cNvGraphicFramePr>
          <p:nvPr/>
        </p:nvGraphicFramePr>
        <p:xfrm>
          <a:off x="3304541" y="4676140"/>
          <a:ext cx="166306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7" imgW="749300" imgH="431800" progId="Equation.DSMT4">
                  <p:embed/>
                </p:oleObj>
              </mc:Choice>
              <mc:Fallback>
                <p:oleObj name="Equation" r:id="rId17" imgW="7493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04541" y="4676140"/>
                        <a:ext cx="166306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/>
          <p:cNvGraphicFramePr>
            <a:graphicFrameLocks noChangeAspect="1"/>
          </p:cNvGraphicFramePr>
          <p:nvPr/>
        </p:nvGraphicFramePr>
        <p:xfrm>
          <a:off x="7290753" y="6017260"/>
          <a:ext cx="135255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9" imgW="609600" imgH="444500" progId="Equation.DSMT4">
                  <p:embed/>
                </p:oleObj>
              </mc:Choice>
              <mc:Fallback>
                <p:oleObj name="Equation" r:id="rId19" imgW="6096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90753" y="6017260"/>
                        <a:ext cx="1352550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4"/>
          <p:cNvGraphicFramePr>
            <a:graphicFrameLocks noChangeAspect="1"/>
          </p:cNvGraphicFramePr>
          <p:nvPr/>
        </p:nvGraphicFramePr>
        <p:xfrm>
          <a:off x="1601470" y="3972560"/>
          <a:ext cx="1348105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21" imgW="660400" imgH="203200" progId="Equation.DSMT4">
                  <p:embed/>
                </p:oleObj>
              </mc:Choice>
              <mc:Fallback>
                <p:oleObj name="Equation" r:id="rId21" imgW="660400" imgH="2032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01470" y="3972560"/>
                        <a:ext cx="1348105" cy="497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3271520" y="3703955"/>
          <a:ext cx="1397000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3" imgW="685800" imgH="393700" progId="Equation.DSMT4">
                  <p:embed/>
                </p:oleObj>
              </mc:Choice>
              <mc:Fallback>
                <p:oleObj name="Equation" r:id="rId23" imgW="685800" imgH="3937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71520" y="3703955"/>
                        <a:ext cx="1397000" cy="972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3"/>
          <p:cNvGraphicFramePr>
            <a:graphicFrameLocks noChangeAspect="1"/>
          </p:cNvGraphicFramePr>
          <p:nvPr/>
        </p:nvGraphicFramePr>
        <p:xfrm>
          <a:off x="5122546" y="4676140"/>
          <a:ext cx="135318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5" imgW="609600" imgH="431800" progId="Equation.DSMT4">
                  <p:embed/>
                </p:oleObj>
              </mc:Choice>
              <mc:Fallback>
                <p:oleObj name="Equation" r:id="rId25" imgW="6096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22546" y="4676140"/>
                        <a:ext cx="135318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/>
          <p:cNvGraphicFramePr>
            <a:graphicFrameLocks noChangeAspect="1"/>
          </p:cNvGraphicFramePr>
          <p:nvPr/>
        </p:nvGraphicFramePr>
        <p:xfrm>
          <a:off x="4967288" y="3768090"/>
          <a:ext cx="1423035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7" imgW="698500" imgH="393700" progId="Equation.DSMT4">
                  <p:embed/>
                </p:oleObj>
              </mc:Choice>
              <mc:Fallback>
                <p:oleObj name="Equation" r:id="rId27" imgW="698500" imgH="3937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967288" y="3768090"/>
                        <a:ext cx="1423035" cy="972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/>
        </p:nvGraphicFramePr>
        <p:xfrm>
          <a:off x="4025900" y="7526020"/>
          <a:ext cx="383286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9" imgW="1739900" imgH="393700" progId="Equation.DSMT4">
                  <p:embed/>
                </p:oleObj>
              </mc:Choice>
              <mc:Fallback>
                <p:oleObj name="Equation" r:id="rId29" imgW="17399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025900" y="7526020"/>
                        <a:ext cx="383286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3"/>
          <p:cNvGraphicFramePr>
            <a:graphicFrameLocks noChangeAspect="1"/>
          </p:cNvGraphicFramePr>
          <p:nvPr/>
        </p:nvGraphicFramePr>
        <p:xfrm>
          <a:off x="7759701" y="7485380"/>
          <a:ext cx="1550035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1" imgW="698500" imgH="444500" progId="Equation.DSMT4">
                  <p:embed/>
                </p:oleObj>
              </mc:Choice>
              <mc:Fallback>
                <p:oleObj name="Equation" r:id="rId31" imgW="6985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59701" y="7485380"/>
                        <a:ext cx="1550035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/>
          <p:cNvGraphicFramePr>
            <a:graphicFrameLocks noChangeAspect="1"/>
          </p:cNvGraphicFramePr>
          <p:nvPr/>
        </p:nvGraphicFramePr>
        <p:xfrm>
          <a:off x="9436736" y="7526020"/>
          <a:ext cx="132524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33" imgW="596900" imgH="431800" progId="Equation.DSMT4">
                  <p:embed/>
                </p:oleObj>
              </mc:Choice>
              <mc:Fallback>
                <p:oleObj name="Equation" r:id="rId33" imgW="5969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436736" y="7526020"/>
                        <a:ext cx="132524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/>
          <p:cNvGraphicFramePr>
            <a:graphicFrameLocks noChangeAspect="1"/>
          </p:cNvGraphicFramePr>
          <p:nvPr/>
        </p:nvGraphicFramePr>
        <p:xfrm>
          <a:off x="3502026" y="1405255"/>
          <a:ext cx="126809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35" imgW="571500" imgH="431800" progId="Equation.DSMT4">
                  <p:embed/>
                </p:oleObj>
              </mc:Choice>
              <mc:Fallback>
                <p:oleObj name="Equation" r:id="rId35" imgW="5715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502026" y="1405255"/>
                        <a:ext cx="126809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/>
          <p:cNvGraphicFramePr>
            <a:graphicFrameLocks noChangeAspect="1"/>
          </p:cNvGraphicFramePr>
          <p:nvPr/>
        </p:nvGraphicFramePr>
        <p:xfrm>
          <a:off x="1983740" y="4739958"/>
          <a:ext cx="1287780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37" imgW="584200" imgH="584200" progId="Equation.DSMT4">
                  <p:embed/>
                </p:oleObj>
              </mc:Choice>
              <mc:Fallback>
                <p:oleObj name="Equation" r:id="rId37" imgW="584200" imgH="584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983740" y="4739958"/>
                        <a:ext cx="1287780" cy="1551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8"/>
          <p:cNvGraphicFramePr>
            <a:graphicFrameLocks noChangeAspect="1"/>
          </p:cNvGraphicFramePr>
          <p:nvPr/>
        </p:nvGraphicFramePr>
        <p:xfrm>
          <a:off x="1857058" y="6196648"/>
          <a:ext cx="1287145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9" imgW="584200" imgH="584200" progId="Equation.DSMT4">
                  <p:embed/>
                </p:oleObj>
              </mc:Choice>
              <mc:Fallback>
                <p:oleObj name="Equation" r:id="rId39" imgW="584200" imgH="584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857058" y="6196648"/>
                        <a:ext cx="1287145" cy="1551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8"/>
          <p:cNvGraphicFramePr>
            <a:graphicFrameLocks noChangeAspect="1"/>
          </p:cNvGraphicFramePr>
          <p:nvPr/>
        </p:nvGraphicFramePr>
        <p:xfrm>
          <a:off x="4367530" y="2467610"/>
          <a:ext cx="425323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41" imgW="1930400" imgH="393700" progId="Equation.DSMT4">
                  <p:embed/>
                </p:oleObj>
              </mc:Choice>
              <mc:Fallback>
                <p:oleObj name="Equation" r:id="rId41" imgW="19304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367530" y="2467610"/>
                        <a:ext cx="425323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676641" y="2655267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/>
        </p:nvGraphicFramePr>
        <p:xfrm>
          <a:off x="1579245" y="2466340"/>
          <a:ext cx="2768600" cy="111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" imgW="1257300" imgH="419100" progId="Equation.DSMT4">
                  <p:embed/>
                </p:oleObj>
              </mc:Choice>
              <mc:Fallback>
                <p:oleObj name="Equation" r:id="rId1" imgW="12573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79245" y="2466340"/>
                        <a:ext cx="2768600" cy="1113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8"/>
          <p:cNvGraphicFramePr>
            <a:graphicFrameLocks noChangeAspect="1"/>
          </p:cNvGraphicFramePr>
          <p:nvPr/>
        </p:nvGraphicFramePr>
        <p:xfrm>
          <a:off x="4483735" y="2533650"/>
          <a:ext cx="195834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3" imgW="889000" imgH="393700" progId="Equation.DSMT4">
                  <p:embed/>
                </p:oleObj>
              </mc:Choice>
              <mc:Fallback>
                <p:oleObj name="Equation" r:id="rId3" imgW="8890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3735" y="2533650"/>
                        <a:ext cx="195834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8"/>
          <p:cNvGraphicFramePr>
            <a:graphicFrameLocks noChangeAspect="1"/>
          </p:cNvGraphicFramePr>
          <p:nvPr/>
        </p:nvGraphicFramePr>
        <p:xfrm>
          <a:off x="1268731" y="4636453"/>
          <a:ext cx="727710" cy="104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5" imgW="330200" imgH="393700" progId="Equation.DSMT4">
                  <p:embed/>
                </p:oleObj>
              </mc:Choice>
              <mc:Fallback>
                <p:oleObj name="Equation" r:id="rId5" imgW="3302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8731" y="4636453"/>
                        <a:ext cx="727710" cy="1046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1268730" y="6044883"/>
          <a:ext cx="783590" cy="104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7" imgW="355600" imgH="393700" progId="Equation.DSMT4">
                  <p:embed/>
                </p:oleObj>
              </mc:Choice>
              <mc:Fallback>
                <p:oleObj name="Equation" r:id="rId7" imgW="3556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68730" y="6044883"/>
                        <a:ext cx="783590" cy="1046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3476308" y="5977573"/>
          <a:ext cx="3971925" cy="111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9" imgW="1803400" imgH="419100" progId="Equation.DSMT4">
                  <p:embed/>
                </p:oleObj>
              </mc:Choice>
              <mc:Fallback>
                <p:oleObj name="Equation" r:id="rId9" imgW="18034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76308" y="5977573"/>
                        <a:ext cx="3971925" cy="1113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1463675" y="7473315"/>
          <a:ext cx="160782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1" imgW="660400" imgH="203200" progId="Equation.DSMT4">
                  <p:embed/>
                </p:oleObj>
              </mc:Choice>
              <mc:Fallback>
                <p:oleObj name="Equation" r:id="rId11" imgW="660400" imgH="203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63675" y="7473315"/>
                        <a:ext cx="1607820" cy="600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/>
          <p:cNvGraphicFramePr>
            <a:graphicFrameLocks noChangeAspect="1"/>
          </p:cNvGraphicFramePr>
          <p:nvPr/>
        </p:nvGraphicFramePr>
        <p:xfrm>
          <a:off x="3283903" y="7537133"/>
          <a:ext cx="100774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3" imgW="457200" imgH="203200" progId="Equation.DSMT4">
                  <p:embed/>
                </p:oleObj>
              </mc:Choice>
              <mc:Fallback>
                <p:oleObj name="Equation" r:id="rId13" imgW="457200" imgH="203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83903" y="7537133"/>
                        <a:ext cx="1007745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/>
          <p:cNvGraphicFramePr>
            <a:graphicFrameLocks noChangeAspect="1"/>
          </p:cNvGraphicFramePr>
          <p:nvPr/>
        </p:nvGraphicFramePr>
        <p:xfrm>
          <a:off x="3462021" y="4636770"/>
          <a:ext cx="166306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5" imgW="749300" imgH="431800" progId="Equation.DSMT4">
                  <p:embed/>
                </p:oleObj>
              </mc:Choice>
              <mc:Fallback>
                <p:oleObj name="Equation" r:id="rId15" imgW="7493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62021" y="4636770"/>
                        <a:ext cx="166306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/>
          <p:cNvGraphicFramePr>
            <a:graphicFrameLocks noChangeAspect="1"/>
          </p:cNvGraphicFramePr>
          <p:nvPr/>
        </p:nvGraphicFramePr>
        <p:xfrm>
          <a:off x="7448233" y="5977890"/>
          <a:ext cx="135255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7" imgW="609600" imgH="444500" progId="Equation.DSMT4">
                  <p:embed/>
                </p:oleObj>
              </mc:Choice>
              <mc:Fallback>
                <p:oleObj name="Equation" r:id="rId17" imgW="6096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48233" y="5977890"/>
                        <a:ext cx="1352550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3461703" y="3664585"/>
          <a:ext cx="1475105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9" imgW="723900" imgH="393700" progId="Equation.DSMT4">
                  <p:embed/>
                </p:oleObj>
              </mc:Choice>
              <mc:Fallback>
                <p:oleObj name="Equation" r:id="rId19" imgW="723900" imgH="3937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61703" y="3664585"/>
                        <a:ext cx="1475105" cy="972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3"/>
          <p:cNvGraphicFramePr>
            <a:graphicFrameLocks noChangeAspect="1"/>
          </p:cNvGraphicFramePr>
          <p:nvPr/>
        </p:nvGraphicFramePr>
        <p:xfrm>
          <a:off x="5280026" y="4636770"/>
          <a:ext cx="135318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1" imgW="609600" imgH="431800" progId="Equation.DSMT4">
                  <p:embed/>
                </p:oleObj>
              </mc:Choice>
              <mc:Fallback>
                <p:oleObj name="Equation" r:id="rId21" imgW="6096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80026" y="4636770"/>
                        <a:ext cx="135318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/>
          <p:cNvGraphicFramePr>
            <a:graphicFrameLocks noChangeAspect="1"/>
          </p:cNvGraphicFramePr>
          <p:nvPr/>
        </p:nvGraphicFramePr>
        <p:xfrm>
          <a:off x="5235258" y="3728720"/>
          <a:ext cx="1320165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3" imgW="647700" imgH="393700" progId="Equation.DSMT4">
                  <p:embed/>
                </p:oleObj>
              </mc:Choice>
              <mc:Fallback>
                <p:oleObj name="Equation" r:id="rId23" imgW="647700" imgH="3937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35258" y="3728720"/>
                        <a:ext cx="1320165" cy="972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/>
        </p:nvGraphicFramePr>
        <p:xfrm>
          <a:off x="4291965" y="7233285"/>
          <a:ext cx="1678940" cy="1045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5" imgW="762000" imgH="393700" progId="Equation.DSMT4">
                  <p:embed/>
                </p:oleObj>
              </mc:Choice>
              <mc:Fallback>
                <p:oleObj name="Equation" r:id="rId25" imgW="7620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91965" y="7233285"/>
                        <a:ext cx="1678940" cy="1045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/>
          <p:cNvGraphicFramePr>
            <a:graphicFrameLocks noChangeAspect="1"/>
          </p:cNvGraphicFramePr>
          <p:nvPr/>
        </p:nvGraphicFramePr>
        <p:xfrm>
          <a:off x="7475856" y="7190105"/>
          <a:ext cx="132524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7" imgW="596900" imgH="431800" progId="Equation.DSMT4">
                  <p:embed/>
                </p:oleObj>
              </mc:Choice>
              <mc:Fallback>
                <p:oleObj name="Equation" r:id="rId27" imgW="5969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75856" y="7190105"/>
                        <a:ext cx="132524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5"/>
          <p:cNvGraphicFramePr>
            <a:graphicFrameLocks noChangeAspect="1"/>
          </p:cNvGraphicFramePr>
          <p:nvPr/>
        </p:nvGraphicFramePr>
        <p:xfrm>
          <a:off x="1680210" y="3893820"/>
          <a:ext cx="1604010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9" imgW="762000" imgH="203200" progId="Equation.DSMT4">
                  <p:embed/>
                </p:oleObj>
              </mc:Choice>
              <mc:Fallback>
                <p:oleObj name="Equation" r:id="rId29" imgW="762000" imgH="2032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680210" y="3893820"/>
                        <a:ext cx="1604010" cy="513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6122988" y="7155815"/>
          <a:ext cx="135255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31" imgW="609600" imgH="444500" progId="Equation.DSMT4">
                  <p:embed/>
                </p:oleObj>
              </mc:Choice>
              <mc:Fallback>
                <p:oleObj name="Equation" r:id="rId31" imgW="6096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22988" y="7155815"/>
                        <a:ext cx="1352550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3"/>
          <p:cNvGraphicFramePr>
            <a:graphicFrameLocks noChangeAspect="1"/>
          </p:cNvGraphicFramePr>
          <p:nvPr/>
        </p:nvGraphicFramePr>
        <p:xfrm>
          <a:off x="8800783" y="7233285"/>
          <a:ext cx="1803400" cy="119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2" imgW="812800" imgH="444500" progId="Equation.DSMT4">
                  <p:embed/>
                </p:oleObj>
              </mc:Choice>
              <mc:Fallback>
                <p:oleObj name="Equation" r:id="rId32" imgW="812800" imgH="4445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800783" y="7233285"/>
                        <a:ext cx="1803400" cy="1194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597901" y="775667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1512301" y="775667"/>
            <a:ext cx="104587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将函数                              在指定圆环域内展开成洛朗级数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6" name="Object 18"/>
          <p:cNvGraphicFramePr>
            <a:graphicFrameLocks noChangeAspect="1"/>
          </p:cNvGraphicFramePr>
          <p:nvPr/>
        </p:nvGraphicFramePr>
        <p:xfrm>
          <a:off x="2850833" y="405130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4" imgW="30175200" imgH="10058400" progId="Equation.DSMT4">
                  <p:embed/>
                </p:oleObj>
              </mc:Choice>
              <mc:Fallback>
                <p:oleObj name="Equation" r:id="rId34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850833" y="405130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5"/>
          <p:cNvGraphicFramePr>
            <a:graphicFrameLocks noChangeAspect="1"/>
          </p:cNvGraphicFramePr>
          <p:nvPr/>
        </p:nvGraphicFramePr>
        <p:xfrm>
          <a:off x="1047115" y="1754505"/>
          <a:ext cx="24415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6" imgW="23164800" imgH="4876800" progId="Equation.DSMT4">
                  <p:embed/>
                </p:oleObj>
              </mc:Choice>
              <mc:Fallback>
                <p:oleObj name="Equation" r:id="rId36" imgW="23164800" imgH="4876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47115" y="1754505"/>
                        <a:ext cx="2441575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8"/>
          <p:cNvGraphicFramePr>
            <a:graphicFrameLocks noChangeAspect="1"/>
          </p:cNvGraphicFramePr>
          <p:nvPr/>
        </p:nvGraphicFramePr>
        <p:xfrm>
          <a:off x="1996441" y="4636453"/>
          <a:ext cx="1287780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8" imgW="584200" imgH="584200" progId="Equation.DSMT4">
                  <p:embed/>
                </p:oleObj>
              </mc:Choice>
              <mc:Fallback>
                <p:oleObj name="Equation" r:id="rId38" imgW="584200" imgH="584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996441" y="4636453"/>
                        <a:ext cx="1287780" cy="1551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/>
          <p:cNvGraphicFramePr>
            <a:graphicFrameLocks noChangeAspect="1"/>
          </p:cNvGraphicFramePr>
          <p:nvPr/>
        </p:nvGraphicFramePr>
        <p:xfrm>
          <a:off x="1996758" y="5994083"/>
          <a:ext cx="1287145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40" imgW="584200" imgH="584200" progId="Equation.DSMT4">
                  <p:embed/>
                </p:oleObj>
              </mc:Choice>
              <mc:Fallback>
                <p:oleObj name="Equation" r:id="rId40" imgW="584200" imgH="584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996758" y="5994083"/>
                        <a:ext cx="1287145" cy="1551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3"/>
          <p:cNvGraphicFramePr>
            <a:graphicFrameLocks noChangeAspect="1"/>
          </p:cNvGraphicFramePr>
          <p:nvPr/>
        </p:nvGraphicFramePr>
        <p:xfrm>
          <a:off x="3659506" y="1495425"/>
          <a:ext cx="1268095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42" imgW="571500" imgH="431800" progId="Equation.DSMT4">
                  <p:embed/>
                </p:oleObj>
              </mc:Choice>
              <mc:Fallback>
                <p:oleObj name="Equation" r:id="rId42" imgW="571500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659506" y="1495425"/>
                        <a:ext cx="1268095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317480" y="1299845"/>
            <a:ext cx="3779520" cy="1579880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578216" y="2576527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" name="Object 18"/>
          <p:cNvGraphicFramePr>
            <a:graphicFrameLocks noChangeAspect="1"/>
          </p:cNvGraphicFramePr>
          <p:nvPr/>
        </p:nvGraphicFramePr>
        <p:xfrm>
          <a:off x="1443673" y="2183130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" imgW="30175200" imgH="10058400" progId="Equation.DSMT4">
                  <p:embed/>
                </p:oleObj>
              </mc:Choice>
              <mc:Fallback>
                <p:oleObj name="Equation" r:id="rId1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3673" y="2183130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695190" y="2145030"/>
          <a:ext cx="1947545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" imgW="774065" imgH="393700" progId="Equation.DSMT4">
                  <p:embed/>
                </p:oleObj>
              </mc:Choice>
              <mc:Fallback>
                <p:oleObj name="Equation" r:id="rId3" imgW="774065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95190" y="2145030"/>
                        <a:ext cx="1947545" cy="1193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8"/>
          <p:cNvGraphicFramePr>
            <a:graphicFrameLocks noChangeAspect="1"/>
          </p:cNvGraphicFramePr>
          <p:nvPr/>
        </p:nvGraphicFramePr>
        <p:xfrm>
          <a:off x="6487478" y="2145030"/>
          <a:ext cx="2588260" cy="127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5" imgW="1028700" imgH="419100" progId="Equation.DSMT4">
                  <p:embed/>
                </p:oleObj>
              </mc:Choice>
              <mc:Fallback>
                <p:oleObj name="Equation" r:id="rId5" imgW="10287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87478" y="2145030"/>
                        <a:ext cx="2588260" cy="1270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/>
        </p:nvGraphicFramePr>
        <p:xfrm>
          <a:off x="4623119" y="3317240"/>
          <a:ext cx="2940050" cy="127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7" imgW="1168400" imgH="419100" progId="Equation.DSMT4">
                  <p:embed/>
                </p:oleObj>
              </mc:Choice>
              <mc:Fallback>
                <p:oleObj name="Equation" r:id="rId7" imgW="11684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23119" y="3317240"/>
                        <a:ext cx="2940050" cy="1270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8"/>
          <p:cNvGraphicFramePr>
            <a:graphicFrameLocks noChangeAspect="1"/>
          </p:cNvGraphicFramePr>
          <p:nvPr/>
        </p:nvGraphicFramePr>
        <p:xfrm>
          <a:off x="7539356" y="3278188"/>
          <a:ext cx="2972435" cy="130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9" imgW="1181100" imgH="431800" progId="Equation.DSMT4">
                  <p:embed/>
                </p:oleObj>
              </mc:Choice>
              <mc:Fallback>
                <p:oleObj name="Equation" r:id="rId9" imgW="1181100" imgH="431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39356" y="3278188"/>
                        <a:ext cx="2972435" cy="13093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8"/>
          <p:cNvGraphicFramePr>
            <a:graphicFrameLocks noChangeAspect="1"/>
          </p:cNvGraphicFramePr>
          <p:nvPr/>
        </p:nvGraphicFramePr>
        <p:xfrm>
          <a:off x="10511791" y="3277553"/>
          <a:ext cx="2397125" cy="130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11" imgW="952500" imgH="431800" progId="Equation.DSMT4">
                  <p:embed/>
                </p:oleObj>
              </mc:Choice>
              <mc:Fallback>
                <p:oleObj name="Equation" r:id="rId11" imgW="952500" imgH="431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511791" y="3277553"/>
                        <a:ext cx="2397125" cy="13093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2"/>
          <p:cNvSpPr txBox="1"/>
          <p:nvPr/>
        </p:nvSpPr>
        <p:spPr>
          <a:xfrm>
            <a:off x="597901" y="480392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1512301" y="480392"/>
            <a:ext cx="104587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将函数                              在指定圆环域内展开成洛朗级数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8" name="Object 18"/>
          <p:cNvGraphicFramePr>
            <a:graphicFrameLocks noChangeAspect="1"/>
          </p:cNvGraphicFramePr>
          <p:nvPr/>
        </p:nvGraphicFramePr>
        <p:xfrm>
          <a:off x="2850833" y="109855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3" imgW="30175200" imgH="10058400" progId="Equation.DSMT4">
                  <p:embed/>
                </p:oleObj>
              </mc:Choice>
              <mc:Fallback>
                <p:oleObj name="Equation" r:id="rId13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0833" y="109855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6"/>
          <p:cNvGraphicFramePr>
            <a:graphicFrameLocks noChangeAspect="1"/>
          </p:cNvGraphicFramePr>
          <p:nvPr/>
        </p:nvGraphicFramePr>
        <p:xfrm>
          <a:off x="1292543" y="1381760"/>
          <a:ext cx="25701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4" imgW="24384000" imgH="4876800" progId="Equation.DSMT4">
                  <p:embed/>
                </p:oleObj>
              </mc:Choice>
              <mc:Fallback>
                <p:oleObj name="Equation" r:id="rId14" imgW="24384000" imgH="48768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92543" y="1381760"/>
                        <a:ext cx="2570162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3"/>
          <p:cNvGraphicFramePr>
            <a:graphicFrameLocks noChangeAspect="1"/>
          </p:cNvGraphicFramePr>
          <p:nvPr/>
        </p:nvGraphicFramePr>
        <p:xfrm>
          <a:off x="5907089" y="1010285"/>
          <a:ext cx="1915160" cy="116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6" imgW="862965" imgH="431800" progId="Equation.DSMT4">
                  <p:embed/>
                </p:oleObj>
              </mc:Choice>
              <mc:Fallback>
                <p:oleObj name="Equation" r:id="rId16" imgW="862965" imgH="431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07089" y="1010285"/>
                        <a:ext cx="1915160" cy="1160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11997883" y="136262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18" imgW="10363200" imgH="9448800" progId="Equation.DSMT4">
                  <p:embed/>
                </p:oleObj>
              </mc:Choice>
              <mc:Fallback>
                <p:oleObj name="Equation" r:id="rId18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997883" y="136262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10879118" y="172146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20" imgW="10058400" imgH="4876800" progId="Equation.DSMT4">
                  <p:embed/>
                </p:oleObj>
              </mc:Choice>
              <mc:Fallback>
                <p:oleObj name="Equation" r:id="rId20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879118" y="172146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13092748" y="1362710"/>
          <a:ext cx="862965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22" imgW="368300" imgH="431800" progId="Equation.DSMT4">
                  <p:embed/>
                </p:oleObj>
              </mc:Choice>
              <mc:Fallback>
                <p:oleObj name="Equation" r:id="rId22" imgW="3683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092748" y="1362710"/>
                        <a:ext cx="862965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11" name="Object 27"/>
          <p:cNvGraphicFramePr>
            <a:graphicFrameLocks noChangeAspect="1"/>
          </p:cNvGraphicFramePr>
          <p:nvPr/>
        </p:nvGraphicFramePr>
        <p:xfrm>
          <a:off x="1196023" y="4725035"/>
          <a:ext cx="27622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24" imgW="26212800" imgH="4876800" progId="Equation.DSMT4">
                  <p:embed/>
                </p:oleObj>
              </mc:Choice>
              <mc:Fallback>
                <p:oleObj name="Equation" r:id="rId24" imgW="26212800" imgH="48768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96023" y="4725035"/>
                        <a:ext cx="2762250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8"/>
          <p:cNvGraphicFramePr>
            <a:graphicFrameLocks noChangeAspect="1"/>
          </p:cNvGraphicFramePr>
          <p:nvPr/>
        </p:nvGraphicFramePr>
        <p:xfrm>
          <a:off x="1225233" y="5575300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6" imgW="30175200" imgH="10058400" progId="Equation.DSMT4">
                  <p:embed/>
                </p:oleObj>
              </mc:Choice>
              <mc:Fallback>
                <p:oleObj name="Equation" r:id="rId26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25233" y="5575300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8"/>
          <p:cNvGraphicFramePr>
            <a:graphicFrameLocks noChangeAspect="1"/>
          </p:cNvGraphicFramePr>
          <p:nvPr/>
        </p:nvGraphicFramePr>
        <p:xfrm>
          <a:off x="4405630" y="5654040"/>
          <a:ext cx="1947545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7" imgW="774065" imgH="393700" progId="Equation.DSMT4">
                  <p:embed/>
                </p:oleObj>
              </mc:Choice>
              <mc:Fallback>
                <p:oleObj name="Equation" r:id="rId27" imgW="774065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5630" y="5654040"/>
                        <a:ext cx="1947545" cy="1193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/>
          <p:cNvGraphicFramePr>
            <a:graphicFrameLocks noChangeAspect="1"/>
          </p:cNvGraphicFramePr>
          <p:nvPr/>
        </p:nvGraphicFramePr>
        <p:xfrm>
          <a:off x="6352858" y="5654040"/>
          <a:ext cx="2588260" cy="127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8" imgW="1028700" imgH="419100" progId="Equation.DSMT4">
                  <p:embed/>
                </p:oleObj>
              </mc:Choice>
              <mc:Fallback>
                <p:oleObj name="Equation" r:id="rId28" imgW="1028700" imgH="4191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52858" y="5654040"/>
                        <a:ext cx="2588260" cy="1270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4447541" y="6924358"/>
          <a:ext cx="281241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9" imgW="1117600" imgH="584200" progId="Equation.DSMT4">
                  <p:embed/>
                </p:oleObj>
              </mc:Choice>
              <mc:Fallback>
                <p:oleObj name="Equation" r:id="rId29" imgW="1117600" imgH="584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47541" y="6924358"/>
                        <a:ext cx="2812415" cy="177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/>
          <p:cNvGraphicFramePr>
            <a:graphicFrameLocks noChangeAspect="1"/>
          </p:cNvGraphicFramePr>
          <p:nvPr/>
        </p:nvGraphicFramePr>
        <p:xfrm>
          <a:off x="7259639" y="6924358"/>
          <a:ext cx="3196590" cy="130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31" imgW="1270000" imgH="431800" progId="Equation.DSMT4">
                  <p:embed/>
                </p:oleObj>
              </mc:Choice>
              <mc:Fallback>
                <p:oleObj name="Equation" r:id="rId31" imgW="1270000" imgH="431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259639" y="6924358"/>
                        <a:ext cx="3196590" cy="13093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/>
          <p:cNvGraphicFramePr>
            <a:graphicFrameLocks noChangeAspect="1"/>
          </p:cNvGraphicFramePr>
          <p:nvPr/>
        </p:nvGraphicFramePr>
        <p:xfrm>
          <a:off x="10491154" y="6846888"/>
          <a:ext cx="2269490" cy="130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33" imgW="901700" imgH="431800" progId="Equation.DSMT4">
                  <p:embed/>
                </p:oleObj>
              </mc:Choice>
              <mc:Fallback>
                <p:oleObj name="Equation" r:id="rId33" imgW="901700" imgH="431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491154" y="6846888"/>
                        <a:ext cx="2269490" cy="13093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4172585" y="4454843"/>
          <a:ext cx="231521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35" imgW="952500" imgH="393700" progId="Equation.DSMT4">
                  <p:embed/>
                </p:oleObj>
              </mc:Choice>
              <mc:Fallback>
                <p:oleObj name="Equation" r:id="rId35" imgW="952500" imgH="3937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172585" y="4454843"/>
                        <a:ext cx="2315210" cy="1155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2"/>
          <p:cNvSpPr txBox="1"/>
          <p:nvPr/>
        </p:nvSpPr>
        <p:spPr>
          <a:xfrm>
            <a:off x="1467851" y="2826082"/>
            <a:ext cx="10035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2382251" y="2826082"/>
            <a:ext cx="104587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将函数                              在指定圆环域内展开成洛朗级数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18"/>
          <p:cNvGraphicFramePr>
            <a:graphicFrameLocks noChangeAspect="1"/>
          </p:cNvGraphicFramePr>
          <p:nvPr/>
        </p:nvGraphicFramePr>
        <p:xfrm>
          <a:off x="3720783" y="2533015"/>
          <a:ext cx="3179762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" imgW="30175200" imgH="10058400" progId="Equation.DSMT4">
                  <p:embed/>
                </p:oleObj>
              </mc:Choice>
              <mc:Fallback>
                <p:oleObj name="Equation" r:id="rId1" imgW="30175200" imgH="1005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20783" y="2533015"/>
                        <a:ext cx="3179762" cy="1271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8"/>
          <p:cNvGraphicFramePr>
            <a:graphicFrameLocks noChangeAspect="1"/>
          </p:cNvGraphicFramePr>
          <p:nvPr/>
        </p:nvGraphicFramePr>
        <p:xfrm>
          <a:off x="2101850" y="4057650"/>
          <a:ext cx="2551430" cy="62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" imgW="1002665" imgH="203200" progId="Equation.DSMT4">
                  <p:embed/>
                </p:oleObj>
              </mc:Choice>
              <mc:Fallback>
                <p:oleObj name="Equation" r:id="rId3" imgW="1002665" imgH="2032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1850" y="4057650"/>
                        <a:ext cx="2551430" cy="626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9"/>
          <p:cNvGraphicFramePr>
            <a:graphicFrameLocks noChangeAspect="1"/>
          </p:cNvGraphicFramePr>
          <p:nvPr/>
        </p:nvGraphicFramePr>
        <p:xfrm>
          <a:off x="5200015" y="4117975"/>
          <a:ext cx="256921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5" imgW="1117600" imgH="203200" progId="Equation.DSMT4">
                  <p:embed/>
                </p:oleObj>
              </mc:Choice>
              <mc:Fallback>
                <p:oleObj name="Equation" r:id="rId5" imgW="1117600" imgH="2032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0015" y="4117975"/>
                        <a:ext cx="256921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5730240" y="4707255"/>
            <a:ext cx="8241665" cy="474345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、圆环域上的解析函数展开成洛朗级数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814836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5763260" y="231140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、洛朗级数的概念与性质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484740" y="540263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洛朗展开定理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6484620" y="6224905"/>
            <a:ext cx="7487285" cy="525145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间接展开法将解析函数展开成洛朗级数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6484620" y="3336925"/>
            <a:ext cx="6520815" cy="56134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洛朗级数的收敛域为圆环域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230853" y="3685155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27024" y="1705442"/>
            <a:ext cx="0" cy="521848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823734" y="1616032"/>
            <a:ext cx="687777" cy="583626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7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7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574155" y="149796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孤立奇点的定义及分类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5823727" y="392409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543260" y="3081025"/>
            <a:ext cx="5095770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7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孤立奇点的分类</a:t>
            </a:r>
            <a:endParaRPr lang="zh-CN" altLang="en-US" sz="287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1944830" y="4160521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孤立奇点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574155" y="220535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孤立奇点的定义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6511290" y="376872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可去奇点的判定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" name="文本框 5"/>
          <p:cNvSpPr txBox="1"/>
          <p:nvPr>
            <p:custDataLst>
              <p:tags r:id="rId13"/>
            </p:custDataLst>
          </p:nvPr>
        </p:nvSpPr>
        <p:spPr>
          <a:xfrm>
            <a:off x="5823727" y="4825160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03.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6511290" y="466979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极点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的判定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5"/>
          <p:cNvSpPr txBox="1"/>
          <p:nvPr>
            <p:custDataLst>
              <p:tags r:id="rId15"/>
            </p:custDataLst>
          </p:nvPr>
        </p:nvSpPr>
        <p:spPr>
          <a:xfrm>
            <a:off x="5855477" y="571225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04.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6"/>
            </p:custDataLst>
          </p:nvPr>
        </p:nvSpPr>
        <p:spPr>
          <a:xfrm>
            <a:off x="6543040" y="555688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本性奇点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的判定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5"/>
          <p:cNvSpPr txBox="1"/>
          <p:nvPr>
            <p:custDataLst>
              <p:tags r:id="rId17"/>
            </p:custDataLst>
          </p:nvPr>
        </p:nvSpPr>
        <p:spPr>
          <a:xfrm>
            <a:off x="5905007" y="674095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05.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8"/>
            </p:custDataLst>
          </p:nvPr>
        </p:nvSpPr>
        <p:spPr>
          <a:xfrm>
            <a:off x="6592570" y="658558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函数在无穷远点的性质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158865" y="4939665"/>
            <a:ext cx="6710045" cy="57975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孤立奇点的定义及分类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124585" y="1574906"/>
            <a:ext cx="339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孤立奇点的定义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/>
        </p:nvSpPr>
        <p:spPr>
          <a:xfrm>
            <a:off x="1124316" y="2392483"/>
            <a:ext cx="12893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</a:rPr>
              <a:t>定义：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1325245" y="3175635"/>
            <a:ext cx="16395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处解析，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8" name="Object 18"/>
          <p:cNvGraphicFramePr>
            <a:graphicFrameLocks noChangeAspect="1"/>
          </p:cNvGraphicFramePr>
          <p:nvPr/>
        </p:nvGraphicFramePr>
        <p:xfrm>
          <a:off x="2570798" y="3732636"/>
          <a:ext cx="25003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1" imgW="23774400" imgH="9448800" progId="Equation.DSMT4">
                  <p:embed/>
                </p:oleObj>
              </mc:Choice>
              <mc:Fallback>
                <p:oleObj name="Equation" r:id="rId1" imgW="23774400" imgH="9448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0798" y="3732636"/>
                        <a:ext cx="2500312" cy="1193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381885" y="2228215"/>
            <a:ext cx="11182350" cy="745490"/>
            <a:chOff x="3751" y="2805"/>
            <a:chExt cx="17610" cy="1174"/>
          </a:xfrm>
        </p:grpSpPr>
        <p:sp>
          <p:nvSpPr>
            <p:cNvPr id="23" name="文本框 2"/>
            <p:cNvSpPr txBox="1"/>
            <p:nvPr/>
          </p:nvSpPr>
          <p:spPr>
            <a:xfrm>
              <a:off x="3751" y="2987"/>
              <a:ext cx="1761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若函数        在     不解析，但在    某个去心邻域                     内处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8802" name="Object 18"/>
            <p:cNvGraphicFramePr>
              <a:graphicFrameLocks noChangeAspect="1"/>
            </p:cNvGraphicFramePr>
            <p:nvPr/>
          </p:nvGraphicFramePr>
          <p:xfrm>
            <a:off x="5697" y="3040"/>
            <a:ext cx="1144" cy="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3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81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697" y="3040"/>
                          <a:ext cx="1144" cy="8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803" name="Object 19"/>
            <p:cNvGraphicFramePr>
              <a:graphicFrameLocks noChangeAspect="1"/>
            </p:cNvGraphicFramePr>
            <p:nvPr/>
          </p:nvGraphicFramePr>
          <p:xfrm>
            <a:off x="16055" y="2889"/>
            <a:ext cx="3538" cy="10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name="Equation" r:id="rId5" imgW="21336000" imgH="5486400" progId="Equation.DSMT4">
                    <p:embed/>
                  </p:oleObj>
                </mc:Choice>
                <mc:Fallback>
                  <p:oleObj name="Equation" r:id="rId5" imgW="21336000" imgH="54864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055" y="2889"/>
                          <a:ext cx="3538" cy="10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822" name="Object 14"/>
            <p:cNvGraphicFramePr>
              <a:graphicFrameLocks noChangeAspect="1"/>
            </p:cNvGraphicFramePr>
            <p:nvPr/>
          </p:nvGraphicFramePr>
          <p:xfrm>
            <a:off x="7771" y="2805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6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81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71" y="2805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823" name="Object 15"/>
            <p:cNvGraphicFramePr>
              <a:graphicFrameLocks noChangeAspect="1"/>
            </p:cNvGraphicFramePr>
            <p:nvPr/>
          </p:nvGraphicFramePr>
          <p:xfrm>
            <a:off x="11831" y="2848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7" name="Equation" r:id="rId9" imgW="3962400" imgH="5486400" progId="Equation.DSMT4">
                    <p:embed/>
                  </p:oleObj>
                </mc:Choice>
                <mc:Fallback>
                  <p:oleObj name="Equation" r:id="rId9" imgW="3962400" imgH="5486400" progId="Equation.DSMT4">
                    <p:embed/>
                    <p:pic>
                      <p:nvPicPr>
                        <p:cNvPr id="0" name="图片 81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831" y="2848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2829560" y="3086735"/>
            <a:ext cx="5403850" cy="704850"/>
            <a:chOff x="4456" y="4157"/>
            <a:chExt cx="8510" cy="1110"/>
          </a:xfrm>
        </p:grpSpPr>
        <p:sp>
          <p:nvSpPr>
            <p:cNvPr id="29" name="文本框 2"/>
            <p:cNvSpPr txBox="1"/>
            <p:nvPr/>
          </p:nvSpPr>
          <p:spPr>
            <a:xfrm>
              <a:off x="4456" y="4326"/>
              <a:ext cx="851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称为        的孤立奇点。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9824" name="Object 16"/>
            <p:cNvGraphicFramePr>
              <a:graphicFrameLocks noChangeAspect="1"/>
            </p:cNvGraphicFramePr>
            <p:nvPr/>
          </p:nvGraphicFramePr>
          <p:xfrm>
            <a:off x="5246" y="4157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Equation" r:id="rId10" imgW="3962400" imgH="5486400" progId="Equation.DSMT4">
                    <p:embed/>
                  </p:oleObj>
                </mc:Choice>
                <mc:Fallback>
                  <p:oleObj name="Equation" r:id="rId10" imgW="3962400" imgH="5486400" progId="Equation.DSMT4">
                    <p:embed/>
                    <p:pic>
                      <p:nvPicPr>
                        <p:cNvPr id="0" name="图片 81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46" y="4157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825" name="Object 17"/>
            <p:cNvGraphicFramePr>
              <a:graphicFrameLocks noChangeAspect="1"/>
            </p:cNvGraphicFramePr>
            <p:nvPr/>
          </p:nvGraphicFramePr>
          <p:xfrm>
            <a:off x="7249" y="4297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name="Equation" r:id="rId11" imgW="7924800" imgH="4876800" progId="Equation.DSMT4">
                    <p:embed/>
                  </p:oleObj>
                </mc:Choice>
                <mc:Fallback>
                  <p:oleObj name="Equation" r:id="rId11" imgW="7924800" imgH="4876800" progId="Equation.DSMT4">
                    <p:embed/>
                    <p:pic>
                      <p:nvPicPr>
                        <p:cNvPr id="0" name="图片 81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49" y="4297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2"/>
          <p:cNvSpPr txBox="1"/>
          <p:nvPr/>
        </p:nvSpPr>
        <p:spPr>
          <a:xfrm>
            <a:off x="1324976" y="4018083"/>
            <a:ext cx="12893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</a:rPr>
              <a:t>例如，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9826" name="Object 18"/>
          <p:cNvGraphicFramePr>
            <a:graphicFrameLocks noChangeAspect="1"/>
          </p:cNvGraphicFramePr>
          <p:nvPr/>
        </p:nvGraphicFramePr>
        <p:xfrm>
          <a:off x="2571115" y="4860925"/>
          <a:ext cx="3175635" cy="1208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2" imgW="1257300" imgH="419100" progId="Equation.DSMT4">
                  <p:embed/>
                </p:oleObj>
              </mc:Choice>
              <mc:Fallback>
                <p:oleObj name="Equation" r:id="rId12" imgW="1257300" imgH="4191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71115" y="4860925"/>
                        <a:ext cx="3175635" cy="1208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7" name="Object 19"/>
          <p:cNvGraphicFramePr>
            <a:graphicFrameLocks noChangeAspect="1"/>
          </p:cNvGraphicFramePr>
          <p:nvPr/>
        </p:nvGraphicFramePr>
        <p:xfrm>
          <a:off x="8101330" y="3745865"/>
          <a:ext cx="2261235" cy="1167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4" imgW="914400" imgH="393700" progId="Equation.DSMT4">
                  <p:embed/>
                </p:oleObj>
              </mc:Choice>
              <mc:Fallback>
                <p:oleObj name="Equation" r:id="rId14" imgW="914400" imgH="3937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01330" y="3745865"/>
                        <a:ext cx="2261235" cy="1167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9" name="Object 41"/>
          <p:cNvGraphicFramePr>
            <a:graphicFrameLocks noChangeAspect="1"/>
          </p:cNvGraphicFramePr>
          <p:nvPr/>
        </p:nvGraphicFramePr>
        <p:xfrm>
          <a:off x="5182455" y="4059592"/>
          <a:ext cx="8651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6" imgW="8229600" imgH="4267200" progId="Equation.DSMT4">
                  <p:embed/>
                </p:oleObj>
              </mc:Choice>
              <mc:Fallback>
                <p:oleObj name="Equation" r:id="rId16" imgW="8229600" imgH="4267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82455" y="4059592"/>
                        <a:ext cx="865188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1" name="Object 43"/>
          <p:cNvGraphicFramePr>
            <a:graphicFrameLocks noChangeAspect="1"/>
          </p:cNvGraphicFramePr>
          <p:nvPr/>
        </p:nvGraphicFramePr>
        <p:xfrm>
          <a:off x="10438479" y="4039708"/>
          <a:ext cx="8667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18" imgW="8229600" imgH="4267200" progId="Equation.DSMT4">
                  <p:embed/>
                </p:oleObj>
              </mc:Choice>
              <mc:Fallback>
                <p:oleObj name="Equation" r:id="rId18" imgW="8229600" imgH="4267200" progId="Equation.DSMT4">
                  <p:embed/>
                  <p:pic>
                    <p:nvPicPr>
                      <p:cNvPr id="0" name="图片 8203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438479" y="4039708"/>
                        <a:ext cx="866775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2" name="Object 44"/>
          <p:cNvGraphicFramePr>
            <a:graphicFrameLocks noChangeAspect="1"/>
          </p:cNvGraphicFramePr>
          <p:nvPr/>
        </p:nvGraphicFramePr>
        <p:xfrm>
          <a:off x="2413635" y="6156960"/>
          <a:ext cx="1988820" cy="1122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20" imgW="838200" imgH="393700" progId="Equation.DSMT4">
                  <p:embed/>
                </p:oleObj>
              </mc:Choice>
              <mc:Fallback>
                <p:oleObj name="Equation" r:id="rId20" imgW="838200" imgH="393700" progId="Equation.DSMT4">
                  <p:embed/>
                  <p:pic>
                    <p:nvPicPr>
                      <p:cNvPr id="0" name="图片 820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13635" y="6156960"/>
                        <a:ext cx="1988820" cy="1122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3" name="Object 45"/>
          <p:cNvGraphicFramePr>
            <a:graphicFrameLocks noChangeAspect="1"/>
          </p:cNvGraphicFramePr>
          <p:nvPr/>
        </p:nvGraphicFramePr>
        <p:xfrm>
          <a:off x="4515585" y="6447809"/>
          <a:ext cx="1123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22" imgW="10668000" imgH="4267200" progId="Equation.DSMT4">
                  <p:embed/>
                </p:oleObj>
              </mc:Choice>
              <mc:Fallback>
                <p:oleObj name="Equation" r:id="rId22" imgW="10668000" imgH="42672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15585" y="6447809"/>
                        <a:ext cx="11239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5974446" y="4069518"/>
            <a:ext cx="24704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是孤立奇点；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11180176" y="4049833"/>
            <a:ext cx="24704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是孤立奇点；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5762991" y="6540303"/>
            <a:ext cx="24704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是孤立奇点。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6" name="Object 42"/>
          <p:cNvGraphicFramePr>
            <a:graphicFrameLocks noChangeAspect="1"/>
          </p:cNvGraphicFramePr>
          <p:nvPr/>
        </p:nvGraphicFramePr>
        <p:xfrm>
          <a:off x="6082084" y="5109540"/>
          <a:ext cx="16986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4" imgW="16154400" imgH="4876800" progId="Equation.DSMT4">
                  <p:embed/>
                </p:oleObj>
              </mc:Choice>
              <mc:Fallback>
                <p:oleObj name="Equation" r:id="rId24" imgW="16154400" imgH="4876800" progId="Equation.DSMT4">
                  <p:embed/>
                  <p:pic>
                    <p:nvPicPr>
                      <p:cNvPr id="0" name="图片 820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082084" y="5109540"/>
                        <a:ext cx="1698625" cy="617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7877541" y="5197278"/>
            <a:ext cx="24704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是孤立奇点；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5" grpId="0"/>
      <p:bldP spid="22" grpId="0"/>
      <p:bldP spid="33" grpId="0"/>
      <p:bldP spid="2" grpId="0"/>
      <p:bldP spid="7" grpId="0"/>
      <p:bldP spid="10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872490" y="984991"/>
            <a:ext cx="339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孤立奇点的定义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/>
        </p:nvSpPr>
        <p:spPr>
          <a:xfrm>
            <a:off x="948421" y="1654613"/>
            <a:ext cx="12893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</a:rPr>
              <a:t>定义：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1072881" y="2388673"/>
            <a:ext cx="24704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处解析，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2129790" y="1635760"/>
            <a:ext cx="111829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若函数        在     不解析，但在    某个去心邻域                     内处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8802" name="Object 18"/>
          <p:cNvGraphicFramePr>
            <a:graphicFrameLocks noChangeAspect="1"/>
          </p:cNvGraphicFramePr>
          <p:nvPr/>
        </p:nvGraphicFramePr>
        <p:xfrm>
          <a:off x="3365500" y="1669415"/>
          <a:ext cx="726440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65500" y="1669415"/>
                        <a:ext cx="726440" cy="535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03" name="Object 19"/>
          <p:cNvGraphicFramePr>
            <a:graphicFrameLocks noChangeAspect="1"/>
          </p:cNvGraphicFramePr>
          <p:nvPr/>
        </p:nvGraphicFramePr>
        <p:xfrm>
          <a:off x="9942830" y="1573636"/>
          <a:ext cx="22463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21336000" imgH="5486400" progId="Equation.DSMT4">
                  <p:embed/>
                </p:oleObj>
              </mc:Choice>
              <mc:Fallback>
                <p:oleObj name="Equation" r:id="rId3" imgW="21336000" imgH="54864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42830" y="1573636"/>
                        <a:ext cx="224631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2" name="Object 14"/>
          <p:cNvGraphicFramePr>
            <a:graphicFrameLocks noChangeAspect="1"/>
          </p:cNvGraphicFramePr>
          <p:nvPr/>
        </p:nvGraphicFramePr>
        <p:xfrm>
          <a:off x="4682490" y="1520296"/>
          <a:ext cx="4175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2490" y="1520296"/>
                        <a:ext cx="41751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3" name="Object 15"/>
          <p:cNvGraphicFramePr>
            <a:graphicFrameLocks noChangeAspect="1"/>
          </p:cNvGraphicFramePr>
          <p:nvPr/>
        </p:nvGraphicFramePr>
        <p:xfrm>
          <a:off x="7260590" y="1547601"/>
          <a:ext cx="4175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60590" y="1547601"/>
                        <a:ext cx="41751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2577196" y="2407088"/>
            <a:ext cx="54041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    称为        的孤立奇点。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9824" name="Object 16"/>
          <p:cNvGraphicFramePr>
            <a:graphicFrameLocks noChangeAspect="1"/>
          </p:cNvGraphicFramePr>
          <p:nvPr/>
        </p:nvGraphicFramePr>
        <p:xfrm>
          <a:off x="3079115" y="2300076"/>
          <a:ext cx="4175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8" imgW="3962400" imgH="5486400" progId="Equation.DSMT4">
                  <p:embed/>
                </p:oleObj>
              </mc:Choice>
              <mc:Fallback>
                <p:oleObj name="Equation" r:id="rId8" imgW="3962400" imgH="54864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9115" y="2300076"/>
                        <a:ext cx="41751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5" name="Object 17"/>
          <p:cNvGraphicFramePr>
            <a:graphicFrameLocks noChangeAspect="1"/>
          </p:cNvGraphicFramePr>
          <p:nvPr/>
        </p:nvGraphicFramePr>
        <p:xfrm>
          <a:off x="4350703" y="2388976"/>
          <a:ext cx="835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50703" y="2388976"/>
                        <a:ext cx="835025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七角星 33"/>
          <p:cNvSpPr/>
          <p:nvPr/>
        </p:nvSpPr>
        <p:spPr>
          <a:xfrm>
            <a:off x="972261" y="312698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5" name="文本框 2"/>
          <p:cNvSpPr txBox="1"/>
          <p:nvPr/>
        </p:nvSpPr>
        <p:spPr>
          <a:xfrm>
            <a:off x="1940988" y="3478868"/>
            <a:ext cx="61470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(1)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并不是所有的奇点都是孤立的。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18"/>
          <p:cNvGraphicFramePr>
            <a:graphicFrameLocks noChangeAspect="1"/>
          </p:cNvGraphicFramePr>
          <p:nvPr/>
        </p:nvGraphicFramePr>
        <p:xfrm>
          <a:off x="2771202" y="3967486"/>
          <a:ext cx="2179638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0" imgW="20726400" imgH="14020800" progId="Equation.DSMT4">
                  <p:embed/>
                </p:oleObj>
              </mc:Choice>
              <mc:Fallback>
                <p:oleObj name="Equation" r:id="rId10" imgW="20726400" imgH="140208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71202" y="3967486"/>
                        <a:ext cx="2179638" cy="177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1237408" y="4531698"/>
            <a:ext cx="12893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</a:rPr>
              <a:t>例如，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9830" name="Object 22"/>
          <p:cNvGraphicFramePr>
            <a:graphicFrameLocks noChangeAspect="1"/>
          </p:cNvGraphicFramePr>
          <p:nvPr/>
        </p:nvGraphicFramePr>
        <p:xfrm>
          <a:off x="5234305" y="4260215"/>
          <a:ext cx="2338705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2" imgW="1002665" imgH="393700" progId="Equation.DSMT4">
                  <p:embed/>
                </p:oleObj>
              </mc:Choice>
              <mc:Fallback>
                <p:oleObj name="Equation" r:id="rId12" imgW="1002665" imgH="3937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34305" y="4260215"/>
                        <a:ext cx="2338705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7678420" y="4555490"/>
            <a:ext cx="182816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都是奇点；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" name="文本框 2"/>
          <p:cNvSpPr txBox="1"/>
          <p:nvPr/>
        </p:nvSpPr>
        <p:spPr>
          <a:xfrm>
            <a:off x="1777793" y="6781503"/>
            <a:ext cx="8511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9755" y="6665595"/>
            <a:ext cx="4794250" cy="704850"/>
            <a:chOff x="2913" y="10497"/>
            <a:chExt cx="7550" cy="1110"/>
          </a:xfrm>
        </p:grpSpPr>
        <p:sp>
          <p:nvSpPr>
            <p:cNvPr id="61" name="文本框 2"/>
            <p:cNvSpPr txBox="1"/>
            <p:nvPr/>
          </p:nvSpPr>
          <p:spPr>
            <a:xfrm>
              <a:off x="2913" y="10666"/>
              <a:ext cx="755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为        的孤立奇点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2" name="Object 16"/>
            <p:cNvGraphicFramePr>
              <a:graphicFrameLocks noChangeAspect="1"/>
            </p:cNvGraphicFramePr>
            <p:nvPr/>
          </p:nvGraphicFramePr>
          <p:xfrm>
            <a:off x="3704" y="10497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图片 92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4" y="10497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17"/>
            <p:cNvGraphicFramePr>
              <a:graphicFrameLocks noChangeAspect="1"/>
            </p:cNvGraphicFramePr>
            <p:nvPr/>
          </p:nvGraphicFramePr>
          <p:xfrm>
            <a:off x="4957" y="10637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name="Equation" r:id="rId15" imgW="7924800" imgH="4876800" progId="Equation.DSMT4">
                    <p:embed/>
                  </p:oleObj>
                </mc:Choice>
                <mc:Fallback>
                  <p:oleObj name="Equation" r:id="rId15" imgW="7924800" imgH="48768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57" y="10637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5989955" y="6684645"/>
            <a:ext cx="7597140" cy="692150"/>
            <a:chOff x="9433" y="10527"/>
            <a:chExt cx="11964" cy="1090"/>
          </a:xfrm>
        </p:grpSpPr>
        <p:sp>
          <p:nvSpPr>
            <p:cNvPr id="64" name="文本框 2"/>
            <p:cNvSpPr txBox="1"/>
            <p:nvPr/>
          </p:nvSpPr>
          <p:spPr>
            <a:xfrm>
              <a:off x="9433" y="10666"/>
              <a:ext cx="752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在                     可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5" name="Object 25"/>
            <p:cNvGraphicFramePr>
              <a:graphicFrameLocks noChangeAspect="1"/>
            </p:cNvGraphicFramePr>
            <p:nvPr/>
          </p:nvGraphicFramePr>
          <p:xfrm>
            <a:off x="10226" y="10587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7" name="Equation" r:id="rId16" imgW="7924800" imgH="4876800" progId="Equation.DSMT4">
                    <p:embed/>
                  </p:oleObj>
                </mc:Choice>
                <mc:Fallback>
                  <p:oleObj name="Equation" r:id="rId16" imgW="7924800" imgH="4876800" progId="Equation.DSMT4">
                    <p:embed/>
                    <p:pic>
                      <p:nvPicPr>
                        <p:cNvPr id="0" name="图片 92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26" y="10587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26"/>
            <p:cNvGraphicFramePr>
              <a:graphicFrameLocks noChangeAspect="1"/>
            </p:cNvGraphicFramePr>
            <p:nvPr/>
          </p:nvGraphicFramePr>
          <p:xfrm>
            <a:off x="12353" y="10527"/>
            <a:ext cx="3538" cy="10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8" name="Equation" r:id="rId17" imgW="21336000" imgH="5486400" progId="Equation.DSMT4">
                    <p:embed/>
                  </p:oleObj>
                </mc:Choice>
                <mc:Fallback>
                  <p:oleObj name="Equation" r:id="rId17" imgW="21336000" imgH="5486400" progId="Equation.DSMT4">
                    <p:embed/>
                    <p:pic>
                      <p:nvPicPr>
                        <p:cNvPr id="0" name="图片 92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353" y="10527"/>
                          <a:ext cx="3538" cy="10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文本框 2"/>
            <p:cNvSpPr txBox="1"/>
            <p:nvPr/>
          </p:nvSpPr>
          <p:spPr>
            <a:xfrm>
              <a:off x="16727" y="10666"/>
              <a:ext cx="467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展开成洛朗级数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aphicFrame>
        <p:nvGraphicFramePr>
          <p:cNvPr id="68" name="Object 27"/>
          <p:cNvGraphicFramePr>
            <a:graphicFrameLocks noChangeAspect="1"/>
          </p:cNvGraphicFramePr>
          <p:nvPr/>
        </p:nvGraphicFramePr>
        <p:xfrm>
          <a:off x="4527296" y="7386326"/>
          <a:ext cx="4602162" cy="116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18" imgW="49072800" imgH="10363200" progId="Equation.DSMT4">
                  <p:embed/>
                </p:oleObj>
              </mc:Choice>
              <mc:Fallback>
                <p:oleObj name="Equation" r:id="rId18" imgW="49072800" imgH="10363200" progId="Equation.DSMT4">
                  <p:embed/>
                  <p:pic>
                    <p:nvPicPr>
                      <p:cNvPr id="0" name="图片 922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527296" y="7386326"/>
                        <a:ext cx="4602162" cy="11643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8"/>
          <p:cNvGraphicFramePr>
            <a:graphicFrameLocks noChangeAspect="1"/>
          </p:cNvGraphicFramePr>
          <p:nvPr/>
        </p:nvGraphicFramePr>
        <p:xfrm>
          <a:off x="3733545" y="7745102"/>
          <a:ext cx="743241" cy="546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20" imgW="7924800" imgH="4876800" progId="Equation.DSMT4">
                  <p:embed/>
                </p:oleObj>
              </mc:Choice>
              <mc:Fallback>
                <p:oleObj name="Equation" r:id="rId20" imgW="7924800" imgH="4876800" progId="Equation.DSMT4">
                  <p:embed/>
                  <p:pic>
                    <p:nvPicPr>
                      <p:cNvPr id="0" name="图片 9229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33545" y="7745102"/>
                        <a:ext cx="743241" cy="5468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文本框 2"/>
          <p:cNvSpPr txBox="1"/>
          <p:nvPr/>
        </p:nvSpPr>
        <p:spPr>
          <a:xfrm>
            <a:off x="9268888" y="7693363"/>
            <a:ext cx="11940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(***)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5233988" y="5531485"/>
          <a:ext cx="171831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2" imgW="736600" imgH="393700" progId="Equation.DSMT4">
                  <p:embed/>
                </p:oleObj>
              </mc:Choice>
              <mc:Fallback>
                <p:oleObj name="Equation" r:id="rId22" imgW="736600" imgH="3937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233988" y="5531485"/>
                        <a:ext cx="171831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7089140" y="5904230"/>
            <a:ext cx="4719320" cy="548640"/>
            <a:chOff x="4140" y="9423"/>
            <a:chExt cx="7432" cy="864"/>
          </a:xfrm>
        </p:grpSpPr>
        <p:sp>
          <p:nvSpPr>
            <p:cNvPr id="13" name="文本框 2"/>
            <p:cNvSpPr txBox="1"/>
            <p:nvPr/>
          </p:nvSpPr>
          <p:spPr>
            <a:xfrm>
              <a:off x="4140" y="9423"/>
              <a:ext cx="743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所以        不是孤立奇点。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14" name="Object 22"/>
            <p:cNvGraphicFramePr>
              <a:graphicFrameLocks noChangeAspect="1"/>
            </p:cNvGraphicFramePr>
            <p:nvPr/>
          </p:nvGraphicFramePr>
          <p:xfrm>
            <a:off x="5543" y="9493"/>
            <a:ext cx="1260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24" imgW="342900" imgH="177165" progId="Equation.DSMT4">
                    <p:embed/>
                  </p:oleObj>
                </mc:Choice>
                <mc:Fallback>
                  <p:oleObj name="Equation" r:id="rId24" imgW="342900" imgH="177165" progId="Equation.DSMT4">
                    <p:embed/>
                    <p:pic>
                      <p:nvPicPr>
                        <p:cNvPr id="0" name="图片 92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543" y="9493"/>
                          <a:ext cx="1260" cy="7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4" grpId="1" bldLvl="0" animBg="1"/>
      <p:bldP spid="35" grpId="0"/>
      <p:bldP spid="37" grpId="0"/>
      <p:bldP spid="39" grpId="0"/>
      <p:bldP spid="60" grpId="0"/>
      <p:bldP spid="7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2"/>
          <p:cNvSpPr txBox="1"/>
          <p:nvPr/>
        </p:nvSpPr>
        <p:spPr>
          <a:xfrm>
            <a:off x="489316" y="2731467"/>
            <a:ext cx="39753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孤立奇点的分类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612506" y="3443302"/>
            <a:ext cx="19941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可去奇点： 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030095" y="3336290"/>
            <a:ext cx="4241800" cy="704850"/>
            <a:chOff x="3965" y="4390"/>
            <a:chExt cx="6680" cy="1110"/>
          </a:xfrm>
        </p:grpSpPr>
        <p:sp>
          <p:nvSpPr>
            <p:cNvPr id="4" name="文本框 2"/>
            <p:cNvSpPr txBox="1"/>
            <p:nvPr/>
          </p:nvSpPr>
          <p:spPr>
            <a:xfrm>
              <a:off x="3965" y="4559"/>
              <a:ext cx="66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为       的孤立奇点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" name="Object 16"/>
            <p:cNvGraphicFramePr>
              <a:graphicFrameLocks noChangeAspect="1"/>
            </p:cNvGraphicFramePr>
            <p:nvPr/>
          </p:nvGraphicFramePr>
          <p:xfrm>
            <a:off x="4725" y="4390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Equation" r:id="rId1" imgW="3962400" imgH="5486400" progId="Equation.DSMT4">
                    <p:embed/>
                  </p:oleObj>
                </mc:Choice>
                <mc:Fallback>
                  <p:oleObj name="Equation" r:id="rId1" imgW="3962400" imgH="5486400" progId="Equation.DSMT4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725" y="4390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7"/>
            <p:cNvGraphicFramePr>
              <a:graphicFrameLocks noChangeAspect="1"/>
            </p:cNvGraphicFramePr>
            <p:nvPr/>
          </p:nvGraphicFramePr>
          <p:xfrm>
            <a:off x="5761" y="4530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102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1" y="4530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5939155" y="3443605"/>
            <a:ext cx="4470400" cy="530225"/>
            <a:chOff x="10121" y="4559"/>
            <a:chExt cx="7040" cy="835"/>
          </a:xfrm>
        </p:grpSpPr>
        <p:sp>
          <p:nvSpPr>
            <p:cNvPr id="7" name="文本框 2"/>
            <p:cNvSpPr txBox="1"/>
            <p:nvPr/>
          </p:nvSpPr>
          <p:spPr>
            <a:xfrm>
              <a:off x="10121" y="4559"/>
              <a:ext cx="704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且       中没有负幂次项，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54" name="文本框 2"/>
            <p:cNvSpPr txBox="1"/>
            <p:nvPr/>
          </p:nvSpPr>
          <p:spPr>
            <a:xfrm>
              <a:off x="10681" y="4560"/>
              <a:ext cx="18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</a:rPr>
                <a:t>(***)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508885" y="4165600"/>
            <a:ext cx="4311015" cy="693738"/>
            <a:chOff x="4719" y="5696"/>
            <a:chExt cx="6789" cy="1093"/>
          </a:xfrm>
        </p:grpSpPr>
        <p:sp>
          <p:nvSpPr>
            <p:cNvPr id="8" name="文本框 2"/>
            <p:cNvSpPr txBox="1"/>
            <p:nvPr/>
          </p:nvSpPr>
          <p:spPr>
            <a:xfrm>
              <a:off x="4719" y="5834"/>
              <a:ext cx="678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为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可去奇点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" name="Object 16"/>
            <p:cNvGraphicFramePr>
              <a:graphicFrameLocks noChangeAspect="1"/>
            </p:cNvGraphicFramePr>
            <p:nvPr/>
          </p:nvGraphicFramePr>
          <p:xfrm>
            <a:off x="5956" y="5696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102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956" y="5696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7"/>
            <p:cNvGraphicFramePr>
              <a:graphicFrameLocks noChangeAspect="1"/>
            </p:cNvGraphicFramePr>
            <p:nvPr/>
          </p:nvGraphicFramePr>
          <p:xfrm>
            <a:off x="7022" y="5805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6" imgW="7924800" imgH="4876800" progId="Equation.DSMT4">
                    <p:embed/>
                  </p:oleObj>
                </mc:Choice>
                <mc:Fallback>
                  <p:oleObj name="Equation" r:id="rId6" imgW="7924800" imgH="4876800" progId="Equation.DSMT4">
                    <p:embed/>
                    <p:pic>
                      <p:nvPicPr>
                        <p:cNvPr id="0" name="图片 102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22" y="5805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文本框 2"/>
          <p:cNvSpPr txBox="1"/>
          <p:nvPr/>
        </p:nvSpPr>
        <p:spPr>
          <a:xfrm>
            <a:off x="1889553" y="1001733"/>
            <a:ext cx="8511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" name="文本框 2"/>
          <p:cNvSpPr txBox="1"/>
          <p:nvPr/>
        </p:nvSpPr>
        <p:spPr>
          <a:xfrm>
            <a:off x="1961308" y="992843"/>
            <a:ext cx="47945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为        的孤立奇点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2" name="Object 16"/>
          <p:cNvGraphicFramePr>
            <a:graphicFrameLocks noChangeAspect="1"/>
          </p:cNvGraphicFramePr>
          <p:nvPr/>
        </p:nvGraphicFramePr>
        <p:xfrm>
          <a:off x="2463862" y="885831"/>
          <a:ext cx="4175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63862" y="885831"/>
                        <a:ext cx="41751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7"/>
          <p:cNvGraphicFramePr>
            <a:graphicFrameLocks noChangeAspect="1"/>
          </p:cNvGraphicFramePr>
          <p:nvPr/>
        </p:nvGraphicFramePr>
        <p:xfrm>
          <a:off x="3259200" y="974731"/>
          <a:ext cx="835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8" imgW="7924800" imgH="4876800" progId="Equation.DSMT4">
                  <p:embed/>
                </p:oleObj>
              </mc:Choice>
              <mc:Fallback>
                <p:oleObj name="Equation" r:id="rId8" imgW="7924800" imgH="48768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9200" y="974731"/>
                        <a:ext cx="835025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2"/>
          <p:cNvSpPr txBox="1"/>
          <p:nvPr/>
        </p:nvSpPr>
        <p:spPr>
          <a:xfrm>
            <a:off x="6101508" y="992843"/>
            <a:ext cx="47754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        在                     可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5" name="Object 25"/>
          <p:cNvGraphicFramePr>
            <a:graphicFrameLocks noChangeAspect="1"/>
          </p:cNvGraphicFramePr>
          <p:nvPr/>
        </p:nvGraphicFramePr>
        <p:xfrm>
          <a:off x="6605015" y="942981"/>
          <a:ext cx="835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5015" y="942981"/>
                        <a:ext cx="835025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6"/>
          <p:cNvGraphicFramePr>
            <a:graphicFrameLocks noChangeAspect="1"/>
          </p:cNvGraphicFramePr>
          <p:nvPr/>
        </p:nvGraphicFramePr>
        <p:xfrm>
          <a:off x="7955977" y="904881"/>
          <a:ext cx="22463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10" imgW="21336000" imgH="5486400" progId="Equation.DSMT4">
                  <p:embed/>
                </p:oleObj>
              </mc:Choice>
              <mc:Fallback>
                <p:oleObj name="Equation" r:id="rId10" imgW="21336000" imgH="5486400" progId="Equation.DSMT4">
                  <p:embed/>
                  <p:pic>
                    <p:nvPicPr>
                      <p:cNvPr id="0" name="图片 9227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55977" y="904881"/>
                        <a:ext cx="224631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2"/>
          <p:cNvSpPr txBox="1"/>
          <p:nvPr/>
        </p:nvSpPr>
        <p:spPr>
          <a:xfrm>
            <a:off x="10733198" y="992843"/>
            <a:ext cx="29657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展开成洛朗级数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8" name="Object 27"/>
          <p:cNvGraphicFramePr>
            <a:graphicFrameLocks noChangeAspect="1"/>
          </p:cNvGraphicFramePr>
          <p:nvPr/>
        </p:nvGraphicFramePr>
        <p:xfrm>
          <a:off x="4639056" y="1606556"/>
          <a:ext cx="4602162" cy="116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12" imgW="49072800" imgH="10363200" progId="Equation.DSMT4">
                  <p:embed/>
                </p:oleObj>
              </mc:Choice>
              <mc:Fallback>
                <p:oleObj name="Equation" r:id="rId12" imgW="49072800" imgH="10363200" progId="Equation.DSMT4">
                  <p:embed/>
                  <p:pic>
                    <p:nvPicPr>
                      <p:cNvPr id="0" name="图片 9228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39056" y="1606556"/>
                        <a:ext cx="4602162" cy="11643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8"/>
          <p:cNvGraphicFramePr>
            <a:graphicFrameLocks noChangeAspect="1"/>
          </p:cNvGraphicFramePr>
          <p:nvPr/>
        </p:nvGraphicFramePr>
        <p:xfrm>
          <a:off x="3845305" y="1965332"/>
          <a:ext cx="743241" cy="546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14" imgW="7924800" imgH="4876800" progId="Equation.DSMT4">
                  <p:embed/>
                </p:oleObj>
              </mc:Choice>
              <mc:Fallback>
                <p:oleObj name="Equation" r:id="rId14" imgW="7924800" imgH="4876800" progId="Equation.DSMT4">
                  <p:embed/>
                  <p:pic>
                    <p:nvPicPr>
                      <p:cNvPr id="0" name="图片 9229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45305" y="1965332"/>
                        <a:ext cx="743241" cy="5468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文本框 2"/>
          <p:cNvSpPr txBox="1"/>
          <p:nvPr/>
        </p:nvSpPr>
        <p:spPr>
          <a:xfrm>
            <a:off x="9380648" y="1913593"/>
            <a:ext cx="11940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(***)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4" name="七角星 33"/>
          <p:cNvSpPr/>
          <p:nvPr/>
        </p:nvSpPr>
        <p:spPr>
          <a:xfrm>
            <a:off x="975436" y="82574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612506" y="5043502"/>
            <a:ext cx="15941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极点： 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431925" y="4974590"/>
            <a:ext cx="4241800" cy="704850"/>
            <a:chOff x="2255" y="4010"/>
            <a:chExt cx="6680" cy="1110"/>
          </a:xfrm>
        </p:grpSpPr>
        <p:sp>
          <p:nvSpPr>
            <p:cNvPr id="36" name="文本框 2"/>
            <p:cNvSpPr txBox="1"/>
            <p:nvPr/>
          </p:nvSpPr>
          <p:spPr>
            <a:xfrm>
              <a:off x="2255" y="4179"/>
              <a:ext cx="66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为        的孤立奇点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7" name="Object 16"/>
            <p:cNvGraphicFramePr>
              <a:graphicFrameLocks noChangeAspect="1"/>
            </p:cNvGraphicFramePr>
            <p:nvPr/>
          </p:nvGraphicFramePr>
          <p:xfrm>
            <a:off x="3015" y="4010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Equation" r:id="rId16" imgW="3962400" imgH="5486400" progId="Equation.DSMT4">
                    <p:embed/>
                  </p:oleObj>
                </mc:Choice>
                <mc:Fallback>
                  <p:oleObj name="Equation" r:id="rId16" imgW="3962400" imgH="5486400" progId="Equation.DSMT4">
                    <p:embed/>
                    <p:pic>
                      <p:nvPicPr>
                        <p:cNvPr id="0" name="图片 102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15" y="4010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7"/>
            <p:cNvGraphicFramePr>
              <a:graphicFrameLocks noChangeAspect="1"/>
            </p:cNvGraphicFramePr>
            <p:nvPr/>
          </p:nvGraphicFramePr>
          <p:xfrm>
            <a:off x="4268" y="4150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Equation" r:id="rId17" imgW="7924800" imgH="4876800" progId="Equation.DSMT4">
                    <p:embed/>
                  </p:oleObj>
                </mc:Choice>
                <mc:Fallback>
                  <p:oleObj name="Equation" r:id="rId17" imgW="7924800" imgH="4876800" progId="Equation.DSMT4">
                    <p:embed/>
                    <p:pic>
                      <p:nvPicPr>
                        <p:cNvPr id="0" name="图片 102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68" y="4150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/>
          <p:cNvGrpSpPr/>
          <p:nvPr/>
        </p:nvGrpSpPr>
        <p:grpSpPr>
          <a:xfrm>
            <a:off x="5622925" y="5100955"/>
            <a:ext cx="5886450" cy="548640"/>
            <a:chOff x="8855" y="4209"/>
            <a:chExt cx="9270" cy="864"/>
          </a:xfrm>
        </p:grpSpPr>
        <p:sp>
          <p:nvSpPr>
            <p:cNvPr id="41" name="文本框 2"/>
            <p:cNvSpPr txBox="1"/>
            <p:nvPr/>
          </p:nvSpPr>
          <p:spPr>
            <a:xfrm>
              <a:off x="8855" y="4239"/>
              <a:ext cx="927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且       中只有有限多项负幂次项，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42" name="文本框 2"/>
            <p:cNvSpPr txBox="1"/>
            <p:nvPr/>
          </p:nvSpPr>
          <p:spPr>
            <a:xfrm>
              <a:off x="9501" y="4209"/>
              <a:ext cx="18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</a:rPr>
                <a:t>(***)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43" name="文本框 2"/>
          <p:cNvSpPr txBox="1"/>
          <p:nvPr/>
        </p:nvSpPr>
        <p:spPr>
          <a:xfrm>
            <a:off x="674370" y="5824855"/>
            <a:ext cx="15544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极点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146935" y="5733415"/>
            <a:ext cx="9362440" cy="767080"/>
            <a:chOff x="3381" y="5205"/>
            <a:chExt cx="14744" cy="1208"/>
          </a:xfrm>
        </p:grpSpPr>
        <p:sp>
          <p:nvSpPr>
            <p:cNvPr id="45" name="文本框 2"/>
            <p:cNvSpPr txBox="1"/>
            <p:nvPr/>
          </p:nvSpPr>
          <p:spPr>
            <a:xfrm>
              <a:off x="3381" y="5356"/>
              <a:ext cx="1378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进一步地，若       中关于             的最高幂项为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46" name="文本框 2"/>
            <p:cNvSpPr txBox="1"/>
            <p:nvPr/>
          </p:nvSpPr>
          <p:spPr>
            <a:xfrm>
              <a:off x="6762" y="5388"/>
              <a:ext cx="18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</a:rPr>
                <a:t>(***)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120865" name="Object 33"/>
            <p:cNvGraphicFramePr>
              <a:graphicFrameLocks noChangeAspect="1"/>
            </p:cNvGraphicFramePr>
            <p:nvPr/>
          </p:nvGraphicFramePr>
          <p:xfrm>
            <a:off x="9888" y="5205"/>
            <a:ext cx="2325" cy="1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1" name="Equation" r:id="rId18" imgW="14020800" imgH="5791200" progId="Equation.DSMT4">
                    <p:embed/>
                  </p:oleObj>
                </mc:Choice>
                <mc:Fallback>
                  <p:oleObj name="Equation" r:id="rId18" imgW="14020800" imgH="5791200" progId="Equation.DSMT4">
                    <p:embed/>
                    <p:pic>
                      <p:nvPicPr>
                        <p:cNvPr id="0" name="图片 102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888" y="5205"/>
                          <a:ext cx="2325" cy="11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0866" name="Object 34"/>
            <p:cNvGraphicFramePr>
              <a:graphicFrameLocks noChangeAspect="1"/>
            </p:cNvGraphicFramePr>
            <p:nvPr/>
          </p:nvGraphicFramePr>
          <p:xfrm>
            <a:off x="15495" y="5259"/>
            <a:ext cx="2630" cy="1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" name="Equation" r:id="rId20" imgW="15849600" imgH="5791200" progId="Equation.DSMT4">
                    <p:embed/>
                  </p:oleObj>
                </mc:Choice>
                <mc:Fallback>
                  <p:oleObj name="Equation" r:id="rId20" imgW="15849600" imgH="5791200" progId="Equation.DSMT4">
                    <p:embed/>
                    <p:pic>
                      <p:nvPicPr>
                        <p:cNvPr id="0" name="图片 102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5495" y="5259"/>
                          <a:ext cx="2630" cy="11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组合 47"/>
          <p:cNvGrpSpPr/>
          <p:nvPr/>
        </p:nvGrpSpPr>
        <p:grpSpPr>
          <a:xfrm>
            <a:off x="639445" y="6660515"/>
            <a:ext cx="3218180" cy="625475"/>
            <a:chOff x="1007" y="6665"/>
            <a:chExt cx="5068" cy="985"/>
          </a:xfrm>
        </p:grpSpPr>
        <p:sp>
          <p:nvSpPr>
            <p:cNvPr id="49" name="文本框 2"/>
            <p:cNvSpPr txBox="1"/>
            <p:nvPr/>
          </p:nvSpPr>
          <p:spPr>
            <a:xfrm>
              <a:off x="1007" y="6665"/>
              <a:ext cx="506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的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m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级极点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" name="Object 17"/>
            <p:cNvGraphicFramePr>
              <a:graphicFrameLocks noChangeAspect="1"/>
            </p:cNvGraphicFramePr>
            <p:nvPr/>
          </p:nvGraphicFramePr>
          <p:xfrm>
            <a:off x="1189" y="6680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3" name="Equation" r:id="rId22" imgW="7924800" imgH="4876800" progId="Equation.DSMT4">
                    <p:embed/>
                  </p:oleObj>
                </mc:Choice>
                <mc:Fallback>
                  <p:oleObj name="Equation" r:id="rId22" imgW="7924800" imgH="4876800" progId="Equation.DSMT4">
                    <p:embed/>
                    <p:pic>
                      <p:nvPicPr>
                        <p:cNvPr id="0" name="图片 102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89" y="6680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/>
          <p:cNvGrpSpPr/>
          <p:nvPr/>
        </p:nvGrpSpPr>
        <p:grpSpPr>
          <a:xfrm>
            <a:off x="11585575" y="5772785"/>
            <a:ext cx="2233930" cy="693420"/>
            <a:chOff x="18245" y="5267"/>
            <a:chExt cx="3518" cy="1092"/>
          </a:xfrm>
        </p:grpSpPr>
        <p:sp>
          <p:nvSpPr>
            <p:cNvPr id="52" name="文本框 2"/>
            <p:cNvSpPr txBox="1"/>
            <p:nvPr/>
          </p:nvSpPr>
          <p:spPr>
            <a:xfrm>
              <a:off x="18245" y="5420"/>
              <a:ext cx="351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则称    为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53" name="Object 30"/>
            <p:cNvGraphicFramePr>
              <a:graphicFrameLocks noChangeAspect="1"/>
            </p:cNvGraphicFramePr>
            <p:nvPr/>
          </p:nvGraphicFramePr>
          <p:xfrm>
            <a:off x="19555" y="5267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4" name="Equation" r:id="rId23" imgW="3962400" imgH="5486400" progId="Equation.DSMT4">
                    <p:embed/>
                  </p:oleObj>
                </mc:Choice>
                <mc:Fallback>
                  <p:oleObj name="Equation" r:id="rId23" imgW="3962400" imgH="5486400" progId="Equation.DSMT4">
                    <p:embed/>
                    <p:pic>
                      <p:nvPicPr>
                        <p:cNvPr id="0" name="图片 102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555" y="5267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/>
          <p:cNvGrpSpPr/>
          <p:nvPr/>
        </p:nvGrpSpPr>
        <p:grpSpPr>
          <a:xfrm>
            <a:off x="11034395" y="5012690"/>
            <a:ext cx="2449830" cy="739140"/>
            <a:chOff x="17377" y="4070"/>
            <a:chExt cx="3858" cy="1164"/>
          </a:xfrm>
        </p:grpSpPr>
        <p:sp>
          <p:nvSpPr>
            <p:cNvPr id="56" name="文本框 2"/>
            <p:cNvSpPr txBox="1"/>
            <p:nvPr/>
          </p:nvSpPr>
          <p:spPr>
            <a:xfrm>
              <a:off x="17377" y="4233"/>
              <a:ext cx="385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为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7" name="Object 30"/>
            <p:cNvGraphicFramePr>
              <a:graphicFrameLocks noChangeAspect="1"/>
            </p:cNvGraphicFramePr>
            <p:nvPr/>
          </p:nvGraphicFramePr>
          <p:xfrm>
            <a:off x="18662" y="4070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" name="Equation" r:id="rId24" imgW="3962400" imgH="5486400" progId="Equation.DSMT4">
                    <p:embed/>
                  </p:oleObj>
                </mc:Choice>
                <mc:Fallback>
                  <p:oleObj name="Equation" r:id="rId24" imgW="3962400" imgH="5486400" progId="Equation.DSMT4">
                    <p:embed/>
                    <p:pic>
                      <p:nvPicPr>
                        <p:cNvPr id="0" name="图片 102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662" y="4070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17"/>
            <p:cNvGraphicFramePr>
              <a:graphicFrameLocks noChangeAspect="1"/>
            </p:cNvGraphicFramePr>
            <p:nvPr/>
          </p:nvGraphicFramePr>
          <p:xfrm>
            <a:off x="19920" y="4264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" name="Equation" r:id="rId25" imgW="7924800" imgH="4876800" progId="Equation.DSMT4">
                    <p:embed/>
                  </p:oleObj>
                </mc:Choice>
                <mc:Fallback>
                  <p:oleObj name="Equation" r:id="rId25" imgW="7924800" imgH="4876800" progId="Equation.DSMT4">
                    <p:embed/>
                    <p:pic>
                      <p:nvPicPr>
                        <p:cNvPr id="0" name="图片 102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920" y="4264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" name="文本框 2"/>
          <p:cNvSpPr txBox="1"/>
          <p:nvPr/>
        </p:nvSpPr>
        <p:spPr>
          <a:xfrm>
            <a:off x="612506" y="7533972"/>
            <a:ext cx="21846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本性奇点： 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2667000" y="7426325"/>
            <a:ext cx="4241800" cy="724535"/>
            <a:chOff x="4346" y="3724"/>
            <a:chExt cx="6680" cy="1141"/>
          </a:xfrm>
        </p:grpSpPr>
        <p:sp>
          <p:nvSpPr>
            <p:cNvPr id="82" name="文本框 2"/>
            <p:cNvSpPr txBox="1"/>
            <p:nvPr/>
          </p:nvSpPr>
          <p:spPr>
            <a:xfrm>
              <a:off x="4346" y="3924"/>
              <a:ext cx="66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为        的孤立奇点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3" name="Object 16"/>
            <p:cNvGraphicFramePr>
              <a:graphicFrameLocks noChangeAspect="1"/>
            </p:cNvGraphicFramePr>
            <p:nvPr/>
          </p:nvGraphicFramePr>
          <p:xfrm>
            <a:off x="4920" y="3724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7" name="Equation" r:id="rId26" imgW="3962400" imgH="5486400" progId="Equation.DSMT4">
                    <p:embed/>
                  </p:oleObj>
                </mc:Choice>
                <mc:Fallback>
                  <p:oleObj name="Equation" r:id="rId26" imgW="3962400" imgH="5486400" progId="Equation.DSMT4">
                    <p:embed/>
                    <p:pic>
                      <p:nvPicPr>
                        <p:cNvPr id="0" name="图片 102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20" y="3724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Object 17"/>
            <p:cNvGraphicFramePr>
              <a:graphicFrameLocks noChangeAspect="1"/>
            </p:cNvGraphicFramePr>
            <p:nvPr/>
          </p:nvGraphicFramePr>
          <p:xfrm>
            <a:off x="6359" y="3895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" name="Equation" r:id="rId27" imgW="7924800" imgH="4876800" progId="Equation.DSMT4">
                    <p:embed/>
                  </p:oleObj>
                </mc:Choice>
                <mc:Fallback>
                  <p:oleObj name="Equation" r:id="rId27" imgW="7924800" imgH="4876800" progId="Equation.DSMT4">
                    <p:embed/>
                    <p:pic>
                      <p:nvPicPr>
                        <p:cNvPr id="0" name="图片 102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359" y="3895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组合 72"/>
          <p:cNvGrpSpPr/>
          <p:nvPr/>
        </p:nvGrpSpPr>
        <p:grpSpPr>
          <a:xfrm>
            <a:off x="6858000" y="7572375"/>
            <a:ext cx="5410200" cy="548640"/>
            <a:chOff x="10946" y="3954"/>
            <a:chExt cx="8520" cy="864"/>
          </a:xfrm>
        </p:grpSpPr>
        <p:sp>
          <p:nvSpPr>
            <p:cNvPr id="85" name="文本框 2"/>
            <p:cNvSpPr txBox="1"/>
            <p:nvPr/>
          </p:nvSpPr>
          <p:spPr>
            <a:xfrm>
              <a:off x="10946" y="3984"/>
              <a:ext cx="852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且         中有无穷多项负幂次项，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86" name="文本框 2"/>
            <p:cNvSpPr txBox="1"/>
            <p:nvPr/>
          </p:nvSpPr>
          <p:spPr>
            <a:xfrm>
              <a:off x="11816" y="3954"/>
              <a:ext cx="18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</a:rPr>
                <a:t>(***)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085850" y="8080375"/>
            <a:ext cx="5708650" cy="693420"/>
            <a:chOff x="1856" y="4754"/>
            <a:chExt cx="8990" cy="1092"/>
          </a:xfrm>
        </p:grpSpPr>
        <p:sp>
          <p:nvSpPr>
            <p:cNvPr id="87" name="文本框 2"/>
            <p:cNvSpPr txBox="1"/>
            <p:nvPr/>
          </p:nvSpPr>
          <p:spPr>
            <a:xfrm>
              <a:off x="1856" y="4853"/>
              <a:ext cx="899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为        的本性奇点。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8" name="Object 17"/>
            <p:cNvGraphicFramePr>
              <a:graphicFrameLocks noChangeAspect="1"/>
            </p:cNvGraphicFramePr>
            <p:nvPr/>
          </p:nvGraphicFramePr>
          <p:xfrm>
            <a:off x="4469" y="4824"/>
            <a:ext cx="1315" cy="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" name="Equation" r:id="rId28" imgW="7924800" imgH="4876800" progId="Equation.DSMT4">
                    <p:embed/>
                  </p:oleObj>
                </mc:Choice>
                <mc:Fallback>
                  <p:oleObj name="Equation" r:id="rId28" imgW="7924800" imgH="4876800" progId="Equation.DSMT4">
                    <p:embed/>
                    <p:pic>
                      <p:nvPicPr>
                        <p:cNvPr id="0" name="图片 102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69" y="4824"/>
                          <a:ext cx="1315" cy="9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30"/>
            <p:cNvGraphicFramePr>
              <a:graphicFrameLocks noChangeAspect="1"/>
            </p:cNvGraphicFramePr>
            <p:nvPr/>
          </p:nvGraphicFramePr>
          <p:xfrm>
            <a:off x="3346" y="4754"/>
            <a:ext cx="658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" name="Equation" r:id="rId29" imgW="3962400" imgH="5486400" progId="Equation.DSMT4">
                    <p:embed/>
                  </p:oleObj>
                </mc:Choice>
                <mc:Fallback>
                  <p:oleObj name="Equation" r:id="rId29" imgW="3962400" imgH="5486400" progId="Equation.DSMT4">
                    <p:embed/>
                    <p:pic>
                      <p:nvPicPr>
                        <p:cNvPr id="0" name="图片 102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46" y="4754"/>
                          <a:ext cx="658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3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7" grpId="0"/>
      <p:bldP spid="33" grpId="0"/>
      <p:bldP spid="43" grpId="0"/>
      <p:bldP spid="8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605377" y="5038794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可 去 奇 点 的 判 定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Box 37"/>
          <p:cNvSpPr txBox="1"/>
          <p:nvPr/>
        </p:nvSpPr>
        <p:spPr>
          <a:xfrm>
            <a:off x="1247775" y="2379345"/>
            <a:ext cx="1504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i="1" u="sng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endParaRPr lang="en-US" altLang="zh-CN" sz="2800" b="1" i="1" u="sng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14295" y="2202815"/>
            <a:ext cx="3999230" cy="737870"/>
            <a:chOff x="4117" y="3469"/>
            <a:chExt cx="6298" cy="1162"/>
          </a:xfrm>
        </p:grpSpPr>
        <p:sp>
          <p:nvSpPr>
            <p:cNvPr id="5" name="TextBox 32"/>
            <p:cNvSpPr txBox="1"/>
            <p:nvPr/>
          </p:nvSpPr>
          <p:spPr>
            <a:xfrm>
              <a:off x="4117" y="3718"/>
              <a:ext cx="62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       的可去奇点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6740" name="Object 4"/>
            <p:cNvGraphicFramePr>
              <a:graphicFrameLocks noChangeAspect="1"/>
            </p:cNvGraphicFramePr>
            <p:nvPr/>
          </p:nvGraphicFramePr>
          <p:xfrm>
            <a:off x="5539" y="3718"/>
            <a:ext cx="1237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539" y="3718"/>
                          <a:ext cx="1237" cy="9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41" name="Object 5"/>
            <p:cNvGraphicFramePr>
              <a:graphicFrameLocks noChangeAspect="1"/>
            </p:cNvGraphicFramePr>
            <p:nvPr/>
          </p:nvGraphicFramePr>
          <p:xfrm>
            <a:off x="4235" y="3469"/>
            <a:ext cx="703" cy="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3" imgW="165100" imgH="228600" progId="Equation.DSMT4">
                    <p:embed/>
                  </p:oleObj>
                </mc:Choice>
                <mc:Fallback>
                  <p:oleObj name="Equation" r:id="rId3" imgW="165100" imgH="228600" progId="Equation.DSMT4">
                    <p:embed/>
                    <p:pic>
                      <p:nvPicPr>
                        <p:cNvPr id="0" name="图片 51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35" y="3469"/>
                          <a:ext cx="703" cy="11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" name="文本框 2"/>
          <p:cNvSpPr txBox="1"/>
          <p:nvPr/>
        </p:nvSpPr>
        <p:spPr>
          <a:xfrm>
            <a:off x="1247568" y="539453"/>
            <a:ext cx="47945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为        的孤立奇点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2" name="Object 16"/>
          <p:cNvGraphicFramePr>
            <a:graphicFrameLocks noChangeAspect="1"/>
          </p:cNvGraphicFramePr>
          <p:nvPr/>
        </p:nvGraphicFramePr>
        <p:xfrm>
          <a:off x="1750122" y="432441"/>
          <a:ext cx="4175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0122" y="432441"/>
                        <a:ext cx="41751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7"/>
          <p:cNvGraphicFramePr>
            <a:graphicFrameLocks noChangeAspect="1"/>
          </p:cNvGraphicFramePr>
          <p:nvPr/>
        </p:nvGraphicFramePr>
        <p:xfrm>
          <a:off x="2545460" y="521341"/>
          <a:ext cx="835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7" imgW="7924800" imgH="4876800" progId="Equation.DSMT4">
                  <p:embed/>
                </p:oleObj>
              </mc:Choice>
              <mc:Fallback>
                <p:oleObj name="Equation" r:id="rId7" imgW="7924800" imgH="48768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45460" y="521341"/>
                        <a:ext cx="835025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2"/>
          <p:cNvSpPr txBox="1"/>
          <p:nvPr/>
        </p:nvSpPr>
        <p:spPr>
          <a:xfrm>
            <a:off x="5387975" y="539750"/>
            <a:ext cx="79984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        在                     可展开成洛朗级数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5" name="Object 25"/>
          <p:cNvGraphicFramePr>
            <a:graphicFrameLocks noChangeAspect="1"/>
          </p:cNvGraphicFramePr>
          <p:nvPr/>
        </p:nvGraphicFramePr>
        <p:xfrm>
          <a:off x="5891275" y="489591"/>
          <a:ext cx="835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91275" y="489591"/>
                        <a:ext cx="835025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6"/>
          <p:cNvGraphicFramePr>
            <a:graphicFrameLocks noChangeAspect="1"/>
          </p:cNvGraphicFramePr>
          <p:nvPr/>
        </p:nvGraphicFramePr>
        <p:xfrm>
          <a:off x="7242237" y="451491"/>
          <a:ext cx="22463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10" imgW="21336000" imgH="5486400" progId="Equation.DSMT4">
                  <p:embed/>
                </p:oleObj>
              </mc:Choice>
              <mc:Fallback>
                <p:oleObj name="Equation" r:id="rId10" imgW="21336000" imgH="5486400" progId="Equation.DSMT4">
                  <p:embed/>
                  <p:pic>
                    <p:nvPicPr>
                      <p:cNvPr id="0" name="图片 9227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42237" y="451491"/>
                        <a:ext cx="224631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7"/>
          <p:cNvGraphicFramePr>
            <a:graphicFrameLocks noChangeAspect="1"/>
          </p:cNvGraphicFramePr>
          <p:nvPr/>
        </p:nvGraphicFramePr>
        <p:xfrm>
          <a:off x="3925316" y="1153166"/>
          <a:ext cx="4602162" cy="116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12" imgW="49072800" imgH="10363200" progId="Equation.DSMT4">
                  <p:embed/>
                </p:oleObj>
              </mc:Choice>
              <mc:Fallback>
                <p:oleObj name="Equation" r:id="rId12" imgW="49072800" imgH="10363200" progId="Equation.DSMT4">
                  <p:embed/>
                  <p:pic>
                    <p:nvPicPr>
                      <p:cNvPr id="0" name="图片 9228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25316" y="1153166"/>
                        <a:ext cx="4602162" cy="11643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8"/>
          <p:cNvGraphicFramePr>
            <a:graphicFrameLocks noChangeAspect="1"/>
          </p:cNvGraphicFramePr>
          <p:nvPr/>
        </p:nvGraphicFramePr>
        <p:xfrm>
          <a:off x="3131565" y="1511942"/>
          <a:ext cx="743241" cy="546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14" imgW="7924800" imgH="4876800" progId="Equation.DSMT4">
                  <p:embed/>
                </p:oleObj>
              </mc:Choice>
              <mc:Fallback>
                <p:oleObj name="Equation" r:id="rId14" imgW="7924800" imgH="4876800" progId="Equation.DSMT4">
                  <p:embed/>
                  <p:pic>
                    <p:nvPicPr>
                      <p:cNvPr id="0" name="图片 922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1565" y="1511942"/>
                        <a:ext cx="743241" cy="5468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文本框 2"/>
          <p:cNvSpPr txBox="1"/>
          <p:nvPr/>
        </p:nvSpPr>
        <p:spPr>
          <a:xfrm>
            <a:off x="8666908" y="1460203"/>
            <a:ext cx="119406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(***)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50060" y="3101340"/>
            <a:ext cx="10651490" cy="646430"/>
            <a:chOff x="2756" y="4884"/>
            <a:chExt cx="16774" cy="1018"/>
          </a:xfrm>
        </p:grpSpPr>
        <p:graphicFrame>
          <p:nvGraphicFramePr>
            <p:cNvPr id="14" name="对象 1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756" y="4884"/>
            <a:ext cx="1924" cy="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5" imgW="215900" imgH="152400" progId="Equation.DSMT4">
                    <p:embed/>
                  </p:oleObj>
                </mc:Choice>
                <mc:Fallback>
                  <p:oleObj name="" r:id="rId15" imgW="215900" imgH="1524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56" y="4884"/>
                          <a:ext cx="1924" cy="9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6"/>
            <p:cNvGraphicFramePr>
              <a:graphicFrameLocks noChangeAspect="1"/>
            </p:cNvGraphicFramePr>
            <p:nvPr/>
          </p:nvGraphicFramePr>
          <p:xfrm>
            <a:off x="4166" y="4939"/>
            <a:ext cx="3242" cy="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Equation" r:id="rId17" imgW="927100" imgH="228600" progId="Equation.DSMT4">
                    <p:embed/>
                  </p:oleObj>
                </mc:Choice>
                <mc:Fallback>
                  <p:oleObj name="Equation" r:id="rId17" imgW="927100" imgH="228600" progId="Equation.DSMT4">
                    <p:embed/>
                    <p:pic>
                      <p:nvPicPr>
                        <p:cNvPr id="0" name="图片 92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166" y="4939"/>
                          <a:ext cx="3242" cy="9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8"/>
            <p:cNvGraphicFramePr>
              <a:graphicFrameLocks noChangeAspect="1"/>
            </p:cNvGraphicFramePr>
            <p:nvPr/>
          </p:nvGraphicFramePr>
          <p:xfrm>
            <a:off x="7670" y="4884"/>
            <a:ext cx="11860" cy="10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" name="Equation" r:id="rId19" imgW="3365500" imgH="241300" progId="Equation.DSMT4">
                    <p:embed/>
                  </p:oleObj>
                </mc:Choice>
                <mc:Fallback>
                  <p:oleObj name="Equation" r:id="rId19" imgW="3365500" imgH="241300" progId="Equation.DSMT4">
                    <p:embed/>
                    <p:pic>
                      <p:nvPicPr>
                        <p:cNvPr id="0" name="图片 92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670" y="4884"/>
                          <a:ext cx="11860" cy="10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50060" y="3845560"/>
          <a:ext cx="1221740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1" imgW="215900" imgH="152400" progId="Equation.DSMT4">
                  <p:embed/>
                </p:oleObj>
              </mc:Choice>
              <mc:Fallback>
                <p:oleObj name="" r:id="rId21" imgW="215900" imgH="152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50060" y="3845560"/>
                        <a:ext cx="1221740" cy="574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2740660" y="3819525"/>
          <a:ext cx="1261110" cy="77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2" imgW="571500" imgH="292100" progId="Equation.DSMT4">
                  <p:embed/>
                </p:oleObj>
              </mc:Choice>
              <mc:Fallback>
                <p:oleObj name="Equation" r:id="rId22" imgW="571500" imgH="2921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40660" y="3819525"/>
                        <a:ext cx="1261110" cy="770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2"/>
          <p:cNvSpPr txBox="1"/>
          <p:nvPr/>
        </p:nvSpPr>
        <p:spPr>
          <a:xfrm>
            <a:off x="3874770" y="3845560"/>
            <a:ext cx="1360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存在。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TextBox 37"/>
          <p:cNvSpPr txBox="1"/>
          <p:nvPr/>
        </p:nvSpPr>
        <p:spPr>
          <a:xfrm>
            <a:off x="1388110" y="4902200"/>
            <a:ext cx="1504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例， 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309495" y="4676775"/>
            <a:ext cx="11478260" cy="1037590"/>
            <a:chOff x="3637" y="7365"/>
            <a:chExt cx="18076" cy="1634"/>
          </a:xfrm>
        </p:grpSpPr>
        <p:sp>
          <p:nvSpPr>
            <p:cNvPr id="33" name="TextBox 32"/>
            <p:cNvSpPr txBox="1"/>
            <p:nvPr/>
          </p:nvSpPr>
          <p:spPr>
            <a:xfrm>
              <a:off x="3637" y="7720"/>
              <a:ext cx="1807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判断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z=0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是否函数                    的孤立奇点？是什么类型的孤立奇点？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4" name="Object 4"/>
            <p:cNvGraphicFramePr>
              <a:graphicFrameLocks noChangeAspect="1"/>
            </p:cNvGraphicFramePr>
            <p:nvPr/>
          </p:nvGraphicFramePr>
          <p:xfrm>
            <a:off x="8361" y="7365"/>
            <a:ext cx="3444" cy="1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" name="Equation" r:id="rId24" imgW="990600" imgH="393700" progId="Equation.DSMT4">
                    <p:embed/>
                  </p:oleObj>
                </mc:Choice>
                <mc:Fallback>
                  <p:oleObj name="Equation" r:id="rId24" imgW="990600" imgH="3937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361" y="7365"/>
                          <a:ext cx="3444" cy="16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2049780" y="5518150"/>
          <a:ext cx="218694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6" imgW="990600" imgH="393700" progId="Equation.DSMT4">
                  <p:embed/>
                </p:oleObj>
              </mc:Choice>
              <mc:Fallback>
                <p:oleObj name="Equation" r:id="rId26" imgW="990600" imgH="3937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049780" y="5518150"/>
                        <a:ext cx="218694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2"/>
          <p:cNvSpPr txBox="1"/>
          <p:nvPr/>
        </p:nvSpPr>
        <p:spPr>
          <a:xfrm>
            <a:off x="4236720" y="5776595"/>
            <a:ext cx="3005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仅在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z=0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9" name="TextBox 32"/>
          <p:cNvSpPr txBox="1"/>
          <p:nvPr/>
        </p:nvSpPr>
        <p:spPr>
          <a:xfrm>
            <a:off x="7363460" y="5776595"/>
            <a:ext cx="5504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z=0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是函数的孤立奇点。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2050098" y="7022783"/>
          <a:ext cx="1710055" cy="103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7" imgW="774065" imgH="393700" progId="Equation.DSMT4">
                  <p:embed/>
                </p:oleObj>
              </mc:Choice>
              <mc:Fallback>
                <p:oleObj name="Equation" r:id="rId27" imgW="774065" imgH="3937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50098" y="7022783"/>
                        <a:ext cx="1710055" cy="1038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6042025" y="7023100"/>
            <a:ext cx="7745730" cy="1037590"/>
            <a:chOff x="9515" y="11060"/>
            <a:chExt cx="12198" cy="1634"/>
          </a:xfrm>
        </p:grpSpPr>
        <p:sp>
          <p:nvSpPr>
            <p:cNvPr id="42" name="TextBox 32"/>
            <p:cNvSpPr txBox="1"/>
            <p:nvPr/>
          </p:nvSpPr>
          <p:spPr>
            <a:xfrm>
              <a:off x="9515" y="11405"/>
              <a:ext cx="121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所以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z=0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是函数                   的可去奇点。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3" name="Object 4"/>
            <p:cNvGraphicFramePr>
              <a:graphicFrameLocks noChangeAspect="1"/>
            </p:cNvGraphicFramePr>
            <p:nvPr/>
          </p:nvGraphicFramePr>
          <p:xfrm>
            <a:off x="13649" y="11060"/>
            <a:ext cx="3444" cy="1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Equation" r:id="rId29" imgW="990600" imgH="393700" progId="Equation.DSMT4">
                    <p:embed/>
                  </p:oleObj>
                </mc:Choice>
                <mc:Fallback>
                  <p:oleObj name="Equation" r:id="rId29" imgW="990600" imgH="3937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3649" y="11060"/>
                          <a:ext cx="3444" cy="16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Box 37"/>
          <p:cNvSpPr txBox="1"/>
          <p:nvPr/>
        </p:nvSpPr>
        <p:spPr>
          <a:xfrm>
            <a:off x="1334135" y="5715000"/>
            <a:ext cx="1504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3695701" y="6595428"/>
          <a:ext cx="1487170" cy="150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0" imgW="673100" imgH="571500" progId="Equation.DSMT4">
                  <p:embed/>
                </p:oleObj>
              </mc:Choice>
              <mc:Fallback>
                <p:oleObj name="Equation" r:id="rId30" imgW="673100" imgH="5715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695701" y="6595428"/>
                        <a:ext cx="1487170" cy="15074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190809" y="7022783"/>
          <a:ext cx="700405" cy="103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2" imgW="316865" imgH="393700" progId="Equation.DSMT4">
                  <p:embed/>
                </p:oleObj>
              </mc:Choice>
              <mc:Fallback>
                <p:oleObj name="Equation" r:id="rId32" imgW="316865" imgH="3937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190809" y="7022783"/>
                        <a:ext cx="700405" cy="1038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/>
      <p:bldP spid="32" grpId="0"/>
      <p:bldP spid="46" grpId="0"/>
      <p:bldP spid="38" grpId="0"/>
      <p:bldP spid="39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0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1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3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4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5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5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6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7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6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8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8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8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9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9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9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9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30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30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4.xml><?xml version="1.0" encoding="utf-8"?>
<p:tagLst xmlns:p="http://schemas.openxmlformats.org/presentationml/2006/main">
  <p:tag name="KSO_WPP_MARK_KEY" val="caeb4095-9e26-45b8-81c9-62adc469ae6d"/>
  <p:tag name="COMMONDATA" val="eyJoZGlkIjoiZGVlMWU0ZDMwNTgzY2I5MzA3YTY2MzlkMjY5ZDc1ODMifQ==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2698</Words>
  <Application>WPS 演示</Application>
  <PresentationFormat>自定义</PresentationFormat>
  <Paragraphs>412</Paragraphs>
  <Slides>28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314</vt:i4>
      </vt:variant>
      <vt:variant>
        <vt:lpstr>幻灯片标题</vt:lpstr>
      </vt:variant>
      <vt:variant>
        <vt:i4>28</vt:i4>
      </vt:variant>
    </vt:vector>
  </HeadingPairs>
  <TitlesOfParts>
    <vt:vector size="354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Arial Unicode MS</vt:lpstr>
      <vt:lpstr>Calibri</vt:lpstr>
      <vt:lpstr>Cambria Math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406</cp:revision>
  <dcterms:created xsi:type="dcterms:W3CDTF">2018-03-03T11:57:00Z</dcterms:created>
  <dcterms:modified xsi:type="dcterms:W3CDTF">2025-05-21T14:32:21Z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29C0E6975A28402D87874ABBD6035076_12</vt:lpwstr>
  </property>
</Properties>
</file>