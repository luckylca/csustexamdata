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409" r:id="rId3"/>
    <p:sldId id="410" r:id="rId4"/>
    <p:sldId id="256" r:id="rId5"/>
    <p:sldId id="310" r:id="rId6"/>
    <p:sldId id="311" r:id="rId7"/>
    <p:sldId id="363" r:id="rId8"/>
    <p:sldId id="364" r:id="rId9"/>
    <p:sldId id="386" r:id="rId10"/>
    <p:sldId id="292" r:id="rId11"/>
    <p:sldId id="330" r:id="rId12"/>
    <p:sldId id="332" r:id="rId13"/>
    <p:sldId id="296" r:id="rId14"/>
    <p:sldId id="360" r:id="rId15"/>
    <p:sldId id="361" r:id="rId16"/>
    <p:sldId id="362" r:id="rId17"/>
    <p:sldId id="313" r:id="rId18"/>
    <p:sldId id="314" r:id="rId19"/>
    <p:sldId id="326" r:id="rId20"/>
    <p:sldId id="318" r:id="rId21"/>
    <p:sldId id="319" r:id="rId22"/>
    <p:sldId id="349" r:id="rId23"/>
    <p:sldId id="350" r:id="rId24"/>
    <p:sldId id="389" r:id="rId25"/>
    <p:sldId id="315" r:id="rId26"/>
    <p:sldId id="388" r:id="rId27"/>
    <p:sldId id="322" r:id="rId28"/>
    <p:sldId id="351" r:id="rId29"/>
    <p:sldId id="323" r:id="rId30"/>
    <p:sldId id="324" r:id="rId31"/>
    <p:sldId id="333" r:id="rId32"/>
  </p:sldIdLst>
  <p:sldSz cx="15662275" cy="9398000"/>
  <p:notesSz cx="6858000" cy="9144000"/>
  <p:custDataLst>
    <p:tags r:id="rId37"/>
  </p:custDataLst>
  <p:defaultTextStyle>
    <a:defPPr>
      <a:defRPr lang="zh-CN"/>
    </a:defPPr>
    <a:lvl1pPr marL="0" algn="l" defTabSz="112331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1pPr>
    <a:lvl2pPr marL="561340" algn="l" defTabSz="112331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2pPr>
    <a:lvl3pPr marL="1123315" algn="l" defTabSz="112331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3pPr>
    <a:lvl4pPr marL="1684655" algn="l" defTabSz="112331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4pPr>
    <a:lvl5pPr marL="2246630" algn="l" defTabSz="112331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5pPr>
    <a:lvl6pPr marL="2807970" algn="l" defTabSz="112331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6pPr>
    <a:lvl7pPr marL="3369310" algn="l" defTabSz="112331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7pPr>
    <a:lvl8pPr marL="3931285" algn="l" defTabSz="112331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8pPr>
    <a:lvl9pPr marL="4492625" algn="l" defTabSz="1123315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02" userDrawn="1">
          <p15:clr>
            <a:srgbClr val="A4A3A4"/>
          </p15:clr>
        </p15:guide>
        <p15:guide id="2" pos="50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FF"/>
    <a:srgbClr val="66FF33"/>
    <a:srgbClr val="FF33CC"/>
    <a:srgbClr val="FFCC00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9706" autoAdjust="0"/>
    <p:restoredTop sz="94414" autoAdjust="0"/>
  </p:normalViewPr>
  <p:slideViewPr>
    <p:cSldViewPr snapToGrid="0" showGuides="1">
      <p:cViewPr varScale="1">
        <p:scale>
          <a:sx n="46" d="100"/>
          <a:sy n="46" d="100"/>
        </p:scale>
        <p:origin x="-90" y="-168"/>
      </p:cViewPr>
      <p:guideLst>
        <p:guide orient="horz" pos="3002"/>
        <p:guide pos="50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gs" Target="tags/tag18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notesMaster" Target="notesMasters/notesMaster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.wmf"/><Relationship Id="rId8" Type="http://schemas.openxmlformats.org/officeDocument/2006/relationships/image" Target="../media/image10.wmf"/><Relationship Id="rId7" Type="http://schemas.openxmlformats.org/officeDocument/2006/relationships/image" Target="../media/image9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0" Type="http://schemas.openxmlformats.org/officeDocument/2006/relationships/image" Target="../media/image12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7" Type="http://schemas.openxmlformats.org/officeDocument/2006/relationships/image" Target="../media/image19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.wmf"/><Relationship Id="rId8" Type="http://schemas.openxmlformats.org/officeDocument/2006/relationships/image" Target="../media/image27.wmf"/><Relationship Id="rId7" Type="http://schemas.openxmlformats.org/officeDocument/2006/relationships/image" Target="../media/image26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0" Type="http://schemas.openxmlformats.org/officeDocument/2006/relationships/image" Target="../media/image29.wmf"/><Relationship Id="rId1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5" Type="http://schemas.openxmlformats.org/officeDocument/2006/relationships/image" Target="../media/image34.wmf"/><Relationship Id="rId4" Type="http://schemas.openxmlformats.org/officeDocument/2006/relationships/image" Target="../media/image33.wmf"/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37.wmf"/><Relationship Id="rId8" Type="http://schemas.openxmlformats.org/officeDocument/2006/relationships/image" Target="../media/image36.wmf"/><Relationship Id="rId7" Type="http://schemas.openxmlformats.org/officeDocument/2006/relationships/image" Target="../media/image18.wmf"/><Relationship Id="rId6" Type="http://schemas.openxmlformats.org/officeDocument/2006/relationships/image" Target="../media/image35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4" Type="http://schemas.openxmlformats.org/officeDocument/2006/relationships/image" Target="../media/image41.wmf"/><Relationship Id="rId13" Type="http://schemas.openxmlformats.org/officeDocument/2006/relationships/image" Target="../media/image40.wmf"/><Relationship Id="rId12" Type="http://schemas.openxmlformats.org/officeDocument/2006/relationships/image" Target="../media/image19.wmf"/><Relationship Id="rId11" Type="http://schemas.openxmlformats.org/officeDocument/2006/relationships/image" Target="../media/image39.wmf"/><Relationship Id="rId10" Type="http://schemas.openxmlformats.org/officeDocument/2006/relationships/image" Target="../media/image38.wmf"/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7" Type="http://schemas.openxmlformats.org/officeDocument/2006/relationships/image" Target="../media/image47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16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42.wmf"/><Relationship Id="rId8" Type="http://schemas.openxmlformats.org/officeDocument/2006/relationships/image" Target="../media/image53.wmf"/><Relationship Id="rId7" Type="http://schemas.openxmlformats.org/officeDocument/2006/relationships/image" Target="../media/image52.wmf"/><Relationship Id="rId6" Type="http://schemas.openxmlformats.org/officeDocument/2006/relationships/image" Target="../media/image51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3" Type="http://schemas.openxmlformats.org/officeDocument/2006/relationships/image" Target="../media/image46.wmf"/><Relationship Id="rId12" Type="http://schemas.openxmlformats.org/officeDocument/2006/relationships/image" Target="../media/image45.wmf"/><Relationship Id="rId11" Type="http://schemas.openxmlformats.org/officeDocument/2006/relationships/image" Target="../media/image44.wmf"/><Relationship Id="rId10" Type="http://schemas.openxmlformats.org/officeDocument/2006/relationships/image" Target="../media/image43.wmf"/><Relationship Id="rId1" Type="http://schemas.openxmlformats.org/officeDocument/2006/relationships/image" Target="../media/image13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42.wmf"/><Relationship Id="rId8" Type="http://schemas.openxmlformats.org/officeDocument/2006/relationships/image" Target="../media/image57.wmf"/><Relationship Id="rId7" Type="http://schemas.openxmlformats.org/officeDocument/2006/relationships/image" Target="../media/image56.wmf"/><Relationship Id="rId6" Type="http://schemas.openxmlformats.org/officeDocument/2006/relationships/image" Target="../media/image55.wmf"/><Relationship Id="rId5" Type="http://schemas.openxmlformats.org/officeDocument/2006/relationships/image" Target="../media/image54.wmf"/><Relationship Id="rId4" Type="http://schemas.openxmlformats.org/officeDocument/2006/relationships/image" Target="../media/image49.wmf"/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3" Type="http://schemas.openxmlformats.org/officeDocument/2006/relationships/image" Target="../media/image59.wmf"/><Relationship Id="rId12" Type="http://schemas.openxmlformats.org/officeDocument/2006/relationships/image" Target="../media/image58.wmf"/><Relationship Id="rId11" Type="http://schemas.openxmlformats.org/officeDocument/2006/relationships/image" Target="../media/image44.wmf"/><Relationship Id="rId10" Type="http://schemas.openxmlformats.org/officeDocument/2006/relationships/image" Target="../media/image43.wmf"/><Relationship Id="rId1" Type="http://schemas.openxmlformats.org/officeDocument/2006/relationships/image" Target="../media/image13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68.wmf"/><Relationship Id="rId8" Type="http://schemas.openxmlformats.org/officeDocument/2006/relationships/image" Target="../media/image67.wmf"/><Relationship Id="rId7" Type="http://schemas.openxmlformats.org/officeDocument/2006/relationships/image" Target="../media/image66.wmf"/><Relationship Id="rId6" Type="http://schemas.openxmlformats.org/officeDocument/2006/relationships/image" Target="../media/image65.wmf"/><Relationship Id="rId5" Type="http://schemas.openxmlformats.org/officeDocument/2006/relationships/image" Target="../media/image64.wmf"/><Relationship Id="rId4" Type="http://schemas.openxmlformats.org/officeDocument/2006/relationships/image" Target="../media/image63.wmf"/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4" Type="http://schemas.openxmlformats.org/officeDocument/2006/relationships/image" Target="../media/image73.wmf"/><Relationship Id="rId13" Type="http://schemas.openxmlformats.org/officeDocument/2006/relationships/image" Target="../media/image72.wmf"/><Relationship Id="rId12" Type="http://schemas.openxmlformats.org/officeDocument/2006/relationships/image" Target="../media/image71.wmf"/><Relationship Id="rId11" Type="http://schemas.openxmlformats.org/officeDocument/2006/relationships/image" Target="../media/image70.wmf"/><Relationship Id="rId10" Type="http://schemas.openxmlformats.org/officeDocument/2006/relationships/image" Target="../media/image69.wmf"/><Relationship Id="rId1" Type="http://schemas.openxmlformats.org/officeDocument/2006/relationships/image" Target="../media/image60.wmf"/></Relationships>
</file>

<file path=ppt/drawings/_rels/vmlDrawing10.vml.rels><?xml version="1.0" encoding="UTF-8" standalone="yes"?>
<Relationships xmlns="http://schemas.openxmlformats.org/package/2006/relationships"><Relationship Id="rId4" Type="http://schemas.openxmlformats.org/officeDocument/2006/relationships/image" Target="../media/image77.wmf"/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11.vml.rels><?xml version="1.0" encoding="UTF-8" standalone="yes"?>
<Relationships xmlns="http://schemas.openxmlformats.org/package/2006/relationships"><Relationship Id="rId5" Type="http://schemas.openxmlformats.org/officeDocument/2006/relationships/image" Target="../media/image82.wmf"/><Relationship Id="rId4" Type="http://schemas.openxmlformats.org/officeDocument/2006/relationships/image" Target="../media/image81.wmf"/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91.wmf"/><Relationship Id="rId8" Type="http://schemas.openxmlformats.org/officeDocument/2006/relationships/image" Target="../media/image90.wmf"/><Relationship Id="rId7" Type="http://schemas.openxmlformats.org/officeDocument/2006/relationships/image" Target="../media/image89.wmf"/><Relationship Id="rId6" Type="http://schemas.openxmlformats.org/officeDocument/2006/relationships/image" Target="../media/image88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2" Type="http://schemas.openxmlformats.org/officeDocument/2006/relationships/image" Target="../media/image94.wmf"/><Relationship Id="rId11" Type="http://schemas.openxmlformats.org/officeDocument/2006/relationships/image" Target="../media/image93.wmf"/><Relationship Id="rId10" Type="http://schemas.openxmlformats.org/officeDocument/2006/relationships/image" Target="../media/image92.wmf"/><Relationship Id="rId1" Type="http://schemas.openxmlformats.org/officeDocument/2006/relationships/image" Target="../media/image83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69.wmf"/><Relationship Id="rId8" Type="http://schemas.openxmlformats.org/officeDocument/2006/relationships/image" Target="../media/image68.wmf"/><Relationship Id="rId7" Type="http://schemas.openxmlformats.org/officeDocument/2006/relationships/image" Target="../media/image67.wmf"/><Relationship Id="rId6" Type="http://schemas.openxmlformats.org/officeDocument/2006/relationships/image" Target="../media/image66.wmf"/><Relationship Id="rId5" Type="http://schemas.openxmlformats.org/officeDocument/2006/relationships/image" Target="../media/image99.wmf"/><Relationship Id="rId4" Type="http://schemas.openxmlformats.org/officeDocument/2006/relationships/image" Target="../media/image98.wmf"/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97.wmf"/><Relationship Id="rId8" Type="http://schemas.openxmlformats.org/officeDocument/2006/relationships/image" Target="../media/image96.wmf"/><Relationship Id="rId7" Type="http://schemas.openxmlformats.org/officeDocument/2006/relationships/image" Target="../media/image106.wmf"/><Relationship Id="rId6" Type="http://schemas.openxmlformats.org/officeDocument/2006/relationships/image" Target="../media/image105.wmf"/><Relationship Id="rId5" Type="http://schemas.openxmlformats.org/officeDocument/2006/relationships/image" Target="../media/image104.wmf"/><Relationship Id="rId4" Type="http://schemas.openxmlformats.org/officeDocument/2006/relationships/image" Target="../media/image103.wmf"/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0" Type="http://schemas.openxmlformats.org/officeDocument/2006/relationships/image" Target="../media/image98.wmf"/><Relationship Id="rId1" Type="http://schemas.openxmlformats.org/officeDocument/2006/relationships/image" Target="../media/image100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0.wmf"/><Relationship Id="rId8" Type="http://schemas.openxmlformats.org/officeDocument/2006/relationships/image" Target="../media/image109.wmf"/><Relationship Id="rId7" Type="http://schemas.openxmlformats.org/officeDocument/2006/relationships/image" Target="../media/image108.wmf"/><Relationship Id="rId6" Type="http://schemas.openxmlformats.org/officeDocument/2006/relationships/image" Target="../media/image107.wmf"/><Relationship Id="rId5" Type="http://schemas.openxmlformats.org/officeDocument/2006/relationships/image" Target="../media/image69.wmf"/><Relationship Id="rId4" Type="http://schemas.openxmlformats.org/officeDocument/2006/relationships/image" Target="../media/image68.wmf"/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2" Type="http://schemas.openxmlformats.org/officeDocument/2006/relationships/image" Target="../media/image113.wmf"/><Relationship Id="rId11" Type="http://schemas.openxmlformats.org/officeDocument/2006/relationships/image" Target="../media/image112.wmf"/><Relationship Id="rId10" Type="http://schemas.openxmlformats.org/officeDocument/2006/relationships/image" Target="../media/image111.wmf"/><Relationship Id="rId1" Type="http://schemas.openxmlformats.org/officeDocument/2006/relationships/image" Target="../media/image65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2.wmf"/><Relationship Id="rId8" Type="http://schemas.openxmlformats.org/officeDocument/2006/relationships/image" Target="../media/image121.wmf"/><Relationship Id="rId7" Type="http://schemas.openxmlformats.org/officeDocument/2006/relationships/image" Target="../media/image120.wmf"/><Relationship Id="rId6" Type="http://schemas.openxmlformats.org/officeDocument/2006/relationships/image" Target="../media/image119.wmf"/><Relationship Id="rId5" Type="http://schemas.openxmlformats.org/officeDocument/2006/relationships/image" Target="../media/image118.wmf"/><Relationship Id="rId4" Type="http://schemas.openxmlformats.org/officeDocument/2006/relationships/image" Target="../media/image117.wmf"/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5" Type="http://schemas.openxmlformats.org/officeDocument/2006/relationships/image" Target="../media/image128.wmf"/><Relationship Id="rId14" Type="http://schemas.openxmlformats.org/officeDocument/2006/relationships/image" Target="../media/image127.wmf"/><Relationship Id="rId13" Type="http://schemas.openxmlformats.org/officeDocument/2006/relationships/image" Target="../media/image126.wmf"/><Relationship Id="rId12" Type="http://schemas.openxmlformats.org/officeDocument/2006/relationships/image" Target="../media/image125.wmf"/><Relationship Id="rId11" Type="http://schemas.openxmlformats.org/officeDocument/2006/relationships/image" Target="../media/image124.wmf"/><Relationship Id="rId10" Type="http://schemas.openxmlformats.org/officeDocument/2006/relationships/image" Target="../media/image123.wmf"/><Relationship Id="rId1" Type="http://schemas.openxmlformats.org/officeDocument/2006/relationships/image" Target="../media/image114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7.wmf"/><Relationship Id="rId8" Type="http://schemas.openxmlformats.org/officeDocument/2006/relationships/image" Target="../media/image136.wmf"/><Relationship Id="rId7" Type="http://schemas.openxmlformats.org/officeDocument/2006/relationships/image" Target="../media/image135.wmf"/><Relationship Id="rId6" Type="http://schemas.openxmlformats.org/officeDocument/2006/relationships/image" Target="../media/image134.wmf"/><Relationship Id="rId5" Type="http://schemas.openxmlformats.org/officeDocument/2006/relationships/image" Target="../media/image133.wmf"/><Relationship Id="rId4" Type="http://schemas.openxmlformats.org/officeDocument/2006/relationships/image" Target="../media/image132.wmf"/><Relationship Id="rId3" Type="http://schemas.openxmlformats.org/officeDocument/2006/relationships/image" Target="../media/image131.wmf"/><Relationship Id="rId2" Type="http://schemas.openxmlformats.org/officeDocument/2006/relationships/image" Target="../media/image130.wmf"/><Relationship Id="rId14" Type="http://schemas.openxmlformats.org/officeDocument/2006/relationships/image" Target="../media/image142.wmf"/><Relationship Id="rId13" Type="http://schemas.openxmlformats.org/officeDocument/2006/relationships/image" Target="../media/image141.wmf"/><Relationship Id="rId12" Type="http://schemas.openxmlformats.org/officeDocument/2006/relationships/image" Target="../media/image140.wmf"/><Relationship Id="rId11" Type="http://schemas.openxmlformats.org/officeDocument/2006/relationships/image" Target="../media/image139.wmf"/><Relationship Id="rId10" Type="http://schemas.openxmlformats.org/officeDocument/2006/relationships/image" Target="../media/image138.wmf"/><Relationship Id="rId1" Type="http://schemas.openxmlformats.org/officeDocument/2006/relationships/image" Target="../media/image129.w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7.wmf"/><Relationship Id="rId8" Type="http://schemas.openxmlformats.org/officeDocument/2006/relationships/image" Target="../media/image146.wmf"/><Relationship Id="rId7" Type="http://schemas.openxmlformats.org/officeDocument/2006/relationships/image" Target="../media/image135.wmf"/><Relationship Id="rId6" Type="http://schemas.openxmlformats.org/officeDocument/2006/relationships/image" Target="../media/image134.wmf"/><Relationship Id="rId5" Type="http://schemas.openxmlformats.org/officeDocument/2006/relationships/image" Target="../media/image145.wmf"/><Relationship Id="rId4" Type="http://schemas.openxmlformats.org/officeDocument/2006/relationships/image" Target="../media/image144.wmf"/><Relationship Id="rId3" Type="http://schemas.openxmlformats.org/officeDocument/2006/relationships/image" Target="../media/image143.wmf"/><Relationship Id="rId2" Type="http://schemas.openxmlformats.org/officeDocument/2006/relationships/image" Target="../media/image130.wmf"/><Relationship Id="rId12" Type="http://schemas.openxmlformats.org/officeDocument/2006/relationships/image" Target="../media/image150.wmf"/><Relationship Id="rId11" Type="http://schemas.openxmlformats.org/officeDocument/2006/relationships/image" Target="../media/image149.wmf"/><Relationship Id="rId10" Type="http://schemas.openxmlformats.org/officeDocument/2006/relationships/image" Target="../media/image148.wmf"/><Relationship Id="rId1" Type="http://schemas.openxmlformats.org/officeDocument/2006/relationships/image" Target="../media/image100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wmf"/><Relationship Id="rId1" Type="http://schemas.openxmlformats.org/officeDocument/2006/relationships/image" Target="../media/image151.w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1.wmf"/><Relationship Id="rId8" Type="http://schemas.openxmlformats.org/officeDocument/2006/relationships/image" Target="../media/image160.wmf"/><Relationship Id="rId7" Type="http://schemas.openxmlformats.org/officeDocument/2006/relationships/image" Target="../media/image159.wmf"/><Relationship Id="rId6" Type="http://schemas.openxmlformats.org/officeDocument/2006/relationships/image" Target="../media/image158.wmf"/><Relationship Id="rId5" Type="http://schemas.openxmlformats.org/officeDocument/2006/relationships/image" Target="../media/image157.wmf"/><Relationship Id="rId4" Type="http://schemas.openxmlformats.org/officeDocument/2006/relationships/image" Target="../media/image156.wmf"/><Relationship Id="rId3" Type="http://schemas.openxmlformats.org/officeDocument/2006/relationships/image" Target="../media/image155.wmf"/><Relationship Id="rId2" Type="http://schemas.openxmlformats.org/officeDocument/2006/relationships/image" Target="../media/image154.wmf"/><Relationship Id="rId14" Type="http://schemas.openxmlformats.org/officeDocument/2006/relationships/image" Target="../media/image166.wmf"/><Relationship Id="rId13" Type="http://schemas.openxmlformats.org/officeDocument/2006/relationships/image" Target="../media/image165.wmf"/><Relationship Id="rId12" Type="http://schemas.openxmlformats.org/officeDocument/2006/relationships/image" Target="../media/image164.wmf"/><Relationship Id="rId11" Type="http://schemas.openxmlformats.org/officeDocument/2006/relationships/image" Target="../media/image163.wmf"/><Relationship Id="rId10" Type="http://schemas.openxmlformats.org/officeDocument/2006/relationships/image" Target="../media/image162.wmf"/><Relationship Id="rId1" Type="http://schemas.openxmlformats.org/officeDocument/2006/relationships/image" Target="../media/image153.wmf"/></Relationships>
</file>

<file path=ppt/drawings/_rels/vmlDrawing2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0.wmf"/><Relationship Id="rId8" Type="http://schemas.openxmlformats.org/officeDocument/2006/relationships/image" Target="../media/image169.wmf"/><Relationship Id="rId7" Type="http://schemas.openxmlformats.org/officeDocument/2006/relationships/image" Target="../media/image166.wmf"/><Relationship Id="rId6" Type="http://schemas.openxmlformats.org/officeDocument/2006/relationships/image" Target="../media/image165.wmf"/><Relationship Id="rId5" Type="http://schemas.openxmlformats.org/officeDocument/2006/relationships/image" Target="../media/image168.wmf"/><Relationship Id="rId4" Type="http://schemas.openxmlformats.org/officeDocument/2006/relationships/image" Target="../media/image167.wmf"/><Relationship Id="rId3" Type="http://schemas.openxmlformats.org/officeDocument/2006/relationships/image" Target="../media/image163.wmf"/><Relationship Id="rId2" Type="http://schemas.openxmlformats.org/officeDocument/2006/relationships/image" Target="../media/image162.wmf"/><Relationship Id="rId11" Type="http://schemas.openxmlformats.org/officeDocument/2006/relationships/image" Target="../media/image172.wmf"/><Relationship Id="rId10" Type="http://schemas.openxmlformats.org/officeDocument/2006/relationships/image" Target="../media/image171.wmf"/><Relationship Id="rId1" Type="http://schemas.openxmlformats.org/officeDocument/2006/relationships/image" Target="../media/image161.wmf"/></Relationships>
</file>

<file path=ppt/drawings/_rels/vmlDrawing2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1.wmf"/><Relationship Id="rId8" Type="http://schemas.openxmlformats.org/officeDocument/2006/relationships/image" Target="../media/image180.wmf"/><Relationship Id="rId7" Type="http://schemas.openxmlformats.org/officeDocument/2006/relationships/image" Target="../media/image179.wmf"/><Relationship Id="rId6" Type="http://schemas.openxmlformats.org/officeDocument/2006/relationships/image" Target="../media/image178.wmf"/><Relationship Id="rId5" Type="http://schemas.openxmlformats.org/officeDocument/2006/relationships/image" Target="../media/image177.wmf"/><Relationship Id="rId4" Type="http://schemas.openxmlformats.org/officeDocument/2006/relationships/image" Target="../media/image176.wmf"/><Relationship Id="rId3" Type="http://schemas.openxmlformats.org/officeDocument/2006/relationships/image" Target="../media/image175.wmf"/><Relationship Id="rId2" Type="http://schemas.openxmlformats.org/officeDocument/2006/relationships/image" Target="../media/image174.wmf"/><Relationship Id="rId13" Type="http://schemas.openxmlformats.org/officeDocument/2006/relationships/image" Target="../media/image185.wmf"/><Relationship Id="rId12" Type="http://schemas.openxmlformats.org/officeDocument/2006/relationships/image" Target="../media/image184.wmf"/><Relationship Id="rId11" Type="http://schemas.openxmlformats.org/officeDocument/2006/relationships/image" Target="../media/image183.wmf"/><Relationship Id="rId10" Type="http://schemas.openxmlformats.org/officeDocument/2006/relationships/image" Target="../media/image182.wmf"/><Relationship Id="rId1" Type="http://schemas.openxmlformats.org/officeDocument/2006/relationships/image" Target="../media/image173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6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wmf"/><Relationship Id="rId1" Type="http://schemas.openxmlformats.org/officeDocument/2006/relationships/image" Target="../media/image187.wmf"/></Relationships>
</file>

<file path=ppt/drawings/_rels/vmlDrawing2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7.wmf"/><Relationship Id="rId8" Type="http://schemas.openxmlformats.org/officeDocument/2006/relationships/image" Target="../media/image196.wmf"/><Relationship Id="rId7" Type="http://schemas.openxmlformats.org/officeDocument/2006/relationships/image" Target="../media/image195.wmf"/><Relationship Id="rId6" Type="http://schemas.openxmlformats.org/officeDocument/2006/relationships/image" Target="../media/image194.wmf"/><Relationship Id="rId5" Type="http://schemas.openxmlformats.org/officeDocument/2006/relationships/image" Target="../media/image193.wmf"/><Relationship Id="rId4" Type="http://schemas.openxmlformats.org/officeDocument/2006/relationships/image" Target="../media/image192.wmf"/><Relationship Id="rId3" Type="http://schemas.openxmlformats.org/officeDocument/2006/relationships/image" Target="../media/image191.wmf"/><Relationship Id="rId2" Type="http://schemas.openxmlformats.org/officeDocument/2006/relationships/image" Target="../media/image190.wmf"/><Relationship Id="rId11" Type="http://schemas.openxmlformats.org/officeDocument/2006/relationships/image" Target="../media/image199.wmf"/><Relationship Id="rId10" Type="http://schemas.openxmlformats.org/officeDocument/2006/relationships/image" Target="../media/image198.wmf"/><Relationship Id="rId1" Type="http://schemas.openxmlformats.org/officeDocument/2006/relationships/image" Target="../media/image18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9DF81B-7435-47FF-810F-104EA4E5F6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58838" y="1143000"/>
            <a:ext cx="51403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5D60B-1BF6-4D2B-AF67-18B93172C66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12331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61340" algn="l" defTabSz="112331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23315" algn="l" defTabSz="112331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684655" algn="l" defTabSz="112331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246630" algn="l" defTabSz="112331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07970" algn="l" defTabSz="112331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369310" algn="l" defTabSz="112331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3931285" algn="l" defTabSz="112331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492625" algn="l" defTabSz="1123315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ctrTitle"/>
          </p:nvPr>
        </p:nvSpPr>
        <p:spPr>
          <a:xfrm>
            <a:off x="2453756" y="493194"/>
            <a:ext cx="12686443" cy="201743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2" name="副标题 21"/>
          <p:cNvSpPr>
            <a:spLocks noGrp="1"/>
          </p:cNvSpPr>
          <p:nvPr>
            <p:ph type="subTitle" idx="1"/>
          </p:nvPr>
        </p:nvSpPr>
        <p:spPr>
          <a:xfrm>
            <a:off x="2453756" y="2535272"/>
            <a:ext cx="12686443" cy="2401711"/>
          </a:xfrm>
        </p:spPr>
        <p:txBody>
          <a:bodyPr tIns="0"/>
          <a:lstStyle>
            <a:lvl1pPr marL="33655" indent="0" algn="l">
              <a:buNone/>
              <a:defRPr sz="32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561340" indent="0" algn="ctr">
              <a:buNone/>
            </a:lvl2pPr>
            <a:lvl3pPr marL="1123315" indent="0" algn="ctr">
              <a:buNone/>
            </a:lvl3pPr>
            <a:lvl4pPr marL="1684655" indent="0" algn="ctr">
              <a:buNone/>
            </a:lvl4pPr>
            <a:lvl5pPr marL="2246630" indent="0" algn="ctr">
              <a:buNone/>
            </a:lvl5pPr>
            <a:lvl6pPr marL="2807970" indent="0" algn="ctr">
              <a:buNone/>
            </a:lvl6pPr>
            <a:lvl7pPr marL="3369310" indent="0" algn="ctr">
              <a:buNone/>
            </a:lvl7pPr>
            <a:lvl8pPr marL="3931285" indent="0" algn="ctr">
              <a:buNone/>
            </a:lvl8pPr>
            <a:lvl9pPr marL="4492625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134391" y="8640939"/>
            <a:ext cx="3654531" cy="652639"/>
          </a:xfrm>
        </p:spPr>
        <p:txBody>
          <a:bodyPr/>
          <a:lstStyle/>
          <a:p>
            <a:fld id="{54AB02A5-4FE5-49D9-9E24-09F23B90C450}" type="datetimeFigureOut">
              <a:rPr lang="en-US" smtClean="0"/>
            </a:fld>
            <a:endParaRPr 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</p:nvPr>
        </p:nvSpPr>
        <p:spPr>
          <a:xfrm>
            <a:off x="9788922" y="8640939"/>
            <a:ext cx="4959720" cy="652639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14753863" y="8640939"/>
            <a:ext cx="783114" cy="652639"/>
          </a:xfrm>
        </p:spPr>
        <p:txBody>
          <a:bodyPr/>
          <a:lstStyle/>
          <a:p>
            <a:fld id="{6294C92D-0306-4E69-9CD3-20855E849650}" type="slidenum">
              <a:rPr kumimoji="0" lang="en-US" smtClean="0"/>
            </a:fld>
            <a:endParaRPr kumimoji="0" lang="en-US"/>
          </a:p>
        </p:txBody>
      </p:sp>
      <p:sp>
        <p:nvSpPr>
          <p:cNvPr id="8" name="椭圆 7"/>
          <p:cNvSpPr/>
          <p:nvPr/>
        </p:nvSpPr>
        <p:spPr>
          <a:xfrm>
            <a:off x="1578274" y="1937432"/>
            <a:ext cx="360232" cy="288206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12316" tIns="56158" rIns="112316" bIns="56158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椭圆 8"/>
          <p:cNvSpPr/>
          <p:nvPr/>
        </p:nvSpPr>
        <p:spPr>
          <a:xfrm>
            <a:off x="1982065" y="1843171"/>
            <a:ext cx="109636" cy="87714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12316" tIns="56158" rIns="112316" bIns="56158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58977" y="376357"/>
            <a:ext cx="12843066" cy="1566333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58977" y="1984022"/>
            <a:ext cx="12843066" cy="65786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34391" y="8640939"/>
            <a:ext cx="3654531" cy="652639"/>
          </a:xfrm>
        </p:spPr>
        <p:txBody>
          <a:bodyPr/>
          <a:lstStyle/>
          <a:p>
            <a:fld id="{4F1A893E-5F01-4816-87F4-8FDAA229F1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9788922" y="8640939"/>
            <a:ext cx="4959720" cy="65263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753863" y="8640939"/>
            <a:ext cx="783114" cy="652639"/>
          </a:xfrm>
        </p:spPr>
        <p:txBody>
          <a:bodyPr/>
          <a:lstStyle/>
          <a:p>
            <a:fld id="{33B584DD-EEEF-4F35-A09F-16091C52C6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910241" y="-73"/>
            <a:ext cx="11746706" cy="9398073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12316" tIns="56158" rIns="112316" bIns="56158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16391" y="3563410"/>
            <a:ext cx="10963593" cy="3132667"/>
          </a:xfrm>
        </p:spPr>
        <p:txBody>
          <a:bodyPr anchor="t"/>
          <a:lstStyle>
            <a:lvl1pPr algn="l">
              <a:lnSpc>
                <a:spcPts val="5525"/>
              </a:lnSpc>
              <a:buNone/>
              <a:defRPr sz="4900" b="1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16391" y="1461910"/>
            <a:ext cx="10963593" cy="2068865"/>
          </a:xfrm>
        </p:spPr>
        <p:txBody>
          <a:bodyPr anchor="b"/>
          <a:lstStyle>
            <a:lvl1pPr marL="22225" indent="0">
              <a:lnSpc>
                <a:spcPts val="2825"/>
              </a:lnSpc>
              <a:spcBef>
                <a:spcPts val="0"/>
              </a:spcBef>
              <a:buNone/>
              <a:defRPr sz="25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34391" y="8640939"/>
            <a:ext cx="3654531" cy="652639"/>
          </a:xfrm>
        </p:spPr>
        <p:txBody>
          <a:bodyPr/>
          <a:lstStyle/>
          <a:p>
            <a:fld id="{4F1A893E-5F01-4816-87F4-8FDAA229F1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9788922" y="8640939"/>
            <a:ext cx="4959720" cy="65263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753863" y="8640939"/>
            <a:ext cx="783114" cy="652639"/>
          </a:xfrm>
        </p:spPr>
        <p:txBody>
          <a:bodyPr/>
          <a:lstStyle/>
          <a:p>
            <a:fld id="{33B584DD-EEEF-4F35-A09F-16091C52C64D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 bwMode="invGray">
          <a:xfrm>
            <a:off x="3915569" y="1"/>
            <a:ext cx="130519" cy="9398073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12316" tIns="56158" rIns="112316" bIns="56158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椭圆 7"/>
          <p:cNvSpPr/>
          <p:nvPr/>
        </p:nvSpPr>
        <p:spPr>
          <a:xfrm>
            <a:off x="3720854" y="3857122"/>
            <a:ext cx="360232" cy="288206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12316" tIns="56158" rIns="112316" bIns="56158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椭圆 8"/>
          <p:cNvSpPr/>
          <p:nvPr/>
        </p:nvSpPr>
        <p:spPr>
          <a:xfrm>
            <a:off x="4124646" y="3762860"/>
            <a:ext cx="109636" cy="87714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12316" tIns="56158" rIns="112316" bIns="56158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58977" y="375920"/>
            <a:ext cx="12843066" cy="1566333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458977" y="2088445"/>
            <a:ext cx="6264910" cy="6390640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037133" y="2088445"/>
            <a:ext cx="6264910" cy="6390640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34391" y="8640939"/>
            <a:ext cx="3654531" cy="652639"/>
          </a:xfrm>
        </p:spPr>
        <p:txBody>
          <a:bodyPr/>
          <a:lstStyle/>
          <a:p>
            <a:fld id="{4F1A893E-5F01-4816-87F4-8FDAA229F1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788922" y="8640939"/>
            <a:ext cx="4959720" cy="65263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4753863" y="8640939"/>
            <a:ext cx="783114" cy="652639"/>
          </a:xfrm>
        </p:spPr>
        <p:txBody>
          <a:bodyPr/>
          <a:lstStyle/>
          <a:p>
            <a:fld id="{33B584DD-EEEF-4F35-A09F-16091C52C6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3114" y="7071573"/>
            <a:ext cx="14096048" cy="1566333"/>
          </a:xfrm>
        </p:spPr>
        <p:txBody>
          <a:bodyPr anchor="ctr"/>
          <a:lstStyle>
            <a:lvl1pPr algn="ctr">
              <a:defRPr sz="5500" b="1" cap="none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3114" y="449863"/>
            <a:ext cx="6891401" cy="877147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78740" indent="0" algn="l">
              <a:lnSpc>
                <a:spcPct val="100000"/>
              </a:lnSpc>
              <a:spcBef>
                <a:spcPts val="125"/>
              </a:spcBef>
              <a:buNone/>
              <a:defRPr sz="2300" b="0">
                <a:solidFill>
                  <a:schemeClr val="tx1"/>
                </a:solidFill>
              </a:defRPr>
            </a:lvl1pPr>
            <a:lvl2pPr>
              <a:buNone/>
              <a:defRPr sz="2500" b="1"/>
            </a:lvl2pPr>
            <a:lvl3pPr>
              <a:buNone/>
              <a:defRPr sz="2200" b="1"/>
            </a:lvl3pPr>
            <a:lvl4pPr>
              <a:buNone/>
              <a:defRPr sz="2000" b="1"/>
            </a:lvl4pPr>
            <a:lvl5pPr>
              <a:buNone/>
              <a:defRPr sz="20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7987760" y="449863"/>
            <a:ext cx="6891401" cy="877147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78740" indent="0" algn="l">
              <a:lnSpc>
                <a:spcPct val="100000"/>
              </a:lnSpc>
              <a:spcBef>
                <a:spcPts val="125"/>
              </a:spcBef>
              <a:buNone/>
              <a:defRPr sz="2300" b="0">
                <a:solidFill>
                  <a:schemeClr val="tx1"/>
                </a:solidFill>
              </a:defRPr>
            </a:lvl1pPr>
            <a:lvl2pPr>
              <a:buNone/>
              <a:defRPr sz="2500" b="1"/>
            </a:lvl2pPr>
            <a:lvl3pPr>
              <a:buNone/>
              <a:defRPr sz="2200" b="1"/>
            </a:lvl3pPr>
            <a:lvl4pPr>
              <a:buNone/>
              <a:defRPr sz="2000" b="1"/>
            </a:lvl4pPr>
            <a:lvl5pPr>
              <a:buNone/>
              <a:defRPr sz="20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783114" y="1328349"/>
            <a:ext cx="6891401" cy="5638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483235" indent="-337185">
              <a:lnSpc>
                <a:spcPct val="100000"/>
              </a:lnSpc>
              <a:spcBef>
                <a:spcPts val="860"/>
              </a:spcBef>
              <a:defRPr sz="2900"/>
            </a:lvl1pPr>
            <a:lvl2pPr>
              <a:lnSpc>
                <a:spcPct val="100000"/>
              </a:lnSpc>
              <a:spcBef>
                <a:spcPts val="860"/>
              </a:spcBef>
              <a:defRPr sz="2500"/>
            </a:lvl2pPr>
            <a:lvl3pPr>
              <a:lnSpc>
                <a:spcPct val="100000"/>
              </a:lnSpc>
              <a:spcBef>
                <a:spcPts val="860"/>
              </a:spcBef>
              <a:defRPr sz="2200"/>
            </a:lvl3pPr>
            <a:lvl4pPr>
              <a:lnSpc>
                <a:spcPct val="100000"/>
              </a:lnSpc>
              <a:spcBef>
                <a:spcPts val="860"/>
              </a:spcBef>
              <a:defRPr sz="2000"/>
            </a:lvl4pPr>
            <a:lvl5pPr>
              <a:lnSpc>
                <a:spcPct val="100000"/>
              </a:lnSpc>
              <a:spcBef>
                <a:spcPts val="860"/>
              </a:spcBef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7987760" y="1328349"/>
            <a:ext cx="6891401" cy="5638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483235" indent="-337185">
              <a:lnSpc>
                <a:spcPct val="100000"/>
              </a:lnSpc>
              <a:spcBef>
                <a:spcPts val="860"/>
              </a:spcBef>
              <a:defRPr sz="2900"/>
            </a:lvl1pPr>
            <a:lvl2pPr>
              <a:lnSpc>
                <a:spcPct val="100000"/>
              </a:lnSpc>
              <a:spcBef>
                <a:spcPts val="860"/>
              </a:spcBef>
              <a:defRPr sz="2500"/>
            </a:lvl2pPr>
            <a:lvl3pPr>
              <a:lnSpc>
                <a:spcPct val="100000"/>
              </a:lnSpc>
              <a:spcBef>
                <a:spcPts val="860"/>
              </a:spcBef>
              <a:defRPr sz="2200"/>
            </a:lvl3pPr>
            <a:lvl4pPr>
              <a:lnSpc>
                <a:spcPct val="100000"/>
              </a:lnSpc>
              <a:spcBef>
                <a:spcPts val="860"/>
              </a:spcBef>
              <a:defRPr sz="2000"/>
            </a:lvl4pPr>
            <a:lvl5pPr>
              <a:lnSpc>
                <a:spcPct val="100000"/>
              </a:lnSpc>
              <a:spcBef>
                <a:spcPts val="860"/>
              </a:spcBef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134391" y="8640939"/>
            <a:ext cx="3654531" cy="652639"/>
          </a:xfrm>
        </p:spPr>
        <p:txBody>
          <a:bodyPr/>
          <a:lstStyle/>
          <a:p>
            <a:fld id="{4F1A893E-5F01-4816-87F4-8FDAA229F1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9788922" y="8640939"/>
            <a:ext cx="4959720" cy="65263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14753863" y="8640939"/>
            <a:ext cx="783114" cy="652639"/>
          </a:xfrm>
        </p:spPr>
        <p:txBody>
          <a:bodyPr/>
          <a:lstStyle/>
          <a:p>
            <a:fld id="{33B584DD-EEEF-4F35-A09F-16091C52C6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58977" y="375920"/>
            <a:ext cx="12843066" cy="1566333"/>
          </a:xfrm>
        </p:spPr>
        <p:txBody>
          <a:bodyPr anchor="ctr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134391" y="8640939"/>
            <a:ext cx="3654531" cy="652639"/>
          </a:xfrm>
        </p:spPr>
        <p:txBody>
          <a:bodyPr/>
          <a:lstStyle/>
          <a:p>
            <a:fld id="{4F1A893E-5F01-4816-87F4-8FDAA229F1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9788922" y="8640939"/>
            <a:ext cx="4959720" cy="65263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4753863" y="8640939"/>
            <a:ext cx="783114" cy="652639"/>
          </a:xfrm>
        </p:spPr>
        <p:txBody>
          <a:bodyPr/>
          <a:lstStyle/>
          <a:p>
            <a:fld id="{33B584DD-EEEF-4F35-A09F-16091C52C6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738513" y="1"/>
            <a:ext cx="13923762" cy="939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12316" tIns="56158" rIns="112316" bIns="56158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134391" y="8640939"/>
            <a:ext cx="3654531" cy="652639"/>
          </a:xfrm>
        </p:spPr>
        <p:txBody>
          <a:bodyPr/>
          <a:lstStyle/>
          <a:p>
            <a:fld id="{4F1A893E-5F01-4816-87F4-8FDAA229F1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9788922" y="8640939"/>
            <a:ext cx="4959720" cy="65263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4753863" y="8640939"/>
            <a:ext cx="783114" cy="652639"/>
          </a:xfrm>
        </p:spPr>
        <p:txBody>
          <a:bodyPr/>
          <a:lstStyle/>
          <a:p>
            <a:fld id="{33B584DD-EEEF-4F35-A09F-16091C52C64D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 bwMode="invGray">
          <a:xfrm>
            <a:off x="1738513" y="-73"/>
            <a:ext cx="125298" cy="9398073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12316" tIns="56158" rIns="112316" bIns="56158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3114" y="297066"/>
            <a:ext cx="6525948" cy="1592440"/>
          </a:xfrm>
          <a:ln>
            <a:noFill/>
          </a:ln>
        </p:spPr>
        <p:txBody>
          <a:bodyPr anchor="b"/>
          <a:lstStyle>
            <a:lvl1pPr algn="l">
              <a:lnSpc>
                <a:spcPts val="2455"/>
              </a:lnSpc>
              <a:buNone/>
              <a:defRPr sz="2700" b="1" cap="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783114" y="1928062"/>
            <a:ext cx="6525948" cy="957204"/>
          </a:xfrm>
        </p:spPr>
        <p:txBody>
          <a:bodyPr/>
          <a:lstStyle>
            <a:lvl1pPr marL="55880" indent="0">
              <a:lnSpc>
                <a:spcPct val="100000"/>
              </a:lnSpc>
              <a:spcBef>
                <a:spcPts val="0"/>
              </a:spcBef>
              <a:buNone/>
              <a:defRPr sz="1700"/>
            </a:lvl1pPr>
            <a:lvl2pPr>
              <a:buNone/>
              <a:defRPr sz="1500"/>
            </a:lvl2pPr>
            <a:lvl3pPr>
              <a:buNone/>
              <a:defRPr sz="12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783114" y="2923825"/>
            <a:ext cx="13965529" cy="5471290"/>
          </a:xfrm>
        </p:spPr>
        <p:txBody>
          <a:bodyPr/>
          <a:lstStyle>
            <a:lvl1pPr>
              <a:defRPr sz="3900"/>
            </a:lvl1pPr>
            <a:lvl2pPr>
              <a:defRPr sz="3400"/>
            </a:lvl2pPr>
            <a:lvl3pPr>
              <a:defRPr sz="2900"/>
            </a:lvl3pPr>
            <a:lvl4pPr>
              <a:defRPr sz="2500"/>
            </a:lvl4pPr>
            <a:lvl5pPr>
              <a:defRPr sz="25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34391" y="8640939"/>
            <a:ext cx="3654531" cy="652639"/>
          </a:xfrm>
        </p:spPr>
        <p:txBody>
          <a:bodyPr/>
          <a:lstStyle/>
          <a:p>
            <a:fld id="{4F1A893E-5F01-4816-87F4-8FDAA229F1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788922" y="8640939"/>
            <a:ext cx="4959720" cy="65263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4753863" y="8640939"/>
            <a:ext cx="783114" cy="652639"/>
          </a:xfrm>
        </p:spPr>
        <p:txBody>
          <a:bodyPr/>
          <a:lstStyle/>
          <a:p>
            <a:fld id="{33B584DD-EEEF-4F35-A09F-16091C52C6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83354" y="1461912"/>
            <a:ext cx="4698683" cy="2714978"/>
          </a:xfrm>
        </p:spPr>
        <p:txBody>
          <a:bodyPr anchor="b">
            <a:noAutofit/>
          </a:bodyPr>
          <a:lstStyle>
            <a:lvl1pPr algn="l">
              <a:buNone/>
              <a:defRPr sz="2600" b="1">
                <a:effectLst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34391" y="8640939"/>
            <a:ext cx="3654531" cy="652639"/>
          </a:xfrm>
        </p:spPr>
        <p:txBody>
          <a:bodyPr/>
          <a:lstStyle/>
          <a:p>
            <a:fld id="{4F1A893E-5F01-4816-87F4-8FDAA229F1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788922" y="8640939"/>
            <a:ext cx="4959720" cy="65263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4753863" y="8640939"/>
            <a:ext cx="783114" cy="652639"/>
          </a:xfrm>
        </p:spPr>
        <p:txBody>
          <a:bodyPr/>
          <a:lstStyle/>
          <a:p>
            <a:fld id="{33B584DD-EEEF-4F35-A09F-16091C52C64D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305189" y="1461913"/>
            <a:ext cx="7831138" cy="6265333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112316" tIns="336947" rIns="112316" bIns="56158" rtlCol="0" anchor="t">
            <a:normAutofit/>
          </a:bodyPr>
          <a:lstStyle/>
          <a:p>
            <a:pPr marL="0" indent="-347980" algn="l" rtl="0" eaLnBrk="1" latinLnBrk="0" hangingPunct="1">
              <a:lnSpc>
                <a:spcPts val="3685"/>
              </a:lnSpc>
              <a:spcBef>
                <a:spcPts val="735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</a:pPr>
            <a:endParaRPr kumimoji="0" lang="en-US" sz="39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435708" y="1566340"/>
            <a:ext cx="7570100" cy="4816209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112316" tIns="336947" anchor="t"/>
          <a:lstStyle>
            <a:lvl1pPr marL="0" indent="0" algn="l" eaLnBrk="1" latinLnBrk="0" hangingPunct="1">
              <a:buNone/>
              <a:defRPr sz="3900"/>
            </a:lvl1pPr>
          </a:lstStyle>
          <a:p>
            <a:pPr marL="0" algn="l" eaLnBrk="1" latinLnBrk="0" hangingPunct="1"/>
            <a:r>
              <a:rPr kumimoji="0" lang="zh-CN" altLang="en-US" dirty="0" smtClean="0"/>
              <a:t>单击图标添加图片</a:t>
            </a:r>
            <a:endParaRPr kumimoji="0" lang="en-US" dirty="0"/>
          </a:p>
        </p:txBody>
      </p:sp>
      <p:sp>
        <p:nvSpPr>
          <p:cNvPr id="9" name="流程图: 过程 8"/>
          <p:cNvSpPr/>
          <p:nvPr/>
        </p:nvSpPr>
        <p:spPr>
          <a:xfrm rot="19468671">
            <a:off x="679530" y="1307802"/>
            <a:ext cx="1174671" cy="27998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12316" tIns="56158" rIns="112316" bIns="56158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流程图: 过程 9"/>
          <p:cNvSpPr/>
          <p:nvPr/>
        </p:nvSpPr>
        <p:spPr>
          <a:xfrm rot="2103354" flipH="1">
            <a:off x="8570517" y="1283745"/>
            <a:ext cx="1112022" cy="27998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12316" tIns="56158" rIns="112316" bIns="56158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435708" y="6578602"/>
            <a:ext cx="7570100" cy="1044222"/>
          </a:xfrm>
        </p:spPr>
        <p:txBody>
          <a:bodyPr anchor="ctr"/>
          <a:lstStyle>
            <a:lvl1pPr marL="0" indent="0" algn="l">
              <a:lnSpc>
                <a:spcPts val="1965"/>
              </a:lnSpc>
              <a:spcBef>
                <a:spcPts val="0"/>
              </a:spcBef>
              <a:buNone/>
              <a:defRPr sz="1700">
                <a:solidFill>
                  <a:srgbClr val="777777"/>
                </a:solidFill>
              </a:defRPr>
            </a:lvl1pPr>
            <a:lvl2pPr>
              <a:defRPr sz="15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58977" y="376357"/>
            <a:ext cx="12843066" cy="1566333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458977" y="1984022"/>
            <a:ext cx="12843066" cy="6578600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34391" y="8640939"/>
            <a:ext cx="3654531" cy="652639"/>
          </a:xfrm>
        </p:spPr>
        <p:txBody>
          <a:bodyPr/>
          <a:lstStyle/>
          <a:p>
            <a:fld id="{4F1A893E-5F01-4816-87F4-8FDAA229F1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9788922" y="8640939"/>
            <a:ext cx="4959720" cy="65263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753863" y="8640939"/>
            <a:ext cx="783114" cy="652639"/>
          </a:xfrm>
        </p:spPr>
        <p:txBody>
          <a:bodyPr/>
          <a:lstStyle/>
          <a:p>
            <a:fld id="{33B584DD-EEEF-4F35-A09F-16091C52C6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1746706" y="376359"/>
            <a:ext cx="3132455" cy="8018757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57784" y="376361"/>
            <a:ext cx="9527884" cy="8018757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34391" y="8640939"/>
            <a:ext cx="3654531" cy="652639"/>
          </a:xfrm>
        </p:spPr>
        <p:txBody>
          <a:bodyPr/>
          <a:lstStyle/>
          <a:p>
            <a:fld id="{54AB02A5-4FE5-49D9-9E24-09F23B90C450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9788922" y="8640939"/>
            <a:ext cx="4959720" cy="652639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753863" y="8640939"/>
            <a:ext cx="783114" cy="652639"/>
          </a:xfrm>
        </p:spPr>
        <p:txBody>
          <a:bodyPr/>
          <a:lstStyle/>
          <a:p>
            <a:fld id="{6294C92D-0306-4E69-9CD3-20855E849650}" type="slidenum">
              <a:rPr kumimoji="0" lang="en-US" smtClean="0"/>
            </a:fld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2602080" y="257986"/>
            <a:ext cx="1380988" cy="34424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15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长沙理工大学</a:t>
            </a:r>
            <a:endParaRPr lang="zh-CN" altLang="en-US" sz="15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2498434" y="636722"/>
            <a:ext cx="27469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 userDrawn="1"/>
        </p:nvSpPr>
        <p:spPr>
          <a:xfrm>
            <a:off x="2527396" y="717254"/>
            <a:ext cx="3659743" cy="313468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en-US" altLang="zh-CN" sz="13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Changsha University of Science and  Technology</a:t>
            </a:r>
            <a:endParaRPr lang="zh-CN" altLang="en-US" sz="13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909" y="252309"/>
            <a:ext cx="927503" cy="9040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58977" y="376357"/>
            <a:ext cx="12843066" cy="156633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0554" y="607390"/>
            <a:ext cx="13941168" cy="60565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130148" y="8701623"/>
            <a:ext cx="3468516" cy="434133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87559" y="8701623"/>
            <a:ext cx="5087156" cy="434133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1482" y="8701623"/>
            <a:ext cx="3468516" cy="434133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饼形 6"/>
          <p:cNvSpPr/>
          <p:nvPr/>
        </p:nvSpPr>
        <p:spPr>
          <a:xfrm>
            <a:off x="-1397557" y="-1118115"/>
            <a:ext cx="2807163" cy="2245883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12316" tIns="56158" rIns="112316" bIns="56158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椭圆 7"/>
          <p:cNvSpPr/>
          <p:nvPr/>
        </p:nvSpPr>
        <p:spPr>
          <a:xfrm>
            <a:off x="289157" y="28921"/>
            <a:ext cx="2915593" cy="2332632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12316" tIns="56158" rIns="112316" bIns="56158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同心圆 10"/>
          <p:cNvSpPr/>
          <p:nvPr/>
        </p:nvSpPr>
        <p:spPr>
          <a:xfrm rot="2315675">
            <a:off x="313248" y="1445847"/>
            <a:ext cx="1928181" cy="1511002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12316" tIns="56158" rIns="112316" bIns="56158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矩形 14"/>
          <p:cNvSpPr/>
          <p:nvPr/>
        </p:nvSpPr>
        <p:spPr bwMode="invGray">
          <a:xfrm>
            <a:off x="1738513" y="-73"/>
            <a:ext cx="125298" cy="9398073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12316" tIns="56158" rIns="112316" bIns="56158"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0" y="1217726"/>
            <a:ext cx="15662275" cy="17404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1" latinLnBrk="0" hangingPunct="1">
        <a:spcBef>
          <a:spcPct val="0"/>
        </a:spcBef>
        <a:buNone/>
        <a:defRPr kumimoji="0" sz="5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9580" indent="-347980" algn="l" rtl="0" eaLnBrk="1" latinLnBrk="0" hangingPunct="1">
        <a:lnSpc>
          <a:spcPct val="100000"/>
        </a:lnSpc>
        <a:spcBef>
          <a:spcPts val="735"/>
        </a:spcBef>
        <a:buClr>
          <a:schemeClr val="accent1"/>
        </a:buClr>
        <a:buSzPct val="80000"/>
        <a:buFont typeface="Wingdings 2" panose="05020102010507070707"/>
        <a:buChar char=""/>
        <a:defRPr kumimoji="0"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786130" indent="-292100" algn="l" rtl="0" eaLnBrk="1" latinLnBrk="0" hangingPunct="1">
        <a:lnSpc>
          <a:spcPct val="100000"/>
        </a:lnSpc>
        <a:spcBef>
          <a:spcPts val="675"/>
        </a:spcBef>
        <a:buClr>
          <a:schemeClr val="accent1"/>
        </a:buClr>
        <a:buFont typeface="Verdana" panose="020B0604030504040204"/>
        <a:buChar char="◦"/>
        <a:defRPr kumimoji="0"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089660" indent="-28067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 panose="05020102010507070707"/>
        <a:buChar char="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348105" indent="-213360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 panose="05020102010507070707"/>
        <a:buChar char=""/>
        <a:defRPr kumimoji="0"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1595120" indent="-22479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 panose="05020102010507070707"/>
        <a:buChar char=""/>
        <a:defRPr kumimoji="0"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1852930" indent="-22479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 panose="05020102010507070707"/>
        <a:buChar char=""/>
        <a:defRPr kumimoji="0"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2111375" indent="-22479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2358390" indent="-22479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2616835" indent="-22479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6134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2331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8465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24663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80797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36931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93128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49262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slideLayout" Target="../slideLayouts/slideLayout14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4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6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22" Type="http://schemas.openxmlformats.org/officeDocument/2006/relationships/vmlDrawing" Target="../drawings/vmlDrawing1.vml"/><Relationship Id="rId21" Type="http://schemas.openxmlformats.org/officeDocument/2006/relationships/slideLayout" Target="../slideLayouts/slideLayout12.xml"/><Relationship Id="rId20" Type="http://schemas.openxmlformats.org/officeDocument/2006/relationships/image" Target="../media/image12.wmf"/><Relationship Id="rId2" Type="http://schemas.openxmlformats.org/officeDocument/2006/relationships/image" Target="../media/image3.w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11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10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9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8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.bin"/><Relationship Id="rId8" Type="http://schemas.openxmlformats.org/officeDocument/2006/relationships/image" Target="../media/image16.wmf"/><Relationship Id="rId7" Type="http://schemas.openxmlformats.org/officeDocument/2006/relationships/oleObject" Target="../embeddings/oleObject14.bin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3.wmf"/><Relationship Id="rId17" Type="http://schemas.openxmlformats.org/officeDocument/2006/relationships/vmlDrawing" Target="../drawings/vmlDrawing2.v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19.wmf"/><Relationship Id="rId14" Type="http://schemas.openxmlformats.org/officeDocument/2006/relationships/oleObject" Target="../embeddings/oleObject18.bin"/><Relationship Id="rId13" Type="http://schemas.openxmlformats.org/officeDocument/2006/relationships/image" Target="../media/image18.wmf"/><Relationship Id="rId12" Type="http://schemas.openxmlformats.org/officeDocument/2006/relationships/oleObject" Target="../embeddings/oleObject17.bin"/><Relationship Id="rId11" Type="http://schemas.openxmlformats.org/officeDocument/2006/relationships/image" Target="../media/image17.wmf"/><Relationship Id="rId10" Type="http://schemas.openxmlformats.org/officeDocument/2006/relationships/oleObject" Target="../embeddings/oleObject16.bin"/><Relationship Id="rId1" Type="http://schemas.openxmlformats.org/officeDocument/2006/relationships/oleObject" Target="../embeddings/oleObject11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.bin"/><Relationship Id="rId8" Type="http://schemas.openxmlformats.org/officeDocument/2006/relationships/image" Target="../media/image23.wmf"/><Relationship Id="rId7" Type="http://schemas.openxmlformats.org/officeDocument/2006/relationships/oleObject" Target="../embeddings/oleObject22.bin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1.wmf"/><Relationship Id="rId3" Type="http://schemas.openxmlformats.org/officeDocument/2006/relationships/oleObject" Target="../embeddings/oleObject20.bin"/><Relationship Id="rId22" Type="http://schemas.openxmlformats.org/officeDocument/2006/relationships/vmlDrawing" Target="../drawings/vmlDrawing3.vml"/><Relationship Id="rId21" Type="http://schemas.openxmlformats.org/officeDocument/2006/relationships/slideLayout" Target="../slideLayouts/slideLayout12.xml"/><Relationship Id="rId20" Type="http://schemas.openxmlformats.org/officeDocument/2006/relationships/image" Target="../media/image29.wmf"/><Relationship Id="rId2" Type="http://schemas.openxmlformats.org/officeDocument/2006/relationships/image" Target="../media/image20.wmf"/><Relationship Id="rId19" Type="http://schemas.openxmlformats.org/officeDocument/2006/relationships/oleObject" Target="../embeddings/oleObject28.bin"/><Relationship Id="rId18" Type="http://schemas.openxmlformats.org/officeDocument/2006/relationships/image" Target="../media/image28.wmf"/><Relationship Id="rId17" Type="http://schemas.openxmlformats.org/officeDocument/2006/relationships/oleObject" Target="../embeddings/oleObject27.bin"/><Relationship Id="rId16" Type="http://schemas.openxmlformats.org/officeDocument/2006/relationships/image" Target="../media/image27.wmf"/><Relationship Id="rId15" Type="http://schemas.openxmlformats.org/officeDocument/2006/relationships/oleObject" Target="../embeddings/oleObject26.bin"/><Relationship Id="rId14" Type="http://schemas.openxmlformats.org/officeDocument/2006/relationships/image" Target="../media/image26.wmf"/><Relationship Id="rId13" Type="http://schemas.openxmlformats.org/officeDocument/2006/relationships/oleObject" Target="../embeddings/oleObject25.bin"/><Relationship Id="rId12" Type="http://schemas.openxmlformats.org/officeDocument/2006/relationships/image" Target="../media/image25.wmf"/><Relationship Id="rId11" Type="http://schemas.openxmlformats.org/officeDocument/2006/relationships/oleObject" Target="../embeddings/oleObject24.bin"/><Relationship Id="rId10" Type="http://schemas.openxmlformats.org/officeDocument/2006/relationships/image" Target="../media/image24.wmf"/><Relationship Id="rId1" Type="http://schemas.openxmlformats.org/officeDocument/2006/relationships/oleObject" Target="../embeddings/oleObject19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.bin"/><Relationship Id="rId8" Type="http://schemas.openxmlformats.org/officeDocument/2006/relationships/image" Target="../media/image33.wmf"/><Relationship Id="rId7" Type="http://schemas.openxmlformats.org/officeDocument/2006/relationships/oleObject" Target="../embeddings/oleObject32.bin"/><Relationship Id="rId6" Type="http://schemas.openxmlformats.org/officeDocument/2006/relationships/image" Target="../media/image32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1.w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30.wmf"/><Relationship Id="rId12" Type="http://schemas.openxmlformats.org/officeDocument/2006/relationships/vmlDrawing" Target="../drawings/vmlDrawing4.v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34.wmf"/><Relationship Id="rId1" Type="http://schemas.openxmlformats.org/officeDocument/2006/relationships/oleObject" Target="../embeddings/oleObject29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.bin"/><Relationship Id="rId8" Type="http://schemas.openxmlformats.org/officeDocument/2006/relationships/image" Target="../media/image16.wmf"/><Relationship Id="rId7" Type="http://schemas.openxmlformats.org/officeDocument/2006/relationships/oleObject" Target="../embeddings/oleObject37.bin"/><Relationship Id="rId6" Type="http://schemas.openxmlformats.org/officeDocument/2006/relationships/image" Target="../media/image15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14.wmf"/><Relationship Id="rId34" Type="http://schemas.openxmlformats.org/officeDocument/2006/relationships/vmlDrawing" Target="../drawings/vmlDrawing5.vml"/><Relationship Id="rId33" Type="http://schemas.openxmlformats.org/officeDocument/2006/relationships/slideLayout" Target="../slideLayouts/slideLayout12.xml"/><Relationship Id="rId32" Type="http://schemas.openxmlformats.org/officeDocument/2006/relationships/image" Target="../media/image41.wmf"/><Relationship Id="rId31" Type="http://schemas.openxmlformats.org/officeDocument/2006/relationships/oleObject" Target="../embeddings/oleObject51.bin"/><Relationship Id="rId30" Type="http://schemas.openxmlformats.org/officeDocument/2006/relationships/image" Target="../media/image40.wmf"/><Relationship Id="rId3" Type="http://schemas.openxmlformats.org/officeDocument/2006/relationships/oleObject" Target="../embeddings/oleObject35.bin"/><Relationship Id="rId29" Type="http://schemas.openxmlformats.org/officeDocument/2006/relationships/oleObject" Target="../embeddings/oleObject50.bin"/><Relationship Id="rId28" Type="http://schemas.openxmlformats.org/officeDocument/2006/relationships/image" Target="../media/image19.wmf"/><Relationship Id="rId27" Type="http://schemas.openxmlformats.org/officeDocument/2006/relationships/oleObject" Target="../embeddings/oleObject49.bin"/><Relationship Id="rId26" Type="http://schemas.openxmlformats.org/officeDocument/2006/relationships/image" Target="../media/image39.wmf"/><Relationship Id="rId25" Type="http://schemas.openxmlformats.org/officeDocument/2006/relationships/oleObject" Target="../embeddings/oleObject48.bin"/><Relationship Id="rId24" Type="http://schemas.openxmlformats.org/officeDocument/2006/relationships/image" Target="../media/image38.wmf"/><Relationship Id="rId23" Type="http://schemas.openxmlformats.org/officeDocument/2006/relationships/oleObject" Target="../embeddings/oleObject47.bin"/><Relationship Id="rId22" Type="http://schemas.openxmlformats.org/officeDocument/2006/relationships/oleObject" Target="../embeddings/oleObject46.bin"/><Relationship Id="rId21" Type="http://schemas.openxmlformats.org/officeDocument/2006/relationships/oleObject" Target="../embeddings/oleObject45.bin"/><Relationship Id="rId20" Type="http://schemas.openxmlformats.org/officeDocument/2006/relationships/image" Target="../media/image37.wmf"/><Relationship Id="rId2" Type="http://schemas.openxmlformats.org/officeDocument/2006/relationships/image" Target="../media/image13.wmf"/><Relationship Id="rId19" Type="http://schemas.openxmlformats.org/officeDocument/2006/relationships/oleObject" Target="../embeddings/oleObject44.bin"/><Relationship Id="rId18" Type="http://schemas.openxmlformats.org/officeDocument/2006/relationships/image" Target="../media/image36.wmf"/><Relationship Id="rId17" Type="http://schemas.openxmlformats.org/officeDocument/2006/relationships/oleObject" Target="../embeddings/oleObject43.bin"/><Relationship Id="rId16" Type="http://schemas.openxmlformats.org/officeDocument/2006/relationships/image" Target="../media/image18.wmf"/><Relationship Id="rId15" Type="http://schemas.openxmlformats.org/officeDocument/2006/relationships/oleObject" Target="../embeddings/oleObject42.bin"/><Relationship Id="rId14" Type="http://schemas.openxmlformats.org/officeDocument/2006/relationships/image" Target="../media/image35.wmf"/><Relationship Id="rId13" Type="http://schemas.openxmlformats.org/officeDocument/2006/relationships/oleObject" Target="../embeddings/oleObject41.bin"/><Relationship Id="rId12" Type="http://schemas.openxmlformats.org/officeDocument/2006/relationships/oleObject" Target="../embeddings/oleObject40.bin"/><Relationship Id="rId11" Type="http://schemas.openxmlformats.org/officeDocument/2006/relationships/image" Target="../media/image17.wmf"/><Relationship Id="rId10" Type="http://schemas.openxmlformats.org/officeDocument/2006/relationships/oleObject" Target="../embeddings/oleObject39.bin"/><Relationship Id="rId1" Type="http://schemas.openxmlformats.org/officeDocument/2006/relationships/oleObject" Target="../embeddings/oleObject34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6.bin"/><Relationship Id="rId8" Type="http://schemas.openxmlformats.org/officeDocument/2006/relationships/image" Target="../media/image44.wmf"/><Relationship Id="rId7" Type="http://schemas.openxmlformats.org/officeDocument/2006/relationships/oleObject" Target="../embeddings/oleObject55.bin"/><Relationship Id="rId6" Type="http://schemas.openxmlformats.org/officeDocument/2006/relationships/image" Target="../media/image43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42.wmf"/><Relationship Id="rId3" Type="http://schemas.openxmlformats.org/officeDocument/2006/relationships/oleObject" Target="../embeddings/oleObject53.bin"/><Relationship Id="rId2" Type="http://schemas.openxmlformats.org/officeDocument/2006/relationships/image" Target="../media/image16.wmf"/><Relationship Id="rId19" Type="http://schemas.openxmlformats.org/officeDocument/2006/relationships/vmlDrawing" Target="../drawings/vmlDrawing6.v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48.wmf"/><Relationship Id="rId16" Type="http://schemas.openxmlformats.org/officeDocument/2006/relationships/oleObject" Target="../embeddings/oleObject60.bin"/><Relationship Id="rId15" Type="http://schemas.openxmlformats.org/officeDocument/2006/relationships/image" Target="../media/image47.wmf"/><Relationship Id="rId14" Type="http://schemas.openxmlformats.org/officeDocument/2006/relationships/oleObject" Target="../embeddings/oleObject59.bin"/><Relationship Id="rId13" Type="http://schemas.openxmlformats.org/officeDocument/2006/relationships/image" Target="../media/image46.wmf"/><Relationship Id="rId12" Type="http://schemas.openxmlformats.org/officeDocument/2006/relationships/oleObject" Target="../embeddings/oleObject58.bin"/><Relationship Id="rId11" Type="http://schemas.openxmlformats.org/officeDocument/2006/relationships/image" Target="../media/image45.wmf"/><Relationship Id="rId10" Type="http://schemas.openxmlformats.org/officeDocument/2006/relationships/oleObject" Target="../embeddings/oleObject57.bin"/><Relationship Id="rId1" Type="http://schemas.openxmlformats.org/officeDocument/2006/relationships/oleObject" Target="../embeddings/oleObject52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5.bin"/><Relationship Id="rId8" Type="http://schemas.openxmlformats.org/officeDocument/2006/relationships/image" Target="../media/image49.wmf"/><Relationship Id="rId7" Type="http://schemas.openxmlformats.org/officeDocument/2006/relationships/oleObject" Target="../embeddings/oleObject64.bin"/><Relationship Id="rId6" Type="http://schemas.openxmlformats.org/officeDocument/2006/relationships/image" Target="../media/image15.w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62.bin"/><Relationship Id="rId29" Type="http://schemas.openxmlformats.org/officeDocument/2006/relationships/vmlDrawing" Target="../drawings/vmlDrawing7.vml"/><Relationship Id="rId28" Type="http://schemas.openxmlformats.org/officeDocument/2006/relationships/slideLayout" Target="../slideLayouts/slideLayout12.xml"/><Relationship Id="rId27" Type="http://schemas.openxmlformats.org/officeDocument/2006/relationships/image" Target="../media/image46.wmf"/><Relationship Id="rId26" Type="http://schemas.openxmlformats.org/officeDocument/2006/relationships/oleObject" Target="../embeddings/oleObject74.bin"/><Relationship Id="rId25" Type="http://schemas.openxmlformats.org/officeDocument/2006/relationships/image" Target="../media/image45.wmf"/><Relationship Id="rId24" Type="http://schemas.openxmlformats.org/officeDocument/2006/relationships/oleObject" Target="../embeddings/oleObject73.bin"/><Relationship Id="rId23" Type="http://schemas.openxmlformats.org/officeDocument/2006/relationships/oleObject" Target="../embeddings/oleObject72.bin"/><Relationship Id="rId22" Type="http://schemas.openxmlformats.org/officeDocument/2006/relationships/image" Target="../media/image44.wmf"/><Relationship Id="rId21" Type="http://schemas.openxmlformats.org/officeDocument/2006/relationships/oleObject" Target="../embeddings/oleObject71.bin"/><Relationship Id="rId20" Type="http://schemas.openxmlformats.org/officeDocument/2006/relationships/image" Target="../media/image43.wmf"/><Relationship Id="rId2" Type="http://schemas.openxmlformats.org/officeDocument/2006/relationships/image" Target="../media/image13.wmf"/><Relationship Id="rId19" Type="http://schemas.openxmlformats.org/officeDocument/2006/relationships/oleObject" Target="../embeddings/oleObject70.bin"/><Relationship Id="rId18" Type="http://schemas.openxmlformats.org/officeDocument/2006/relationships/image" Target="../media/image42.wmf"/><Relationship Id="rId17" Type="http://schemas.openxmlformats.org/officeDocument/2006/relationships/oleObject" Target="../embeddings/oleObject69.bin"/><Relationship Id="rId16" Type="http://schemas.openxmlformats.org/officeDocument/2006/relationships/image" Target="../media/image53.wmf"/><Relationship Id="rId15" Type="http://schemas.openxmlformats.org/officeDocument/2006/relationships/oleObject" Target="../embeddings/oleObject68.bin"/><Relationship Id="rId14" Type="http://schemas.openxmlformats.org/officeDocument/2006/relationships/image" Target="../media/image52.wmf"/><Relationship Id="rId13" Type="http://schemas.openxmlformats.org/officeDocument/2006/relationships/oleObject" Target="../embeddings/oleObject67.bin"/><Relationship Id="rId12" Type="http://schemas.openxmlformats.org/officeDocument/2006/relationships/image" Target="../media/image51.wmf"/><Relationship Id="rId11" Type="http://schemas.openxmlformats.org/officeDocument/2006/relationships/oleObject" Target="../embeddings/oleObject66.bin"/><Relationship Id="rId10" Type="http://schemas.openxmlformats.org/officeDocument/2006/relationships/image" Target="../media/image50.wmf"/><Relationship Id="rId1" Type="http://schemas.openxmlformats.org/officeDocument/2006/relationships/oleObject" Target="../embeddings/oleObject61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9.bin"/><Relationship Id="rId8" Type="http://schemas.openxmlformats.org/officeDocument/2006/relationships/image" Target="../media/image49.wmf"/><Relationship Id="rId7" Type="http://schemas.openxmlformats.org/officeDocument/2006/relationships/oleObject" Target="../embeddings/oleObject78.bin"/><Relationship Id="rId6" Type="http://schemas.openxmlformats.org/officeDocument/2006/relationships/image" Target="../media/image15.wmf"/><Relationship Id="rId5" Type="http://schemas.openxmlformats.org/officeDocument/2006/relationships/oleObject" Target="../embeddings/oleObject77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76.bin"/><Relationship Id="rId29" Type="http://schemas.openxmlformats.org/officeDocument/2006/relationships/vmlDrawing" Target="../drawings/vmlDrawing8.vml"/><Relationship Id="rId28" Type="http://schemas.openxmlformats.org/officeDocument/2006/relationships/slideLayout" Target="../slideLayouts/slideLayout12.xml"/><Relationship Id="rId27" Type="http://schemas.openxmlformats.org/officeDocument/2006/relationships/image" Target="../media/image59.wmf"/><Relationship Id="rId26" Type="http://schemas.openxmlformats.org/officeDocument/2006/relationships/oleObject" Target="../embeddings/oleObject88.bin"/><Relationship Id="rId25" Type="http://schemas.openxmlformats.org/officeDocument/2006/relationships/image" Target="../media/image58.wmf"/><Relationship Id="rId24" Type="http://schemas.openxmlformats.org/officeDocument/2006/relationships/oleObject" Target="../embeddings/oleObject87.bin"/><Relationship Id="rId23" Type="http://schemas.openxmlformats.org/officeDocument/2006/relationships/oleObject" Target="../embeddings/oleObject86.bin"/><Relationship Id="rId22" Type="http://schemas.openxmlformats.org/officeDocument/2006/relationships/image" Target="../media/image44.wmf"/><Relationship Id="rId21" Type="http://schemas.openxmlformats.org/officeDocument/2006/relationships/oleObject" Target="../embeddings/oleObject85.bin"/><Relationship Id="rId20" Type="http://schemas.openxmlformats.org/officeDocument/2006/relationships/image" Target="../media/image43.wmf"/><Relationship Id="rId2" Type="http://schemas.openxmlformats.org/officeDocument/2006/relationships/image" Target="../media/image13.wmf"/><Relationship Id="rId19" Type="http://schemas.openxmlformats.org/officeDocument/2006/relationships/oleObject" Target="../embeddings/oleObject84.bin"/><Relationship Id="rId18" Type="http://schemas.openxmlformats.org/officeDocument/2006/relationships/image" Target="../media/image42.wmf"/><Relationship Id="rId17" Type="http://schemas.openxmlformats.org/officeDocument/2006/relationships/oleObject" Target="../embeddings/oleObject83.bin"/><Relationship Id="rId16" Type="http://schemas.openxmlformats.org/officeDocument/2006/relationships/image" Target="../media/image57.wmf"/><Relationship Id="rId15" Type="http://schemas.openxmlformats.org/officeDocument/2006/relationships/oleObject" Target="../embeddings/oleObject82.bin"/><Relationship Id="rId14" Type="http://schemas.openxmlformats.org/officeDocument/2006/relationships/image" Target="../media/image56.wmf"/><Relationship Id="rId13" Type="http://schemas.openxmlformats.org/officeDocument/2006/relationships/oleObject" Target="../embeddings/oleObject81.bin"/><Relationship Id="rId12" Type="http://schemas.openxmlformats.org/officeDocument/2006/relationships/image" Target="../media/image55.wmf"/><Relationship Id="rId11" Type="http://schemas.openxmlformats.org/officeDocument/2006/relationships/oleObject" Target="../embeddings/oleObject80.bin"/><Relationship Id="rId10" Type="http://schemas.openxmlformats.org/officeDocument/2006/relationships/image" Target="../media/image54.wmf"/><Relationship Id="rId1" Type="http://schemas.openxmlformats.org/officeDocument/2006/relationships/oleObject" Target="../embeddings/oleObject75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3.bin"/><Relationship Id="rId8" Type="http://schemas.openxmlformats.org/officeDocument/2006/relationships/image" Target="../media/image63.wmf"/><Relationship Id="rId7" Type="http://schemas.openxmlformats.org/officeDocument/2006/relationships/oleObject" Target="../embeddings/oleObject92.bin"/><Relationship Id="rId6" Type="http://schemas.openxmlformats.org/officeDocument/2006/relationships/image" Target="../media/image62.wmf"/><Relationship Id="rId5" Type="http://schemas.openxmlformats.org/officeDocument/2006/relationships/oleObject" Target="../embeddings/oleObject91.bin"/><Relationship Id="rId4" Type="http://schemas.openxmlformats.org/officeDocument/2006/relationships/image" Target="../media/image61.wmf"/><Relationship Id="rId30" Type="http://schemas.openxmlformats.org/officeDocument/2006/relationships/vmlDrawing" Target="../drawings/vmlDrawing9.vml"/><Relationship Id="rId3" Type="http://schemas.openxmlformats.org/officeDocument/2006/relationships/oleObject" Target="../embeddings/oleObject90.bin"/><Relationship Id="rId29" Type="http://schemas.openxmlformats.org/officeDocument/2006/relationships/slideLayout" Target="../slideLayouts/slideLayout12.xml"/><Relationship Id="rId28" Type="http://schemas.openxmlformats.org/officeDocument/2006/relationships/image" Target="../media/image73.wmf"/><Relationship Id="rId27" Type="http://schemas.openxmlformats.org/officeDocument/2006/relationships/oleObject" Target="../embeddings/oleObject102.bin"/><Relationship Id="rId26" Type="http://schemas.openxmlformats.org/officeDocument/2006/relationships/image" Target="../media/image72.wmf"/><Relationship Id="rId25" Type="http://schemas.openxmlformats.org/officeDocument/2006/relationships/oleObject" Target="../embeddings/oleObject101.bin"/><Relationship Id="rId24" Type="http://schemas.openxmlformats.org/officeDocument/2006/relationships/image" Target="../media/image71.wmf"/><Relationship Id="rId23" Type="http://schemas.openxmlformats.org/officeDocument/2006/relationships/oleObject" Target="../embeddings/oleObject100.bin"/><Relationship Id="rId22" Type="http://schemas.openxmlformats.org/officeDocument/2006/relationships/image" Target="../media/image70.wmf"/><Relationship Id="rId21" Type="http://schemas.openxmlformats.org/officeDocument/2006/relationships/oleObject" Target="../embeddings/oleObject99.bin"/><Relationship Id="rId20" Type="http://schemas.openxmlformats.org/officeDocument/2006/relationships/image" Target="../media/image69.wmf"/><Relationship Id="rId2" Type="http://schemas.openxmlformats.org/officeDocument/2006/relationships/image" Target="../media/image60.wmf"/><Relationship Id="rId19" Type="http://schemas.openxmlformats.org/officeDocument/2006/relationships/oleObject" Target="../embeddings/oleObject98.bin"/><Relationship Id="rId18" Type="http://schemas.openxmlformats.org/officeDocument/2006/relationships/image" Target="../media/image68.wmf"/><Relationship Id="rId17" Type="http://schemas.openxmlformats.org/officeDocument/2006/relationships/oleObject" Target="../embeddings/oleObject97.bin"/><Relationship Id="rId16" Type="http://schemas.openxmlformats.org/officeDocument/2006/relationships/image" Target="../media/image67.wmf"/><Relationship Id="rId15" Type="http://schemas.openxmlformats.org/officeDocument/2006/relationships/oleObject" Target="../embeddings/oleObject96.bin"/><Relationship Id="rId14" Type="http://schemas.openxmlformats.org/officeDocument/2006/relationships/image" Target="../media/image66.wmf"/><Relationship Id="rId13" Type="http://schemas.openxmlformats.org/officeDocument/2006/relationships/oleObject" Target="../embeddings/oleObject95.bin"/><Relationship Id="rId12" Type="http://schemas.openxmlformats.org/officeDocument/2006/relationships/image" Target="../media/image65.wmf"/><Relationship Id="rId11" Type="http://schemas.openxmlformats.org/officeDocument/2006/relationships/oleObject" Target="../embeddings/oleObject94.bin"/><Relationship Id="rId10" Type="http://schemas.openxmlformats.org/officeDocument/2006/relationships/image" Target="../media/image64.wmf"/><Relationship Id="rId1" Type="http://schemas.openxmlformats.org/officeDocument/2006/relationships/oleObject" Target="../embeddings/oleObject89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77.wmf"/><Relationship Id="rId7" Type="http://schemas.openxmlformats.org/officeDocument/2006/relationships/oleObject" Target="../embeddings/oleObject106.bin"/><Relationship Id="rId6" Type="http://schemas.openxmlformats.org/officeDocument/2006/relationships/image" Target="../media/image76.wmf"/><Relationship Id="rId5" Type="http://schemas.openxmlformats.org/officeDocument/2006/relationships/oleObject" Target="../embeddings/oleObject105.bin"/><Relationship Id="rId4" Type="http://schemas.openxmlformats.org/officeDocument/2006/relationships/image" Target="../media/image75.wmf"/><Relationship Id="rId3" Type="http://schemas.openxmlformats.org/officeDocument/2006/relationships/oleObject" Target="../embeddings/oleObject104.bin"/><Relationship Id="rId2" Type="http://schemas.openxmlformats.org/officeDocument/2006/relationships/image" Target="../media/image74.wmf"/><Relationship Id="rId10" Type="http://schemas.openxmlformats.org/officeDocument/2006/relationships/vmlDrawing" Target="../drawings/vmlDrawing10.vml"/><Relationship Id="rId1" Type="http://schemas.openxmlformats.org/officeDocument/2006/relationships/oleObject" Target="../embeddings/oleObject103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1.bin"/><Relationship Id="rId8" Type="http://schemas.openxmlformats.org/officeDocument/2006/relationships/image" Target="../media/image81.wmf"/><Relationship Id="rId7" Type="http://schemas.openxmlformats.org/officeDocument/2006/relationships/oleObject" Target="../embeddings/oleObject110.bin"/><Relationship Id="rId6" Type="http://schemas.openxmlformats.org/officeDocument/2006/relationships/image" Target="../media/image80.wmf"/><Relationship Id="rId5" Type="http://schemas.openxmlformats.org/officeDocument/2006/relationships/oleObject" Target="../embeddings/oleObject109.bin"/><Relationship Id="rId4" Type="http://schemas.openxmlformats.org/officeDocument/2006/relationships/image" Target="../media/image79.wmf"/><Relationship Id="rId3" Type="http://schemas.openxmlformats.org/officeDocument/2006/relationships/oleObject" Target="../embeddings/oleObject108.bin"/><Relationship Id="rId2" Type="http://schemas.openxmlformats.org/officeDocument/2006/relationships/image" Target="../media/image78.wmf"/><Relationship Id="rId12" Type="http://schemas.openxmlformats.org/officeDocument/2006/relationships/vmlDrawing" Target="../drawings/vmlDrawing11.v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82.wmf"/><Relationship Id="rId1" Type="http://schemas.openxmlformats.org/officeDocument/2006/relationships/oleObject" Target="../embeddings/oleObject107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6.bin"/><Relationship Id="rId8" Type="http://schemas.openxmlformats.org/officeDocument/2006/relationships/image" Target="../media/image86.wmf"/><Relationship Id="rId7" Type="http://schemas.openxmlformats.org/officeDocument/2006/relationships/oleObject" Target="../embeddings/oleObject115.bin"/><Relationship Id="rId6" Type="http://schemas.openxmlformats.org/officeDocument/2006/relationships/image" Target="../media/image85.wmf"/><Relationship Id="rId5" Type="http://schemas.openxmlformats.org/officeDocument/2006/relationships/oleObject" Target="../embeddings/oleObject114.bin"/><Relationship Id="rId4" Type="http://schemas.openxmlformats.org/officeDocument/2006/relationships/image" Target="../media/image84.wmf"/><Relationship Id="rId3" Type="http://schemas.openxmlformats.org/officeDocument/2006/relationships/oleObject" Target="../embeddings/oleObject113.bin"/><Relationship Id="rId26" Type="http://schemas.openxmlformats.org/officeDocument/2006/relationships/vmlDrawing" Target="../drawings/vmlDrawing12.vml"/><Relationship Id="rId25" Type="http://schemas.openxmlformats.org/officeDocument/2006/relationships/slideLayout" Target="../slideLayouts/slideLayout12.xml"/><Relationship Id="rId24" Type="http://schemas.openxmlformats.org/officeDocument/2006/relationships/image" Target="../media/image94.wmf"/><Relationship Id="rId23" Type="http://schemas.openxmlformats.org/officeDocument/2006/relationships/oleObject" Target="../embeddings/oleObject123.bin"/><Relationship Id="rId22" Type="http://schemas.openxmlformats.org/officeDocument/2006/relationships/image" Target="../media/image93.wmf"/><Relationship Id="rId21" Type="http://schemas.openxmlformats.org/officeDocument/2006/relationships/oleObject" Target="../embeddings/oleObject122.bin"/><Relationship Id="rId20" Type="http://schemas.openxmlformats.org/officeDocument/2006/relationships/image" Target="../media/image92.wmf"/><Relationship Id="rId2" Type="http://schemas.openxmlformats.org/officeDocument/2006/relationships/image" Target="../media/image83.wmf"/><Relationship Id="rId19" Type="http://schemas.openxmlformats.org/officeDocument/2006/relationships/oleObject" Target="../embeddings/oleObject121.bin"/><Relationship Id="rId18" Type="http://schemas.openxmlformats.org/officeDocument/2006/relationships/image" Target="../media/image91.wmf"/><Relationship Id="rId17" Type="http://schemas.openxmlformats.org/officeDocument/2006/relationships/oleObject" Target="../embeddings/oleObject120.bin"/><Relationship Id="rId16" Type="http://schemas.openxmlformats.org/officeDocument/2006/relationships/image" Target="../media/image90.wmf"/><Relationship Id="rId15" Type="http://schemas.openxmlformats.org/officeDocument/2006/relationships/oleObject" Target="../embeddings/oleObject119.bin"/><Relationship Id="rId14" Type="http://schemas.openxmlformats.org/officeDocument/2006/relationships/image" Target="../media/image89.wmf"/><Relationship Id="rId13" Type="http://schemas.openxmlformats.org/officeDocument/2006/relationships/oleObject" Target="../embeddings/oleObject118.bin"/><Relationship Id="rId12" Type="http://schemas.openxmlformats.org/officeDocument/2006/relationships/image" Target="../media/image88.wmf"/><Relationship Id="rId11" Type="http://schemas.openxmlformats.org/officeDocument/2006/relationships/oleObject" Target="../embeddings/oleObject117.bin"/><Relationship Id="rId10" Type="http://schemas.openxmlformats.org/officeDocument/2006/relationships/image" Target="../media/image87.wmf"/><Relationship Id="rId1" Type="http://schemas.openxmlformats.org/officeDocument/2006/relationships/oleObject" Target="../embeddings/oleObject112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8.bin"/><Relationship Id="rId8" Type="http://schemas.openxmlformats.org/officeDocument/2006/relationships/image" Target="../media/image98.wmf"/><Relationship Id="rId7" Type="http://schemas.openxmlformats.org/officeDocument/2006/relationships/oleObject" Target="../embeddings/oleObject127.bin"/><Relationship Id="rId6" Type="http://schemas.openxmlformats.org/officeDocument/2006/relationships/image" Target="../media/image97.wmf"/><Relationship Id="rId5" Type="http://schemas.openxmlformats.org/officeDocument/2006/relationships/oleObject" Target="../embeddings/oleObject126.bin"/><Relationship Id="rId4" Type="http://schemas.openxmlformats.org/officeDocument/2006/relationships/image" Target="../media/image96.wmf"/><Relationship Id="rId3" Type="http://schemas.openxmlformats.org/officeDocument/2006/relationships/oleObject" Target="../embeddings/oleObject125.bin"/><Relationship Id="rId20" Type="http://schemas.openxmlformats.org/officeDocument/2006/relationships/vmlDrawing" Target="../drawings/vmlDrawing13.vml"/><Relationship Id="rId2" Type="http://schemas.openxmlformats.org/officeDocument/2006/relationships/image" Target="../media/image95.wmf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69.wmf"/><Relationship Id="rId17" Type="http://schemas.openxmlformats.org/officeDocument/2006/relationships/oleObject" Target="../embeddings/oleObject132.bin"/><Relationship Id="rId16" Type="http://schemas.openxmlformats.org/officeDocument/2006/relationships/image" Target="../media/image68.wmf"/><Relationship Id="rId15" Type="http://schemas.openxmlformats.org/officeDocument/2006/relationships/oleObject" Target="../embeddings/oleObject131.bin"/><Relationship Id="rId14" Type="http://schemas.openxmlformats.org/officeDocument/2006/relationships/image" Target="../media/image67.wmf"/><Relationship Id="rId13" Type="http://schemas.openxmlformats.org/officeDocument/2006/relationships/oleObject" Target="../embeddings/oleObject130.bin"/><Relationship Id="rId12" Type="http://schemas.openxmlformats.org/officeDocument/2006/relationships/image" Target="../media/image66.wmf"/><Relationship Id="rId11" Type="http://schemas.openxmlformats.org/officeDocument/2006/relationships/oleObject" Target="../embeddings/oleObject129.bin"/><Relationship Id="rId10" Type="http://schemas.openxmlformats.org/officeDocument/2006/relationships/image" Target="../media/image99.wmf"/><Relationship Id="rId1" Type="http://schemas.openxmlformats.org/officeDocument/2006/relationships/oleObject" Target="../embeddings/oleObject124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7.bin"/><Relationship Id="rId8" Type="http://schemas.openxmlformats.org/officeDocument/2006/relationships/image" Target="../media/image103.wmf"/><Relationship Id="rId7" Type="http://schemas.openxmlformats.org/officeDocument/2006/relationships/oleObject" Target="../embeddings/oleObject136.bin"/><Relationship Id="rId6" Type="http://schemas.openxmlformats.org/officeDocument/2006/relationships/image" Target="../media/image102.wmf"/><Relationship Id="rId5" Type="http://schemas.openxmlformats.org/officeDocument/2006/relationships/oleObject" Target="../embeddings/oleObject135.bin"/><Relationship Id="rId4" Type="http://schemas.openxmlformats.org/officeDocument/2006/relationships/image" Target="../media/image101.wmf"/><Relationship Id="rId3" Type="http://schemas.openxmlformats.org/officeDocument/2006/relationships/oleObject" Target="../embeddings/oleObject134.bin"/><Relationship Id="rId23" Type="http://schemas.openxmlformats.org/officeDocument/2006/relationships/vmlDrawing" Target="../drawings/vmlDrawing14.vml"/><Relationship Id="rId22" Type="http://schemas.openxmlformats.org/officeDocument/2006/relationships/slideLayout" Target="../slideLayouts/slideLayout12.xml"/><Relationship Id="rId21" Type="http://schemas.openxmlformats.org/officeDocument/2006/relationships/image" Target="../media/image98.wmf"/><Relationship Id="rId20" Type="http://schemas.openxmlformats.org/officeDocument/2006/relationships/oleObject" Target="../embeddings/oleObject143.bin"/><Relationship Id="rId2" Type="http://schemas.openxmlformats.org/officeDocument/2006/relationships/image" Target="../media/image100.wmf"/><Relationship Id="rId19" Type="http://schemas.openxmlformats.org/officeDocument/2006/relationships/image" Target="../media/image97.wmf"/><Relationship Id="rId18" Type="http://schemas.openxmlformats.org/officeDocument/2006/relationships/oleObject" Target="../embeddings/oleObject142.bin"/><Relationship Id="rId17" Type="http://schemas.openxmlformats.org/officeDocument/2006/relationships/image" Target="../media/image96.wmf"/><Relationship Id="rId16" Type="http://schemas.openxmlformats.org/officeDocument/2006/relationships/oleObject" Target="../embeddings/oleObject141.bin"/><Relationship Id="rId15" Type="http://schemas.openxmlformats.org/officeDocument/2006/relationships/oleObject" Target="../embeddings/oleObject140.bin"/><Relationship Id="rId14" Type="http://schemas.openxmlformats.org/officeDocument/2006/relationships/image" Target="../media/image106.wmf"/><Relationship Id="rId13" Type="http://schemas.openxmlformats.org/officeDocument/2006/relationships/oleObject" Target="../embeddings/oleObject139.bin"/><Relationship Id="rId12" Type="http://schemas.openxmlformats.org/officeDocument/2006/relationships/image" Target="../media/image105.wmf"/><Relationship Id="rId11" Type="http://schemas.openxmlformats.org/officeDocument/2006/relationships/oleObject" Target="../embeddings/oleObject138.bin"/><Relationship Id="rId10" Type="http://schemas.openxmlformats.org/officeDocument/2006/relationships/image" Target="../media/image104.wmf"/><Relationship Id="rId1" Type="http://schemas.openxmlformats.org/officeDocument/2006/relationships/oleObject" Target="../embeddings/oleObject133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8.bin"/><Relationship Id="rId8" Type="http://schemas.openxmlformats.org/officeDocument/2006/relationships/image" Target="../media/image68.wmf"/><Relationship Id="rId7" Type="http://schemas.openxmlformats.org/officeDocument/2006/relationships/oleObject" Target="../embeddings/oleObject147.bin"/><Relationship Id="rId6" Type="http://schemas.openxmlformats.org/officeDocument/2006/relationships/image" Target="../media/image67.wmf"/><Relationship Id="rId5" Type="http://schemas.openxmlformats.org/officeDocument/2006/relationships/oleObject" Target="../embeddings/oleObject146.bin"/><Relationship Id="rId4" Type="http://schemas.openxmlformats.org/officeDocument/2006/relationships/image" Target="../media/image66.wmf"/><Relationship Id="rId3" Type="http://schemas.openxmlformats.org/officeDocument/2006/relationships/oleObject" Target="../embeddings/oleObject145.bin"/><Relationship Id="rId27" Type="http://schemas.openxmlformats.org/officeDocument/2006/relationships/vmlDrawing" Target="../drawings/vmlDrawing15.vml"/><Relationship Id="rId26" Type="http://schemas.openxmlformats.org/officeDocument/2006/relationships/slideLayout" Target="../slideLayouts/slideLayout12.xml"/><Relationship Id="rId25" Type="http://schemas.openxmlformats.org/officeDocument/2006/relationships/image" Target="../media/image113.wmf"/><Relationship Id="rId24" Type="http://schemas.openxmlformats.org/officeDocument/2006/relationships/oleObject" Target="../embeddings/oleObject156.bin"/><Relationship Id="rId23" Type="http://schemas.openxmlformats.org/officeDocument/2006/relationships/image" Target="../media/image112.wmf"/><Relationship Id="rId22" Type="http://schemas.openxmlformats.org/officeDocument/2006/relationships/oleObject" Target="../embeddings/oleObject155.bin"/><Relationship Id="rId21" Type="http://schemas.openxmlformats.org/officeDocument/2006/relationships/image" Target="../media/image111.wmf"/><Relationship Id="rId20" Type="http://schemas.openxmlformats.org/officeDocument/2006/relationships/oleObject" Target="../embeddings/oleObject154.bin"/><Relationship Id="rId2" Type="http://schemas.openxmlformats.org/officeDocument/2006/relationships/image" Target="../media/image65.wmf"/><Relationship Id="rId19" Type="http://schemas.openxmlformats.org/officeDocument/2006/relationships/image" Target="../media/image110.wmf"/><Relationship Id="rId18" Type="http://schemas.openxmlformats.org/officeDocument/2006/relationships/oleObject" Target="../embeddings/oleObject153.bin"/><Relationship Id="rId17" Type="http://schemas.openxmlformats.org/officeDocument/2006/relationships/image" Target="../media/image109.wmf"/><Relationship Id="rId16" Type="http://schemas.openxmlformats.org/officeDocument/2006/relationships/oleObject" Target="../embeddings/oleObject152.bin"/><Relationship Id="rId15" Type="http://schemas.openxmlformats.org/officeDocument/2006/relationships/oleObject" Target="../embeddings/oleObject151.bin"/><Relationship Id="rId14" Type="http://schemas.openxmlformats.org/officeDocument/2006/relationships/image" Target="../media/image108.wmf"/><Relationship Id="rId13" Type="http://schemas.openxmlformats.org/officeDocument/2006/relationships/oleObject" Target="../embeddings/oleObject150.bin"/><Relationship Id="rId12" Type="http://schemas.openxmlformats.org/officeDocument/2006/relationships/image" Target="../media/image107.wmf"/><Relationship Id="rId11" Type="http://schemas.openxmlformats.org/officeDocument/2006/relationships/oleObject" Target="../embeddings/oleObject149.bin"/><Relationship Id="rId10" Type="http://schemas.openxmlformats.org/officeDocument/2006/relationships/image" Target="../media/image69.wmf"/><Relationship Id="rId1" Type="http://schemas.openxmlformats.org/officeDocument/2006/relationships/oleObject" Target="../embeddings/oleObject144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1.bin"/><Relationship Id="rId8" Type="http://schemas.openxmlformats.org/officeDocument/2006/relationships/image" Target="../media/image117.wmf"/><Relationship Id="rId7" Type="http://schemas.openxmlformats.org/officeDocument/2006/relationships/oleObject" Target="../embeddings/oleObject160.bin"/><Relationship Id="rId6" Type="http://schemas.openxmlformats.org/officeDocument/2006/relationships/image" Target="../media/image116.wmf"/><Relationship Id="rId5" Type="http://schemas.openxmlformats.org/officeDocument/2006/relationships/oleObject" Target="../embeddings/oleObject159.bin"/><Relationship Id="rId4" Type="http://schemas.openxmlformats.org/officeDocument/2006/relationships/image" Target="../media/image115.wmf"/><Relationship Id="rId32" Type="http://schemas.openxmlformats.org/officeDocument/2006/relationships/vmlDrawing" Target="../drawings/vmlDrawing16.vml"/><Relationship Id="rId31" Type="http://schemas.openxmlformats.org/officeDocument/2006/relationships/slideLayout" Target="../slideLayouts/slideLayout12.xml"/><Relationship Id="rId30" Type="http://schemas.openxmlformats.org/officeDocument/2006/relationships/image" Target="../media/image128.wmf"/><Relationship Id="rId3" Type="http://schemas.openxmlformats.org/officeDocument/2006/relationships/oleObject" Target="../embeddings/oleObject158.bin"/><Relationship Id="rId29" Type="http://schemas.openxmlformats.org/officeDocument/2006/relationships/oleObject" Target="../embeddings/oleObject171.bin"/><Relationship Id="rId28" Type="http://schemas.openxmlformats.org/officeDocument/2006/relationships/image" Target="../media/image127.wmf"/><Relationship Id="rId27" Type="http://schemas.openxmlformats.org/officeDocument/2006/relationships/oleObject" Target="../embeddings/oleObject170.bin"/><Relationship Id="rId26" Type="http://schemas.openxmlformats.org/officeDocument/2006/relationships/image" Target="../media/image126.wmf"/><Relationship Id="rId25" Type="http://schemas.openxmlformats.org/officeDocument/2006/relationships/oleObject" Target="../embeddings/oleObject169.bin"/><Relationship Id="rId24" Type="http://schemas.openxmlformats.org/officeDocument/2006/relationships/image" Target="../media/image125.wmf"/><Relationship Id="rId23" Type="http://schemas.openxmlformats.org/officeDocument/2006/relationships/oleObject" Target="../embeddings/oleObject168.bin"/><Relationship Id="rId22" Type="http://schemas.openxmlformats.org/officeDocument/2006/relationships/image" Target="../media/image124.wmf"/><Relationship Id="rId21" Type="http://schemas.openxmlformats.org/officeDocument/2006/relationships/oleObject" Target="../embeddings/oleObject167.bin"/><Relationship Id="rId20" Type="http://schemas.openxmlformats.org/officeDocument/2006/relationships/image" Target="../media/image123.wmf"/><Relationship Id="rId2" Type="http://schemas.openxmlformats.org/officeDocument/2006/relationships/image" Target="../media/image114.wmf"/><Relationship Id="rId19" Type="http://schemas.openxmlformats.org/officeDocument/2006/relationships/oleObject" Target="../embeddings/oleObject166.bin"/><Relationship Id="rId18" Type="http://schemas.openxmlformats.org/officeDocument/2006/relationships/image" Target="../media/image122.wmf"/><Relationship Id="rId17" Type="http://schemas.openxmlformats.org/officeDocument/2006/relationships/oleObject" Target="../embeddings/oleObject165.bin"/><Relationship Id="rId16" Type="http://schemas.openxmlformats.org/officeDocument/2006/relationships/image" Target="../media/image121.wmf"/><Relationship Id="rId15" Type="http://schemas.openxmlformats.org/officeDocument/2006/relationships/oleObject" Target="../embeddings/oleObject164.bin"/><Relationship Id="rId14" Type="http://schemas.openxmlformats.org/officeDocument/2006/relationships/image" Target="../media/image120.wmf"/><Relationship Id="rId13" Type="http://schemas.openxmlformats.org/officeDocument/2006/relationships/oleObject" Target="../embeddings/oleObject163.bin"/><Relationship Id="rId12" Type="http://schemas.openxmlformats.org/officeDocument/2006/relationships/image" Target="../media/image119.wmf"/><Relationship Id="rId11" Type="http://schemas.openxmlformats.org/officeDocument/2006/relationships/oleObject" Target="../embeddings/oleObject162.bin"/><Relationship Id="rId10" Type="http://schemas.openxmlformats.org/officeDocument/2006/relationships/image" Target="../media/image118.wmf"/><Relationship Id="rId1" Type="http://schemas.openxmlformats.org/officeDocument/2006/relationships/oleObject" Target="../embeddings/oleObject157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6.bin"/><Relationship Id="rId8" Type="http://schemas.openxmlformats.org/officeDocument/2006/relationships/image" Target="../media/image132.wmf"/><Relationship Id="rId7" Type="http://schemas.openxmlformats.org/officeDocument/2006/relationships/oleObject" Target="../embeddings/oleObject175.bin"/><Relationship Id="rId6" Type="http://schemas.openxmlformats.org/officeDocument/2006/relationships/image" Target="../media/image131.wmf"/><Relationship Id="rId5" Type="http://schemas.openxmlformats.org/officeDocument/2006/relationships/oleObject" Target="../embeddings/oleObject174.bin"/><Relationship Id="rId4" Type="http://schemas.openxmlformats.org/officeDocument/2006/relationships/image" Target="../media/image130.wmf"/><Relationship Id="rId33" Type="http://schemas.openxmlformats.org/officeDocument/2006/relationships/vmlDrawing" Target="../drawings/vmlDrawing17.vml"/><Relationship Id="rId32" Type="http://schemas.openxmlformats.org/officeDocument/2006/relationships/slideLayout" Target="../slideLayouts/slideLayout12.xml"/><Relationship Id="rId31" Type="http://schemas.openxmlformats.org/officeDocument/2006/relationships/image" Target="../media/image142.wmf"/><Relationship Id="rId30" Type="http://schemas.openxmlformats.org/officeDocument/2006/relationships/oleObject" Target="../embeddings/oleObject188.bin"/><Relationship Id="rId3" Type="http://schemas.openxmlformats.org/officeDocument/2006/relationships/oleObject" Target="../embeddings/oleObject173.bin"/><Relationship Id="rId29" Type="http://schemas.openxmlformats.org/officeDocument/2006/relationships/oleObject" Target="../embeddings/oleObject187.bin"/><Relationship Id="rId28" Type="http://schemas.openxmlformats.org/officeDocument/2006/relationships/image" Target="../media/image141.wmf"/><Relationship Id="rId27" Type="http://schemas.openxmlformats.org/officeDocument/2006/relationships/oleObject" Target="../embeddings/oleObject186.bin"/><Relationship Id="rId26" Type="http://schemas.openxmlformats.org/officeDocument/2006/relationships/image" Target="../media/image140.wmf"/><Relationship Id="rId25" Type="http://schemas.openxmlformats.org/officeDocument/2006/relationships/oleObject" Target="../embeddings/oleObject185.bin"/><Relationship Id="rId24" Type="http://schemas.openxmlformats.org/officeDocument/2006/relationships/oleObject" Target="../embeddings/oleObject184.bin"/><Relationship Id="rId23" Type="http://schemas.openxmlformats.org/officeDocument/2006/relationships/oleObject" Target="../embeddings/oleObject183.bin"/><Relationship Id="rId22" Type="http://schemas.openxmlformats.org/officeDocument/2006/relationships/image" Target="../media/image139.wmf"/><Relationship Id="rId21" Type="http://schemas.openxmlformats.org/officeDocument/2006/relationships/oleObject" Target="../embeddings/oleObject182.bin"/><Relationship Id="rId20" Type="http://schemas.openxmlformats.org/officeDocument/2006/relationships/image" Target="../media/image138.wmf"/><Relationship Id="rId2" Type="http://schemas.openxmlformats.org/officeDocument/2006/relationships/image" Target="../media/image129.wmf"/><Relationship Id="rId19" Type="http://schemas.openxmlformats.org/officeDocument/2006/relationships/oleObject" Target="../embeddings/oleObject181.bin"/><Relationship Id="rId18" Type="http://schemas.openxmlformats.org/officeDocument/2006/relationships/image" Target="../media/image137.wmf"/><Relationship Id="rId17" Type="http://schemas.openxmlformats.org/officeDocument/2006/relationships/oleObject" Target="../embeddings/oleObject180.bin"/><Relationship Id="rId16" Type="http://schemas.openxmlformats.org/officeDocument/2006/relationships/image" Target="../media/image136.wmf"/><Relationship Id="rId15" Type="http://schemas.openxmlformats.org/officeDocument/2006/relationships/oleObject" Target="../embeddings/oleObject179.bin"/><Relationship Id="rId14" Type="http://schemas.openxmlformats.org/officeDocument/2006/relationships/image" Target="../media/image135.wmf"/><Relationship Id="rId13" Type="http://schemas.openxmlformats.org/officeDocument/2006/relationships/oleObject" Target="../embeddings/oleObject178.bin"/><Relationship Id="rId12" Type="http://schemas.openxmlformats.org/officeDocument/2006/relationships/image" Target="../media/image134.wmf"/><Relationship Id="rId11" Type="http://schemas.openxmlformats.org/officeDocument/2006/relationships/oleObject" Target="../embeddings/oleObject177.bin"/><Relationship Id="rId10" Type="http://schemas.openxmlformats.org/officeDocument/2006/relationships/image" Target="../media/image133.wmf"/><Relationship Id="rId1" Type="http://schemas.openxmlformats.org/officeDocument/2006/relationships/oleObject" Target="../embeddings/oleObject172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3.bin"/><Relationship Id="rId8" Type="http://schemas.openxmlformats.org/officeDocument/2006/relationships/image" Target="../media/image144.wmf"/><Relationship Id="rId7" Type="http://schemas.openxmlformats.org/officeDocument/2006/relationships/oleObject" Target="../embeddings/oleObject192.bin"/><Relationship Id="rId6" Type="http://schemas.openxmlformats.org/officeDocument/2006/relationships/image" Target="../media/image143.wmf"/><Relationship Id="rId5" Type="http://schemas.openxmlformats.org/officeDocument/2006/relationships/oleObject" Target="../embeddings/oleObject191.bin"/><Relationship Id="rId4" Type="http://schemas.openxmlformats.org/officeDocument/2006/relationships/image" Target="../media/image130.wmf"/><Relationship Id="rId3" Type="http://schemas.openxmlformats.org/officeDocument/2006/relationships/oleObject" Target="../embeddings/oleObject190.bin"/><Relationship Id="rId27" Type="http://schemas.openxmlformats.org/officeDocument/2006/relationships/vmlDrawing" Target="../drawings/vmlDrawing18.vml"/><Relationship Id="rId26" Type="http://schemas.openxmlformats.org/officeDocument/2006/relationships/slideLayout" Target="../slideLayouts/slideLayout12.xml"/><Relationship Id="rId25" Type="http://schemas.openxmlformats.org/officeDocument/2006/relationships/image" Target="../media/image150.wmf"/><Relationship Id="rId24" Type="http://schemas.openxmlformats.org/officeDocument/2006/relationships/oleObject" Target="../embeddings/oleObject201.bin"/><Relationship Id="rId23" Type="http://schemas.openxmlformats.org/officeDocument/2006/relationships/oleObject" Target="../embeddings/oleObject200.bin"/><Relationship Id="rId22" Type="http://schemas.openxmlformats.org/officeDocument/2006/relationships/image" Target="../media/image149.wmf"/><Relationship Id="rId21" Type="http://schemas.openxmlformats.org/officeDocument/2006/relationships/oleObject" Target="../embeddings/oleObject199.bin"/><Relationship Id="rId20" Type="http://schemas.openxmlformats.org/officeDocument/2006/relationships/image" Target="../media/image148.wmf"/><Relationship Id="rId2" Type="http://schemas.openxmlformats.org/officeDocument/2006/relationships/image" Target="../media/image100.wmf"/><Relationship Id="rId19" Type="http://schemas.openxmlformats.org/officeDocument/2006/relationships/oleObject" Target="../embeddings/oleObject198.bin"/><Relationship Id="rId18" Type="http://schemas.openxmlformats.org/officeDocument/2006/relationships/image" Target="../media/image147.wmf"/><Relationship Id="rId17" Type="http://schemas.openxmlformats.org/officeDocument/2006/relationships/oleObject" Target="../embeddings/oleObject197.bin"/><Relationship Id="rId16" Type="http://schemas.openxmlformats.org/officeDocument/2006/relationships/image" Target="../media/image146.wmf"/><Relationship Id="rId15" Type="http://schemas.openxmlformats.org/officeDocument/2006/relationships/oleObject" Target="../embeddings/oleObject196.bin"/><Relationship Id="rId14" Type="http://schemas.openxmlformats.org/officeDocument/2006/relationships/image" Target="../media/image135.wmf"/><Relationship Id="rId13" Type="http://schemas.openxmlformats.org/officeDocument/2006/relationships/oleObject" Target="../embeddings/oleObject195.bin"/><Relationship Id="rId12" Type="http://schemas.openxmlformats.org/officeDocument/2006/relationships/image" Target="../media/image134.wmf"/><Relationship Id="rId11" Type="http://schemas.openxmlformats.org/officeDocument/2006/relationships/oleObject" Target="../embeddings/oleObject194.bin"/><Relationship Id="rId10" Type="http://schemas.openxmlformats.org/officeDocument/2006/relationships/image" Target="../media/image145.wmf"/><Relationship Id="rId1" Type="http://schemas.openxmlformats.org/officeDocument/2006/relationships/oleObject" Target="../embeddings/oleObject189.bin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9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52.wmf"/><Relationship Id="rId3" Type="http://schemas.openxmlformats.org/officeDocument/2006/relationships/oleObject" Target="../embeddings/oleObject203.bin"/><Relationship Id="rId2" Type="http://schemas.openxmlformats.org/officeDocument/2006/relationships/image" Target="../media/image151.wmf"/><Relationship Id="rId1" Type="http://schemas.openxmlformats.org/officeDocument/2006/relationships/oleObject" Target="../embeddings/oleObject202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8.bin"/><Relationship Id="rId8" Type="http://schemas.openxmlformats.org/officeDocument/2006/relationships/image" Target="../media/image156.wmf"/><Relationship Id="rId7" Type="http://schemas.openxmlformats.org/officeDocument/2006/relationships/oleObject" Target="../embeddings/oleObject207.bin"/><Relationship Id="rId6" Type="http://schemas.openxmlformats.org/officeDocument/2006/relationships/image" Target="../media/image155.wmf"/><Relationship Id="rId5" Type="http://schemas.openxmlformats.org/officeDocument/2006/relationships/oleObject" Target="../embeddings/oleObject206.bin"/><Relationship Id="rId4" Type="http://schemas.openxmlformats.org/officeDocument/2006/relationships/image" Target="../media/image154.wmf"/><Relationship Id="rId31" Type="http://schemas.openxmlformats.org/officeDocument/2006/relationships/vmlDrawing" Target="../drawings/vmlDrawing20.vml"/><Relationship Id="rId30" Type="http://schemas.openxmlformats.org/officeDocument/2006/relationships/slideLayout" Target="../slideLayouts/slideLayout12.xml"/><Relationship Id="rId3" Type="http://schemas.openxmlformats.org/officeDocument/2006/relationships/oleObject" Target="../embeddings/oleObject205.bin"/><Relationship Id="rId29" Type="http://schemas.openxmlformats.org/officeDocument/2006/relationships/image" Target="../media/image166.wmf"/><Relationship Id="rId28" Type="http://schemas.openxmlformats.org/officeDocument/2006/relationships/oleObject" Target="../embeddings/oleObject218.bin"/><Relationship Id="rId27" Type="http://schemas.openxmlformats.org/officeDocument/2006/relationships/image" Target="../media/image165.wmf"/><Relationship Id="rId26" Type="http://schemas.openxmlformats.org/officeDocument/2006/relationships/oleObject" Target="../embeddings/oleObject217.bin"/><Relationship Id="rId25" Type="http://schemas.openxmlformats.org/officeDocument/2006/relationships/image" Target="../media/image164.wmf"/><Relationship Id="rId24" Type="http://schemas.openxmlformats.org/officeDocument/2006/relationships/oleObject" Target="../embeddings/oleObject216.bin"/><Relationship Id="rId23" Type="http://schemas.openxmlformats.org/officeDocument/2006/relationships/image" Target="../media/image163.wmf"/><Relationship Id="rId22" Type="http://schemas.openxmlformats.org/officeDocument/2006/relationships/oleObject" Target="../embeddings/oleObject215.bin"/><Relationship Id="rId21" Type="http://schemas.openxmlformats.org/officeDocument/2006/relationships/image" Target="../media/image162.wmf"/><Relationship Id="rId20" Type="http://schemas.openxmlformats.org/officeDocument/2006/relationships/oleObject" Target="../embeddings/oleObject214.bin"/><Relationship Id="rId2" Type="http://schemas.openxmlformats.org/officeDocument/2006/relationships/image" Target="../media/image153.wmf"/><Relationship Id="rId19" Type="http://schemas.openxmlformats.org/officeDocument/2006/relationships/image" Target="../media/image161.wmf"/><Relationship Id="rId18" Type="http://schemas.openxmlformats.org/officeDocument/2006/relationships/oleObject" Target="../embeddings/oleObject213.bin"/><Relationship Id="rId17" Type="http://schemas.openxmlformats.org/officeDocument/2006/relationships/image" Target="../media/image160.wmf"/><Relationship Id="rId16" Type="http://schemas.openxmlformats.org/officeDocument/2006/relationships/oleObject" Target="../embeddings/oleObject212.bin"/><Relationship Id="rId15" Type="http://schemas.openxmlformats.org/officeDocument/2006/relationships/image" Target="../media/image159.wmf"/><Relationship Id="rId14" Type="http://schemas.openxmlformats.org/officeDocument/2006/relationships/oleObject" Target="../embeddings/oleObject211.bin"/><Relationship Id="rId13" Type="http://schemas.openxmlformats.org/officeDocument/2006/relationships/image" Target="../media/image158.wmf"/><Relationship Id="rId12" Type="http://schemas.openxmlformats.org/officeDocument/2006/relationships/oleObject" Target="../embeddings/oleObject210.bin"/><Relationship Id="rId11" Type="http://schemas.openxmlformats.org/officeDocument/2006/relationships/oleObject" Target="../embeddings/oleObject209.bin"/><Relationship Id="rId10" Type="http://schemas.openxmlformats.org/officeDocument/2006/relationships/image" Target="../media/image157.wmf"/><Relationship Id="rId1" Type="http://schemas.openxmlformats.org/officeDocument/2006/relationships/oleObject" Target="../embeddings/oleObject204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3.bin"/><Relationship Id="rId8" Type="http://schemas.openxmlformats.org/officeDocument/2006/relationships/image" Target="../media/image167.wmf"/><Relationship Id="rId7" Type="http://schemas.openxmlformats.org/officeDocument/2006/relationships/oleObject" Target="../embeddings/oleObject222.bin"/><Relationship Id="rId6" Type="http://schemas.openxmlformats.org/officeDocument/2006/relationships/image" Target="../media/image163.wmf"/><Relationship Id="rId5" Type="http://schemas.openxmlformats.org/officeDocument/2006/relationships/oleObject" Target="../embeddings/oleObject221.bin"/><Relationship Id="rId4" Type="http://schemas.openxmlformats.org/officeDocument/2006/relationships/image" Target="../media/image162.wmf"/><Relationship Id="rId32" Type="http://schemas.openxmlformats.org/officeDocument/2006/relationships/vmlDrawing" Target="../drawings/vmlDrawing21.vml"/><Relationship Id="rId31" Type="http://schemas.openxmlformats.org/officeDocument/2006/relationships/slideLayout" Target="../slideLayouts/slideLayout12.xml"/><Relationship Id="rId30" Type="http://schemas.openxmlformats.org/officeDocument/2006/relationships/oleObject" Target="../embeddings/oleObject237.bin"/><Relationship Id="rId3" Type="http://schemas.openxmlformats.org/officeDocument/2006/relationships/oleObject" Target="../embeddings/oleObject220.bin"/><Relationship Id="rId29" Type="http://schemas.openxmlformats.org/officeDocument/2006/relationships/oleObject" Target="../embeddings/oleObject236.bin"/><Relationship Id="rId28" Type="http://schemas.openxmlformats.org/officeDocument/2006/relationships/image" Target="../media/image172.wmf"/><Relationship Id="rId27" Type="http://schemas.openxmlformats.org/officeDocument/2006/relationships/oleObject" Target="../embeddings/oleObject235.bin"/><Relationship Id="rId26" Type="http://schemas.openxmlformats.org/officeDocument/2006/relationships/oleObject" Target="../embeddings/oleObject234.bin"/><Relationship Id="rId25" Type="http://schemas.openxmlformats.org/officeDocument/2006/relationships/image" Target="../media/image171.wmf"/><Relationship Id="rId24" Type="http://schemas.openxmlformats.org/officeDocument/2006/relationships/oleObject" Target="../embeddings/oleObject233.bin"/><Relationship Id="rId23" Type="http://schemas.openxmlformats.org/officeDocument/2006/relationships/image" Target="../media/image170.wmf"/><Relationship Id="rId22" Type="http://schemas.openxmlformats.org/officeDocument/2006/relationships/oleObject" Target="../embeddings/oleObject232.bin"/><Relationship Id="rId21" Type="http://schemas.openxmlformats.org/officeDocument/2006/relationships/image" Target="../media/image169.wmf"/><Relationship Id="rId20" Type="http://schemas.openxmlformats.org/officeDocument/2006/relationships/oleObject" Target="../embeddings/oleObject231.bin"/><Relationship Id="rId2" Type="http://schemas.openxmlformats.org/officeDocument/2006/relationships/image" Target="../media/image161.wmf"/><Relationship Id="rId19" Type="http://schemas.openxmlformats.org/officeDocument/2006/relationships/oleObject" Target="../embeddings/oleObject230.bin"/><Relationship Id="rId18" Type="http://schemas.openxmlformats.org/officeDocument/2006/relationships/oleObject" Target="../embeddings/oleObject229.bin"/><Relationship Id="rId17" Type="http://schemas.openxmlformats.org/officeDocument/2006/relationships/image" Target="../media/image166.wmf"/><Relationship Id="rId16" Type="http://schemas.openxmlformats.org/officeDocument/2006/relationships/oleObject" Target="../embeddings/oleObject228.bin"/><Relationship Id="rId15" Type="http://schemas.openxmlformats.org/officeDocument/2006/relationships/oleObject" Target="../embeddings/oleObject227.bin"/><Relationship Id="rId14" Type="http://schemas.openxmlformats.org/officeDocument/2006/relationships/oleObject" Target="../embeddings/oleObject226.bin"/><Relationship Id="rId13" Type="http://schemas.openxmlformats.org/officeDocument/2006/relationships/oleObject" Target="../embeddings/oleObject225.bin"/><Relationship Id="rId12" Type="http://schemas.openxmlformats.org/officeDocument/2006/relationships/image" Target="../media/image165.wmf"/><Relationship Id="rId11" Type="http://schemas.openxmlformats.org/officeDocument/2006/relationships/oleObject" Target="../embeddings/oleObject224.bin"/><Relationship Id="rId10" Type="http://schemas.openxmlformats.org/officeDocument/2006/relationships/image" Target="../media/image168.wmf"/><Relationship Id="rId1" Type="http://schemas.openxmlformats.org/officeDocument/2006/relationships/oleObject" Target="../embeddings/oleObject219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2.bin"/><Relationship Id="rId8" Type="http://schemas.openxmlformats.org/officeDocument/2006/relationships/image" Target="../media/image176.wmf"/><Relationship Id="rId7" Type="http://schemas.openxmlformats.org/officeDocument/2006/relationships/oleObject" Target="../embeddings/oleObject241.bin"/><Relationship Id="rId6" Type="http://schemas.openxmlformats.org/officeDocument/2006/relationships/image" Target="../media/image175.wmf"/><Relationship Id="rId5" Type="http://schemas.openxmlformats.org/officeDocument/2006/relationships/oleObject" Target="../embeddings/oleObject240.bin"/><Relationship Id="rId4" Type="http://schemas.openxmlformats.org/officeDocument/2006/relationships/image" Target="../media/image174.wmf"/><Relationship Id="rId3" Type="http://schemas.openxmlformats.org/officeDocument/2006/relationships/oleObject" Target="../embeddings/oleObject239.bin"/><Relationship Id="rId28" Type="http://schemas.openxmlformats.org/officeDocument/2006/relationships/vmlDrawing" Target="../drawings/vmlDrawing22.vml"/><Relationship Id="rId27" Type="http://schemas.openxmlformats.org/officeDocument/2006/relationships/slideLayout" Target="../slideLayouts/slideLayout12.xml"/><Relationship Id="rId26" Type="http://schemas.openxmlformats.org/officeDocument/2006/relationships/image" Target="../media/image185.wmf"/><Relationship Id="rId25" Type="http://schemas.openxmlformats.org/officeDocument/2006/relationships/oleObject" Target="../embeddings/oleObject250.bin"/><Relationship Id="rId24" Type="http://schemas.openxmlformats.org/officeDocument/2006/relationships/image" Target="../media/image184.wmf"/><Relationship Id="rId23" Type="http://schemas.openxmlformats.org/officeDocument/2006/relationships/oleObject" Target="../embeddings/oleObject249.bin"/><Relationship Id="rId22" Type="http://schemas.openxmlformats.org/officeDocument/2006/relationships/image" Target="../media/image183.wmf"/><Relationship Id="rId21" Type="http://schemas.openxmlformats.org/officeDocument/2006/relationships/oleObject" Target="../embeddings/oleObject248.bin"/><Relationship Id="rId20" Type="http://schemas.openxmlformats.org/officeDocument/2006/relationships/image" Target="../media/image182.wmf"/><Relationship Id="rId2" Type="http://schemas.openxmlformats.org/officeDocument/2006/relationships/image" Target="../media/image173.wmf"/><Relationship Id="rId19" Type="http://schemas.openxmlformats.org/officeDocument/2006/relationships/oleObject" Target="../embeddings/oleObject247.bin"/><Relationship Id="rId18" Type="http://schemas.openxmlformats.org/officeDocument/2006/relationships/image" Target="../media/image181.wmf"/><Relationship Id="rId17" Type="http://schemas.openxmlformats.org/officeDocument/2006/relationships/oleObject" Target="../embeddings/oleObject246.bin"/><Relationship Id="rId16" Type="http://schemas.openxmlformats.org/officeDocument/2006/relationships/image" Target="../media/image180.wmf"/><Relationship Id="rId15" Type="http://schemas.openxmlformats.org/officeDocument/2006/relationships/oleObject" Target="../embeddings/oleObject245.bin"/><Relationship Id="rId14" Type="http://schemas.openxmlformats.org/officeDocument/2006/relationships/image" Target="../media/image179.wmf"/><Relationship Id="rId13" Type="http://schemas.openxmlformats.org/officeDocument/2006/relationships/oleObject" Target="../embeddings/oleObject244.bin"/><Relationship Id="rId12" Type="http://schemas.openxmlformats.org/officeDocument/2006/relationships/image" Target="../media/image178.wmf"/><Relationship Id="rId11" Type="http://schemas.openxmlformats.org/officeDocument/2006/relationships/oleObject" Target="../embeddings/oleObject243.bin"/><Relationship Id="rId10" Type="http://schemas.openxmlformats.org/officeDocument/2006/relationships/image" Target="../media/image177.wmf"/><Relationship Id="rId1" Type="http://schemas.openxmlformats.org/officeDocument/2006/relationships/oleObject" Target="../embeddings/oleObject238.bin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3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86.wmf"/><Relationship Id="rId1" Type="http://schemas.openxmlformats.org/officeDocument/2006/relationships/oleObject" Target="../embeddings/oleObject251.bin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4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88.wmf"/><Relationship Id="rId3" Type="http://schemas.openxmlformats.org/officeDocument/2006/relationships/oleObject" Target="../embeddings/oleObject253.bin"/><Relationship Id="rId2" Type="http://schemas.openxmlformats.org/officeDocument/2006/relationships/image" Target="../media/image187.wmf"/><Relationship Id="rId1" Type="http://schemas.openxmlformats.org/officeDocument/2006/relationships/oleObject" Target="../embeddings/oleObject252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8.bin"/><Relationship Id="rId8" Type="http://schemas.openxmlformats.org/officeDocument/2006/relationships/image" Target="../media/image192.wmf"/><Relationship Id="rId7" Type="http://schemas.openxmlformats.org/officeDocument/2006/relationships/oleObject" Target="../embeddings/oleObject257.bin"/><Relationship Id="rId6" Type="http://schemas.openxmlformats.org/officeDocument/2006/relationships/image" Target="../media/image191.wmf"/><Relationship Id="rId5" Type="http://schemas.openxmlformats.org/officeDocument/2006/relationships/oleObject" Target="../embeddings/oleObject256.bin"/><Relationship Id="rId4" Type="http://schemas.openxmlformats.org/officeDocument/2006/relationships/image" Target="../media/image190.wmf"/><Relationship Id="rId3" Type="http://schemas.openxmlformats.org/officeDocument/2006/relationships/oleObject" Target="../embeddings/oleObject255.bin"/><Relationship Id="rId25" Type="http://schemas.openxmlformats.org/officeDocument/2006/relationships/vmlDrawing" Target="../drawings/vmlDrawing25.vml"/><Relationship Id="rId24" Type="http://schemas.openxmlformats.org/officeDocument/2006/relationships/slideLayout" Target="../slideLayouts/slideLayout12.xml"/><Relationship Id="rId23" Type="http://schemas.openxmlformats.org/officeDocument/2006/relationships/image" Target="../media/image199.wmf"/><Relationship Id="rId22" Type="http://schemas.openxmlformats.org/officeDocument/2006/relationships/oleObject" Target="../embeddings/oleObject265.bin"/><Relationship Id="rId21" Type="http://schemas.openxmlformats.org/officeDocument/2006/relationships/image" Target="../media/image198.wmf"/><Relationship Id="rId20" Type="http://schemas.openxmlformats.org/officeDocument/2006/relationships/oleObject" Target="../embeddings/oleObject264.bin"/><Relationship Id="rId2" Type="http://schemas.openxmlformats.org/officeDocument/2006/relationships/image" Target="../media/image189.wmf"/><Relationship Id="rId19" Type="http://schemas.openxmlformats.org/officeDocument/2006/relationships/image" Target="../media/image197.wmf"/><Relationship Id="rId18" Type="http://schemas.openxmlformats.org/officeDocument/2006/relationships/oleObject" Target="../embeddings/oleObject263.bin"/><Relationship Id="rId17" Type="http://schemas.openxmlformats.org/officeDocument/2006/relationships/image" Target="../media/image196.wmf"/><Relationship Id="rId16" Type="http://schemas.openxmlformats.org/officeDocument/2006/relationships/oleObject" Target="../embeddings/oleObject262.bin"/><Relationship Id="rId15" Type="http://schemas.openxmlformats.org/officeDocument/2006/relationships/image" Target="../media/image195.wmf"/><Relationship Id="rId14" Type="http://schemas.openxmlformats.org/officeDocument/2006/relationships/oleObject" Target="../embeddings/oleObject261.bin"/><Relationship Id="rId13" Type="http://schemas.openxmlformats.org/officeDocument/2006/relationships/image" Target="../media/image194.wmf"/><Relationship Id="rId12" Type="http://schemas.openxmlformats.org/officeDocument/2006/relationships/oleObject" Target="../embeddings/oleObject260.bin"/><Relationship Id="rId11" Type="http://schemas.openxmlformats.org/officeDocument/2006/relationships/oleObject" Target="../embeddings/oleObject259.bin"/><Relationship Id="rId10" Type="http://schemas.openxmlformats.org/officeDocument/2006/relationships/image" Target="../media/image193.wmf"/><Relationship Id="rId1" Type="http://schemas.openxmlformats.org/officeDocument/2006/relationships/oleObject" Target="../embeddings/oleObject254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横卷形 11"/>
          <p:cNvSpPr/>
          <p:nvPr>
            <p:custDataLst>
              <p:tags r:id="rId1"/>
            </p:custDataLst>
          </p:nvPr>
        </p:nvSpPr>
        <p:spPr>
          <a:xfrm>
            <a:off x="8851687" y="7263496"/>
            <a:ext cx="4661614" cy="1303672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5"/>
          </a:p>
        </p:txBody>
      </p:sp>
      <p:sp>
        <p:nvSpPr>
          <p:cNvPr id="10" name="文本框 9"/>
          <p:cNvSpPr txBox="1"/>
          <p:nvPr/>
        </p:nvSpPr>
        <p:spPr>
          <a:xfrm>
            <a:off x="5131981" y="378975"/>
            <a:ext cx="6315182" cy="65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65" dirty="0" smtClean="0"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解析函数</a:t>
            </a:r>
            <a:endParaRPr lang="zh-CN" altLang="en-US" sz="3665" dirty="0"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2"/>
          <p:cNvSpPr txBox="1"/>
          <p:nvPr>
            <p:custDataLst>
              <p:tags r:id="rId2"/>
            </p:custDataLst>
          </p:nvPr>
        </p:nvSpPr>
        <p:spPr>
          <a:xfrm>
            <a:off x="3909164" y="3372123"/>
            <a:ext cx="3179445" cy="5848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205" dirty="0" smtClean="0">
                <a:latin typeface="+mn-ea"/>
              </a:rPr>
              <a:t>解析函数的概念</a:t>
            </a:r>
            <a:endParaRPr lang="zh-CN" altLang="en-US" sz="3205" dirty="0" smtClean="0">
              <a:latin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3906029" y="5138693"/>
            <a:ext cx="5702562" cy="584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3205" dirty="0" smtClean="0">
                <a:latin typeface="+mn-ea"/>
              </a:rPr>
              <a:t>C-R</a:t>
            </a:r>
            <a:r>
              <a:rPr lang="zh-CN" altLang="en-US" sz="3205" dirty="0" smtClean="0">
                <a:latin typeface="+mn-ea"/>
              </a:rPr>
              <a:t>条件</a:t>
            </a:r>
            <a:endParaRPr lang="zh-CN" altLang="en-US" sz="3205" dirty="0">
              <a:latin typeface="+mn-ea"/>
            </a:endParaRPr>
          </a:p>
        </p:txBody>
      </p:sp>
      <p:sp>
        <p:nvSpPr>
          <p:cNvPr id="8" name="文本框 8"/>
          <p:cNvSpPr txBox="1"/>
          <p:nvPr>
            <p:custDataLst>
              <p:tags r:id="rId4"/>
            </p:custDataLst>
          </p:nvPr>
        </p:nvSpPr>
        <p:spPr>
          <a:xfrm>
            <a:off x="4059882" y="6832636"/>
            <a:ext cx="1956435" cy="5848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205" dirty="0" smtClean="0">
                <a:latin typeface="+mn-ea"/>
              </a:rPr>
              <a:t>初等函数</a:t>
            </a:r>
            <a:endParaRPr lang="zh-CN" altLang="en-US" sz="3205" dirty="0" smtClean="0">
              <a:latin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4954511" y="7698334"/>
            <a:ext cx="3851910" cy="5848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5" dirty="0" smtClean="0">
                <a:latin typeface="+mn-ea"/>
              </a:rPr>
              <a:t>几类初等函数的性质</a:t>
            </a:r>
            <a:endParaRPr lang="zh-CN" altLang="en-US" sz="3205" dirty="0" smtClean="0">
              <a:latin typeface="+mn-ea"/>
            </a:endParaRPr>
          </a:p>
        </p:txBody>
      </p:sp>
      <p:sp>
        <p:nvSpPr>
          <p:cNvPr id="15" name="文本框 6"/>
          <p:cNvSpPr txBox="1"/>
          <p:nvPr>
            <p:custDataLst>
              <p:tags r:id="rId6"/>
            </p:custDataLst>
          </p:nvPr>
        </p:nvSpPr>
        <p:spPr>
          <a:xfrm>
            <a:off x="4925322" y="5943152"/>
            <a:ext cx="7306120" cy="584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5" dirty="0" smtClean="0">
                <a:latin typeface="+mn-ea"/>
              </a:rPr>
              <a:t>复变函数可导以及解析的充要条件</a:t>
            </a:r>
            <a:endParaRPr lang="zh-CN" altLang="en-US" sz="3205" dirty="0">
              <a:latin typeface="+mn-ea"/>
            </a:endParaRPr>
          </a:p>
        </p:txBody>
      </p:sp>
      <p:sp>
        <p:nvSpPr>
          <p:cNvPr id="11" name="文本框 8"/>
          <p:cNvSpPr txBox="1"/>
          <p:nvPr>
            <p:custDataLst>
              <p:tags r:id="rId7"/>
            </p:custDataLst>
          </p:nvPr>
        </p:nvSpPr>
        <p:spPr>
          <a:xfrm>
            <a:off x="9119021" y="7695043"/>
            <a:ext cx="2241249" cy="584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5" dirty="0" smtClean="0">
                <a:latin typeface="+mn-ea"/>
              </a:rPr>
              <a:t>对比学习</a:t>
            </a:r>
            <a:endParaRPr lang="zh-CN" altLang="en-US" sz="3205" dirty="0" smtClean="0">
              <a:latin typeface="+mn-ea"/>
            </a:endParaRPr>
          </a:p>
        </p:txBody>
      </p:sp>
      <p:sp>
        <p:nvSpPr>
          <p:cNvPr id="17" name="文本框 6"/>
          <p:cNvSpPr txBox="1"/>
          <p:nvPr>
            <p:custDataLst>
              <p:tags r:id="rId8"/>
            </p:custDataLst>
          </p:nvPr>
        </p:nvSpPr>
        <p:spPr>
          <a:xfrm>
            <a:off x="4925063" y="4255408"/>
            <a:ext cx="4662567" cy="584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5" dirty="0" smtClean="0">
                <a:latin typeface="+mn-ea"/>
              </a:rPr>
              <a:t>注意解析与可导的关系</a:t>
            </a:r>
            <a:endParaRPr lang="zh-CN" altLang="en-US" sz="3205" dirty="0" smtClean="0">
              <a:latin typeface="+mn-ea"/>
            </a:endParaRPr>
          </a:p>
        </p:txBody>
      </p:sp>
      <p:sp>
        <p:nvSpPr>
          <p:cNvPr id="2" name="文本框 2"/>
          <p:cNvSpPr txBox="1"/>
          <p:nvPr>
            <p:custDataLst>
              <p:tags r:id="rId9"/>
            </p:custDataLst>
          </p:nvPr>
        </p:nvSpPr>
        <p:spPr>
          <a:xfrm>
            <a:off x="3954884" y="1605553"/>
            <a:ext cx="4810125" cy="5848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>
              <a:buFont typeface="Arial" panose="020B0604020202020204" pitchFamily="34" charset="0"/>
              <a:buChar char="•"/>
            </a:pPr>
            <a:r>
              <a:rPr lang="zh-CN" altLang="en-US" sz="3205" dirty="0" smtClean="0">
                <a:latin typeface="+mn-ea"/>
              </a:rPr>
              <a:t>复变函数的极限与</a:t>
            </a:r>
            <a:r>
              <a:rPr lang="zh-CN" altLang="en-US" sz="3205" dirty="0" smtClean="0">
                <a:latin typeface="+mn-ea"/>
              </a:rPr>
              <a:t>连续性</a:t>
            </a:r>
            <a:endParaRPr lang="zh-CN" altLang="en-US" sz="3205" dirty="0" smtClean="0">
              <a:latin typeface="+mn-ea"/>
            </a:endParaRPr>
          </a:p>
        </p:txBody>
      </p:sp>
      <p:sp>
        <p:nvSpPr>
          <p:cNvPr id="3" name="文本框 6"/>
          <p:cNvSpPr txBox="1"/>
          <p:nvPr>
            <p:custDataLst>
              <p:tags r:id="rId10"/>
            </p:custDataLst>
          </p:nvPr>
        </p:nvSpPr>
        <p:spPr>
          <a:xfrm>
            <a:off x="4909185" y="2488838"/>
            <a:ext cx="8863330" cy="5848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5" dirty="0" smtClean="0">
                <a:latin typeface="+mn-ea"/>
              </a:rPr>
              <a:t>复变函数的定义、复变函数的极限及</a:t>
            </a:r>
            <a:r>
              <a:rPr lang="zh-CN" altLang="en-US" sz="3205" dirty="0" smtClean="0">
                <a:latin typeface="+mn-ea"/>
              </a:rPr>
              <a:t>连续性</a:t>
            </a:r>
            <a:endParaRPr lang="zh-CN" altLang="en-US" sz="3205" dirty="0" smtClean="0">
              <a:latin typeface="+mn-ea"/>
            </a:endParaRPr>
          </a:p>
        </p:txBody>
      </p:sp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6" grpId="0"/>
      <p:bldP spid="7" grpId="0"/>
      <p:bldP spid="8" grpId="0"/>
      <p:bldP spid="9" grpId="0"/>
      <p:bldP spid="15" grpId="0"/>
      <p:bldP spid="11" grpId="0"/>
      <p:bldP spid="17" grpId="0"/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5131981" y="378975"/>
            <a:ext cx="6315182" cy="65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65" dirty="0" smtClean="0"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解析函数</a:t>
            </a:r>
            <a:endParaRPr lang="zh-CN" altLang="en-US" sz="3665" dirty="0"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2"/>
          <p:cNvSpPr txBox="1"/>
          <p:nvPr>
            <p:custDataLst>
              <p:tags r:id="rId1"/>
            </p:custDataLst>
          </p:nvPr>
        </p:nvSpPr>
        <p:spPr>
          <a:xfrm>
            <a:off x="3954884" y="1605553"/>
            <a:ext cx="338772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3600" b="1" dirty="0" smtClean="0">
                <a:latin typeface="+mn-ea"/>
              </a:rPr>
              <a:t>本章重难点内容</a:t>
            </a:r>
            <a:endParaRPr lang="zh-CN" altLang="en-US" sz="3600" b="1" dirty="0" smtClean="0">
              <a:latin typeface="+mn-ea"/>
            </a:endParaRPr>
          </a:p>
        </p:txBody>
      </p:sp>
      <p:sp>
        <p:nvSpPr>
          <p:cNvPr id="4" name="文本框 2"/>
          <p:cNvSpPr txBox="1"/>
          <p:nvPr>
            <p:custDataLst>
              <p:tags r:id="rId2"/>
            </p:custDataLst>
          </p:nvPr>
        </p:nvSpPr>
        <p:spPr>
          <a:xfrm>
            <a:off x="3954884" y="2821578"/>
            <a:ext cx="1011364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3600" b="1" dirty="0" smtClean="0">
                <a:latin typeface="+mn-ea"/>
              </a:rPr>
              <a:t>1.</a:t>
            </a:r>
            <a:r>
              <a:rPr lang="zh-CN" altLang="en-US" sz="3600" b="1" dirty="0" smtClean="0">
                <a:latin typeface="+mn-ea"/>
              </a:rPr>
              <a:t>求复变函数的极限或者说明复变函数极限</a:t>
            </a:r>
            <a:r>
              <a:rPr lang="zh-CN" altLang="en-US" sz="3600" b="1" dirty="0" smtClean="0">
                <a:latin typeface="+mn-ea"/>
              </a:rPr>
              <a:t>不存在</a:t>
            </a:r>
            <a:endParaRPr lang="zh-CN" altLang="en-US" sz="3600" b="1" dirty="0" smtClean="0">
              <a:latin typeface="+mn-ea"/>
            </a:endParaRPr>
          </a:p>
        </p:txBody>
      </p:sp>
      <p:sp>
        <p:nvSpPr>
          <p:cNvPr id="5" name="文本框 2"/>
          <p:cNvSpPr txBox="1"/>
          <p:nvPr>
            <p:custDataLst>
              <p:tags r:id="rId3"/>
            </p:custDataLst>
          </p:nvPr>
        </p:nvSpPr>
        <p:spPr>
          <a:xfrm>
            <a:off x="3954884" y="4005218"/>
            <a:ext cx="519239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3600" b="1" dirty="0" smtClean="0">
                <a:latin typeface="+mn-ea"/>
              </a:rPr>
              <a:t>2. </a:t>
            </a:r>
            <a:r>
              <a:rPr lang="zh-CN" altLang="en-US" sz="3600" b="1" dirty="0" smtClean="0">
                <a:latin typeface="+mn-ea"/>
              </a:rPr>
              <a:t>判断复变函数的</a:t>
            </a:r>
            <a:r>
              <a:rPr lang="zh-CN" altLang="en-US" sz="3600" b="1" dirty="0" smtClean="0">
                <a:latin typeface="+mn-ea"/>
              </a:rPr>
              <a:t>连续性</a:t>
            </a:r>
            <a:endParaRPr lang="zh-CN" altLang="en-US" sz="3600" b="1" dirty="0" smtClean="0">
              <a:latin typeface="+mn-ea"/>
            </a:endParaRPr>
          </a:p>
        </p:txBody>
      </p:sp>
      <p:sp>
        <p:nvSpPr>
          <p:cNvPr id="13" name="文本框 2"/>
          <p:cNvSpPr txBox="1"/>
          <p:nvPr>
            <p:custDataLst>
              <p:tags r:id="rId4"/>
            </p:custDataLst>
          </p:nvPr>
        </p:nvSpPr>
        <p:spPr>
          <a:xfrm>
            <a:off x="3954884" y="5188858"/>
            <a:ext cx="713867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3600" b="1" dirty="0" smtClean="0">
                <a:latin typeface="+mn-ea"/>
              </a:rPr>
              <a:t>3.  </a:t>
            </a:r>
            <a:r>
              <a:rPr lang="zh-CN" altLang="en-US" sz="3600" b="1" dirty="0" smtClean="0">
                <a:latin typeface="+mn-ea"/>
              </a:rPr>
              <a:t>判断复变函数的可微性与解析</a:t>
            </a:r>
            <a:r>
              <a:rPr lang="zh-CN" altLang="en-US" sz="3600" b="1" dirty="0" smtClean="0">
                <a:latin typeface="+mn-ea"/>
              </a:rPr>
              <a:t>性</a:t>
            </a:r>
            <a:endParaRPr lang="zh-CN" altLang="en-US" sz="3600" b="1" dirty="0" smtClean="0">
              <a:latin typeface="+mn-ea"/>
            </a:endParaRPr>
          </a:p>
        </p:txBody>
      </p:sp>
      <p:sp>
        <p:nvSpPr>
          <p:cNvPr id="14" name="文本框 2"/>
          <p:cNvSpPr txBox="1"/>
          <p:nvPr>
            <p:custDataLst>
              <p:tags r:id="rId5"/>
            </p:custDataLst>
          </p:nvPr>
        </p:nvSpPr>
        <p:spPr>
          <a:xfrm>
            <a:off x="3954884" y="6372498"/>
            <a:ext cx="805434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3600" b="1" dirty="0" smtClean="0">
                <a:latin typeface="+mn-ea"/>
              </a:rPr>
              <a:t>4.  </a:t>
            </a:r>
            <a:r>
              <a:rPr lang="zh-CN" altLang="en-US" sz="3600" b="1" dirty="0" smtClean="0">
                <a:latin typeface="+mn-ea"/>
              </a:rPr>
              <a:t>用初等函数的定义式进行简单的</a:t>
            </a:r>
            <a:r>
              <a:rPr lang="zh-CN" altLang="en-US" sz="3600" b="1" dirty="0" smtClean="0">
                <a:latin typeface="+mn-ea"/>
              </a:rPr>
              <a:t>计算</a:t>
            </a:r>
            <a:endParaRPr lang="zh-CN" altLang="en-US" sz="3600" b="1" dirty="0" smtClean="0">
              <a:latin typeface="+mn-ea"/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4379614" y="378961"/>
            <a:ext cx="7086010" cy="713577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pPr algn="ctr"/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复变函数的极限与连续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2"/>
          <p:cNvSpPr txBox="1"/>
          <p:nvPr/>
        </p:nvSpPr>
        <p:spPr>
          <a:xfrm>
            <a:off x="5706214" y="2573924"/>
            <a:ext cx="3902512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900" dirty="0" smtClean="0">
                <a:latin typeface="+mn-ea"/>
              </a:rPr>
              <a:t>复变函数的概念</a:t>
            </a:r>
            <a:endParaRPr lang="zh-CN" altLang="en-US" sz="3900" dirty="0"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30902" y="3971198"/>
            <a:ext cx="6398615" cy="713577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900" dirty="0" smtClean="0">
                <a:latin typeface="+mn-ea"/>
              </a:rPr>
              <a:t>复变函数的极限</a:t>
            </a:r>
            <a:endParaRPr lang="zh-CN" altLang="en-US" sz="3900" dirty="0">
              <a:latin typeface="+mn-ea"/>
            </a:endParaRPr>
          </a:p>
        </p:txBody>
      </p:sp>
      <p:sp>
        <p:nvSpPr>
          <p:cNvPr id="8" name="文本框 8"/>
          <p:cNvSpPr txBox="1"/>
          <p:nvPr/>
        </p:nvSpPr>
        <p:spPr>
          <a:xfrm>
            <a:off x="5721638" y="5495721"/>
            <a:ext cx="4402649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900" dirty="0" smtClean="0">
                <a:latin typeface="+mn-ea"/>
              </a:rPr>
              <a:t>复变函数的连续性</a:t>
            </a:r>
            <a:endParaRPr lang="zh-CN" altLang="en-US" sz="39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5552957" y="206364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一、复变函数的概念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8" name="文本框 2"/>
          <p:cNvSpPr txBox="1"/>
          <p:nvPr/>
        </p:nvSpPr>
        <p:spPr>
          <a:xfrm>
            <a:off x="1369415" y="2143865"/>
            <a:ext cx="2689038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设复平面点集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27654" name="Object 6"/>
          <p:cNvGraphicFramePr>
            <a:graphicFrameLocks noChangeAspect="1"/>
          </p:cNvGraphicFramePr>
          <p:nvPr/>
        </p:nvGraphicFramePr>
        <p:xfrm>
          <a:off x="4026535" y="2202815"/>
          <a:ext cx="1035050" cy="483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1" imgW="469900" imgH="203200" progId="Equation.DSMT4">
                  <p:embed/>
                </p:oleObj>
              </mc:Choice>
              <mc:Fallback>
                <p:oleObj name="Equation" r:id="rId1" imgW="469900" imgH="2032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26535" y="2202815"/>
                        <a:ext cx="1035050" cy="4832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2"/>
          <p:cNvSpPr txBox="1"/>
          <p:nvPr/>
        </p:nvSpPr>
        <p:spPr>
          <a:xfrm>
            <a:off x="9194499" y="2150929"/>
            <a:ext cx="4649511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按照某一个对应法则  </a:t>
            </a:r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657" name="Object 9"/>
          <p:cNvGraphicFramePr>
            <a:graphicFrameLocks noChangeAspect="1"/>
          </p:cNvGraphicFramePr>
          <p:nvPr/>
        </p:nvGraphicFramePr>
        <p:xfrm>
          <a:off x="5814890" y="2982928"/>
          <a:ext cx="484088" cy="473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3657600" imgH="3352800" progId="Equation.DSMT4">
                  <p:embed/>
                </p:oleObj>
              </mc:Choice>
              <mc:Fallback>
                <p:oleObj name="Equation" r:id="rId3" imgW="3657600" imgH="3352800" progId="Equation.DSMT4">
                  <p:embed/>
                  <p:pic>
                    <p:nvPicPr>
                      <p:cNvPr id="0" name="图片 102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14890" y="2982928"/>
                        <a:ext cx="484088" cy="47367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2"/>
          <p:cNvSpPr txBox="1"/>
          <p:nvPr/>
        </p:nvSpPr>
        <p:spPr>
          <a:xfrm>
            <a:off x="5225243" y="2143267"/>
            <a:ext cx="4412267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若对于</a:t>
            </a:r>
            <a:r>
              <a:rPr lang="en-US" altLang="zh-CN" sz="3200" dirty="0" smtClean="0">
                <a:latin typeface="+mn-ea"/>
              </a:rPr>
              <a:t>E</a:t>
            </a:r>
            <a:r>
              <a:rPr lang="zh-CN" altLang="en-US" sz="3200" dirty="0" smtClean="0">
                <a:latin typeface="+mn-ea"/>
              </a:rPr>
              <a:t>内任意一点</a:t>
            </a:r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sz="3200" dirty="0" smtClean="0">
                <a:latin typeface="+mn-ea"/>
              </a:rPr>
              <a:t>，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0" name="文本框 2"/>
          <p:cNvSpPr txBox="1"/>
          <p:nvPr/>
        </p:nvSpPr>
        <p:spPr>
          <a:xfrm>
            <a:off x="6292394" y="2897685"/>
            <a:ext cx="2278669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与之对应，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1" name="文本框 2"/>
          <p:cNvSpPr txBox="1"/>
          <p:nvPr/>
        </p:nvSpPr>
        <p:spPr>
          <a:xfrm>
            <a:off x="1651224" y="3671183"/>
            <a:ext cx="1047563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记作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27659" name="Object 11"/>
          <p:cNvGraphicFramePr>
            <a:graphicFrameLocks noChangeAspect="1"/>
          </p:cNvGraphicFramePr>
          <p:nvPr/>
        </p:nvGraphicFramePr>
        <p:xfrm>
          <a:off x="4140044" y="3670996"/>
          <a:ext cx="2822160" cy="610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5" imgW="24079200" imgH="4876800" progId="Equation.DSMT4">
                  <p:embed/>
                </p:oleObj>
              </mc:Choice>
              <mc:Fallback>
                <p:oleObj name="Equation" r:id="rId5" imgW="24079200" imgH="4876800" progId="Equation.DSMT4">
                  <p:embed/>
                  <p:pic>
                    <p:nvPicPr>
                      <p:cNvPr id="0" name="图片 102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40044" y="3670996"/>
                        <a:ext cx="2822160" cy="61012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0" name="Object 12"/>
          <p:cNvGraphicFramePr>
            <a:graphicFrameLocks noChangeAspect="1"/>
          </p:cNvGraphicFramePr>
          <p:nvPr/>
        </p:nvGraphicFramePr>
        <p:xfrm>
          <a:off x="1629410" y="4675505"/>
          <a:ext cx="1028700" cy="41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7" imgW="444500" imgH="165100" progId="Equation.DSMT4">
                  <p:embed/>
                </p:oleObj>
              </mc:Choice>
              <mc:Fallback>
                <p:oleObj name="Equation" r:id="rId7" imgW="444500" imgH="165100" progId="Equation.DSMT4">
                  <p:embed/>
                  <p:pic>
                    <p:nvPicPr>
                      <p:cNvPr id="0" name="图片 102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29410" y="4675505"/>
                        <a:ext cx="1028700" cy="4121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"/>
          <p:cNvSpPr txBox="1"/>
          <p:nvPr/>
        </p:nvSpPr>
        <p:spPr>
          <a:xfrm>
            <a:off x="2631202" y="4578099"/>
            <a:ext cx="4330513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称为复变函数的定义域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27661" name="Object 13"/>
          <p:cNvGraphicFramePr>
            <a:graphicFrameLocks noChangeAspect="1"/>
          </p:cNvGraphicFramePr>
          <p:nvPr/>
        </p:nvGraphicFramePr>
        <p:xfrm>
          <a:off x="1566740" y="5319510"/>
          <a:ext cx="4620174" cy="6532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9" imgW="36880800" imgH="4876800" progId="Equation.DSMT4">
                  <p:embed/>
                </p:oleObj>
              </mc:Choice>
              <mc:Fallback>
                <p:oleObj name="Equation" r:id="rId9" imgW="36880800" imgH="4876800" progId="Equation.DSMT4">
                  <p:embed/>
                  <p:pic>
                    <p:nvPicPr>
                      <p:cNvPr id="0" name="图片 102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66740" y="5319510"/>
                        <a:ext cx="4620174" cy="65325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"/>
          <p:cNvSpPr txBox="1"/>
          <p:nvPr/>
        </p:nvSpPr>
        <p:spPr>
          <a:xfrm>
            <a:off x="6256487" y="5277971"/>
            <a:ext cx="3920144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称为复变函数的值域</a:t>
            </a:r>
            <a:endParaRPr lang="zh-CN" altLang="en-US" sz="3200" dirty="0">
              <a:latin typeface="+mn-ea"/>
            </a:endParaRPr>
          </a:p>
        </p:txBody>
      </p:sp>
      <p:sp>
        <p:nvSpPr>
          <p:cNvPr id="16" name="文本框 2"/>
          <p:cNvSpPr txBox="1"/>
          <p:nvPr/>
        </p:nvSpPr>
        <p:spPr>
          <a:xfrm>
            <a:off x="1454707" y="1248132"/>
            <a:ext cx="4531360" cy="72707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4000" b="1" dirty="0" smtClean="0">
                <a:latin typeface="+mn-ea"/>
              </a:rPr>
              <a:t>1</a:t>
            </a:r>
            <a:r>
              <a:rPr lang="zh-CN" altLang="en-US" sz="4000" b="1" dirty="0" smtClean="0">
                <a:latin typeface="+mn-ea"/>
              </a:rPr>
              <a:t>、复变函数的概念</a:t>
            </a:r>
            <a:endParaRPr lang="zh-CN" altLang="en-US" sz="4000" b="1" dirty="0">
              <a:latin typeface="+mn-ea"/>
            </a:endParaRPr>
          </a:p>
        </p:txBody>
      </p:sp>
      <p:graphicFrame>
        <p:nvGraphicFramePr>
          <p:cNvPr id="17" name="Object 6"/>
          <p:cNvGraphicFramePr>
            <a:graphicFrameLocks noChangeAspect="1"/>
          </p:cNvGraphicFramePr>
          <p:nvPr/>
        </p:nvGraphicFramePr>
        <p:xfrm>
          <a:off x="1650900" y="6762213"/>
          <a:ext cx="2751523" cy="732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11" imgW="21945600" imgH="5486400" progId="Equation.DSMT4">
                  <p:embed/>
                </p:oleObj>
              </mc:Choice>
              <mc:Fallback>
                <p:oleObj name="Equation" r:id="rId11" imgW="21945600" imgH="5486400" progId="Equation.DSMT4">
                  <p:embed/>
                  <p:pic>
                    <p:nvPicPr>
                      <p:cNvPr id="0" name="图片 102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50900" y="6762213"/>
                        <a:ext cx="2751523" cy="73209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4"/>
          <p:cNvGraphicFramePr>
            <a:graphicFrameLocks noChangeAspect="1"/>
          </p:cNvGraphicFramePr>
          <p:nvPr/>
        </p:nvGraphicFramePr>
        <p:xfrm>
          <a:off x="4872895" y="6896806"/>
          <a:ext cx="2599864" cy="651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13" imgW="20726400" imgH="4876800" progId="Equation.DSMT4">
                  <p:embed/>
                </p:oleObj>
              </mc:Choice>
              <mc:Fallback>
                <p:oleObj name="Equation" r:id="rId13" imgW="20726400" imgH="4876800" progId="Equation.DSMT4">
                  <p:embed/>
                  <p:pic>
                    <p:nvPicPr>
                      <p:cNvPr id="0" name="图片 103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872895" y="6896806"/>
                        <a:ext cx="2599864" cy="65164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5"/>
          <p:cNvGraphicFramePr>
            <a:graphicFrameLocks noChangeAspect="1"/>
          </p:cNvGraphicFramePr>
          <p:nvPr/>
        </p:nvGraphicFramePr>
        <p:xfrm>
          <a:off x="7882987" y="6887718"/>
          <a:ext cx="3098171" cy="651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15" imgW="24688800" imgH="4876800" progId="Equation.DSMT4">
                  <p:embed/>
                </p:oleObj>
              </mc:Choice>
              <mc:Fallback>
                <p:oleObj name="Equation" r:id="rId15" imgW="24688800" imgH="4876800" progId="Equation.DSMT4">
                  <p:embed/>
                  <p:pic>
                    <p:nvPicPr>
                      <p:cNvPr id="0" name="图片 103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882987" y="6887718"/>
                        <a:ext cx="3098171" cy="65164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6"/>
          <p:cNvGraphicFramePr>
            <a:graphicFrameLocks noChangeAspect="1"/>
          </p:cNvGraphicFramePr>
          <p:nvPr/>
        </p:nvGraphicFramePr>
        <p:xfrm>
          <a:off x="1647859" y="7844136"/>
          <a:ext cx="3172195" cy="651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Equation" r:id="rId17" imgW="25298400" imgH="4876800" progId="Equation.DSMT4">
                  <p:embed/>
                </p:oleObj>
              </mc:Choice>
              <mc:Fallback>
                <p:oleObj name="Equation" r:id="rId17" imgW="25298400" imgH="4876800" progId="Equation.DSMT4">
                  <p:embed/>
                  <p:pic>
                    <p:nvPicPr>
                      <p:cNvPr id="0" name="图片 103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647859" y="7844136"/>
                        <a:ext cx="3172195" cy="65164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7"/>
          <p:cNvGraphicFramePr>
            <a:graphicFrameLocks noChangeAspect="1"/>
          </p:cNvGraphicFramePr>
          <p:nvPr/>
        </p:nvGraphicFramePr>
        <p:xfrm>
          <a:off x="5552771" y="7686019"/>
          <a:ext cx="2864040" cy="804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Equation" r:id="rId19" imgW="22250400" imgH="5791200" progId="Equation.DSMT4">
                  <p:embed/>
                </p:oleObj>
              </mc:Choice>
              <mc:Fallback>
                <p:oleObj name="Equation" r:id="rId19" imgW="22250400" imgH="5791200" progId="Equation.DSMT4">
                  <p:embed/>
                  <p:pic>
                    <p:nvPicPr>
                      <p:cNvPr id="0" name="图片 103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552771" y="7686019"/>
                        <a:ext cx="2864040" cy="80434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"/>
          <p:cNvSpPr txBox="1"/>
          <p:nvPr/>
        </p:nvSpPr>
        <p:spPr>
          <a:xfrm>
            <a:off x="11773054" y="6949947"/>
            <a:ext cx="1868301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单值函数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8" name="文本框 2"/>
          <p:cNvSpPr txBox="1"/>
          <p:nvPr/>
        </p:nvSpPr>
        <p:spPr>
          <a:xfrm>
            <a:off x="11835851" y="7934244"/>
            <a:ext cx="1868301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多值函数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9" name="文本框 2"/>
          <p:cNvSpPr txBox="1"/>
          <p:nvPr/>
        </p:nvSpPr>
        <p:spPr>
          <a:xfrm>
            <a:off x="1020008" y="6077550"/>
            <a:ext cx="1457932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例如，</a:t>
            </a:r>
            <a:endParaRPr lang="zh-CN" altLang="en-US" sz="3200" dirty="0">
              <a:latin typeface="+mn-ea"/>
            </a:endParaRPr>
          </a:p>
        </p:txBody>
      </p:sp>
      <p:sp>
        <p:nvSpPr>
          <p:cNvPr id="30" name="文本框 2"/>
          <p:cNvSpPr txBox="1"/>
          <p:nvPr/>
        </p:nvSpPr>
        <p:spPr>
          <a:xfrm>
            <a:off x="1314214" y="2913583"/>
            <a:ext cx="4603024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都存在一个</a:t>
            </a:r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或多个</a:t>
            </a:r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复数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2"/>
          <p:cNvSpPr txBox="1"/>
          <p:nvPr/>
        </p:nvSpPr>
        <p:spPr>
          <a:xfrm>
            <a:off x="8185592" y="2913508"/>
            <a:ext cx="6266941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则称在</a:t>
            </a:r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3200" dirty="0" smtClean="0">
                <a:latin typeface="+mn-ea"/>
              </a:rPr>
              <a:t>上确定了一个复变函数，</a:t>
            </a:r>
            <a:endParaRPr lang="zh-CN" altLang="en-US" sz="32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0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8" grpId="0"/>
      <p:bldP spid="20" grpId="0"/>
      <p:bldP spid="21" grpId="0"/>
      <p:bldP spid="23" grpId="0"/>
      <p:bldP spid="25" grpId="0"/>
      <p:bldP spid="16" grpId="0"/>
      <p:bldP spid="27" grpId="0"/>
      <p:bldP spid="28" grpId="0"/>
      <p:bldP spid="29" grpId="0"/>
      <p:bldP spid="30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6358833" y="406020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一、复变函数的概念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6" name="文本框 2"/>
          <p:cNvSpPr txBox="1"/>
          <p:nvPr/>
        </p:nvSpPr>
        <p:spPr>
          <a:xfrm>
            <a:off x="3807973" y="1942017"/>
            <a:ext cx="6382357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一个复变函数确定了两个二元函数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17" name="Object 6"/>
          <p:cNvGraphicFramePr>
            <a:graphicFrameLocks noChangeAspect="1"/>
          </p:cNvGraphicFramePr>
          <p:nvPr/>
        </p:nvGraphicFramePr>
        <p:xfrm>
          <a:off x="3542976" y="5228259"/>
          <a:ext cx="2392324" cy="676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1" imgW="20726400" imgH="5486400" progId="Equation.DSMT4">
                  <p:embed/>
                </p:oleObj>
              </mc:Choice>
              <mc:Fallback>
                <p:oleObj name="Equation" r:id="rId1" imgW="20726400" imgH="54864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42976" y="5228259"/>
                        <a:ext cx="2392324" cy="67607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2" name="Object 12"/>
          <p:cNvGraphicFramePr>
            <a:graphicFrameLocks noChangeAspect="1"/>
          </p:cNvGraphicFramePr>
          <p:nvPr/>
        </p:nvGraphicFramePr>
        <p:xfrm>
          <a:off x="6222013" y="4991273"/>
          <a:ext cx="1655329" cy="561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14325600" imgH="4572000" progId="Equation.DSMT4">
                  <p:embed/>
                </p:oleObj>
              </mc:Choice>
              <mc:Fallback>
                <p:oleObj name="Equation" r:id="rId3" imgW="14325600" imgH="45720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22013" y="4991273"/>
                        <a:ext cx="1655329" cy="56191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3" name="Object 13"/>
          <p:cNvGraphicFramePr>
            <a:graphicFrameLocks noChangeAspect="1"/>
          </p:cNvGraphicFramePr>
          <p:nvPr/>
        </p:nvGraphicFramePr>
        <p:xfrm>
          <a:off x="11181499" y="4921606"/>
          <a:ext cx="3728229" cy="1427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5" imgW="32308800" imgH="11582400" progId="Equation.DSMT4">
                  <p:embed/>
                </p:oleObj>
              </mc:Choice>
              <mc:Fallback>
                <p:oleObj name="Equation" r:id="rId5" imgW="32308800" imgH="11582400" progId="Equation.DSMT4">
                  <p:embed/>
                  <p:pic>
                    <p:nvPicPr>
                      <p:cNvPr id="0" name="图片 205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181499" y="4921606"/>
                        <a:ext cx="3728229" cy="142775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5" name="Object 15"/>
          <p:cNvGraphicFramePr>
            <a:graphicFrameLocks noChangeAspect="1"/>
          </p:cNvGraphicFramePr>
          <p:nvPr/>
        </p:nvGraphicFramePr>
        <p:xfrm>
          <a:off x="3317071" y="3125797"/>
          <a:ext cx="1571827" cy="585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7" imgW="14020800" imgH="4876800" progId="Equation.DSMT4">
                  <p:embed/>
                </p:oleObj>
              </mc:Choice>
              <mc:Fallback>
                <p:oleObj name="Equation" r:id="rId7" imgW="14020800" imgH="4876800" progId="Equation.DSMT4">
                  <p:embed/>
                  <p:pic>
                    <p:nvPicPr>
                      <p:cNvPr id="0" name="图片 205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17071" y="3125797"/>
                        <a:ext cx="1571827" cy="58510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右箭头 30"/>
          <p:cNvSpPr/>
          <p:nvPr/>
        </p:nvSpPr>
        <p:spPr>
          <a:xfrm>
            <a:off x="4978955" y="3353149"/>
            <a:ext cx="2460442" cy="2755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2" name="Object 12"/>
          <p:cNvGraphicFramePr>
            <a:graphicFrameLocks noChangeAspect="1"/>
          </p:cNvGraphicFramePr>
          <p:nvPr/>
        </p:nvGraphicFramePr>
        <p:xfrm>
          <a:off x="5417034" y="2947998"/>
          <a:ext cx="1609020" cy="546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9" imgW="14325600" imgH="4572000" progId="Equation.DSMT4">
                  <p:embed/>
                </p:oleObj>
              </mc:Choice>
              <mc:Fallback>
                <p:oleObj name="Equation" r:id="rId9" imgW="14325600" imgH="4572000" progId="Equation.DSMT4">
                  <p:embed/>
                  <p:pic>
                    <p:nvPicPr>
                      <p:cNvPr id="0" name="图片 205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17034" y="2947998"/>
                        <a:ext cx="1609020" cy="54619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8" name="Object 18"/>
          <p:cNvGraphicFramePr>
            <a:graphicFrameLocks noChangeAspect="1"/>
          </p:cNvGraphicFramePr>
          <p:nvPr/>
        </p:nvGraphicFramePr>
        <p:xfrm>
          <a:off x="7729399" y="3135709"/>
          <a:ext cx="3452522" cy="5836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Equation" r:id="rId10" imgW="30784800" imgH="4876800" progId="Equation.DSMT4">
                  <p:embed/>
                </p:oleObj>
              </mc:Choice>
              <mc:Fallback>
                <p:oleObj name="Equation" r:id="rId10" imgW="30784800" imgH="4876800" progId="Equation.DSMT4">
                  <p:embed/>
                  <p:pic>
                    <p:nvPicPr>
                      <p:cNvPr id="0" name="图片 2053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729399" y="3135709"/>
                        <a:ext cx="3452522" cy="58366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2" name="Object 22"/>
          <p:cNvGraphicFramePr>
            <a:graphicFrameLocks noChangeAspect="1"/>
          </p:cNvGraphicFramePr>
          <p:nvPr/>
        </p:nvGraphicFramePr>
        <p:xfrm>
          <a:off x="2157095" y="5354320"/>
          <a:ext cx="152781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12" imgW="469900" imgH="165100" progId="Equation.DSMT4">
                  <p:embed/>
                </p:oleObj>
              </mc:Choice>
              <mc:Fallback>
                <p:oleObj name="Equation" r:id="rId12" imgW="469900" imgH="165100" progId="Equation.DSMT4">
                  <p:embed/>
                  <p:pic>
                    <p:nvPicPr>
                      <p:cNvPr id="0" name="图片 2056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57095" y="5354320"/>
                        <a:ext cx="1527810" cy="5619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2"/>
          <p:cNvSpPr txBox="1"/>
          <p:nvPr/>
        </p:nvSpPr>
        <p:spPr>
          <a:xfrm>
            <a:off x="2157307" y="4039526"/>
            <a:ext cx="1727236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+mn-ea"/>
              </a:rPr>
              <a:t>例如，</a:t>
            </a:r>
            <a:endParaRPr lang="zh-CN" altLang="en-US" sz="3900" dirty="0">
              <a:latin typeface="+mn-ea"/>
            </a:endParaRPr>
          </a:p>
        </p:txBody>
      </p:sp>
      <p:sp>
        <p:nvSpPr>
          <p:cNvPr id="25" name="右箭头 24"/>
          <p:cNvSpPr/>
          <p:nvPr/>
        </p:nvSpPr>
        <p:spPr>
          <a:xfrm>
            <a:off x="10537190" y="5596890"/>
            <a:ext cx="644525" cy="2247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sp>
        <p:nvSpPr>
          <p:cNvPr id="26" name="等于号 25"/>
          <p:cNvSpPr/>
          <p:nvPr/>
        </p:nvSpPr>
        <p:spPr>
          <a:xfrm>
            <a:off x="5783940" y="5435918"/>
            <a:ext cx="2408287" cy="385274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51230" name="Object 30"/>
          <p:cNvGraphicFramePr>
            <a:graphicFrameLocks noChangeAspect="1"/>
          </p:cNvGraphicFramePr>
          <p:nvPr/>
        </p:nvGraphicFramePr>
        <p:xfrm>
          <a:off x="8035726" y="5296797"/>
          <a:ext cx="2429541" cy="676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name="Equation" r:id="rId14" imgW="21031200" imgH="5486400" progId="Equation.DSMT4">
                  <p:embed/>
                </p:oleObj>
              </mc:Choice>
              <mc:Fallback>
                <p:oleObj name="Equation" r:id="rId14" imgW="21031200" imgH="5486400" progId="Equation.DSMT4">
                  <p:embed/>
                  <p:pic>
                    <p:nvPicPr>
                      <p:cNvPr id="0" name="图片 2063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035726" y="5296797"/>
                        <a:ext cx="2429541" cy="67684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七角星 29"/>
          <p:cNvSpPr/>
          <p:nvPr/>
        </p:nvSpPr>
        <p:spPr>
          <a:xfrm>
            <a:off x="2307704" y="1564176"/>
            <a:ext cx="1226128" cy="1163782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 smtClean="0">
                <a:solidFill>
                  <a:schemeClr val="tx1"/>
                </a:solidFill>
              </a:rPr>
              <a:t>注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12562840" y="3608705"/>
            <a:ext cx="2484755" cy="723900"/>
          </a:xfrm>
          <a:prstGeom prst="wedgeRoundRectCallout">
            <a:avLst>
              <a:gd name="adj1" fmla="val -53526"/>
              <a:gd name="adj2" fmla="val 15263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200" b="1">
                <a:solidFill>
                  <a:schemeClr val="tx1"/>
                </a:solidFill>
              </a:rPr>
              <a:t>二元函数</a:t>
            </a:r>
            <a:endParaRPr lang="zh-CN" altLang="en-US" sz="32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1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1" grpId="0" bldLvl="0" animBg="1"/>
      <p:bldP spid="18" grpId="0"/>
      <p:bldP spid="26" grpId="0" bldLvl="0" animBg="1"/>
      <p:bldP spid="25" grpId="0" bldLvl="0" animBg="1"/>
      <p:bldP spid="3" grpId="0" bldLvl="0" animBg="1"/>
      <p:bldP spid="30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5560638" y="428245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一、复变函数的概念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6" name="文本框 2"/>
          <p:cNvSpPr txBox="1"/>
          <p:nvPr/>
        </p:nvSpPr>
        <p:spPr>
          <a:xfrm>
            <a:off x="1647703" y="1603562"/>
            <a:ext cx="8734425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例</a:t>
            </a:r>
            <a:r>
              <a:rPr lang="en-US" altLang="zh-CN" sz="3200" b="1" dirty="0" smtClean="0">
                <a:latin typeface="+mn-ea"/>
              </a:rPr>
              <a:t>1.</a:t>
            </a:r>
            <a:r>
              <a:rPr lang="zh-CN" altLang="en-US" sz="3200" dirty="0" smtClean="0">
                <a:latin typeface="+mn-ea"/>
              </a:rPr>
              <a:t>求复变函数                 对应的两个二元函数。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3" name="对象 -2147482615"/>
          <p:cNvGraphicFramePr>
            <a:graphicFrameLocks noChangeAspect="1"/>
          </p:cNvGraphicFramePr>
          <p:nvPr/>
        </p:nvGraphicFramePr>
        <p:xfrm>
          <a:off x="4589145" y="1405573"/>
          <a:ext cx="1597660" cy="999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711200" imgH="444500" progId="Equation.3">
                  <p:embed/>
                </p:oleObj>
              </mc:Choice>
              <mc:Fallback>
                <p:oleObj name="" r:id="rId1" imgW="711200" imgH="4445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89145" y="1405573"/>
                        <a:ext cx="1597660" cy="9994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2"/>
          <p:cNvSpPr txBox="1"/>
          <p:nvPr/>
        </p:nvSpPr>
        <p:spPr>
          <a:xfrm>
            <a:off x="2292863" y="2800537"/>
            <a:ext cx="62992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令 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7" name="对象 -2147482615"/>
          <p:cNvGraphicFramePr>
            <a:graphicFrameLocks noChangeAspect="1"/>
          </p:cNvGraphicFramePr>
          <p:nvPr/>
        </p:nvGraphicFramePr>
        <p:xfrm>
          <a:off x="2922906" y="2859406"/>
          <a:ext cx="165481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3" imgW="736600" imgH="215900" progId="Equation.3">
                  <p:embed/>
                </p:oleObj>
              </mc:Choice>
              <mc:Fallback>
                <p:oleObj name="" r:id="rId3" imgW="736600" imgH="2159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22906" y="2859406"/>
                        <a:ext cx="1654810" cy="485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-2147482615"/>
          <p:cNvGraphicFramePr>
            <a:graphicFrameLocks noChangeAspect="1"/>
          </p:cNvGraphicFramePr>
          <p:nvPr/>
        </p:nvGraphicFramePr>
        <p:xfrm>
          <a:off x="3638233" y="3580766"/>
          <a:ext cx="2880995" cy="1085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5" imgW="1282700" imgH="482600" progId="Equation.3">
                  <p:embed/>
                </p:oleObj>
              </mc:Choice>
              <mc:Fallback>
                <p:oleObj name="" r:id="rId5" imgW="1282700" imgH="4826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38233" y="3580766"/>
                        <a:ext cx="2880995" cy="10852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-2147482615"/>
          <p:cNvGraphicFramePr>
            <a:graphicFrameLocks noChangeAspect="1"/>
          </p:cNvGraphicFramePr>
          <p:nvPr/>
        </p:nvGraphicFramePr>
        <p:xfrm>
          <a:off x="6770688" y="3601721"/>
          <a:ext cx="2795905" cy="1085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7" imgW="1244600" imgH="482600" progId="Equation.3">
                  <p:embed/>
                </p:oleObj>
              </mc:Choice>
              <mc:Fallback>
                <p:oleObj name="" r:id="rId7" imgW="1244600" imgH="4826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70688" y="3601721"/>
                        <a:ext cx="2795905" cy="10852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-2147482615"/>
          <p:cNvGraphicFramePr>
            <a:graphicFrameLocks noChangeAspect="1"/>
          </p:cNvGraphicFramePr>
          <p:nvPr/>
        </p:nvGraphicFramePr>
        <p:xfrm>
          <a:off x="9712325" y="3601721"/>
          <a:ext cx="1711960" cy="1142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9" imgW="762000" imgH="508000" progId="Equation.3">
                  <p:embed/>
                </p:oleObj>
              </mc:Choice>
              <mc:Fallback>
                <p:oleObj name="" r:id="rId9" imgW="762000" imgH="5080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712325" y="3601721"/>
                        <a:ext cx="1711960" cy="11423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-2147482615"/>
          <p:cNvGraphicFramePr>
            <a:graphicFrameLocks noChangeAspect="1"/>
          </p:cNvGraphicFramePr>
          <p:nvPr/>
        </p:nvGraphicFramePr>
        <p:xfrm>
          <a:off x="4649153" y="2859088"/>
          <a:ext cx="171259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" r:id="rId11" imgW="762000" imgH="203200" progId="Equation.3">
                  <p:embed/>
                </p:oleObj>
              </mc:Choice>
              <mc:Fallback>
                <p:oleObj name="" r:id="rId11" imgW="762000" imgH="2032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649153" y="2859088"/>
                        <a:ext cx="1712595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-2147482615"/>
          <p:cNvGraphicFramePr>
            <a:graphicFrameLocks noChangeAspect="1"/>
          </p:cNvGraphicFramePr>
          <p:nvPr/>
        </p:nvGraphicFramePr>
        <p:xfrm>
          <a:off x="11401743" y="3601721"/>
          <a:ext cx="3367405" cy="1142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" r:id="rId13" imgW="1498600" imgH="508000" progId="Equation.3">
                  <p:embed/>
                </p:oleObj>
              </mc:Choice>
              <mc:Fallback>
                <p:oleObj name="" r:id="rId13" imgW="1498600" imgH="5080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401743" y="3601721"/>
                        <a:ext cx="3367405" cy="11423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-2147482615"/>
          <p:cNvGraphicFramePr>
            <a:graphicFrameLocks noChangeAspect="1"/>
          </p:cNvGraphicFramePr>
          <p:nvPr/>
        </p:nvGraphicFramePr>
        <p:xfrm>
          <a:off x="2196148" y="3923348"/>
          <a:ext cx="1284605" cy="398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" r:id="rId15" imgW="571500" imgH="177165" progId="Equation.3">
                  <p:embed/>
                </p:oleObj>
              </mc:Choice>
              <mc:Fallback>
                <p:oleObj name="" r:id="rId15" imgW="571500" imgH="177165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196148" y="3923348"/>
                        <a:ext cx="1284605" cy="3987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"/>
          <p:cNvSpPr txBox="1"/>
          <p:nvPr/>
        </p:nvSpPr>
        <p:spPr>
          <a:xfrm>
            <a:off x="2219838" y="4683312"/>
            <a:ext cx="591312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所以复变函数对应的二元函数为 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29" name="对象 -2147482615"/>
          <p:cNvGraphicFramePr>
            <a:graphicFrameLocks noChangeAspect="1"/>
          </p:cNvGraphicFramePr>
          <p:nvPr/>
        </p:nvGraphicFramePr>
        <p:xfrm>
          <a:off x="2789555" y="5466081"/>
          <a:ext cx="6992620" cy="1142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" r:id="rId17" imgW="3111500" imgH="508000" progId="Equation.3">
                  <p:embed/>
                </p:oleObj>
              </mc:Choice>
              <mc:Fallback>
                <p:oleObj name="" r:id="rId17" imgW="3111500" imgH="5080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789555" y="5466081"/>
                        <a:ext cx="6992620" cy="11423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文本框 2"/>
          <p:cNvSpPr txBox="1"/>
          <p:nvPr/>
        </p:nvSpPr>
        <p:spPr>
          <a:xfrm>
            <a:off x="1729618" y="2196652"/>
            <a:ext cx="103632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解：</a:t>
            </a:r>
            <a:endParaRPr lang="zh-CN" altLang="en-US" sz="3200" dirty="0" smtClean="0">
              <a:latin typeface="+mn-ea"/>
            </a:endParaRPr>
          </a:p>
        </p:txBody>
      </p:sp>
      <p:sp>
        <p:nvSpPr>
          <p:cNvPr id="41" name="文本框 2"/>
          <p:cNvSpPr txBox="1"/>
          <p:nvPr/>
        </p:nvSpPr>
        <p:spPr>
          <a:xfrm>
            <a:off x="1919483" y="7076627"/>
            <a:ext cx="854202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练习</a:t>
            </a:r>
            <a:r>
              <a:rPr lang="en-US" altLang="zh-CN" sz="3200" dirty="0" smtClean="0">
                <a:latin typeface="+mn-ea"/>
              </a:rPr>
              <a:t>.</a:t>
            </a:r>
            <a:r>
              <a:rPr lang="zh-CN" altLang="en-US" sz="3200" dirty="0" smtClean="0">
                <a:latin typeface="+mn-ea"/>
              </a:rPr>
              <a:t>求复变函数             对应的两个二元函数。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42" name="对象 -2147482615"/>
          <p:cNvGraphicFramePr>
            <a:graphicFrameLocks noChangeAspect="1"/>
          </p:cNvGraphicFramePr>
          <p:nvPr/>
        </p:nvGraphicFramePr>
        <p:xfrm>
          <a:off x="5088890" y="6878638"/>
          <a:ext cx="1141730" cy="999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" r:id="rId19" imgW="508000" imgH="444500" progId="Equation.3">
                  <p:embed/>
                </p:oleObj>
              </mc:Choice>
              <mc:Fallback>
                <p:oleObj name="" r:id="rId19" imgW="508000" imgH="4445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088890" y="6878638"/>
                        <a:ext cx="1141730" cy="9994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6" grpId="0"/>
      <p:bldP spid="27" grpId="0"/>
      <p:bldP spid="16" grpId="0"/>
      <p:bldP spid="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5560638" y="428245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一、复变函数的概念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6" name="文本框 2"/>
          <p:cNvSpPr txBox="1"/>
          <p:nvPr/>
        </p:nvSpPr>
        <p:spPr>
          <a:xfrm>
            <a:off x="1847215" y="1913890"/>
            <a:ext cx="1355661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例</a:t>
            </a:r>
            <a:r>
              <a:rPr lang="en-US" altLang="zh-CN" sz="3200" b="1" dirty="0" smtClean="0">
                <a:latin typeface="+mn-ea"/>
              </a:rPr>
              <a:t>2.</a:t>
            </a:r>
            <a:r>
              <a:rPr lang="zh-CN" altLang="en-US" sz="3200" dirty="0" smtClean="0">
                <a:latin typeface="+mn-ea"/>
              </a:rPr>
              <a:t>求复变函数                                               对应的两个二元函数。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3" name="对象 -2147482615"/>
          <p:cNvGraphicFramePr>
            <a:graphicFrameLocks noChangeAspect="1"/>
          </p:cNvGraphicFramePr>
          <p:nvPr/>
        </p:nvGraphicFramePr>
        <p:xfrm>
          <a:off x="4732973" y="1344613"/>
          <a:ext cx="4506595" cy="1741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005965" imgH="774065" progId="Equation.3">
                  <p:embed/>
                </p:oleObj>
              </mc:Choice>
              <mc:Fallback>
                <p:oleObj name="" r:id="rId1" imgW="2005965" imgH="774065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32973" y="1344613"/>
                        <a:ext cx="4506595" cy="17411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2"/>
          <p:cNvSpPr txBox="1"/>
          <p:nvPr/>
        </p:nvSpPr>
        <p:spPr>
          <a:xfrm>
            <a:off x="2815468" y="3376482"/>
            <a:ext cx="62992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令 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15" name="对象 -2147482615"/>
          <p:cNvGraphicFramePr>
            <a:graphicFrameLocks noChangeAspect="1"/>
          </p:cNvGraphicFramePr>
          <p:nvPr/>
        </p:nvGraphicFramePr>
        <p:xfrm>
          <a:off x="3665221" y="3822383"/>
          <a:ext cx="33401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" r:id="rId3" imgW="1485900" imgH="228600" progId="Equation.3">
                  <p:embed/>
                </p:oleObj>
              </mc:Choice>
              <mc:Fallback>
                <p:oleObj name="" r:id="rId3" imgW="1485900" imgH="2286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65221" y="3822383"/>
                        <a:ext cx="3340100" cy="514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文本框 2"/>
          <p:cNvSpPr txBox="1"/>
          <p:nvPr/>
        </p:nvSpPr>
        <p:spPr>
          <a:xfrm>
            <a:off x="1886463" y="3086287"/>
            <a:ext cx="103632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解：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4" name="对象 -2147482615"/>
          <p:cNvGraphicFramePr>
            <a:graphicFrameLocks noChangeAspect="1"/>
          </p:cNvGraphicFramePr>
          <p:nvPr/>
        </p:nvGraphicFramePr>
        <p:xfrm>
          <a:off x="3622676" y="4808538"/>
          <a:ext cx="179832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5" imgW="800100" imgH="228600" progId="Equation.3">
                  <p:embed/>
                </p:oleObj>
              </mc:Choice>
              <mc:Fallback>
                <p:oleObj name="" r:id="rId5" imgW="800100" imgH="2286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22676" y="4808538"/>
                        <a:ext cx="1798320" cy="514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-2147482615"/>
          <p:cNvGraphicFramePr>
            <a:graphicFrameLocks noChangeAspect="1"/>
          </p:cNvGraphicFramePr>
          <p:nvPr/>
        </p:nvGraphicFramePr>
        <p:xfrm>
          <a:off x="3445193" y="5323206"/>
          <a:ext cx="5050155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7" imgW="2247900" imgH="800100" progId="Equation.3">
                  <p:embed/>
                </p:oleObj>
              </mc:Choice>
              <mc:Fallback>
                <p:oleObj name="" r:id="rId7" imgW="2247900" imgH="8001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45193" y="5323206"/>
                        <a:ext cx="5050155" cy="180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-2147482615"/>
          <p:cNvGraphicFramePr>
            <a:graphicFrameLocks noChangeAspect="1"/>
          </p:cNvGraphicFramePr>
          <p:nvPr/>
        </p:nvGraphicFramePr>
        <p:xfrm>
          <a:off x="7005003" y="3208973"/>
          <a:ext cx="2966085" cy="1741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9" imgW="1320165" imgH="774065" progId="Equation.3">
                  <p:embed/>
                </p:oleObj>
              </mc:Choice>
              <mc:Fallback>
                <p:oleObj name="" r:id="rId9" imgW="1320165" imgH="774065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005003" y="3208973"/>
                        <a:ext cx="2966085" cy="17411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6" grpId="0"/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6358833" y="406020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一、复变函数的概念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6" name="文本框 2"/>
          <p:cNvSpPr txBox="1"/>
          <p:nvPr/>
        </p:nvSpPr>
        <p:spPr>
          <a:xfrm>
            <a:off x="3807973" y="1313367"/>
            <a:ext cx="6382357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一个复变函数确定了两个二元函数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17" name="Object 6"/>
          <p:cNvGraphicFramePr>
            <a:graphicFrameLocks noChangeAspect="1"/>
          </p:cNvGraphicFramePr>
          <p:nvPr/>
        </p:nvGraphicFramePr>
        <p:xfrm>
          <a:off x="3542976" y="4012869"/>
          <a:ext cx="2392324" cy="676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1" imgW="20726400" imgH="5486400" progId="Equation.DSMT4">
                  <p:embed/>
                </p:oleObj>
              </mc:Choice>
              <mc:Fallback>
                <p:oleObj name="Equation" r:id="rId1" imgW="20726400" imgH="54864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42976" y="4012869"/>
                        <a:ext cx="2392324" cy="67607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2" name="Object 12"/>
          <p:cNvGraphicFramePr>
            <a:graphicFrameLocks noChangeAspect="1"/>
          </p:cNvGraphicFramePr>
          <p:nvPr/>
        </p:nvGraphicFramePr>
        <p:xfrm>
          <a:off x="6222013" y="3775883"/>
          <a:ext cx="1655329" cy="561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14325600" imgH="4572000" progId="Equation.DSMT4">
                  <p:embed/>
                </p:oleObj>
              </mc:Choice>
              <mc:Fallback>
                <p:oleObj name="Equation" r:id="rId3" imgW="14325600" imgH="45720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22013" y="3775883"/>
                        <a:ext cx="1655329" cy="56191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3" name="Object 13"/>
          <p:cNvGraphicFramePr>
            <a:graphicFrameLocks noChangeAspect="1"/>
          </p:cNvGraphicFramePr>
          <p:nvPr/>
        </p:nvGraphicFramePr>
        <p:xfrm>
          <a:off x="11181499" y="3706216"/>
          <a:ext cx="3728229" cy="1427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5" imgW="32308800" imgH="11582400" progId="Equation.DSMT4">
                  <p:embed/>
                </p:oleObj>
              </mc:Choice>
              <mc:Fallback>
                <p:oleObj name="Equation" r:id="rId5" imgW="32308800" imgH="11582400" progId="Equation.DSMT4">
                  <p:embed/>
                  <p:pic>
                    <p:nvPicPr>
                      <p:cNvPr id="0" name="图片 205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181499" y="3706216"/>
                        <a:ext cx="3728229" cy="142775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5" name="Object 15"/>
          <p:cNvGraphicFramePr>
            <a:graphicFrameLocks noChangeAspect="1"/>
          </p:cNvGraphicFramePr>
          <p:nvPr/>
        </p:nvGraphicFramePr>
        <p:xfrm>
          <a:off x="3317071" y="2350462"/>
          <a:ext cx="1571827" cy="585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7" imgW="14020800" imgH="4876800" progId="Equation.DSMT4">
                  <p:embed/>
                </p:oleObj>
              </mc:Choice>
              <mc:Fallback>
                <p:oleObj name="Equation" r:id="rId7" imgW="14020800" imgH="4876800" progId="Equation.DSMT4">
                  <p:embed/>
                  <p:pic>
                    <p:nvPicPr>
                      <p:cNvPr id="0" name="图片 205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17071" y="2350462"/>
                        <a:ext cx="1571827" cy="58510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右箭头 30"/>
          <p:cNvSpPr/>
          <p:nvPr/>
        </p:nvSpPr>
        <p:spPr>
          <a:xfrm>
            <a:off x="4978955" y="2577814"/>
            <a:ext cx="2460442" cy="2755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2" name="Object 12"/>
          <p:cNvGraphicFramePr>
            <a:graphicFrameLocks noChangeAspect="1"/>
          </p:cNvGraphicFramePr>
          <p:nvPr/>
        </p:nvGraphicFramePr>
        <p:xfrm>
          <a:off x="5417034" y="2172663"/>
          <a:ext cx="1609020" cy="546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9" imgW="14325600" imgH="4572000" progId="Equation.DSMT4">
                  <p:embed/>
                </p:oleObj>
              </mc:Choice>
              <mc:Fallback>
                <p:oleObj name="Equation" r:id="rId9" imgW="14325600" imgH="4572000" progId="Equation.DSMT4">
                  <p:embed/>
                  <p:pic>
                    <p:nvPicPr>
                      <p:cNvPr id="0" name="图片 205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17034" y="2172663"/>
                        <a:ext cx="1609020" cy="54619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8" name="Object 18"/>
          <p:cNvGraphicFramePr>
            <a:graphicFrameLocks noChangeAspect="1"/>
          </p:cNvGraphicFramePr>
          <p:nvPr/>
        </p:nvGraphicFramePr>
        <p:xfrm>
          <a:off x="7729399" y="2360374"/>
          <a:ext cx="3452522" cy="5836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Equation" r:id="rId10" imgW="30784800" imgH="4876800" progId="Equation.DSMT4">
                  <p:embed/>
                </p:oleObj>
              </mc:Choice>
              <mc:Fallback>
                <p:oleObj name="Equation" r:id="rId10" imgW="30784800" imgH="4876800" progId="Equation.DSMT4">
                  <p:embed/>
                  <p:pic>
                    <p:nvPicPr>
                      <p:cNvPr id="0" name="图片 2053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729399" y="2360374"/>
                        <a:ext cx="3452522" cy="58366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6"/>
          <p:cNvGraphicFramePr>
            <a:graphicFrameLocks noChangeAspect="1"/>
          </p:cNvGraphicFramePr>
          <p:nvPr/>
        </p:nvGraphicFramePr>
        <p:xfrm>
          <a:off x="3379341" y="5693040"/>
          <a:ext cx="2719075" cy="768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Equation" r:id="rId12" imgW="20726400" imgH="5486400" progId="Equation.DSMT4">
                  <p:embed/>
                </p:oleObj>
              </mc:Choice>
              <mc:Fallback>
                <p:oleObj name="Equation" r:id="rId12" imgW="20726400" imgH="5486400" progId="Equation.DSMT4">
                  <p:embed/>
                  <p:pic>
                    <p:nvPicPr>
                      <p:cNvPr id="0" name="图片 205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79341" y="5693040"/>
                        <a:ext cx="2719075" cy="7684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12"/>
          <p:cNvGraphicFramePr>
            <a:graphicFrameLocks noChangeAspect="1"/>
          </p:cNvGraphicFramePr>
          <p:nvPr/>
        </p:nvGraphicFramePr>
        <p:xfrm>
          <a:off x="6852268" y="5483831"/>
          <a:ext cx="1522152" cy="680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13" imgW="11582400" imgH="4876800" progId="Equation.DSMT4">
                  <p:embed/>
                </p:oleObj>
              </mc:Choice>
              <mc:Fallback>
                <p:oleObj name="Equation" r:id="rId13" imgW="11582400" imgH="4876800" progId="Equation.DSMT4">
                  <p:embed/>
                  <p:pic>
                    <p:nvPicPr>
                      <p:cNvPr id="0" name="图片 2055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852268" y="5483831"/>
                        <a:ext cx="1522152" cy="68078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2" name="Object 22"/>
          <p:cNvGraphicFramePr>
            <a:graphicFrameLocks noChangeAspect="1"/>
          </p:cNvGraphicFramePr>
          <p:nvPr/>
        </p:nvGraphicFramePr>
        <p:xfrm>
          <a:off x="2157095" y="4138930"/>
          <a:ext cx="152781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15" imgW="469900" imgH="165100" progId="Equation.DSMT4">
                  <p:embed/>
                </p:oleObj>
              </mc:Choice>
              <mc:Fallback>
                <p:oleObj name="Equation" r:id="rId15" imgW="469900" imgH="165100" progId="Equation.DSMT4">
                  <p:embed/>
                  <p:pic>
                    <p:nvPicPr>
                      <p:cNvPr id="0" name="图片 205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157095" y="4138930"/>
                        <a:ext cx="1527810" cy="5619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3" name="Object 23"/>
          <p:cNvGraphicFramePr>
            <a:graphicFrameLocks noChangeAspect="1"/>
          </p:cNvGraphicFramePr>
          <p:nvPr/>
        </p:nvGraphicFramePr>
        <p:xfrm>
          <a:off x="2157095" y="5719445"/>
          <a:ext cx="1192530" cy="715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Equation" r:id="rId17" imgW="405765" imgH="228600" progId="Equation.DSMT4">
                  <p:embed/>
                </p:oleObj>
              </mc:Choice>
              <mc:Fallback>
                <p:oleObj name="Equation" r:id="rId17" imgW="405765" imgH="228600" progId="Equation.DSMT4">
                  <p:embed/>
                  <p:pic>
                    <p:nvPicPr>
                      <p:cNvPr id="0" name="图片 2057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157095" y="5719445"/>
                        <a:ext cx="1192530" cy="7150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4" name="Object 24"/>
          <p:cNvGraphicFramePr>
            <a:graphicFrameLocks noChangeAspect="1"/>
          </p:cNvGraphicFramePr>
          <p:nvPr/>
        </p:nvGraphicFramePr>
        <p:xfrm>
          <a:off x="11181983" y="5395507"/>
          <a:ext cx="2916283" cy="1622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Equation" r:id="rId19" imgW="22250400" imgH="11582400" progId="Equation.DSMT4">
                  <p:embed/>
                </p:oleObj>
              </mc:Choice>
              <mc:Fallback>
                <p:oleObj name="Equation" r:id="rId19" imgW="22250400" imgH="11582400" progId="Equation.DSMT4">
                  <p:embed/>
                  <p:pic>
                    <p:nvPicPr>
                      <p:cNvPr id="0" name="图片 2058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1181983" y="5395507"/>
                        <a:ext cx="2916283" cy="162297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2"/>
          <p:cNvSpPr txBox="1"/>
          <p:nvPr/>
        </p:nvSpPr>
        <p:spPr>
          <a:xfrm>
            <a:off x="2157307" y="2991776"/>
            <a:ext cx="1727236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+mn-ea"/>
              </a:rPr>
              <a:t>例如，</a:t>
            </a:r>
            <a:endParaRPr lang="zh-CN" altLang="en-US" sz="3900" dirty="0">
              <a:latin typeface="+mn-ea"/>
            </a:endParaRPr>
          </a:p>
        </p:txBody>
      </p:sp>
      <p:graphicFrame>
        <p:nvGraphicFramePr>
          <p:cNvPr id="51225" name="Object 25"/>
          <p:cNvGraphicFramePr>
            <a:graphicFrameLocks noChangeAspect="1"/>
          </p:cNvGraphicFramePr>
          <p:nvPr/>
        </p:nvGraphicFramePr>
        <p:xfrm>
          <a:off x="2240333" y="7435965"/>
          <a:ext cx="2392324" cy="676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21" imgW="20726400" imgH="5486400" progId="Equation.DSMT4">
                  <p:embed/>
                </p:oleObj>
              </mc:Choice>
              <mc:Fallback>
                <p:oleObj name="Equation" r:id="rId21" imgW="20726400" imgH="5486400" progId="Equation.DSMT4">
                  <p:embed/>
                  <p:pic>
                    <p:nvPicPr>
                      <p:cNvPr id="0" name="图片 2059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40333" y="7435965"/>
                        <a:ext cx="2392324" cy="67607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6" name="Object 26"/>
          <p:cNvGraphicFramePr>
            <a:graphicFrameLocks noChangeAspect="1"/>
          </p:cNvGraphicFramePr>
          <p:nvPr/>
        </p:nvGraphicFramePr>
        <p:xfrm>
          <a:off x="4956260" y="7207081"/>
          <a:ext cx="1339235" cy="598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Equation" r:id="rId22" imgW="11582400" imgH="4876800" progId="Equation.DSMT4">
                  <p:embed/>
                </p:oleObj>
              </mc:Choice>
              <mc:Fallback>
                <p:oleObj name="Equation" r:id="rId22" imgW="11582400" imgH="4876800" progId="Equation.DSMT4">
                  <p:embed/>
                  <p:pic>
                    <p:nvPicPr>
                      <p:cNvPr id="0" name="图片 206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956260" y="7207081"/>
                        <a:ext cx="1339235" cy="59897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7" name="Object 27"/>
          <p:cNvGraphicFramePr>
            <a:graphicFrameLocks noChangeAspect="1"/>
          </p:cNvGraphicFramePr>
          <p:nvPr/>
        </p:nvGraphicFramePr>
        <p:xfrm>
          <a:off x="10186640" y="7229325"/>
          <a:ext cx="1783106" cy="602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Equation" r:id="rId23" imgW="16764000" imgH="4876800" progId="Equation.DSMT4">
                  <p:embed/>
                </p:oleObj>
              </mc:Choice>
              <mc:Fallback>
                <p:oleObj name="Equation" r:id="rId23" imgW="16764000" imgH="4876800" progId="Equation.DSMT4">
                  <p:embed/>
                  <p:pic>
                    <p:nvPicPr>
                      <p:cNvPr id="0" name="图片 206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0186640" y="7229325"/>
                        <a:ext cx="1783106" cy="60290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4"/>
          <p:cNvGraphicFramePr>
            <a:graphicFrameLocks noChangeAspect="1"/>
          </p:cNvGraphicFramePr>
          <p:nvPr/>
        </p:nvGraphicFramePr>
        <p:xfrm>
          <a:off x="11939338" y="7173466"/>
          <a:ext cx="2380116" cy="1412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Equation" r:id="rId25" imgW="21945600" imgH="12192000" progId="Equation.DSMT4">
                  <p:embed/>
                </p:oleObj>
              </mc:Choice>
              <mc:Fallback>
                <p:oleObj name="Equation" r:id="rId25" imgW="21945600" imgH="12192000" progId="Equation.DSMT4">
                  <p:embed/>
                  <p:pic>
                    <p:nvPicPr>
                      <p:cNvPr id="0" name="图片 206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1939338" y="7173466"/>
                        <a:ext cx="2380116" cy="141222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右箭头 24"/>
          <p:cNvSpPr/>
          <p:nvPr/>
        </p:nvSpPr>
        <p:spPr>
          <a:xfrm>
            <a:off x="10537190" y="4381500"/>
            <a:ext cx="644525" cy="76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sp>
        <p:nvSpPr>
          <p:cNvPr id="26" name="等于号 25"/>
          <p:cNvSpPr/>
          <p:nvPr/>
        </p:nvSpPr>
        <p:spPr>
          <a:xfrm>
            <a:off x="5783940" y="4220528"/>
            <a:ext cx="2408287" cy="385274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51230" name="Object 30"/>
          <p:cNvGraphicFramePr>
            <a:graphicFrameLocks noChangeAspect="1"/>
          </p:cNvGraphicFramePr>
          <p:nvPr/>
        </p:nvGraphicFramePr>
        <p:xfrm>
          <a:off x="8035726" y="4081407"/>
          <a:ext cx="2429541" cy="676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name="Equation" r:id="rId27" imgW="21031200" imgH="5486400" progId="Equation.DSMT4">
                  <p:embed/>
                </p:oleObj>
              </mc:Choice>
              <mc:Fallback>
                <p:oleObj name="Equation" r:id="rId27" imgW="21031200" imgH="5486400" progId="Equation.DSMT4">
                  <p:embed/>
                  <p:pic>
                    <p:nvPicPr>
                      <p:cNvPr id="0" name="图片 2063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035726" y="4081407"/>
                        <a:ext cx="2429541" cy="67684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等于号 27"/>
          <p:cNvSpPr/>
          <p:nvPr/>
        </p:nvSpPr>
        <p:spPr>
          <a:xfrm>
            <a:off x="6199289" y="6028389"/>
            <a:ext cx="2439525" cy="296361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51231" name="Object 31"/>
          <p:cNvGraphicFramePr>
            <a:graphicFrameLocks noChangeAspect="1"/>
          </p:cNvGraphicFramePr>
          <p:nvPr/>
        </p:nvGraphicFramePr>
        <p:xfrm>
          <a:off x="8588108" y="5866053"/>
          <a:ext cx="1199460" cy="682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name="Equation" r:id="rId29" imgW="9144000" imgH="4876800" progId="Equation.DSMT4">
                  <p:embed/>
                </p:oleObj>
              </mc:Choice>
              <mc:Fallback>
                <p:oleObj name="Equation" r:id="rId29" imgW="9144000" imgH="4876800" progId="Equation.DSMT4">
                  <p:embed/>
                  <p:pic>
                    <p:nvPicPr>
                      <p:cNvPr id="0" name="图片 2064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588108" y="5866053"/>
                        <a:ext cx="1199460" cy="68216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右箭头 32"/>
          <p:cNvSpPr/>
          <p:nvPr/>
        </p:nvSpPr>
        <p:spPr>
          <a:xfrm>
            <a:off x="10034270" y="6104255"/>
            <a:ext cx="895985" cy="76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sp>
        <p:nvSpPr>
          <p:cNvPr id="37" name="等于号 36"/>
          <p:cNvSpPr/>
          <p:nvPr/>
        </p:nvSpPr>
        <p:spPr>
          <a:xfrm>
            <a:off x="4554159" y="7717439"/>
            <a:ext cx="2146368" cy="311430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51232" name="Object 32"/>
          <p:cNvGraphicFramePr>
            <a:graphicFrameLocks noChangeAspect="1"/>
          </p:cNvGraphicFramePr>
          <p:nvPr/>
        </p:nvGraphicFramePr>
        <p:xfrm>
          <a:off x="6696183" y="7522860"/>
          <a:ext cx="3554099" cy="600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name="Equation" r:id="rId31" imgW="30784800" imgH="4876800" progId="Equation.DSMT4">
                  <p:embed/>
                </p:oleObj>
              </mc:Choice>
              <mc:Fallback>
                <p:oleObj name="Equation" r:id="rId31" imgW="30784800" imgH="4876800" progId="Equation.DSMT4">
                  <p:embed/>
                  <p:pic>
                    <p:nvPicPr>
                      <p:cNvPr id="0" name="图片 2065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696183" y="7522860"/>
                        <a:ext cx="3554099" cy="6001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右箭头 37"/>
          <p:cNvSpPr/>
          <p:nvPr/>
        </p:nvSpPr>
        <p:spPr>
          <a:xfrm>
            <a:off x="10312995" y="7765994"/>
            <a:ext cx="1367422" cy="1733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sp>
        <p:nvSpPr>
          <p:cNvPr id="30" name="七角星 29"/>
          <p:cNvSpPr/>
          <p:nvPr/>
        </p:nvSpPr>
        <p:spPr>
          <a:xfrm>
            <a:off x="2091169" y="1009186"/>
            <a:ext cx="1226128" cy="1163782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 smtClean="0">
                <a:solidFill>
                  <a:schemeClr val="tx1"/>
                </a:solidFill>
              </a:rPr>
              <a:t>注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11181715" y="2360295"/>
            <a:ext cx="2442845" cy="1058545"/>
          </a:xfrm>
          <a:prstGeom prst="wedgeRoundRectCallout">
            <a:avLst>
              <a:gd name="adj1" fmla="val 50818"/>
              <a:gd name="adj2" fmla="val 9082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200" b="1">
                <a:solidFill>
                  <a:schemeClr val="tx1"/>
                </a:solidFill>
              </a:rPr>
              <a:t>二元函数</a:t>
            </a:r>
            <a:endParaRPr lang="zh-CN" altLang="en-US" sz="32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1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1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1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ldLvl="0" animBg="1"/>
      <p:bldP spid="37" grpId="0" bldLvl="0" animBg="1"/>
      <p:bldP spid="38" grpId="0" bldLvl="0" animBg="1"/>
      <p:bldP spid="33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椭圆 40"/>
          <p:cNvSpPr/>
          <p:nvPr/>
        </p:nvSpPr>
        <p:spPr>
          <a:xfrm>
            <a:off x="5053296" y="5155229"/>
            <a:ext cx="886544" cy="2034439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2" name="心形 41"/>
          <p:cNvSpPr/>
          <p:nvPr/>
        </p:nvSpPr>
        <p:spPr>
          <a:xfrm>
            <a:off x="12566755" y="4661436"/>
            <a:ext cx="1861741" cy="1836921"/>
          </a:xfrm>
          <a:prstGeom prst="hear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2"/>
          <p:cNvSpPr txBox="1"/>
          <p:nvPr/>
        </p:nvSpPr>
        <p:spPr>
          <a:xfrm>
            <a:off x="6358833" y="406020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一、复变函数的概念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33939" y="1349827"/>
            <a:ext cx="5415915" cy="71183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3900" b="1" dirty="0" smtClean="0">
                <a:latin typeface="+mn-ea"/>
              </a:rPr>
              <a:t>2</a:t>
            </a:r>
            <a:r>
              <a:rPr lang="zh-CN" altLang="en-US" sz="3900" b="1" dirty="0" smtClean="0">
                <a:latin typeface="+mn-ea"/>
              </a:rPr>
              <a:t>、复变函数的几何意义</a:t>
            </a:r>
            <a:endParaRPr lang="zh-CN" altLang="en-US" sz="3900" b="1" dirty="0">
              <a:latin typeface="+mn-ea"/>
            </a:endParaRPr>
          </a:p>
        </p:txBody>
      </p:sp>
      <p:graphicFrame>
        <p:nvGraphicFramePr>
          <p:cNvPr id="28685" name="Object 13"/>
          <p:cNvGraphicFramePr>
            <a:graphicFrameLocks noChangeAspect="1"/>
          </p:cNvGraphicFramePr>
          <p:nvPr/>
        </p:nvGraphicFramePr>
        <p:xfrm>
          <a:off x="3216056" y="2219166"/>
          <a:ext cx="1982257" cy="737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1" imgW="14020800" imgH="4876800" progId="Equation.DSMT4">
                  <p:embed/>
                </p:oleObj>
              </mc:Choice>
              <mc:Fallback>
                <p:oleObj name="Equation" r:id="rId1" imgW="14020800" imgH="48768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16056" y="2219166"/>
                        <a:ext cx="1982257" cy="73788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2"/>
          <p:cNvSpPr txBox="1"/>
          <p:nvPr/>
        </p:nvSpPr>
        <p:spPr>
          <a:xfrm>
            <a:off x="5231124" y="2274095"/>
            <a:ext cx="8854440" cy="71183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+mn-ea"/>
              </a:rPr>
              <a:t>是</a:t>
            </a:r>
            <a:r>
              <a:rPr lang="en-US" altLang="zh-CN" sz="3900" dirty="0" smtClean="0">
                <a:latin typeface="+mn-ea"/>
              </a:rPr>
              <a:t>z</a:t>
            </a:r>
            <a:r>
              <a:rPr lang="zh-CN" altLang="en-US" sz="3900" dirty="0" smtClean="0">
                <a:latin typeface="+mn-ea"/>
              </a:rPr>
              <a:t>平面上的点集</a:t>
            </a:r>
            <a:r>
              <a:rPr lang="en-US" altLang="zh-CN" sz="39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3900" dirty="0" smtClean="0">
                <a:latin typeface="+mn-ea"/>
              </a:rPr>
              <a:t>到</a:t>
            </a:r>
            <a:r>
              <a:rPr lang="en-US" altLang="zh-CN" sz="39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zh-CN" altLang="en-US" sz="3900" dirty="0" smtClean="0">
                <a:latin typeface="+mn-ea"/>
              </a:rPr>
              <a:t>平面上的点集</a:t>
            </a:r>
            <a:r>
              <a:rPr lang="en-US" altLang="zh-CN" sz="39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3900" dirty="0" smtClean="0">
                <a:latin typeface="+mn-ea"/>
              </a:rPr>
              <a:t>的</a:t>
            </a:r>
            <a:endParaRPr lang="zh-CN" altLang="en-US" sz="3900" dirty="0">
              <a:latin typeface="+mn-ea"/>
            </a:endParaRPr>
          </a:p>
        </p:txBody>
      </p:sp>
      <p:sp>
        <p:nvSpPr>
          <p:cNvPr id="11" name="文本框 2"/>
          <p:cNvSpPr txBox="1"/>
          <p:nvPr/>
        </p:nvSpPr>
        <p:spPr>
          <a:xfrm>
            <a:off x="2068479" y="3177837"/>
            <a:ext cx="3727784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+mn-ea"/>
              </a:rPr>
              <a:t>映射或者变换，</a:t>
            </a:r>
            <a:endParaRPr lang="zh-CN" altLang="en-US" sz="3900" dirty="0">
              <a:latin typeface="+mn-ea"/>
            </a:endParaRPr>
          </a:p>
        </p:txBody>
      </p:sp>
      <p:sp>
        <p:nvSpPr>
          <p:cNvPr id="12" name="文本框 2"/>
          <p:cNvSpPr txBox="1"/>
          <p:nvPr/>
        </p:nvSpPr>
        <p:spPr>
          <a:xfrm>
            <a:off x="5355062" y="3167575"/>
            <a:ext cx="5949546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+mn-ea"/>
              </a:rPr>
              <a:t>与点</a:t>
            </a:r>
            <a:r>
              <a:rPr lang="en-US" altLang="zh-CN" sz="39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sz="3900" dirty="0" smtClean="0">
                <a:latin typeface="+mn-ea"/>
              </a:rPr>
              <a:t>对应的</a:t>
            </a:r>
            <a:r>
              <a:rPr lang="en-US" altLang="zh-CN" sz="39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zh-CN" altLang="en-US" sz="3900" dirty="0" smtClean="0">
                <a:latin typeface="+mn-ea"/>
              </a:rPr>
              <a:t>称为</a:t>
            </a:r>
            <a:r>
              <a:rPr lang="en-US" altLang="zh-CN" sz="39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sz="3900" dirty="0" smtClean="0">
                <a:latin typeface="+mn-ea"/>
              </a:rPr>
              <a:t>的像，</a:t>
            </a:r>
            <a:endParaRPr lang="zh-CN" altLang="en-US" sz="3900" dirty="0">
              <a:latin typeface="+mn-ea"/>
            </a:endParaRPr>
          </a:p>
        </p:txBody>
      </p:sp>
      <p:sp>
        <p:nvSpPr>
          <p:cNvPr id="13" name="文本框 2"/>
          <p:cNvSpPr txBox="1"/>
          <p:nvPr/>
        </p:nvSpPr>
        <p:spPr>
          <a:xfrm>
            <a:off x="10956658" y="3178486"/>
            <a:ext cx="3386345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39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sz="3900" dirty="0" smtClean="0">
                <a:latin typeface="+mn-ea"/>
              </a:rPr>
              <a:t>称为</a:t>
            </a:r>
            <a:r>
              <a:rPr lang="en-US" altLang="zh-CN" sz="39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zh-CN" altLang="en-US" sz="3900" dirty="0" smtClean="0">
                <a:latin typeface="+mn-ea"/>
              </a:rPr>
              <a:t>的原像</a:t>
            </a:r>
            <a:r>
              <a:rPr lang="en-US" altLang="zh-CN" sz="3900" dirty="0" smtClean="0">
                <a:latin typeface="+mn-ea"/>
              </a:rPr>
              <a:t>.</a:t>
            </a:r>
            <a:endParaRPr lang="zh-CN" altLang="en-US" sz="3900" dirty="0">
              <a:latin typeface="+mn-ea"/>
            </a:endParaRPr>
          </a:p>
        </p:txBody>
      </p:sp>
      <p:grpSp>
        <p:nvGrpSpPr>
          <p:cNvPr id="21" name="组合 31"/>
          <p:cNvGrpSpPr/>
          <p:nvPr/>
        </p:nvGrpSpPr>
        <p:grpSpPr>
          <a:xfrm>
            <a:off x="3391029" y="4700575"/>
            <a:ext cx="3268741" cy="2469339"/>
            <a:chOff x="5613540" y="3007179"/>
            <a:chExt cx="3169644" cy="2259504"/>
          </a:xfrm>
        </p:grpSpPr>
        <p:cxnSp>
          <p:nvCxnSpPr>
            <p:cNvPr id="22" name="直接箭头连接符 21"/>
            <p:cNvCxnSpPr/>
            <p:nvPr/>
          </p:nvCxnSpPr>
          <p:spPr>
            <a:xfrm flipV="1">
              <a:off x="5613540" y="4673602"/>
              <a:ext cx="2906346" cy="6895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 rot="16200000" flipV="1">
              <a:off x="5342178" y="4135653"/>
              <a:ext cx="2233196" cy="2886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4" name="Object 9"/>
            <p:cNvGraphicFramePr>
              <a:graphicFrameLocks noChangeAspect="1"/>
            </p:cNvGraphicFramePr>
            <p:nvPr/>
          </p:nvGraphicFramePr>
          <p:xfrm>
            <a:off x="6086702" y="4707845"/>
            <a:ext cx="662890" cy="430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4" name="Equation" r:id="rId3" imgW="3657600" imgH="4267200" progId="Equation.DSMT4">
                    <p:embed/>
                  </p:oleObj>
                </mc:Choice>
                <mc:Fallback>
                  <p:oleObj name="Equation" r:id="rId3" imgW="3657600" imgH="4267200" progId="Equation.DSMT4">
                    <p:embed/>
                    <p:pic>
                      <p:nvPicPr>
                        <p:cNvPr id="0" name="图片 307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086702" y="4707845"/>
                          <a:ext cx="662890" cy="43021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10"/>
            <p:cNvGraphicFramePr>
              <a:graphicFrameLocks noChangeAspect="1"/>
            </p:cNvGraphicFramePr>
            <p:nvPr/>
          </p:nvGraphicFramePr>
          <p:xfrm>
            <a:off x="8230734" y="4810578"/>
            <a:ext cx="552450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5" name="Equation" r:id="rId5" imgW="3048000" imgH="3352800" progId="Equation.DSMT4">
                    <p:embed/>
                  </p:oleObj>
                </mc:Choice>
                <mc:Fallback>
                  <p:oleObj name="Equation" r:id="rId5" imgW="3048000" imgH="3352800" progId="Equation.DSMT4">
                    <p:embed/>
                    <p:pic>
                      <p:nvPicPr>
                        <p:cNvPr id="0" name="图片 307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230734" y="4810578"/>
                          <a:ext cx="552450" cy="33813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11"/>
            <p:cNvGraphicFramePr>
              <a:graphicFrameLocks noChangeAspect="1"/>
            </p:cNvGraphicFramePr>
            <p:nvPr/>
          </p:nvGraphicFramePr>
          <p:xfrm>
            <a:off x="5778500" y="3007179"/>
            <a:ext cx="608013" cy="398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Equation" r:id="rId7" imgW="3352800" imgH="3962400" progId="Equation.DSMT4">
                    <p:embed/>
                  </p:oleObj>
                </mc:Choice>
                <mc:Fallback>
                  <p:oleObj name="Equation" r:id="rId7" imgW="3352800" imgH="3962400" progId="Equation.DSMT4">
                    <p:embed/>
                    <p:pic>
                      <p:nvPicPr>
                        <p:cNvPr id="0" name="图片 307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778500" y="3007179"/>
                          <a:ext cx="608013" cy="39846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组合 31"/>
          <p:cNvGrpSpPr/>
          <p:nvPr/>
        </p:nvGrpSpPr>
        <p:grpSpPr>
          <a:xfrm>
            <a:off x="10372563" y="4805041"/>
            <a:ext cx="3375865" cy="2542643"/>
            <a:chOff x="5509663" y="3033486"/>
            <a:chExt cx="3273521" cy="2326579"/>
          </a:xfrm>
        </p:grpSpPr>
        <p:cxnSp>
          <p:nvCxnSpPr>
            <p:cNvPr id="36" name="直接箭头连接符 35"/>
            <p:cNvCxnSpPr/>
            <p:nvPr/>
          </p:nvCxnSpPr>
          <p:spPr>
            <a:xfrm flipV="1">
              <a:off x="5509663" y="4673602"/>
              <a:ext cx="3010223" cy="538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 rot="16200000" flipV="1">
              <a:off x="5286532" y="4191300"/>
              <a:ext cx="2326579" cy="1095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8" name="Object 9"/>
            <p:cNvGraphicFramePr>
              <a:graphicFrameLocks noChangeAspect="1"/>
            </p:cNvGraphicFramePr>
            <p:nvPr/>
          </p:nvGraphicFramePr>
          <p:xfrm>
            <a:off x="6086702" y="4707845"/>
            <a:ext cx="662890" cy="430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Equation" r:id="rId9" imgW="3657600" imgH="4267200" progId="Equation.DSMT4">
                    <p:embed/>
                  </p:oleObj>
                </mc:Choice>
                <mc:Fallback>
                  <p:oleObj name="Equation" r:id="rId9" imgW="3657600" imgH="4267200" progId="Equation.DSMT4">
                    <p:embed/>
                    <p:pic>
                      <p:nvPicPr>
                        <p:cNvPr id="0" name="图片 307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086702" y="4707845"/>
                          <a:ext cx="662890" cy="43021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10"/>
            <p:cNvGraphicFramePr>
              <a:graphicFrameLocks noChangeAspect="1"/>
            </p:cNvGraphicFramePr>
            <p:nvPr/>
          </p:nvGraphicFramePr>
          <p:xfrm>
            <a:off x="8230734" y="4810578"/>
            <a:ext cx="552450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Equation" r:id="rId10" imgW="3048000" imgH="3352800" progId="Equation.DSMT4">
                    <p:embed/>
                  </p:oleObj>
                </mc:Choice>
                <mc:Fallback>
                  <p:oleObj name="Equation" r:id="rId10" imgW="3048000" imgH="3352800" progId="Equation.DSMT4">
                    <p:embed/>
                    <p:pic>
                      <p:nvPicPr>
                        <p:cNvPr id="0" name="图片 307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8230734" y="4810578"/>
                          <a:ext cx="552450" cy="33813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11"/>
            <p:cNvGraphicFramePr>
              <a:graphicFrameLocks noChangeAspect="1"/>
            </p:cNvGraphicFramePr>
            <p:nvPr/>
          </p:nvGraphicFramePr>
          <p:xfrm>
            <a:off x="5833489" y="3037195"/>
            <a:ext cx="498338" cy="3375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Equation" r:id="rId12" imgW="2743200" imgH="3352800" progId="Equation.DSMT4">
                    <p:embed/>
                  </p:oleObj>
                </mc:Choice>
                <mc:Fallback>
                  <p:oleObj name="Equation" r:id="rId12" imgW="2743200" imgH="3352800" progId="Equation.DSMT4">
                    <p:embed/>
                    <p:pic>
                      <p:nvPicPr>
                        <p:cNvPr id="0" name="图片 307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5833489" y="3037195"/>
                          <a:ext cx="498338" cy="33759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3" name="Object 10"/>
          <p:cNvGraphicFramePr>
            <a:graphicFrameLocks noChangeAspect="1"/>
          </p:cNvGraphicFramePr>
          <p:nvPr/>
        </p:nvGraphicFramePr>
        <p:xfrm>
          <a:off x="5165653" y="5825386"/>
          <a:ext cx="683186" cy="4361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Equation" r:id="rId14" imgW="3657600" imgH="3962400" progId="Equation.DSMT4">
                  <p:embed/>
                </p:oleObj>
              </mc:Choice>
              <mc:Fallback>
                <p:oleObj name="Equation" r:id="rId14" imgW="3657600" imgH="3962400" progId="Equation.DSMT4">
                  <p:embed/>
                  <p:pic>
                    <p:nvPicPr>
                      <p:cNvPr id="0" name="图片 3079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165653" y="5825386"/>
                        <a:ext cx="683186" cy="43618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7" name="Object 25"/>
          <p:cNvGraphicFramePr>
            <a:graphicFrameLocks noChangeAspect="1"/>
          </p:cNvGraphicFramePr>
          <p:nvPr/>
        </p:nvGraphicFramePr>
        <p:xfrm>
          <a:off x="13148435" y="5305806"/>
          <a:ext cx="740287" cy="470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16" imgW="3962400" imgH="4267200" progId="Equation.DSMT4">
                  <p:embed/>
                </p:oleObj>
              </mc:Choice>
              <mc:Fallback>
                <p:oleObj name="Equation" r:id="rId16" imgW="3962400" imgH="4267200" progId="Equation.DSMT4">
                  <p:embed/>
                  <p:pic>
                    <p:nvPicPr>
                      <p:cNvPr id="0" name="图片 3080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3148435" y="5305806"/>
                        <a:ext cx="740287" cy="47071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上弧形箭头 44"/>
          <p:cNvSpPr/>
          <p:nvPr/>
        </p:nvSpPr>
        <p:spPr>
          <a:xfrm>
            <a:off x="5407919" y="4049129"/>
            <a:ext cx="7602114" cy="948086"/>
          </a:xfrm>
          <a:prstGeom prst="curved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41" grpId="0" animBg="1"/>
      <p:bldP spid="42" grpId="0" animBg="1"/>
      <p:bldP spid="45" grpId="0" animBg="1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椭圆 44"/>
          <p:cNvSpPr/>
          <p:nvPr/>
        </p:nvSpPr>
        <p:spPr>
          <a:xfrm>
            <a:off x="4765731" y="5365133"/>
            <a:ext cx="1551453" cy="286401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" name="文本框 2"/>
          <p:cNvSpPr txBox="1"/>
          <p:nvPr/>
        </p:nvSpPr>
        <p:spPr>
          <a:xfrm>
            <a:off x="6116438" y="286681"/>
            <a:ext cx="4681220" cy="71183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一</a:t>
            </a:r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、复变函数的概念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18" name="Object 6"/>
          <p:cNvGraphicFramePr>
            <a:graphicFrameLocks noChangeAspect="1"/>
          </p:cNvGraphicFramePr>
          <p:nvPr/>
        </p:nvGraphicFramePr>
        <p:xfrm>
          <a:off x="2038556" y="1874622"/>
          <a:ext cx="2567077" cy="7254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20726400" imgH="5486400" progId="Equation.DSMT4">
                  <p:embed/>
                </p:oleObj>
              </mc:Choice>
              <mc:Fallback>
                <p:oleObj name="Equation" r:id="rId1" imgW="20726400" imgH="54864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38556" y="1874622"/>
                        <a:ext cx="2567077" cy="72545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右箭头 18"/>
          <p:cNvSpPr/>
          <p:nvPr/>
        </p:nvSpPr>
        <p:spPr>
          <a:xfrm>
            <a:off x="5209835" y="2141042"/>
            <a:ext cx="2748292" cy="2567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0" name="Object 12"/>
          <p:cNvGraphicFramePr>
            <a:graphicFrameLocks noChangeAspect="1"/>
          </p:cNvGraphicFramePr>
          <p:nvPr/>
        </p:nvGraphicFramePr>
        <p:xfrm>
          <a:off x="5736566" y="1617884"/>
          <a:ext cx="1776245" cy="602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14325600" imgH="4572000" progId="Equation.DSMT4">
                  <p:embed/>
                </p:oleObj>
              </mc:Choice>
              <mc:Fallback>
                <p:oleObj name="Equation" r:id="rId3" imgW="14325600" imgH="45720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36566" y="1617884"/>
                        <a:ext cx="1776245" cy="60295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3"/>
          <p:cNvGraphicFramePr>
            <a:graphicFrameLocks noChangeAspect="1"/>
          </p:cNvGraphicFramePr>
          <p:nvPr/>
        </p:nvGraphicFramePr>
        <p:xfrm>
          <a:off x="8324916" y="1542638"/>
          <a:ext cx="4000568" cy="1532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5" imgW="32308800" imgH="11582400" progId="Equation.DSMT4">
                  <p:embed/>
                </p:oleObj>
              </mc:Choice>
              <mc:Fallback>
                <p:oleObj name="Equation" r:id="rId5" imgW="32308800" imgH="11582400" progId="Equation.DSMT4">
                  <p:embed/>
                  <p:pic>
                    <p:nvPicPr>
                      <p:cNvPr id="0" name="图片 40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24916" y="1542638"/>
                        <a:ext cx="4000568" cy="15320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5772371" y="2422399"/>
          <a:ext cx="1851223" cy="523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7" imgW="14935200" imgH="3962400" progId="Equation.DSMT4">
                  <p:embed/>
                </p:oleObj>
              </mc:Choice>
              <mc:Fallback>
                <p:oleObj name="Equation" r:id="rId7" imgW="14935200" imgH="3962400" progId="Equation.DSMT4">
                  <p:embed/>
                  <p:pic>
                    <p:nvPicPr>
                      <p:cNvPr id="0" name="图片 409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72371" y="2422399"/>
                        <a:ext cx="1851223" cy="52341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"/>
          <p:cNvSpPr txBox="1"/>
          <p:nvPr/>
        </p:nvSpPr>
        <p:spPr>
          <a:xfrm>
            <a:off x="3095593" y="3074387"/>
            <a:ext cx="3226435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sz="3200" dirty="0" smtClean="0">
                <a:latin typeface="+mn-ea"/>
              </a:rPr>
              <a:t>平面上的双曲线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29" name="Object 14"/>
          <p:cNvGraphicFramePr>
            <a:graphicFrameLocks noChangeAspect="1"/>
          </p:cNvGraphicFramePr>
          <p:nvPr/>
        </p:nvGraphicFramePr>
        <p:xfrm>
          <a:off x="8553463" y="3074642"/>
          <a:ext cx="2219325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9" imgW="19507200" imgH="5791200" progId="Equation.DSMT4">
                  <p:embed/>
                </p:oleObj>
              </mc:Choice>
              <mc:Fallback>
                <p:oleObj name="Equation" r:id="rId9" imgW="19507200" imgH="57912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553463" y="3074642"/>
                        <a:ext cx="2219325" cy="701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文本框 2"/>
          <p:cNvSpPr txBox="1"/>
          <p:nvPr/>
        </p:nvSpPr>
        <p:spPr>
          <a:xfrm>
            <a:off x="3809731" y="4025664"/>
            <a:ext cx="3339465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zh-CN" altLang="en-US" sz="3200" dirty="0" smtClean="0">
                <a:latin typeface="+mn-ea"/>
              </a:rPr>
              <a:t>平面上两族直线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31" name="Object 14"/>
          <p:cNvGraphicFramePr>
            <a:graphicFrameLocks noChangeAspect="1"/>
          </p:cNvGraphicFramePr>
          <p:nvPr/>
        </p:nvGraphicFramePr>
        <p:xfrm>
          <a:off x="8318270" y="3939495"/>
          <a:ext cx="1361094" cy="7249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11" imgW="10972800" imgH="5486400" progId="Equation.DSMT4">
                  <p:embed/>
                </p:oleObj>
              </mc:Choice>
              <mc:Fallback>
                <p:oleObj name="Equation" r:id="rId11" imgW="10972800" imgH="5486400" progId="Equation.DSMT4">
                  <p:embed/>
                  <p:pic>
                    <p:nvPicPr>
                      <p:cNvPr id="0" name="图片 410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318270" y="3939495"/>
                        <a:ext cx="1361094" cy="72492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5" name="Object 17"/>
          <p:cNvGraphicFramePr>
            <a:graphicFrameLocks noChangeAspect="1"/>
          </p:cNvGraphicFramePr>
          <p:nvPr/>
        </p:nvGraphicFramePr>
        <p:xfrm>
          <a:off x="12384793" y="3108724"/>
          <a:ext cx="1701813" cy="667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13" imgW="14935200" imgH="5486400" progId="Equation.DSMT4">
                  <p:embed/>
                </p:oleObj>
              </mc:Choice>
              <mc:Fallback>
                <p:oleObj name="Equation" r:id="rId13" imgW="14935200" imgH="5486400" progId="Equation.DSMT4">
                  <p:embed/>
                  <p:pic>
                    <p:nvPicPr>
                      <p:cNvPr id="0" name="图片 410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384793" y="3108724"/>
                        <a:ext cx="1701813" cy="66769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6" name="Object 18"/>
          <p:cNvGraphicFramePr>
            <a:graphicFrameLocks noChangeAspect="1"/>
          </p:cNvGraphicFramePr>
          <p:nvPr/>
        </p:nvGraphicFramePr>
        <p:xfrm>
          <a:off x="10035333" y="3950125"/>
          <a:ext cx="1361094" cy="7249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Equation" r:id="rId15" imgW="10972800" imgH="5486400" progId="Equation.DSMT4">
                  <p:embed/>
                </p:oleObj>
              </mc:Choice>
              <mc:Fallback>
                <p:oleObj name="Equation" r:id="rId15" imgW="10972800" imgH="5486400" progId="Equation.DSMT4">
                  <p:embed/>
                  <p:pic>
                    <p:nvPicPr>
                      <p:cNvPr id="0" name="图片 410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035333" y="3950125"/>
                        <a:ext cx="1361094" cy="72492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7" name="直接箭头连接符 36"/>
          <p:cNvCxnSpPr/>
          <p:nvPr/>
        </p:nvCxnSpPr>
        <p:spPr>
          <a:xfrm rot="16200000" flipV="1">
            <a:off x="2315623" y="6829625"/>
            <a:ext cx="3763959" cy="297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Object 9"/>
          <p:cNvGraphicFramePr>
            <a:graphicFrameLocks noChangeAspect="1"/>
          </p:cNvGraphicFramePr>
          <p:nvPr/>
        </p:nvGraphicFramePr>
        <p:xfrm>
          <a:off x="3769562" y="6772632"/>
          <a:ext cx="683615" cy="470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quation" r:id="rId17" imgW="3657600" imgH="4267200" progId="Equation.DSMT4">
                  <p:embed/>
                </p:oleObj>
              </mc:Choice>
              <mc:Fallback>
                <p:oleObj name="Equation" r:id="rId17" imgW="3657600" imgH="4267200" progId="Equation.DSMT4">
                  <p:embed/>
                  <p:pic>
                    <p:nvPicPr>
                      <p:cNvPr id="0" name="图片 410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769562" y="6772632"/>
                        <a:ext cx="683615" cy="47016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10"/>
          <p:cNvGraphicFramePr>
            <a:graphicFrameLocks noChangeAspect="1"/>
          </p:cNvGraphicFramePr>
          <p:nvPr/>
        </p:nvGraphicFramePr>
        <p:xfrm>
          <a:off x="7155296" y="6825651"/>
          <a:ext cx="569722" cy="369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Equation" r:id="rId19" imgW="3048000" imgH="3352800" progId="Equation.DSMT4">
                  <p:embed/>
                </p:oleObj>
              </mc:Choice>
              <mc:Fallback>
                <p:oleObj name="Equation" r:id="rId19" imgW="3048000" imgH="3352800" progId="Equation.DSMT4">
                  <p:embed/>
                  <p:pic>
                    <p:nvPicPr>
                      <p:cNvPr id="0" name="图片 410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155296" y="6825651"/>
                        <a:ext cx="569722" cy="3695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1"/>
          <p:cNvGraphicFramePr>
            <a:graphicFrameLocks noChangeAspect="1"/>
          </p:cNvGraphicFramePr>
          <p:nvPr/>
        </p:nvGraphicFramePr>
        <p:xfrm>
          <a:off x="3697336" y="5112179"/>
          <a:ext cx="627022" cy="435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quation" r:id="rId21" imgW="3352800" imgH="3962400" progId="Equation.DSMT4">
                  <p:embed/>
                </p:oleObj>
              </mc:Choice>
              <mc:Fallback>
                <p:oleObj name="Equation" r:id="rId21" imgW="3352800" imgH="39624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697336" y="5112179"/>
                        <a:ext cx="627022" cy="43546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椭圆 43"/>
          <p:cNvSpPr/>
          <p:nvPr/>
        </p:nvSpPr>
        <p:spPr>
          <a:xfrm>
            <a:off x="1974532" y="5447685"/>
            <a:ext cx="1551453" cy="286401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432056" y="5092150"/>
            <a:ext cx="975196" cy="1806184"/>
          </a:xfrm>
          <a:prstGeom prst="rect">
            <a:avLst/>
          </a:prstGeom>
          <a:solidFill>
            <a:schemeClr val="bg1"/>
          </a:solidFill>
        </p:spPr>
        <p:txBody>
          <a:bodyPr wrap="square" lIns="112316" tIns="56158" rIns="112316" bIns="56158" rtlCol="0">
            <a:spAutoFit/>
          </a:bodyPr>
          <a:lstStyle/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72684" y="6669003"/>
            <a:ext cx="956730" cy="1806184"/>
          </a:xfrm>
          <a:prstGeom prst="rect">
            <a:avLst/>
          </a:prstGeom>
          <a:solidFill>
            <a:schemeClr val="bg1"/>
          </a:solidFill>
        </p:spPr>
        <p:txBody>
          <a:bodyPr wrap="square" lIns="112316" tIns="56158" rIns="112316" bIns="56158" rtlCol="0">
            <a:spAutoFit/>
          </a:bodyPr>
          <a:lstStyle/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619917" y="5108610"/>
            <a:ext cx="1174673" cy="1806184"/>
          </a:xfrm>
          <a:prstGeom prst="rect">
            <a:avLst/>
          </a:prstGeom>
          <a:solidFill>
            <a:schemeClr val="bg1"/>
          </a:solidFill>
        </p:spPr>
        <p:txBody>
          <a:bodyPr wrap="square" lIns="112316" tIns="56158" rIns="112316" bIns="56158" rtlCol="0">
            <a:spAutoFit/>
          </a:bodyPr>
          <a:lstStyle/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863715" y="6764471"/>
            <a:ext cx="975199" cy="1806184"/>
          </a:xfrm>
          <a:prstGeom prst="rect">
            <a:avLst/>
          </a:prstGeom>
          <a:solidFill>
            <a:schemeClr val="bg1"/>
          </a:solidFill>
        </p:spPr>
        <p:txBody>
          <a:bodyPr wrap="square" lIns="112316" tIns="56158" rIns="112316" bIns="56158" rtlCol="0">
            <a:spAutoFit/>
          </a:bodyPr>
          <a:lstStyle/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5246948" y="5332581"/>
            <a:ext cx="1551453" cy="286401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001345" y="4958882"/>
            <a:ext cx="975196" cy="1806184"/>
          </a:xfrm>
          <a:prstGeom prst="rect">
            <a:avLst/>
          </a:prstGeom>
          <a:solidFill>
            <a:schemeClr val="bg1"/>
          </a:solidFill>
        </p:spPr>
        <p:txBody>
          <a:bodyPr wrap="square" lIns="112316" tIns="56158" rIns="112316" bIns="56158" rtlCol="0">
            <a:spAutoFit/>
          </a:bodyPr>
          <a:lstStyle/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019748" y="6803070"/>
            <a:ext cx="956730" cy="1806184"/>
          </a:xfrm>
          <a:prstGeom prst="rect">
            <a:avLst/>
          </a:prstGeom>
          <a:solidFill>
            <a:schemeClr val="bg1"/>
          </a:solidFill>
        </p:spPr>
        <p:txBody>
          <a:bodyPr wrap="square" lIns="112316" tIns="56158" rIns="112316" bIns="56158" rtlCol="0">
            <a:spAutoFit/>
          </a:bodyPr>
          <a:lstStyle/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1544108" y="5447768"/>
            <a:ext cx="1551453" cy="286401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476238" y="5189338"/>
            <a:ext cx="882848" cy="1806184"/>
          </a:xfrm>
          <a:prstGeom prst="rect">
            <a:avLst/>
          </a:prstGeom>
          <a:solidFill>
            <a:schemeClr val="bg1"/>
          </a:solidFill>
        </p:spPr>
        <p:txBody>
          <a:bodyPr wrap="square" lIns="112316" tIns="56158" rIns="112316" bIns="56158" rtlCol="0">
            <a:spAutoFit/>
          </a:bodyPr>
          <a:lstStyle/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383760" y="6608344"/>
            <a:ext cx="975199" cy="1806184"/>
          </a:xfrm>
          <a:prstGeom prst="rect">
            <a:avLst/>
          </a:prstGeom>
          <a:solidFill>
            <a:schemeClr val="bg1"/>
          </a:solidFill>
        </p:spPr>
        <p:txBody>
          <a:bodyPr wrap="square" lIns="112316" tIns="56158" rIns="112316" bIns="56158" rtlCol="0">
            <a:spAutoFit/>
          </a:bodyPr>
          <a:lstStyle/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 flipV="1">
            <a:off x="1397706" y="6790810"/>
            <a:ext cx="5939845" cy="7900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 flipV="1">
            <a:off x="9553900" y="6672300"/>
            <a:ext cx="4802112" cy="3950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 rot="16200000" flipV="1">
            <a:off x="8970099" y="6607663"/>
            <a:ext cx="3549984" cy="5561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" name="Object 9"/>
          <p:cNvGraphicFramePr>
            <a:graphicFrameLocks noChangeAspect="1"/>
          </p:cNvGraphicFramePr>
          <p:nvPr/>
        </p:nvGraphicFramePr>
        <p:xfrm>
          <a:off x="10160818" y="6702391"/>
          <a:ext cx="683615" cy="47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Equation" r:id="rId23" imgW="3657600" imgH="4267200" progId="Equation.DSMT4">
                  <p:embed/>
                </p:oleObj>
              </mc:Choice>
              <mc:Fallback>
                <p:oleObj name="Equation" r:id="rId23" imgW="3657600" imgH="4267200" progId="Equation.DSMT4">
                  <p:embed/>
                  <p:pic>
                    <p:nvPicPr>
                      <p:cNvPr id="0" name="图片 4107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160818" y="6702391"/>
                        <a:ext cx="683615" cy="4701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10"/>
          <p:cNvGraphicFramePr>
            <a:graphicFrameLocks noChangeAspect="1"/>
          </p:cNvGraphicFramePr>
          <p:nvPr/>
        </p:nvGraphicFramePr>
        <p:xfrm>
          <a:off x="13917472" y="6802600"/>
          <a:ext cx="569722" cy="369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Equation" r:id="rId24" imgW="3048000" imgH="3352800" progId="Equation.DSMT4">
                  <p:embed/>
                </p:oleObj>
              </mc:Choice>
              <mc:Fallback>
                <p:oleObj name="Equation" r:id="rId24" imgW="3048000" imgH="3352800" progId="Equation.DSMT4">
                  <p:embed/>
                  <p:pic>
                    <p:nvPicPr>
                      <p:cNvPr id="0" name="图片 4108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3917472" y="6802600"/>
                        <a:ext cx="569722" cy="3695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11"/>
          <p:cNvGraphicFramePr>
            <a:graphicFrameLocks noChangeAspect="1"/>
          </p:cNvGraphicFramePr>
          <p:nvPr/>
        </p:nvGraphicFramePr>
        <p:xfrm>
          <a:off x="10067659" y="4963919"/>
          <a:ext cx="513918" cy="368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Equation" r:id="rId26" imgW="2743200" imgH="3352800" progId="Equation.DSMT4">
                  <p:embed/>
                </p:oleObj>
              </mc:Choice>
              <mc:Fallback>
                <p:oleObj name="Equation" r:id="rId26" imgW="2743200" imgH="3352800" progId="Equation.DSMT4">
                  <p:embed/>
                  <p:pic>
                    <p:nvPicPr>
                      <p:cNvPr id="0" name="图片 4109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0067659" y="4963919"/>
                        <a:ext cx="513918" cy="36894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7" name="直接连接符 66"/>
          <p:cNvCxnSpPr/>
          <p:nvPr/>
        </p:nvCxnSpPr>
        <p:spPr>
          <a:xfrm rot="16200000" flipH="1">
            <a:off x="10182422" y="6551378"/>
            <a:ext cx="3397316" cy="4432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 rot="16200000" flipH="1">
            <a:off x="10852408" y="6475766"/>
            <a:ext cx="3397316" cy="4432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flipV="1">
            <a:off x="9507992" y="6219969"/>
            <a:ext cx="4591878" cy="59635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 flipV="1">
            <a:off x="9501366" y="5736265"/>
            <a:ext cx="4591878" cy="59635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 flipV="1">
            <a:off x="9494740" y="5232682"/>
            <a:ext cx="4591878" cy="59635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任意多边形 61"/>
          <p:cNvSpPr/>
          <p:nvPr/>
        </p:nvSpPr>
        <p:spPr>
          <a:xfrm>
            <a:off x="4453504" y="5295602"/>
            <a:ext cx="1729408" cy="1431235"/>
          </a:xfrm>
          <a:custGeom>
            <a:avLst/>
            <a:gdLst>
              <a:gd name="connsiteX0" fmla="*/ 0 w 2643808"/>
              <a:gd name="connsiteY0" fmla="*/ 0 h 3001617"/>
              <a:gd name="connsiteX1" fmla="*/ 39756 w 2643808"/>
              <a:gd name="connsiteY1" fmla="*/ 894522 h 3001617"/>
              <a:gd name="connsiteX2" fmla="*/ 59635 w 2643808"/>
              <a:gd name="connsiteY2" fmla="*/ 1033670 h 3001617"/>
              <a:gd name="connsiteX3" fmla="*/ 79513 w 2643808"/>
              <a:gd name="connsiteY3" fmla="*/ 1232452 h 3001617"/>
              <a:gd name="connsiteX4" fmla="*/ 99391 w 2643808"/>
              <a:gd name="connsiteY4" fmla="*/ 1292087 h 3001617"/>
              <a:gd name="connsiteX5" fmla="*/ 139148 w 2643808"/>
              <a:gd name="connsiteY5" fmla="*/ 1510748 h 3001617"/>
              <a:gd name="connsiteX6" fmla="*/ 178904 w 2643808"/>
              <a:gd name="connsiteY6" fmla="*/ 1630017 h 3001617"/>
              <a:gd name="connsiteX7" fmla="*/ 218661 w 2643808"/>
              <a:gd name="connsiteY7" fmla="*/ 1769165 h 3001617"/>
              <a:gd name="connsiteX8" fmla="*/ 258417 w 2643808"/>
              <a:gd name="connsiteY8" fmla="*/ 1888435 h 3001617"/>
              <a:gd name="connsiteX9" fmla="*/ 278295 w 2643808"/>
              <a:gd name="connsiteY9" fmla="*/ 1948070 h 3001617"/>
              <a:gd name="connsiteX10" fmla="*/ 318052 w 2643808"/>
              <a:gd name="connsiteY10" fmla="*/ 2007704 h 3001617"/>
              <a:gd name="connsiteX11" fmla="*/ 377687 w 2643808"/>
              <a:gd name="connsiteY11" fmla="*/ 2126974 h 3001617"/>
              <a:gd name="connsiteX12" fmla="*/ 437322 w 2643808"/>
              <a:gd name="connsiteY12" fmla="*/ 2246244 h 3001617"/>
              <a:gd name="connsiteX13" fmla="*/ 496956 w 2643808"/>
              <a:gd name="connsiteY13" fmla="*/ 2305878 h 3001617"/>
              <a:gd name="connsiteX14" fmla="*/ 576469 w 2643808"/>
              <a:gd name="connsiteY14" fmla="*/ 2425148 h 3001617"/>
              <a:gd name="connsiteX15" fmla="*/ 636104 w 2643808"/>
              <a:gd name="connsiteY15" fmla="*/ 2484783 h 3001617"/>
              <a:gd name="connsiteX16" fmla="*/ 675861 w 2643808"/>
              <a:gd name="connsiteY16" fmla="*/ 2544417 h 3001617"/>
              <a:gd name="connsiteX17" fmla="*/ 735495 w 2643808"/>
              <a:gd name="connsiteY17" fmla="*/ 2564296 h 3001617"/>
              <a:gd name="connsiteX18" fmla="*/ 795130 w 2643808"/>
              <a:gd name="connsiteY18" fmla="*/ 2604052 h 3001617"/>
              <a:gd name="connsiteX19" fmla="*/ 954156 w 2643808"/>
              <a:gd name="connsiteY19" fmla="*/ 2703444 h 3001617"/>
              <a:gd name="connsiteX20" fmla="*/ 1033669 w 2643808"/>
              <a:gd name="connsiteY20" fmla="*/ 2743200 h 3001617"/>
              <a:gd name="connsiteX21" fmla="*/ 1232452 w 2643808"/>
              <a:gd name="connsiteY21" fmla="*/ 2802835 h 3001617"/>
              <a:gd name="connsiteX22" fmla="*/ 1371600 w 2643808"/>
              <a:gd name="connsiteY22" fmla="*/ 2822713 h 3001617"/>
              <a:gd name="connsiteX23" fmla="*/ 1431235 w 2643808"/>
              <a:gd name="connsiteY23" fmla="*/ 2842591 h 3001617"/>
              <a:gd name="connsiteX24" fmla="*/ 1530626 w 2643808"/>
              <a:gd name="connsiteY24" fmla="*/ 2862470 h 3001617"/>
              <a:gd name="connsiteX25" fmla="*/ 1848678 w 2643808"/>
              <a:gd name="connsiteY25" fmla="*/ 2902226 h 3001617"/>
              <a:gd name="connsiteX26" fmla="*/ 1987826 w 2643808"/>
              <a:gd name="connsiteY26" fmla="*/ 2922104 h 3001617"/>
              <a:gd name="connsiteX27" fmla="*/ 2107095 w 2643808"/>
              <a:gd name="connsiteY27" fmla="*/ 2941983 h 3001617"/>
              <a:gd name="connsiteX28" fmla="*/ 2464904 w 2643808"/>
              <a:gd name="connsiteY28" fmla="*/ 2961861 h 3001617"/>
              <a:gd name="connsiteX29" fmla="*/ 2584174 w 2643808"/>
              <a:gd name="connsiteY29" fmla="*/ 2981739 h 3001617"/>
              <a:gd name="connsiteX30" fmla="*/ 2643808 w 2643808"/>
              <a:gd name="connsiteY30" fmla="*/ 3001617 h 3001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643808" h="3001617">
                <a:moveTo>
                  <a:pt x="0" y="0"/>
                </a:moveTo>
                <a:cubicBezTo>
                  <a:pt x="8080" y="226229"/>
                  <a:pt x="18596" y="640599"/>
                  <a:pt x="39756" y="894522"/>
                </a:cubicBezTo>
                <a:cubicBezTo>
                  <a:pt x="43647" y="941214"/>
                  <a:pt x="54160" y="987137"/>
                  <a:pt x="59635" y="1033670"/>
                </a:cubicBezTo>
                <a:cubicBezTo>
                  <a:pt x="67416" y="1099805"/>
                  <a:pt x="69387" y="1166635"/>
                  <a:pt x="79513" y="1232452"/>
                </a:cubicBezTo>
                <a:cubicBezTo>
                  <a:pt x="82699" y="1253162"/>
                  <a:pt x="94846" y="1271632"/>
                  <a:pt x="99391" y="1292087"/>
                </a:cubicBezTo>
                <a:cubicBezTo>
                  <a:pt x="117579" y="1373937"/>
                  <a:pt x="117437" y="1431140"/>
                  <a:pt x="139148" y="1510748"/>
                </a:cubicBezTo>
                <a:cubicBezTo>
                  <a:pt x="150174" y="1551178"/>
                  <a:pt x="165652" y="1590261"/>
                  <a:pt x="178904" y="1630017"/>
                </a:cubicBezTo>
                <a:cubicBezTo>
                  <a:pt x="245705" y="1830421"/>
                  <a:pt x="143784" y="1519577"/>
                  <a:pt x="218661" y="1769165"/>
                </a:cubicBezTo>
                <a:cubicBezTo>
                  <a:pt x="230703" y="1809305"/>
                  <a:pt x="245165" y="1848678"/>
                  <a:pt x="258417" y="1888435"/>
                </a:cubicBezTo>
                <a:cubicBezTo>
                  <a:pt x="265043" y="1908313"/>
                  <a:pt x="266672" y="1930636"/>
                  <a:pt x="278295" y="1948070"/>
                </a:cubicBezTo>
                <a:lnTo>
                  <a:pt x="318052" y="2007704"/>
                </a:lnTo>
                <a:cubicBezTo>
                  <a:pt x="368016" y="2157598"/>
                  <a:pt x="300618" y="1972835"/>
                  <a:pt x="377687" y="2126974"/>
                </a:cubicBezTo>
                <a:cubicBezTo>
                  <a:pt x="422515" y="2216629"/>
                  <a:pt x="366109" y="2160788"/>
                  <a:pt x="437322" y="2246244"/>
                </a:cubicBezTo>
                <a:cubicBezTo>
                  <a:pt x="455319" y="2267840"/>
                  <a:pt x="479697" y="2283688"/>
                  <a:pt x="496956" y="2305878"/>
                </a:cubicBezTo>
                <a:cubicBezTo>
                  <a:pt x="526291" y="2343594"/>
                  <a:pt x="542682" y="2391361"/>
                  <a:pt x="576469" y="2425148"/>
                </a:cubicBezTo>
                <a:cubicBezTo>
                  <a:pt x="596347" y="2445026"/>
                  <a:pt x="618107" y="2463187"/>
                  <a:pt x="636104" y="2484783"/>
                </a:cubicBezTo>
                <a:cubicBezTo>
                  <a:pt x="651398" y="2503136"/>
                  <a:pt x="657206" y="2529493"/>
                  <a:pt x="675861" y="2544417"/>
                </a:cubicBezTo>
                <a:cubicBezTo>
                  <a:pt x="692223" y="2557506"/>
                  <a:pt x="716754" y="2554925"/>
                  <a:pt x="735495" y="2564296"/>
                </a:cubicBezTo>
                <a:cubicBezTo>
                  <a:pt x="756863" y="2574980"/>
                  <a:pt x="775252" y="2590800"/>
                  <a:pt x="795130" y="2604052"/>
                </a:cubicBezTo>
                <a:cubicBezTo>
                  <a:pt x="871618" y="2718783"/>
                  <a:pt x="788568" y="2620651"/>
                  <a:pt x="954156" y="2703444"/>
                </a:cubicBezTo>
                <a:cubicBezTo>
                  <a:pt x="980660" y="2716696"/>
                  <a:pt x="1006156" y="2732195"/>
                  <a:pt x="1033669" y="2743200"/>
                </a:cubicBezTo>
                <a:cubicBezTo>
                  <a:pt x="1076894" y="2760490"/>
                  <a:pt x="1178754" y="2793072"/>
                  <a:pt x="1232452" y="2802835"/>
                </a:cubicBezTo>
                <a:cubicBezTo>
                  <a:pt x="1278550" y="2811216"/>
                  <a:pt x="1325217" y="2816087"/>
                  <a:pt x="1371600" y="2822713"/>
                </a:cubicBezTo>
                <a:cubicBezTo>
                  <a:pt x="1391478" y="2829339"/>
                  <a:pt x="1410907" y="2837509"/>
                  <a:pt x="1431235" y="2842591"/>
                </a:cubicBezTo>
                <a:cubicBezTo>
                  <a:pt x="1464013" y="2850786"/>
                  <a:pt x="1497299" y="2856915"/>
                  <a:pt x="1530626" y="2862470"/>
                </a:cubicBezTo>
                <a:cubicBezTo>
                  <a:pt x="1674389" y="2886431"/>
                  <a:pt x="1693364" y="2882812"/>
                  <a:pt x="1848678" y="2902226"/>
                </a:cubicBezTo>
                <a:cubicBezTo>
                  <a:pt x="1895170" y="2908037"/>
                  <a:pt x="1941517" y="2914979"/>
                  <a:pt x="1987826" y="2922104"/>
                </a:cubicBezTo>
                <a:cubicBezTo>
                  <a:pt x="2027662" y="2928233"/>
                  <a:pt x="2066929" y="2938636"/>
                  <a:pt x="2107095" y="2941983"/>
                </a:cubicBezTo>
                <a:cubicBezTo>
                  <a:pt x="2226136" y="2951903"/>
                  <a:pt x="2345634" y="2955235"/>
                  <a:pt x="2464904" y="2961861"/>
                </a:cubicBezTo>
                <a:cubicBezTo>
                  <a:pt x="2504661" y="2968487"/>
                  <a:pt x="2544829" y="2972996"/>
                  <a:pt x="2584174" y="2981739"/>
                </a:cubicBezTo>
                <a:cubicBezTo>
                  <a:pt x="2604628" y="2986284"/>
                  <a:pt x="2643808" y="3001617"/>
                  <a:pt x="2643808" y="3001617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任意多边形 62"/>
          <p:cNvSpPr/>
          <p:nvPr/>
        </p:nvSpPr>
        <p:spPr>
          <a:xfrm>
            <a:off x="2550602" y="7054857"/>
            <a:ext cx="1550504" cy="1371600"/>
          </a:xfrm>
          <a:custGeom>
            <a:avLst/>
            <a:gdLst>
              <a:gd name="connsiteX0" fmla="*/ 0 w 1630459"/>
              <a:gd name="connsiteY0" fmla="*/ 0 h 1649895"/>
              <a:gd name="connsiteX1" fmla="*/ 496957 w 1630459"/>
              <a:gd name="connsiteY1" fmla="*/ 39756 h 1649895"/>
              <a:gd name="connsiteX2" fmla="*/ 616226 w 1630459"/>
              <a:gd name="connsiteY2" fmla="*/ 79513 h 1649895"/>
              <a:gd name="connsiteX3" fmla="*/ 795131 w 1630459"/>
              <a:gd name="connsiteY3" fmla="*/ 139148 h 1649895"/>
              <a:gd name="connsiteX4" fmla="*/ 974035 w 1630459"/>
              <a:gd name="connsiteY4" fmla="*/ 198782 h 1649895"/>
              <a:gd name="connsiteX5" fmla="*/ 1033670 w 1630459"/>
              <a:gd name="connsiteY5" fmla="*/ 218661 h 1649895"/>
              <a:gd name="connsiteX6" fmla="*/ 1152939 w 1630459"/>
              <a:gd name="connsiteY6" fmla="*/ 298174 h 1649895"/>
              <a:gd name="connsiteX7" fmla="*/ 1252331 w 1630459"/>
              <a:gd name="connsiteY7" fmla="*/ 417443 h 1649895"/>
              <a:gd name="connsiteX8" fmla="*/ 1371600 w 1630459"/>
              <a:gd name="connsiteY8" fmla="*/ 596348 h 1649895"/>
              <a:gd name="connsiteX9" fmla="*/ 1451113 w 1630459"/>
              <a:gd name="connsiteY9" fmla="*/ 715617 h 1649895"/>
              <a:gd name="connsiteX10" fmla="*/ 1510748 w 1630459"/>
              <a:gd name="connsiteY10" fmla="*/ 894521 h 1649895"/>
              <a:gd name="connsiteX11" fmla="*/ 1530626 w 1630459"/>
              <a:gd name="connsiteY11" fmla="*/ 954156 h 1649895"/>
              <a:gd name="connsiteX12" fmla="*/ 1570383 w 1630459"/>
              <a:gd name="connsiteY12" fmla="*/ 1152939 h 1649895"/>
              <a:gd name="connsiteX13" fmla="*/ 1590261 w 1630459"/>
              <a:gd name="connsiteY13" fmla="*/ 1232452 h 1649895"/>
              <a:gd name="connsiteX14" fmla="*/ 1610139 w 1630459"/>
              <a:gd name="connsiteY14" fmla="*/ 1331843 h 1649895"/>
              <a:gd name="connsiteX15" fmla="*/ 1630018 w 1630459"/>
              <a:gd name="connsiteY15" fmla="*/ 1649895 h 1649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630459" h="1649895">
                <a:moveTo>
                  <a:pt x="0" y="0"/>
                </a:moveTo>
                <a:cubicBezTo>
                  <a:pt x="96177" y="5062"/>
                  <a:pt x="356200" y="4567"/>
                  <a:pt x="496957" y="39756"/>
                </a:cubicBezTo>
                <a:cubicBezTo>
                  <a:pt x="537613" y="49920"/>
                  <a:pt x="576470" y="66261"/>
                  <a:pt x="616226" y="79513"/>
                </a:cubicBezTo>
                <a:lnTo>
                  <a:pt x="795131" y="139148"/>
                </a:lnTo>
                <a:lnTo>
                  <a:pt x="974035" y="198782"/>
                </a:lnTo>
                <a:cubicBezTo>
                  <a:pt x="993913" y="205408"/>
                  <a:pt x="1016236" y="207038"/>
                  <a:pt x="1033670" y="218661"/>
                </a:cubicBezTo>
                <a:lnTo>
                  <a:pt x="1152939" y="298174"/>
                </a:lnTo>
                <a:cubicBezTo>
                  <a:pt x="1295022" y="511293"/>
                  <a:pt x="1073745" y="187831"/>
                  <a:pt x="1252331" y="417443"/>
                </a:cubicBezTo>
                <a:cubicBezTo>
                  <a:pt x="1252345" y="417461"/>
                  <a:pt x="1351715" y="566521"/>
                  <a:pt x="1371600" y="596348"/>
                </a:cubicBezTo>
                <a:lnTo>
                  <a:pt x="1451113" y="715617"/>
                </a:lnTo>
                <a:lnTo>
                  <a:pt x="1510748" y="894521"/>
                </a:lnTo>
                <a:cubicBezTo>
                  <a:pt x="1517374" y="914399"/>
                  <a:pt x="1525544" y="933828"/>
                  <a:pt x="1530626" y="954156"/>
                </a:cubicBezTo>
                <a:cubicBezTo>
                  <a:pt x="1576796" y="1138828"/>
                  <a:pt x="1521649" y="909267"/>
                  <a:pt x="1570383" y="1152939"/>
                </a:cubicBezTo>
                <a:cubicBezTo>
                  <a:pt x="1575741" y="1179729"/>
                  <a:pt x="1584335" y="1205783"/>
                  <a:pt x="1590261" y="1232452"/>
                </a:cubicBezTo>
                <a:cubicBezTo>
                  <a:pt x="1597590" y="1265434"/>
                  <a:pt x="1603513" y="1298713"/>
                  <a:pt x="1610139" y="1331843"/>
                </a:cubicBezTo>
                <a:cubicBezTo>
                  <a:pt x="1630459" y="1636628"/>
                  <a:pt x="1630018" y="1530405"/>
                  <a:pt x="1630018" y="1649895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任意多边形 63"/>
          <p:cNvSpPr/>
          <p:nvPr/>
        </p:nvSpPr>
        <p:spPr>
          <a:xfrm>
            <a:off x="4717331" y="4947761"/>
            <a:ext cx="1908313" cy="1530626"/>
          </a:xfrm>
          <a:custGeom>
            <a:avLst/>
            <a:gdLst>
              <a:gd name="connsiteX0" fmla="*/ 0 w 2643808"/>
              <a:gd name="connsiteY0" fmla="*/ 0 h 3001617"/>
              <a:gd name="connsiteX1" fmla="*/ 39756 w 2643808"/>
              <a:gd name="connsiteY1" fmla="*/ 894522 h 3001617"/>
              <a:gd name="connsiteX2" fmla="*/ 59635 w 2643808"/>
              <a:gd name="connsiteY2" fmla="*/ 1033670 h 3001617"/>
              <a:gd name="connsiteX3" fmla="*/ 79513 w 2643808"/>
              <a:gd name="connsiteY3" fmla="*/ 1232452 h 3001617"/>
              <a:gd name="connsiteX4" fmla="*/ 99391 w 2643808"/>
              <a:gd name="connsiteY4" fmla="*/ 1292087 h 3001617"/>
              <a:gd name="connsiteX5" fmla="*/ 139148 w 2643808"/>
              <a:gd name="connsiteY5" fmla="*/ 1510748 h 3001617"/>
              <a:gd name="connsiteX6" fmla="*/ 178904 w 2643808"/>
              <a:gd name="connsiteY6" fmla="*/ 1630017 h 3001617"/>
              <a:gd name="connsiteX7" fmla="*/ 218661 w 2643808"/>
              <a:gd name="connsiteY7" fmla="*/ 1769165 h 3001617"/>
              <a:gd name="connsiteX8" fmla="*/ 258417 w 2643808"/>
              <a:gd name="connsiteY8" fmla="*/ 1888435 h 3001617"/>
              <a:gd name="connsiteX9" fmla="*/ 278295 w 2643808"/>
              <a:gd name="connsiteY9" fmla="*/ 1948070 h 3001617"/>
              <a:gd name="connsiteX10" fmla="*/ 318052 w 2643808"/>
              <a:gd name="connsiteY10" fmla="*/ 2007704 h 3001617"/>
              <a:gd name="connsiteX11" fmla="*/ 377687 w 2643808"/>
              <a:gd name="connsiteY11" fmla="*/ 2126974 h 3001617"/>
              <a:gd name="connsiteX12" fmla="*/ 437322 w 2643808"/>
              <a:gd name="connsiteY12" fmla="*/ 2246244 h 3001617"/>
              <a:gd name="connsiteX13" fmla="*/ 496956 w 2643808"/>
              <a:gd name="connsiteY13" fmla="*/ 2305878 h 3001617"/>
              <a:gd name="connsiteX14" fmla="*/ 576469 w 2643808"/>
              <a:gd name="connsiteY14" fmla="*/ 2425148 h 3001617"/>
              <a:gd name="connsiteX15" fmla="*/ 636104 w 2643808"/>
              <a:gd name="connsiteY15" fmla="*/ 2484783 h 3001617"/>
              <a:gd name="connsiteX16" fmla="*/ 675861 w 2643808"/>
              <a:gd name="connsiteY16" fmla="*/ 2544417 h 3001617"/>
              <a:gd name="connsiteX17" fmla="*/ 735495 w 2643808"/>
              <a:gd name="connsiteY17" fmla="*/ 2564296 h 3001617"/>
              <a:gd name="connsiteX18" fmla="*/ 795130 w 2643808"/>
              <a:gd name="connsiteY18" fmla="*/ 2604052 h 3001617"/>
              <a:gd name="connsiteX19" fmla="*/ 954156 w 2643808"/>
              <a:gd name="connsiteY19" fmla="*/ 2703444 h 3001617"/>
              <a:gd name="connsiteX20" fmla="*/ 1033669 w 2643808"/>
              <a:gd name="connsiteY20" fmla="*/ 2743200 h 3001617"/>
              <a:gd name="connsiteX21" fmla="*/ 1232452 w 2643808"/>
              <a:gd name="connsiteY21" fmla="*/ 2802835 h 3001617"/>
              <a:gd name="connsiteX22" fmla="*/ 1371600 w 2643808"/>
              <a:gd name="connsiteY22" fmla="*/ 2822713 h 3001617"/>
              <a:gd name="connsiteX23" fmla="*/ 1431235 w 2643808"/>
              <a:gd name="connsiteY23" fmla="*/ 2842591 h 3001617"/>
              <a:gd name="connsiteX24" fmla="*/ 1530626 w 2643808"/>
              <a:gd name="connsiteY24" fmla="*/ 2862470 h 3001617"/>
              <a:gd name="connsiteX25" fmla="*/ 1848678 w 2643808"/>
              <a:gd name="connsiteY25" fmla="*/ 2902226 h 3001617"/>
              <a:gd name="connsiteX26" fmla="*/ 1987826 w 2643808"/>
              <a:gd name="connsiteY26" fmla="*/ 2922104 h 3001617"/>
              <a:gd name="connsiteX27" fmla="*/ 2107095 w 2643808"/>
              <a:gd name="connsiteY27" fmla="*/ 2941983 h 3001617"/>
              <a:gd name="connsiteX28" fmla="*/ 2464904 w 2643808"/>
              <a:gd name="connsiteY28" fmla="*/ 2961861 h 3001617"/>
              <a:gd name="connsiteX29" fmla="*/ 2584174 w 2643808"/>
              <a:gd name="connsiteY29" fmla="*/ 2981739 h 3001617"/>
              <a:gd name="connsiteX30" fmla="*/ 2643808 w 2643808"/>
              <a:gd name="connsiteY30" fmla="*/ 3001617 h 3001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643808" h="3001617">
                <a:moveTo>
                  <a:pt x="0" y="0"/>
                </a:moveTo>
                <a:cubicBezTo>
                  <a:pt x="8080" y="226229"/>
                  <a:pt x="18596" y="640599"/>
                  <a:pt x="39756" y="894522"/>
                </a:cubicBezTo>
                <a:cubicBezTo>
                  <a:pt x="43647" y="941214"/>
                  <a:pt x="54160" y="987137"/>
                  <a:pt x="59635" y="1033670"/>
                </a:cubicBezTo>
                <a:cubicBezTo>
                  <a:pt x="67416" y="1099805"/>
                  <a:pt x="69387" y="1166635"/>
                  <a:pt x="79513" y="1232452"/>
                </a:cubicBezTo>
                <a:cubicBezTo>
                  <a:pt x="82699" y="1253162"/>
                  <a:pt x="94846" y="1271632"/>
                  <a:pt x="99391" y="1292087"/>
                </a:cubicBezTo>
                <a:cubicBezTo>
                  <a:pt x="117579" y="1373937"/>
                  <a:pt x="117437" y="1431140"/>
                  <a:pt x="139148" y="1510748"/>
                </a:cubicBezTo>
                <a:cubicBezTo>
                  <a:pt x="150174" y="1551178"/>
                  <a:pt x="165652" y="1590261"/>
                  <a:pt x="178904" y="1630017"/>
                </a:cubicBezTo>
                <a:cubicBezTo>
                  <a:pt x="245705" y="1830421"/>
                  <a:pt x="143784" y="1519577"/>
                  <a:pt x="218661" y="1769165"/>
                </a:cubicBezTo>
                <a:cubicBezTo>
                  <a:pt x="230703" y="1809305"/>
                  <a:pt x="245165" y="1848678"/>
                  <a:pt x="258417" y="1888435"/>
                </a:cubicBezTo>
                <a:cubicBezTo>
                  <a:pt x="265043" y="1908313"/>
                  <a:pt x="266672" y="1930636"/>
                  <a:pt x="278295" y="1948070"/>
                </a:cubicBezTo>
                <a:lnTo>
                  <a:pt x="318052" y="2007704"/>
                </a:lnTo>
                <a:cubicBezTo>
                  <a:pt x="368016" y="2157598"/>
                  <a:pt x="300618" y="1972835"/>
                  <a:pt x="377687" y="2126974"/>
                </a:cubicBezTo>
                <a:cubicBezTo>
                  <a:pt x="422515" y="2216629"/>
                  <a:pt x="366109" y="2160788"/>
                  <a:pt x="437322" y="2246244"/>
                </a:cubicBezTo>
                <a:cubicBezTo>
                  <a:pt x="455319" y="2267840"/>
                  <a:pt x="479697" y="2283688"/>
                  <a:pt x="496956" y="2305878"/>
                </a:cubicBezTo>
                <a:cubicBezTo>
                  <a:pt x="526291" y="2343594"/>
                  <a:pt x="542682" y="2391361"/>
                  <a:pt x="576469" y="2425148"/>
                </a:cubicBezTo>
                <a:cubicBezTo>
                  <a:pt x="596347" y="2445026"/>
                  <a:pt x="618107" y="2463187"/>
                  <a:pt x="636104" y="2484783"/>
                </a:cubicBezTo>
                <a:cubicBezTo>
                  <a:pt x="651398" y="2503136"/>
                  <a:pt x="657206" y="2529493"/>
                  <a:pt x="675861" y="2544417"/>
                </a:cubicBezTo>
                <a:cubicBezTo>
                  <a:pt x="692223" y="2557506"/>
                  <a:pt x="716754" y="2554925"/>
                  <a:pt x="735495" y="2564296"/>
                </a:cubicBezTo>
                <a:cubicBezTo>
                  <a:pt x="756863" y="2574980"/>
                  <a:pt x="775252" y="2590800"/>
                  <a:pt x="795130" y="2604052"/>
                </a:cubicBezTo>
                <a:cubicBezTo>
                  <a:pt x="871618" y="2718783"/>
                  <a:pt x="788568" y="2620651"/>
                  <a:pt x="954156" y="2703444"/>
                </a:cubicBezTo>
                <a:cubicBezTo>
                  <a:pt x="980660" y="2716696"/>
                  <a:pt x="1006156" y="2732195"/>
                  <a:pt x="1033669" y="2743200"/>
                </a:cubicBezTo>
                <a:cubicBezTo>
                  <a:pt x="1076894" y="2760490"/>
                  <a:pt x="1178754" y="2793072"/>
                  <a:pt x="1232452" y="2802835"/>
                </a:cubicBezTo>
                <a:cubicBezTo>
                  <a:pt x="1278550" y="2811216"/>
                  <a:pt x="1325217" y="2816087"/>
                  <a:pt x="1371600" y="2822713"/>
                </a:cubicBezTo>
                <a:cubicBezTo>
                  <a:pt x="1391478" y="2829339"/>
                  <a:pt x="1410907" y="2837509"/>
                  <a:pt x="1431235" y="2842591"/>
                </a:cubicBezTo>
                <a:cubicBezTo>
                  <a:pt x="1464013" y="2850786"/>
                  <a:pt x="1497299" y="2856915"/>
                  <a:pt x="1530626" y="2862470"/>
                </a:cubicBezTo>
                <a:cubicBezTo>
                  <a:pt x="1674389" y="2886431"/>
                  <a:pt x="1693364" y="2882812"/>
                  <a:pt x="1848678" y="2902226"/>
                </a:cubicBezTo>
                <a:cubicBezTo>
                  <a:pt x="1895170" y="2908037"/>
                  <a:pt x="1941517" y="2914979"/>
                  <a:pt x="1987826" y="2922104"/>
                </a:cubicBezTo>
                <a:cubicBezTo>
                  <a:pt x="2027662" y="2928233"/>
                  <a:pt x="2066929" y="2938636"/>
                  <a:pt x="2107095" y="2941983"/>
                </a:cubicBezTo>
                <a:cubicBezTo>
                  <a:pt x="2226136" y="2951903"/>
                  <a:pt x="2345634" y="2955235"/>
                  <a:pt x="2464904" y="2961861"/>
                </a:cubicBezTo>
                <a:cubicBezTo>
                  <a:pt x="2504661" y="2968487"/>
                  <a:pt x="2544829" y="2972996"/>
                  <a:pt x="2584174" y="2981739"/>
                </a:cubicBezTo>
                <a:cubicBezTo>
                  <a:pt x="2604628" y="2986284"/>
                  <a:pt x="2643808" y="3001617"/>
                  <a:pt x="2643808" y="3001617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任意多边形 64"/>
          <p:cNvSpPr/>
          <p:nvPr/>
        </p:nvSpPr>
        <p:spPr>
          <a:xfrm>
            <a:off x="2325315" y="7306648"/>
            <a:ext cx="1550504" cy="1371600"/>
          </a:xfrm>
          <a:custGeom>
            <a:avLst/>
            <a:gdLst>
              <a:gd name="connsiteX0" fmla="*/ 0 w 1630459"/>
              <a:gd name="connsiteY0" fmla="*/ 0 h 1649895"/>
              <a:gd name="connsiteX1" fmla="*/ 496957 w 1630459"/>
              <a:gd name="connsiteY1" fmla="*/ 39756 h 1649895"/>
              <a:gd name="connsiteX2" fmla="*/ 616226 w 1630459"/>
              <a:gd name="connsiteY2" fmla="*/ 79513 h 1649895"/>
              <a:gd name="connsiteX3" fmla="*/ 795131 w 1630459"/>
              <a:gd name="connsiteY3" fmla="*/ 139148 h 1649895"/>
              <a:gd name="connsiteX4" fmla="*/ 974035 w 1630459"/>
              <a:gd name="connsiteY4" fmla="*/ 198782 h 1649895"/>
              <a:gd name="connsiteX5" fmla="*/ 1033670 w 1630459"/>
              <a:gd name="connsiteY5" fmla="*/ 218661 h 1649895"/>
              <a:gd name="connsiteX6" fmla="*/ 1152939 w 1630459"/>
              <a:gd name="connsiteY6" fmla="*/ 298174 h 1649895"/>
              <a:gd name="connsiteX7" fmla="*/ 1252331 w 1630459"/>
              <a:gd name="connsiteY7" fmla="*/ 417443 h 1649895"/>
              <a:gd name="connsiteX8" fmla="*/ 1371600 w 1630459"/>
              <a:gd name="connsiteY8" fmla="*/ 596348 h 1649895"/>
              <a:gd name="connsiteX9" fmla="*/ 1451113 w 1630459"/>
              <a:gd name="connsiteY9" fmla="*/ 715617 h 1649895"/>
              <a:gd name="connsiteX10" fmla="*/ 1510748 w 1630459"/>
              <a:gd name="connsiteY10" fmla="*/ 894521 h 1649895"/>
              <a:gd name="connsiteX11" fmla="*/ 1530626 w 1630459"/>
              <a:gd name="connsiteY11" fmla="*/ 954156 h 1649895"/>
              <a:gd name="connsiteX12" fmla="*/ 1570383 w 1630459"/>
              <a:gd name="connsiteY12" fmla="*/ 1152939 h 1649895"/>
              <a:gd name="connsiteX13" fmla="*/ 1590261 w 1630459"/>
              <a:gd name="connsiteY13" fmla="*/ 1232452 h 1649895"/>
              <a:gd name="connsiteX14" fmla="*/ 1610139 w 1630459"/>
              <a:gd name="connsiteY14" fmla="*/ 1331843 h 1649895"/>
              <a:gd name="connsiteX15" fmla="*/ 1630018 w 1630459"/>
              <a:gd name="connsiteY15" fmla="*/ 1649895 h 1649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630459" h="1649895">
                <a:moveTo>
                  <a:pt x="0" y="0"/>
                </a:moveTo>
                <a:cubicBezTo>
                  <a:pt x="96177" y="5062"/>
                  <a:pt x="356200" y="4567"/>
                  <a:pt x="496957" y="39756"/>
                </a:cubicBezTo>
                <a:cubicBezTo>
                  <a:pt x="537613" y="49920"/>
                  <a:pt x="576470" y="66261"/>
                  <a:pt x="616226" y="79513"/>
                </a:cubicBezTo>
                <a:lnTo>
                  <a:pt x="795131" y="139148"/>
                </a:lnTo>
                <a:lnTo>
                  <a:pt x="974035" y="198782"/>
                </a:lnTo>
                <a:cubicBezTo>
                  <a:pt x="993913" y="205408"/>
                  <a:pt x="1016236" y="207038"/>
                  <a:pt x="1033670" y="218661"/>
                </a:cubicBezTo>
                <a:lnTo>
                  <a:pt x="1152939" y="298174"/>
                </a:lnTo>
                <a:cubicBezTo>
                  <a:pt x="1295022" y="511293"/>
                  <a:pt x="1073745" y="187831"/>
                  <a:pt x="1252331" y="417443"/>
                </a:cubicBezTo>
                <a:cubicBezTo>
                  <a:pt x="1252345" y="417461"/>
                  <a:pt x="1351715" y="566521"/>
                  <a:pt x="1371600" y="596348"/>
                </a:cubicBezTo>
                <a:lnTo>
                  <a:pt x="1451113" y="715617"/>
                </a:lnTo>
                <a:lnTo>
                  <a:pt x="1510748" y="894521"/>
                </a:lnTo>
                <a:cubicBezTo>
                  <a:pt x="1517374" y="914399"/>
                  <a:pt x="1525544" y="933828"/>
                  <a:pt x="1530626" y="954156"/>
                </a:cubicBezTo>
                <a:cubicBezTo>
                  <a:pt x="1576796" y="1138828"/>
                  <a:pt x="1521649" y="909267"/>
                  <a:pt x="1570383" y="1152939"/>
                </a:cubicBezTo>
                <a:cubicBezTo>
                  <a:pt x="1575741" y="1179729"/>
                  <a:pt x="1584335" y="1205783"/>
                  <a:pt x="1590261" y="1232452"/>
                </a:cubicBezTo>
                <a:cubicBezTo>
                  <a:pt x="1597590" y="1265434"/>
                  <a:pt x="1603513" y="1298713"/>
                  <a:pt x="1610139" y="1331843"/>
                </a:cubicBezTo>
                <a:cubicBezTo>
                  <a:pt x="1630459" y="1636628"/>
                  <a:pt x="1630018" y="1530405"/>
                  <a:pt x="1630018" y="1649895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任意多边形 65"/>
          <p:cNvSpPr/>
          <p:nvPr/>
        </p:nvSpPr>
        <p:spPr>
          <a:xfrm>
            <a:off x="5068513" y="4583326"/>
            <a:ext cx="1908313" cy="1530626"/>
          </a:xfrm>
          <a:custGeom>
            <a:avLst/>
            <a:gdLst>
              <a:gd name="connsiteX0" fmla="*/ 0 w 2643808"/>
              <a:gd name="connsiteY0" fmla="*/ 0 h 3001617"/>
              <a:gd name="connsiteX1" fmla="*/ 39756 w 2643808"/>
              <a:gd name="connsiteY1" fmla="*/ 894522 h 3001617"/>
              <a:gd name="connsiteX2" fmla="*/ 59635 w 2643808"/>
              <a:gd name="connsiteY2" fmla="*/ 1033670 h 3001617"/>
              <a:gd name="connsiteX3" fmla="*/ 79513 w 2643808"/>
              <a:gd name="connsiteY3" fmla="*/ 1232452 h 3001617"/>
              <a:gd name="connsiteX4" fmla="*/ 99391 w 2643808"/>
              <a:gd name="connsiteY4" fmla="*/ 1292087 h 3001617"/>
              <a:gd name="connsiteX5" fmla="*/ 139148 w 2643808"/>
              <a:gd name="connsiteY5" fmla="*/ 1510748 h 3001617"/>
              <a:gd name="connsiteX6" fmla="*/ 178904 w 2643808"/>
              <a:gd name="connsiteY6" fmla="*/ 1630017 h 3001617"/>
              <a:gd name="connsiteX7" fmla="*/ 218661 w 2643808"/>
              <a:gd name="connsiteY7" fmla="*/ 1769165 h 3001617"/>
              <a:gd name="connsiteX8" fmla="*/ 258417 w 2643808"/>
              <a:gd name="connsiteY8" fmla="*/ 1888435 h 3001617"/>
              <a:gd name="connsiteX9" fmla="*/ 278295 w 2643808"/>
              <a:gd name="connsiteY9" fmla="*/ 1948070 h 3001617"/>
              <a:gd name="connsiteX10" fmla="*/ 318052 w 2643808"/>
              <a:gd name="connsiteY10" fmla="*/ 2007704 h 3001617"/>
              <a:gd name="connsiteX11" fmla="*/ 377687 w 2643808"/>
              <a:gd name="connsiteY11" fmla="*/ 2126974 h 3001617"/>
              <a:gd name="connsiteX12" fmla="*/ 437322 w 2643808"/>
              <a:gd name="connsiteY12" fmla="*/ 2246244 h 3001617"/>
              <a:gd name="connsiteX13" fmla="*/ 496956 w 2643808"/>
              <a:gd name="connsiteY13" fmla="*/ 2305878 h 3001617"/>
              <a:gd name="connsiteX14" fmla="*/ 576469 w 2643808"/>
              <a:gd name="connsiteY14" fmla="*/ 2425148 h 3001617"/>
              <a:gd name="connsiteX15" fmla="*/ 636104 w 2643808"/>
              <a:gd name="connsiteY15" fmla="*/ 2484783 h 3001617"/>
              <a:gd name="connsiteX16" fmla="*/ 675861 w 2643808"/>
              <a:gd name="connsiteY16" fmla="*/ 2544417 h 3001617"/>
              <a:gd name="connsiteX17" fmla="*/ 735495 w 2643808"/>
              <a:gd name="connsiteY17" fmla="*/ 2564296 h 3001617"/>
              <a:gd name="connsiteX18" fmla="*/ 795130 w 2643808"/>
              <a:gd name="connsiteY18" fmla="*/ 2604052 h 3001617"/>
              <a:gd name="connsiteX19" fmla="*/ 954156 w 2643808"/>
              <a:gd name="connsiteY19" fmla="*/ 2703444 h 3001617"/>
              <a:gd name="connsiteX20" fmla="*/ 1033669 w 2643808"/>
              <a:gd name="connsiteY20" fmla="*/ 2743200 h 3001617"/>
              <a:gd name="connsiteX21" fmla="*/ 1232452 w 2643808"/>
              <a:gd name="connsiteY21" fmla="*/ 2802835 h 3001617"/>
              <a:gd name="connsiteX22" fmla="*/ 1371600 w 2643808"/>
              <a:gd name="connsiteY22" fmla="*/ 2822713 h 3001617"/>
              <a:gd name="connsiteX23" fmla="*/ 1431235 w 2643808"/>
              <a:gd name="connsiteY23" fmla="*/ 2842591 h 3001617"/>
              <a:gd name="connsiteX24" fmla="*/ 1530626 w 2643808"/>
              <a:gd name="connsiteY24" fmla="*/ 2862470 h 3001617"/>
              <a:gd name="connsiteX25" fmla="*/ 1848678 w 2643808"/>
              <a:gd name="connsiteY25" fmla="*/ 2902226 h 3001617"/>
              <a:gd name="connsiteX26" fmla="*/ 1987826 w 2643808"/>
              <a:gd name="connsiteY26" fmla="*/ 2922104 h 3001617"/>
              <a:gd name="connsiteX27" fmla="*/ 2107095 w 2643808"/>
              <a:gd name="connsiteY27" fmla="*/ 2941983 h 3001617"/>
              <a:gd name="connsiteX28" fmla="*/ 2464904 w 2643808"/>
              <a:gd name="connsiteY28" fmla="*/ 2961861 h 3001617"/>
              <a:gd name="connsiteX29" fmla="*/ 2584174 w 2643808"/>
              <a:gd name="connsiteY29" fmla="*/ 2981739 h 3001617"/>
              <a:gd name="connsiteX30" fmla="*/ 2643808 w 2643808"/>
              <a:gd name="connsiteY30" fmla="*/ 3001617 h 3001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643808" h="3001617">
                <a:moveTo>
                  <a:pt x="0" y="0"/>
                </a:moveTo>
                <a:cubicBezTo>
                  <a:pt x="8080" y="226229"/>
                  <a:pt x="18596" y="640599"/>
                  <a:pt x="39756" y="894522"/>
                </a:cubicBezTo>
                <a:cubicBezTo>
                  <a:pt x="43647" y="941214"/>
                  <a:pt x="54160" y="987137"/>
                  <a:pt x="59635" y="1033670"/>
                </a:cubicBezTo>
                <a:cubicBezTo>
                  <a:pt x="67416" y="1099805"/>
                  <a:pt x="69387" y="1166635"/>
                  <a:pt x="79513" y="1232452"/>
                </a:cubicBezTo>
                <a:cubicBezTo>
                  <a:pt x="82699" y="1253162"/>
                  <a:pt x="94846" y="1271632"/>
                  <a:pt x="99391" y="1292087"/>
                </a:cubicBezTo>
                <a:cubicBezTo>
                  <a:pt x="117579" y="1373937"/>
                  <a:pt x="117437" y="1431140"/>
                  <a:pt x="139148" y="1510748"/>
                </a:cubicBezTo>
                <a:cubicBezTo>
                  <a:pt x="150174" y="1551178"/>
                  <a:pt x="165652" y="1590261"/>
                  <a:pt x="178904" y="1630017"/>
                </a:cubicBezTo>
                <a:cubicBezTo>
                  <a:pt x="245705" y="1830421"/>
                  <a:pt x="143784" y="1519577"/>
                  <a:pt x="218661" y="1769165"/>
                </a:cubicBezTo>
                <a:cubicBezTo>
                  <a:pt x="230703" y="1809305"/>
                  <a:pt x="245165" y="1848678"/>
                  <a:pt x="258417" y="1888435"/>
                </a:cubicBezTo>
                <a:cubicBezTo>
                  <a:pt x="265043" y="1908313"/>
                  <a:pt x="266672" y="1930636"/>
                  <a:pt x="278295" y="1948070"/>
                </a:cubicBezTo>
                <a:lnTo>
                  <a:pt x="318052" y="2007704"/>
                </a:lnTo>
                <a:cubicBezTo>
                  <a:pt x="368016" y="2157598"/>
                  <a:pt x="300618" y="1972835"/>
                  <a:pt x="377687" y="2126974"/>
                </a:cubicBezTo>
                <a:cubicBezTo>
                  <a:pt x="422515" y="2216629"/>
                  <a:pt x="366109" y="2160788"/>
                  <a:pt x="437322" y="2246244"/>
                </a:cubicBezTo>
                <a:cubicBezTo>
                  <a:pt x="455319" y="2267840"/>
                  <a:pt x="479697" y="2283688"/>
                  <a:pt x="496956" y="2305878"/>
                </a:cubicBezTo>
                <a:cubicBezTo>
                  <a:pt x="526291" y="2343594"/>
                  <a:pt x="542682" y="2391361"/>
                  <a:pt x="576469" y="2425148"/>
                </a:cubicBezTo>
                <a:cubicBezTo>
                  <a:pt x="596347" y="2445026"/>
                  <a:pt x="618107" y="2463187"/>
                  <a:pt x="636104" y="2484783"/>
                </a:cubicBezTo>
                <a:cubicBezTo>
                  <a:pt x="651398" y="2503136"/>
                  <a:pt x="657206" y="2529493"/>
                  <a:pt x="675861" y="2544417"/>
                </a:cubicBezTo>
                <a:cubicBezTo>
                  <a:pt x="692223" y="2557506"/>
                  <a:pt x="716754" y="2554925"/>
                  <a:pt x="735495" y="2564296"/>
                </a:cubicBezTo>
                <a:cubicBezTo>
                  <a:pt x="756863" y="2574980"/>
                  <a:pt x="775252" y="2590800"/>
                  <a:pt x="795130" y="2604052"/>
                </a:cubicBezTo>
                <a:cubicBezTo>
                  <a:pt x="871618" y="2718783"/>
                  <a:pt x="788568" y="2620651"/>
                  <a:pt x="954156" y="2703444"/>
                </a:cubicBezTo>
                <a:cubicBezTo>
                  <a:pt x="980660" y="2716696"/>
                  <a:pt x="1006156" y="2732195"/>
                  <a:pt x="1033669" y="2743200"/>
                </a:cubicBezTo>
                <a:cubicBezTo>
                  <a:pt x="1076894" y="2760490"/>
                  <a:pt x="1178754" y="2793072"/>
                  <a:pt x="1232452" y="2802835"/>
                </a:cubicBezTo>
                <a:cubicBezTo>
                  <a:pt x="1278550" y="2811216"/>
                  <a:pt x="1325217" y="2816087"/>
                  <a:pt x="1371600" y="2822713"/>
                </a:cubicBezTo>
                <a:cubicBezTo>
                  <a:pt x="1391478" y="2829339"/>
                  <a:pt x="1410907" y="2837509"/>
                  <a:pt x="1431235" y="2842591"/>
                </a:cubicBezTo>
                <a:cubicBezTo>
                  <a:pt x="1464013" y="2850786"/>
                  <a:pt x="1497299" y="2856915"/>
                  <a:pt x="1530626" y="2862470"/>
                </a:cubicBezTo>
                <a:cubicBezTo>
                  <a:pt x="1674389" y="2886431"/>
                  <a:pt x="1693364" y="2882812"/>
                  <a:pt x="1848678" y="2902226"/>
                </a:cubicBezTo>
                <a:cubicBezTo>
                  <a:pt x="1895170" y="2908037"/>
                  <a:pt x="1941517" y="2914979"/>
                  <a:pt x="1987826" y="2922104"/>
                </a:cubicBezTo>
                <a:cubicBezTo>
                  <a:pt x="2027662" y="2928233"/>
                  <a:pt x="2066929" y="2938636"/>
                  <a:pt x="2107095" y="2941983"/>
                </a:cubicBezTo>
                <a:cubicBezTo>
                  <a:pt x="2226136" y="2951903"/>
                  <a:pt x="2345634" y="2955235"/>
                  <a:pt x="2464904" y="2961861"/>
                </a:cubicBezTo>
                <a:cubicBezTo>
                  <a:pt x="2504661" y="2968487"/>
                  <a:pt x="2544829" y="2972996"/>
                  <a:pt x="2584174" y="2981739"/>
                </a:cubicBezTo>
                <a:cubicBezTo>
                  <a:pt x="2604628" y="2986284"/>
                  <a:pt x="2643808" y="3001617"/>
                  <a:pt x="2643808" y="3001617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任意多边形 68"/>
          <p:cNvSpPr/>
          <p:nvPr/>
        </p:nvSpPr>
        <p:spPr>
          <a:xfrm>
            <a:off x="2114689" y="7715250"/>
            <a:ext cx="1550504" cy="1371600"/>
          </a:xfrm>
          <a:custGeom>
            <a:avLst/>
            <a:gdLst>
              <a:gd name="connsiteX0" fmla="*/ 0 w 1630459"/>
              <a:gd name="connsiteY0" fmla="*/ 0 h 1649895"/>
              <a:gd name="connsiteX1" fmla="*/ 496957 w 1630459"/>
              <a:gd name="connsiteY1" fmla="*/ 39756 h 1649895"/>
              <a:gd name="connsiteX2" fmla="*/ 616226 w 1630459"/>
              <a:gd name="connsiteY2" fmla="*/ 79513 h 1649895"/>
              <a:gd name="connsiteX3" fmla="*/ 795131 w 1630459"/>
              <a:gd name="connsiteY3" fmla="*/ 139148 h 1649895"/>
              <a:gd name="connsiteX4" fmla="*/ 974035 w 1630459"/>
              <a:gd name="connsiteY4" fmla="*/ 198782 h 1649895"/>
              <a:gd name="connsiteX5" fmla="*/ 1033670 w 1630459"/>
              <a:gd name="connsiteY5" fmla="*/ 218661 h 1649895"/>
              <a:gd name="connsiteX6" fmla="*/ 1152939 w 1630459"/>
              <a:gd name="connsiteY6" fmla="*/ 298174 h 1649895"/>
              <a:gd name="connsiteX7" fmla="*/ 1252331 w 1630459"/>
              <a:gd name="connsiteY7" fmla="*/ 417443 h 1649895"/>
              <a:gd name="connsiteX8" fmla="*/ 1371600 w 1630459"/>
              <a:gd name="connsiteY8" fmla="*/ 596348 h 1649895"/>
              <a:gd name="connsiteX9" fmla="*/ 1451113 w 1630459"/>
              <a:gd name="connsiteY9" fmla="*/ 715617 h 1649895"/>
              <a:gd name="connsiteX10" fmla="*/ 1510748 w 1630459"/>
              <a:gd name="connsiteY10" fmla="*/ 894521 h 1649895"/>
              <a:gd name="connsiteX11" fmla="*/ 1530626 w 1630459"/>
              <a:gd name="connsiteY11" fmla="*/ 954156 h 1649895"/>
              <a:gd name="connsiteX12" fmla="*/ 1570383 w 1630459"/>
              <a:gd name="connsiteY12" fmla="*/ 1152939 h 1649895"/>
              <a:gd name="connsiteX13" fmla="*/ 1590261 w 1630459"/>
              <a:gd name="connsiteY13" fmla="*/ 1232452 h 1649895"/>
              <a:gd name="connsiteX14" fmla="*/ 1610139 w 1630459"/>
              <a:gd name="connsiteY14" fmla="*/ 1331843 h 1649895"/>
              <a:gd name="connsiteX15" fmla="*/ 1630018 w 1630459"/>
              <a:gd name="connsiteY15" fmla="*/ 1649895 h 1649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630459" h="1649895">
                <a:moveTo>
                  <a:pt x="0" y="0"/>
                </a:moveTo>
                <a:cubicBezTo>
                  <a:pt x="96177" y="5062"/>
                  <a:pt x="356200" y="4567"/>
                  <a:pt x="496957" y="39756"/>
                </a:cubicBezTo>
                <a:cubicBezTo>
                  <a:pt x="537613" y="49920"/>
                  <a:pt x="576470" y="66261"/>
                  <a:pt x="616226" y="79513"/>
                </a:cubicBezTo>
                <a:lnTo>
                  <a:pt x="795131" y="139148"/>
                </a:lnTo>
                <a:lnTo>
                  <a:pt x="974035" y="198782"/>
                </a:lnTo>
                <a:cubicBezTo>
                  <a:pt x="993913" y="205408"/>
                  <a:pt x="1016236" y="207038"/>
                  <a:pt x="1033670" y="218661"/>
                </a:cubicBezTo>
                <a:lnTo>
                  <a:pt x="1152939" y="298174"/>
                </a:lnTo>
                <a:cubicBezTo>
                  <a:pt x="1295022" y="511293"/>
                  <a:pt x="1073745" y="187831"/>
                  <a:pt x="1252331" y="417443"/>
                </a:cubicBezTo>
                <a:cubicBezTo>
                  <a:pt x="1252345" y="417461"/>
                  <a:pt x="1351715" y="566521"/>
                  <a:pt x="1371600" y="596348"/>
                </a:cubicBezTo>
                <a:lnTo>
                  <a:pt x="1451113" y="715617"/>
                </a:lnTo>
                <a:lnTo>
                  <a:pt x="1510748" y="894521"/>
                </a:lnTo>
                <a:cubicBezTo>
                  <a:pt x="1517374" y="914399"/>
                  <a:pt x="1525544" y="933828"/>
                  <a:pt x="1530626" y="954156"/>
                </a:cubicBezTo>
                <a:cubicBezTo>
                  <a:pt x="1576796" y="1138828"/>
                  <a:pt x="1521649" y="909267"/>
                  <a:pt x="1570383" y="1152939"/>
                </a:cubicBezTo>
                <a:cubicBezTo>
                  <a:pt x="1575741" y="1179729"/>
                  <a:pt x="1584335" y="1205783"/>
                  <a:pt x="1590261" y="1232452"/>
                </a:cubicBezTo>
                <a:cubicBezTo>
                  <a:pt x="1597590" y="1265434"/>
                  <a:pt x="1603513" y="1298713"/>
                  <a:pt x="1610139" y="1331843"/>
                </a:cubicBezTo>
                <a:cubicBezTo>
                  <a:pt x="1630459" y="1636628"/>
                  <a:pt x="1630018" y="1530405"/>
                  <a:pt x="1630018" y="1649895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2"/>
          <p:cNvSpPr txBox="1"/>
          <p:nvPr/>
        </p:nvSpPr>
        <p:spPr>
          <a:xfrm>
            <a:off x="1764553" y="1404603"/>
            <a:ext cx="102616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例</a:t>
            </a:r>
            <a:r>
              <a:rPr lang="en-US" altLang="zh-CN" sz="3200" b="1" dirty="0" smtClean="0">
                <a:latin typeface="+mn-ea"/>
              </a:rPr>
              <a:t>3  </a:t>
            </a:r>
            <a:endParaRPr lang="zh-CN" altLang="en-US" sz="3200" b="1" dirty="0">
              <a:latin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14438" y="3074653"/>
            <a:ext cx="122682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r>
              <a:rPr lang="zh-CN" sz="3200" dirty="0" smtClean="0">
                <a:latin typeface="+mn-ea"/>
              </a:rPr>
              <a:t>（</a:t>
            </a:r>
            <a:r>
              <a:rPr lang="en-US" altLang="zh-CN" sz="3200" dirty="0" smtClean="0">
                <a:latin typeface="+mn-ea"/>
              </a:rPr>
              <a:t>1</a:t>
            </a:r>
            <a:r>
              <a:rPr lang="zh-CN" sz="3200" dirty="0" smtClean="0">
                <a:latin typeface="+mn-ea"/>
              </a:rPr>
              <a:t>）</a:t>
            </a:r>
            <a:endParaRPr lang="zh-CN" sz="3200" dirty="0">
              <a:latin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3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70" grpId="0"/>
      <p:bldP spid="19" grpId="0" animBg="1"/>
      <p:bldP spid="45" grpId="0" animBg="1"/>
      <p:bldP spid="44" grpId="0" animBg="1"/>
      <p:bldP spid="47" grpId="0" animBg="1"/>
      <p:bldP spid="48" grpId="0" animBg="1"/>
      <p:bldP spid="49" grpId="0" animBg="1"/>
      <p:bldP spid="50" grpId="0" animBg="1"/>
      <p:bldP spid="54" grpId="0" animBg="1"/>
      <p:bldP spid="55" grpId="0" animBg="1"/>
      <p:bldP spid="56" grpId="0" animBg="1"/>
      <p:bldP spid="53" grpId="0" animBg="1"/>
      <p:bldP spid="52" grpId="0" animBg="1"/>
      <p:bldP spid="5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9" grpId="0" animBg="1"/>
      <p:bldP spid="30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6116438" y="286681"/>
            <a:ext cx="4681220" cy="71183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一</a:t>
            </a:r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、复变函数的概念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18" name="Object 6"/>
          <p:cNvGraphicFramePr>
            <a:graphicFrameLocks noChangeAspect="1"/>
          </p:cNvGraphicFramePr>
          <p:nvPr/>
        </p:nvGraphicFramePr>
        <p:xfrm>
          <a:off x="2569085" y="1688496"/>
          <a:ext cx="2500478" cy="70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1" imgW="20726400" imgH="5486400" progId="Equation.DSMT4">
                  <p:embed/>
                </p:oleObj>
              </mc:Choice>
              <mc:Fallback>
                <p:oleObj name="Equation" r:id="rId1" imgW="20726400" imgH="54864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69085" y="1688496"/>
                        <a:ext cx="2500478" cy="7066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右箭头 18"/>
          <p:cNvSpPr/>
          <p:nvPr/>
        </p:nvSpPr>
        <p:spPr>
          <a:xfrm>
            <a:off x="5740365" y="2034429"/>
            <a:ext cx="2489235" cy="210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0" name="Object 12"/>
          <p:cNvGraphicFramePr>
            <a:graphicFrameLocks noChangeAspect="1"/>
          </p:cNvGraphicFramePr>
          <p:nvPr/>
        </p:nvGraphicFramePr>
        <p:xfrm>
          <a:off x="6267097" y="1431757"/>
          <a:ext cx="1730163" cy="58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14325600" imgH="4572000" progId="Equation.DSMT4">
                  <p:embed/>
                </p:oleObj>
              </mc:Choice>
              <mc:Fallback>
                <p:oleObj name="Equation" r:id="rId3" imgW="14325600" imgH="4572000" progId="Equation.DSMT4">
                  <p:embed/>
                  <p:pic>
                    <p:nvPicPr>
                      <p:cNvPr id="0" name="图片 512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67097" y="1431757"/>
                        <a:ext cx="1730163" cy="587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3"/>
          <p:cNvGraphicFramePr>
            <a:graphicFrameLocks noChangeAspect="1"/>
          </p:cNvGraphicFramePr>
          <p:nvPr/>
        </p:nvGraphicFramePr>
        <p:xfrm>
          <a:off x="9364081" y="1336827"/>
          <a:ext cx="3896780" cy="1492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5" imgW="32308800" imgH="11582400" progId="Equation.DSMT4">
                  <p:embed/>
                </p:oleObj>
              </mc:Choice>
              <mc:Fallback>
                <p:oleObj name="Equation" r:id="rId5" imgW="32308800" imgH="11582400" progId="Equation.DSMT4">
                  <p:embed/>
                  <p:pic>
                    <p:nvPicPr>
                      <p:cNvPr id="0" name="图片 512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364081" y="1336827"/>
                        <a:ext cx="3896780" cy="149230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6198088" y="2205549"/>
          <a:ext cx="1803196" cy="509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7" imgW="14935200" imgH="3962400" progId="Equation.DSMT4">
                  <p:embed/>
                </p:oleObj>
              </mc:Choice>
              <mc:Fallback>
                <p:oleObj name="Equation" r:id="rId7" imgW="14935200" imgH="3962400" progId="Equation.DSMT4">
                  <p:embed/>
                  <p:pic>
                    <p:nvPicPr>
                      <p:cNvPr id="0" name="图片 512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98088" y="2205549"/>
                        <a:ext cx="1803196" cy="50983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文本框 2"/>
          <p:cNvSpPr txBox="1"/>
          <p:nvPr/>
        </p:nvSpPr>
        <p:spPr>
          <a:xfrm>
            <a:off x="3812467" y="2771126"/>
            <a:ext cx="3226435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sz="3200" dirty="0" smtClean="0">
                <a:latin typeface="+mn-ea"/>
              </a:rPr>
              <a:t>平面上的直线族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33" name="Object 14"/>
          <p:cNvGraphicFramePr>
            <a:graphicFrameLocks noChangeAspect="1"/>
          </p:cNvGraphicFramePr>
          <p:nvPr/>
        </p:nvGraphicFramePr>
        <p:xfrm>
          <a:off x="7963024" y="2701785"/>
          <a:ext cx="1402223" cy="747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9" imgW="10972800" imgH="5486400" progId="Equation.DSMT4">
                  <p:embed/>
                </p:oleObj>
              </mc:Choice>
              <mc:Fallback>
                <p:oleObj name="Equation" r:id="rId9" imgW="10972800" imgH="54864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963024" y="2701785"/>
                        <a:ext cx="1402223" cy="74799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2"/>
          <p:cNvSpPr txBox="1"/>
          <p:nvPr/>
        </p:nvSpPr>
        <p:spPr>
          <a:xfrm>
            <a:off x="3851785" y="3553785"/>
            <a:ext cx="4152265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zh-CN" altLang="en-US" sz="3200" dirty="0" smtClean="0">
                <a:latin typeface="+mn-ea"/>
              </a:rPr>
              <a:t>平面上的两族抛物线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36" name="Object 14"/>
          <p:cNvGraphicFramePr>
            <a:graphicFrameLocks noChangeAspect="1"/>
          </p:cNvGraphicFramePr>
          <p:nvPr/>
        </p:nvGraphicFramePr>
        <p:xfrm>
          <a:off x="4219918" y="4085938"/>
          <a:ext cx="3351358" cy="1325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11" imgW="22250400" imgH="10972800" progId="Equation.DSMT4">
                  <p:embed/>
                </p:oleObj>
              </mc:Choice>
              <mc:Fallback>
                <p:oleObj name="Equation" r:id="rId11" imgW="22250400" imgH="10972800" progId="Equation.DSMT4">
                  <p:embed/>
                  <p:pic>
                    <p:nvPicPr>
                      <p:cNvPr id="0" name="图片 512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19918" y="4085938"/>
                        <a:ext cx="3351358" cy="132577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1" name="Object 23"/>
          <p:cNvGraphicFramePr>
            <a:graphicFrameLocks noChangeAspect="1"/>
          </p:cNvGraphicFramePr>
          <p:nvPr/>
        </p:nvGraphicFramePr>
        <p:xfrm>
          <a:off x="9521530" y="2692629"/>
          <a:ext cx="1285015" cy="649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Equation" r:id="rId13" imgW="11582400" imgH="5486400" progId="Equation.DSMT4">
                  <p:embed/>
                </p:oleObj>
              </mc:Choice>
              <mc:Fallback>
                <p:oleObj name="Equation" r:id="rId13" imgW="11582400" imgH="5486400" progId="Equation.DSMT4">
                  <p:embed/>
                  <p:pic>
                    <p:nvPicPr>
                      <p:cNvPr id="0" name="图片 512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521530" y="2692629"/>
                        <a:ext cx="1285015" cy="64929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2" name="Object 24"/>
          <p:cNvGraphicFramePr>
            <a:graphicFrameLocks noChangeAspect="1"/>
          </p:cNvGraphicFramePr>
          <p:nvPr/>
        </p:nvGraphicFramePr>
        <p:xfrm>
          <a:off x="7991570" y="3978675"/>
          <a:ext cx="3061154" cy="13349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Equation" r:id="rId15" imgW="21031200" imgH="10972800" progId="Equation.DSMT4">
                  <p:embed/>
                </p:oleObj>
              </mc:Choice>
              <mc:Fallback>
                <p:oleObj name="Equation" r:id="rId15" imgW="21031200" imgH="10972800" progId="Equation.DSMT4">
                  <p:embed/>
                  <p:pic>
                    <p:nvPicPr>
                      <p:cNvPr id="0" name="图片 512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991570" y="3978675"/>
                        <a:ext cx="3061154" cy="133499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"/>
          <p:cNvSpPr txBox="1"/>
          <p:nvPr/>
        </p:nvSpPr>
        <p:spPr>
          <a:xfrm>
            <a:off x="2963234" y="2732459"/>
            <a:ext cx="728566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(2)</a:t>
            </a:r>
            <a:endParaRPr lang="zh-CN" altLang="en-US" sz="3200" dirty="0">
              <a:latin typeface="+mn-ea"/>
            </a:endParaRPr>
          </a:p>
        </p:txBody>
      </p:sp>
      <p:cxnSp>
        <p:nvCxnSpPr>
          <p:cNvPr id="26" name="直接箭头连接符 25"/>
          <p:cNvCxnSpPr/>
          <p:nvPr/>
        </p:nvCxnSpPr>
        <p:spPr>
          <a:xfrm rot="16200000" flipV="1">
            <a:off x="3220056" y="7129725"/>
            <a:ext cx="3763959" cy="297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Object 9"/>
          <p:cNvGraphicFramePr>
            <a:graphicFrameLocks noChangeAspect="1"/>
          </p:cNvGraphicFramePr>
          <p:nvPr/>
        </p:nvGraphicFramePr>
        <p:xfrm>
          <a:off x="4673995" y="7072732"/>
          <a:ext cx="683615" cy="470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Equation" r:id="rId17" imgW="3657600" imgH="4267200" progId="Equation.DSMT4">
                  <p:embed/>
                </p:oleObj>
              </mc:Choice>
              <mc:Fallback>
                <p:oleObj name="Equation" r:id="rId17" imgW="3657600" imgH="4267200" progId="Equation.DSMT4">
                  <p:embed/>
                  <p:pic>
                    <p:nvPicPr>
                      <p:cNvPr id="0" name="图片 512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673995" y="7072732"/>
                        <a:ext cx="683615" cy="47016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0"/>
          <p:cNvGraphicFramePr>
            <a:graphicFrameLocks noChangeAspect="1"/>
          </p:cNvGraphicFramePr>
          <p:nvPr/>
        </p:nvGraphicFramePr>
        <p:xfrm>
          <a:off x="7980989" y="7122576"/>
          <a:ext cx="569722" cy="369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Equation" r:id="rId19" imgW="3048000" imgH="3352800" progId="Equation.DSMT4">
                  <p:embed/>
                </p:oleObj>
              </mc:Choice>
              <mc:Fallback>
                <p:oleObj name="Equation" r:id="rId19" imgW="3048000" imgH="3352800" progId="Equation.DSMT4">
                  <p:embed/>
                  <p:pic>
                    <p:nvPicPr>
                      <p:cNvPr id="0" name="图片 512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980989" y="7122576"/>
                        <a:ext cx="569722" cy="3695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1"/>
          <p:cNvGraphicFramePr>
            <a:graphicFrameLocks noChangeAspect="1"/>
          </p:cNvGraphicFramePr>
          <p:nvPr/>
        </p:nvGraphicFramePr>
        <p:xfrm>
          <a:off x="4622724" y="5412279"/>
          <a:ext cx="627022" cy="435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name="Equation" r:id="rId21" imgW="3352800" imgH="3962400" progId="Equation.DSMT4">
                  <p:embed/>
                </p:oleObj>
              </mc:Choice>
              <mc:Fallback>
                <p:oleObj name="Equation" r:id="rId21" imgW="3352800" imgH="3962400" progId="Equation.DSMT4">
                  <p:embed/>
                  <p:pic>
                    <p:nvPicPr>
                      <p:cNvPr id="0" name="图片 513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622724" y="5412279"/>
                        <a:ext cx="627022" cy="43546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7" name="直接箭头连接符 36"/>
          <p:cNvCxnSpPr/>
          <p:nvPr/>
        </p:nvCxnSpPr>
        <p:spPr>
          <a:xfrm flipV="1">
            <a:off x="2302139" y="7090910"/>
            <a:ext cx="5939845" cy="7900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 flipV="1">
            <a:off x="10232385" y="7031455"/>
            <a:ext cx="4802112" cy="3950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 rot="16200000" flipV="1">
            <a:off x="9648584" y="6966818"/>
            <a:ext cx="3549984" cy="5561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Object 9"/>
          <p:cNvGraphicFramePr>
            <a:graphicFrameLocks noChangeAspect="1"/>
          </p:cNvGraphicFramePr>
          <p:nvPr/>
        </p:nvGraphicFramePr>
        <p:xfrm>
          <a:off x="10866319" y="7091044"/>
          <a:ext cx="683615" cy="47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Equation" r:id="rId23" imgW="3657600" imgH="4267200" progId="Equation.DSMT4">
                  <p:embed/>
                </p:oleObj>
              </mc:Choice>
              <mc:Fallback>
                <p:oleObj name="Equation" r:id="rId23" imgW="3657600" imgH="4267200" progId="Equation.DSMT4">
                  <p:embed/>
                  <p:pic>
                    <p:nvPicPr>
                      <p:cNvPr id="0" name="图片 513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866319" y="7091044"/>
                        <a:ext cx="683615" cy="4701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10"/>
          <p:cNvGraphicFramePr>
            <a:graphicFrameLocks noChangeAspect="1"/>
          </p:cNvGraphicFramePr>
          <p:nvPr/>
        </p:nvGraphicFramePr>
        <p:xfrm>
          <a:off x="14825980" y="7338695"/>
          <a:ext cx="57467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" name="Equation" r:id="rId24" imgW="127000" imgH="139700" progId="Equation.DSMT4">
                  <p:embed/>
                </p:oleObj>
              </mc:Choice>
              <mc:Fallback>
                <p:oleObj name="Equation" r:id="rId24" imgW="127000" imgH="139700" progId="Equation.DSMT4">
                  <p:embed/>
                  <p:pic>
                    <p:nvPicPr>
                      <p:cNvPr id="0" name="图片 5132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4825980" y="7338695"/>
                        <a:ext cx="574675" cy="3778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11"/>
          <p:cNvGraphicFramePr>
            <a:graphicFrameLocks noChangeAspect="1"/>
          </p:cNvGraphicFramePr>
          <p:nvPr/>
        </p:nvGraphicFramePr>
        <p:xfrm>
          <a:off x="11544300" y="5133340"/>
          <a:ext cx="594360" cy="424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name="Equation" r:id="rId26" imgW="114300" imgH="139700" progId="Equation.DSMT4">
                  <p:embed/>
                </p:oleObj>
              </mc:Choice>
              <mc:Fallback>
                <p:oleObj name="Equation" r:id="rId26" imgW="114300" imgH="139700" progId="Equation.DSMT4">
                  <p:embed/>
                  <p:pic>
                    <p:nvPicPr>
                      <p:cNvPr id="0" name="图片 5133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1544300" y="5133340"/>
                        <a:ext cx="594360" cy="4248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4" name="直接连接符 43"/>
          <p:cNvCxnSpPr/>
          <p:nvPr/>
        </p:nvCxnSpPr>
        <p:spPr>
          <a:xfrm rot="16200000" flipH="1">
            <a:off x="4031677" y="7107381"/>
            <a:ext cx="3532909" cy="41564"/>
          </a:xfrm>
          <a:prstGeom prst="line">
            <a:avLst/>
          </a:prstGeom>
          <a:ln w="381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rot="16200000" flipH="1">
            <a:off x="4724406" y="7135092"/>
            <a:ext cx="3532909" cy="41564"/>
          </a:xfrm>
          <a:prstGeom prst="line">
            <a:avLst/>
          </a:prstGeom>
          <a:ln w="381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rot="16200000" flipH="1">
            <a:off x="1946572" y="7121241"/>
            <a:ext cx="3532909" cy="41564"/>
          </a:xfrm>
          <a:prstGeom prst="line">
            <a:avLst/>
          </a:prstGeom>
          <a:ln w="381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rot="16200000" flipH="1">
            <a:off x="2722425" y="7148950"/>
            <a:ext cx="3532909" cy="41564"/>
          </a:xfrm>
          <a:prstGeom prst="line">
            <a:avLst/>
          </a:prstGeom>
          <a:ln w="381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椭圆 47"/>
          <p:cNvSpPr/>
          <p:nvPr/>
        </p:nvSpPr>
        <p:spPr>
          <a:xfrm>
            <a:off x="12076719" y="7041746"/>
            <a:ext cx="103909" cy="623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/>
          <p:cNvSpPr/>
          <p:nvPr/>
        </p:nvSpPr>
        <p:spPr>
          <a:xfrm>
            <a:off x="11397839" y="7942298"/>
            <a:ext cx="103909" cy="623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任意多边形 53"/>
          <p:cNvSpPr/>
          <p:nvPr/>
        </p:nvSpPr>
        <p:spPr>
          <a:xfrm>
            <a:off x="9728373" y="5462328"/>
            <a:ext cx="2410692" cy="3304309"/>
          </a:xfrm>
          <a:custGeom>
            <a:avLst/>
            <a:gdLst>
              <a:gd name="connsiteX0" fmla="*/ 145473 w 2223655"/>
              <a:gd name="connsiteY0" fmla="*/ 9412 h 3770921"/>
              <a:gd name="connsiteX1" fmla="*/ 290946 w 2223655"/>
              <a:gd name="connsiteY1" fmla="*/ 71757 h 3770921"/>
              <a:gd name="connsiteX2" fmla="*/ 353291 w 2223655"/>
              <a:gd name="connsiteY2" fmla="*/ 92539 h 3770921"/>
              <a:gd name="connsiteX3" fmla="*/ 540328 w 2223655"/>
              <a:gd name="connsiteY3" fmla="*/ 196448 h 3770921"/>
              <a:gd name="connsiteX4" fmla="*/ 685800 w 2223655"/>
              <a:gd name="connsiteY4" fmla="*/ 279575 h 3770921"/>
              <a:gd name="connsiteX5" fmla="*/ 810491 w 2223655"/>
              <a:gd name="connsiteY5" fmla="*/ 362703 h 3770921"/>
              <a:gd name="connsiteX6" fmla="*/ 893619 w 2223655"/>
              <a:gd name="connsiteY6" fmla="*/ 404266 h 3770921"/>
              <a:gd name="connsiteX7" fmla="*/ 1080655 w 2223655"/>
              <a:gd name="connsiteY7" fmla="*/ 508175 h 3770921"/>
              <a:gd name="connsiteX8" fmla="*/ 1226128 w 2223655"/>
              <a:gd name="connsiteY8" fmla="*/ 632866 h 3770921"/>
              <a:gd name="connsiteX9" fmla="*/ 1350819 w 2223655"/>
              <a:gd name="connsiteY9" fmla="*/ 715994 h 3770921"/>
              <a:gd name="connsiteX10" fmla="*/ 1413164 w 2223655"/>
              <a:gd name="connsiteY10" fmla="*/ 778339 h 3770921"/>
              <a:gd name="connsiteX11" fmla="*/ 1475510 w 2223655"/>
              <a:gd name="connsiteY11" fmla="*/ 819903 h 3770921"/>
              <a:gd name="connsiteX12" fmla="*/ 1558637 w 2223655"/>
              <a:gd name="connsiteY12" fmla="*/ 882248 h 3770921"/>
              <a:gd name="connsiteX13" fmla="*/ 1620982 w 2223655"/>
              <a:gd name="connsiteY13" fmla="*/ 923812 h 3770921"/>
              <a:gd name="connsiteX14" fmla="*/ 1683328 w 2223655"/>
              <a:gd name="connsiteY14" fmla="*/ 986157 h 3770921"/>
              <a:gd name="connsiteX15" fmla="*/ 1808019 w 2223655"/>
              <a:gd name="connsiteY15" fmla="*/ 1069284 h 3770921"/>
              <a:gd name="connsiteX16" fmla="*/ 1849582 w 2223655"/>
              <a:gd name="connsiteY16" fmla="*/ 1131630 h 3770921"/>
              <a:gd name="connsiteX17" fmla="*/ 1911928 w 2223655"/>
              <a:gd name="connsiteY17" fmla="*/ 1152412 h 3770921"/>
              <a:gd name="connsiteX18" fmla="*/ 1932710 w 2223655"/>
              <a:gd name="connsiteY18" fmla="*/ 1214757 h 3770921"/>
              <a:gd name="connsiteX19" fmla="*/ 2015837 w 2223655"/>
              <a:gd name="connsiteY19" fmla="*/ 1339448 h 3770921"/>
              <a:gd name="connsiteX20" fmla="*/ 2057400 w 2223655"/>
              <a:gd name="connsiteY20" fmla="*/ 1401794 h 3770921"/>
              <a:gd name="connsiteX21" fmla="*/ 2098964 w 2223655"/>
              <a:gd name="connsiteY21" fmla="*/ 1464139 h 3770921"/>
              <a:gd name="connsiteX22" fmla="*/ 2161310 w 2223655"/>
              <a:gd name="connsiteY22" fmla="*/ 1651175 h 3770921"/>
              <a:gd name="connsiteX23" fmla="*/ 2182091 w 2223655"/>
              <a:gd name="connsiteY23" fmla="*/ 1713521 h 3770921"/>
              <a:gd name="connsiteX24" fmla="*/ 2223655 w 2223655"/>
              <a:gd name="connsiteY24" fmla="*/ 1858994 h 3770921"/>
              <a:gd name="connsiteX25" fmla="*/ 2182091 w 2223655"/>
              <a:gd name="connsiteY25" fmla="*/ 2129157 h 3770921"/>
              <a:gd name="connsiteX26" fmla="*/ 2161310 w 2223655"/>
              <a:gd name="connsiteY26" fmla="*/ 2191503 h 3770921"/>
              <a:gd name="connsiteX27" fmla="*/ 2119746 w 2223655"/>
              <a:gd name="connsiteY27" fmla="*/ 2253848 h 3770921"/>
              <a:gd name="connsiteX28" fmla="*/ 2098964 w 2223655"/>
              <a:gd name="connsiteY28" fmla="*/ 2316194 h 3770921"/>
              <a:gd name="connsiteX29" fmla="*/ 2015837 w 2223655"/>
              <a:gd name="connsiteY29" fmla="*/ 2440884 h 3770921"/>
              <a:gd name="connsiteX30" fmla="*/ 1995055 w 2223655"/>
              <a:gd name="connsiteY30" fmla="*/ 2503230 h 3770921"/>
              <a:gd name="connsiteX31" fmla="*/ 1932710 w 2223655"/>
              <a:gd name="connsiteY31" fmla="*/ 2544794 h 3770921"/>
              <a:gd name="connsiteX32" fmla="*/ 1828800 w 2223655"/>
              <a:gd name="connsiteY32" fmla="*/ 2731830 h 3770921"/>
              <a:gd name="connsiteX33" fmla="*/ 1766455 w 2223655"/>
              <a:gd name="connsiteY33" fmla="*/ 2773394 h 3770921"/>
              <a:gd name="connsiteX34" fmla="*/ 1662546 w 2223655"/>
              <a:gd name="connsiteY34" fmla="*/ 2856521 h 3770921"/>
              <a:gd name="connsiteX35" fmla="*/ 1600200 w 2223655"/>
              <a:gd name="connsiteY35" fmla="*/ 2918866 h 3770921"/>
              <a:gd name="connsiteX36" fmla="*/ 1537855 w 2223655"/>
              <a:gd name="connsiteY36" fmla="*/ 2939648 h 3770921"/>
              <a:gd name="connsiteX37" fmla="*/ 1413164 w 2223655"/>
              <a:gd name="connsiteY37" fmla="*/ 3022775 h 3770921"/>
              <a:gd name="connsiteX38" fmla="*/ 1371600 w 2223655"/>
              <a:gd name="connsiteY38" fmla="*/ 3085121 h 3770921"/>
              <a:gd name="connsiteX39" fmla="*/ 1309255 w 2223655"/>
              <a:gd name="connsiteY39" fmla="*/ 3105903 h 3770921"/>
              <a:gd name="connsiteX40" fmla="*/ 1184564 w 2223655"/>
              <a:gd name="connsiteY40" fmla="*/ 3168248 h 3770921"/>
              <a:gd name="connsiteX41" fmla="*/ 1059873 w 2223655"/>
              <a:gd name="connsiteY41" fmla="*/ 3251375 h 3770921"/>
              <a:gd name="connsiteX42" fmla="*/ 997528 w 2223655"/>
              <a:gd name="connsiteY42" fmla="*/ 3272157 h 3770921"/>
              <a:gd name="connsiteX43" fmla="*/ 810491 w 2223655"/>
              <a:gd name="connsiteY43" fmla="*/ 3396848 h 3770921"/>
              <a:gd name="connsiteX44" fmla="*/ 748146 w 2223655"/>
              <a:gd name="connsiteY44" fmla="*/ 3438412 h 3770921"/>
              <a:gd name="connsiteX45" fmla="*/ 623455 w 2223655"/>
              <a:gd name="connsiteY45" fmla="*/ 3500757 h 3770921"/>
              <a:gd name="connsiteX46" fmla="*/ 498764 w 2223655"/>
              <a:gd name="connsiteY46" fmla="*/ 3542321 h 3770921"/>
              <a:gd name="connsiteX47" fmla="*/ 374073 w 2223655"/>
              <a:gd name="connsiteY47" fmla="*/ 3604666 h 3770921"/>
              <a:gd name="connsiteX48" fmla="*/ 311728 w 2223655"/>
              <a:gd name="connsiteY48" fmla="*/ 3646230 h 3770921"/>
              <a:gd name="connsiteX49" fmla="*/ 187037 w 2223655"/>
              <a:gd name="connsiteY49" fmla="*/ 3687794 h 3770921"/>
              <a:gd name="connsiteX50" fmla="*/ 124691 w 2223655"/>
              <a:gd name="connsiteY50" fmla="*/ 3729357 h 3770921"/>
              <a:gd name="connsiteX51" fmla="*/ 0 w 2223655"/>
              <a:gd name="connsiteY51" fmla="*/ 3770921 h 3770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2223655" h="3770921">
                <a:moveTo>
                  <a:pt x="145473" y="9412"/>
                </a:moveTo>
                <a:cubicBezTo>
                  <a:pt x="318476" y="52663"/>
                  <a:pt x="147430" y="0"/>
                  <a:pt x="290946" y="71757"/>
                </a:cubicBezTo>
                <a:cubicBezTo>
                  <a:pt x="310539" y="81554"/>
                  <a:pt x="334142" y="81901"/>
                  <a:pt x="353291" y="92539"/>
                </a:cubicBezTo>
                <a:cubicBezTo>
                  <a:pt x="567666" y="211636"/>
                  <a:pt x="399256" y="149424"/>
                  <a:pt x="540328" y="196448"/>
                </a:cubicBezTo>
                <a:cubicBezTo>
                  <a:pt x="755985" y="340222"/>
                  <a:pt x="422145" y="121382"/>
                  <a:pt x="685800" y="279575"/>
                </a:cubicBezTo>
                <a:cubicBezTo>
                  <a:pt x="728635" y="305276"/>
                  <a:pt x="765811" y="340364"/>
                  <a:pt x="810491" y="362703"/>
                </a:cubicBezTo>
                <a:cubicBezTo>
                  <a:pt x="838200" y="376557"/>
                  <a:pt x="867054" y="388327"/>
                  <a:pt x="893619" y="404266"/>
                </a:cubicBezTo>
                <a:cubicBezTo>
                  <a:pt x="1072269" y="511456"/>
                  <a:pt x="955250" y="466375"/>
                  <a:pt x="1080655" y="508175"/>
                </a:cubicBezTo>
                <a:cubicBezTo>
                  <a:pt x="1271969" y="635720"/>
                  <a:pt x="974150" y="431284"/>
                  <a:pt x="1226128" y="632866"/>
                </a:cubicBezTo>
                <a:cubicBezTo>
                  <a:pt x="1265135" y="664072"/>
                  <a:pt x="1315497" y="680672"/>
                  <a:pt x="1350819" y="715994"/>
                </a:cubicBezTo>
                <a:cubicBezTo>
                  <a:pt x="1371601" y="736776"/>
                  <a:pt x="1390586" y="759524"/>
                  <a:pt x="1413164" y="778339"/>
                </a:cubicBezTo>
                <a:cubicBezTo>
                  <a:pt x="1432352" y="794329"/>
                  <a:pt x="1455185" y="805386"/>
                  <a:pt x="1475510" y="819903"/>
                </a:cubicBezTo>
                <a:cubicBezTo>
                  <a:pt x="1503695" y="840035"/>
                  <a:pt x="1530452" y="862116"/>
                  <a:pt x="1558637" y="882248"/>
                </a:cubicBezTo>
                <a:cubicBezTo>
                  <a:pt x="1578961" y="896765"/>
                  <a:pt x="1601794" y="907822"/>
                  <a:pt x="1620982" y="923812"/>
                </a:cubicBezTo>
                <a:cubicBezTo>
                  <a:pt x="1643560" y="942627"/>
                  <a:pt x="1660129" y="968113"/>
                  <a:pt x="1683328" y="986157"/>
                </a:cubicBezTo>
                <a:cubicBezTo>
                  <a:pt x="1722759" y="1016825"/>
                  <a:pt x="1808019" y="1069284"/>
                  <a:pt x="1808019" y="1069284"/>
                </a:cubicBezTo>
                <a:cubicBezTo>
                  <a:pt x="1821873" y="1090066"/>
                  <a:pt x="1830079" y="1116027"/>
                  <a:pt x="1849582" y="1131630"/>
                </a:cubicBezTo>
                <a:cubicBezTo>
                  <a:pt x="1866688" y="1145315"/>
                  <a:pt x="1896438" y="1136922"/>
                  <a:pt x="1911928" y="1152412"/>
                </a:cubicBezTo>
                <a:cubicBezTo>
                  <a:pt x="1927418" y="1167902"/>
                  <a:pt x="1922072" y="1195608"/>
                  <a:pt x="1932710" y="1214757"/>
                </a:cubicBezTo>
                <a:cubicBezTo>
                  <a:pt x="1956969" y="1258424"/>
                  <a:pt x="1988128" y="1297884"/>
                  <a:pt x="2015837" y="1339448"/>
                </a:cubicBezTo>
                <a:lnTo>
                  <a:pt x="2057400" y="1401794"/>
                </a:lnTo>
                <a:cubicBezTo>
                  <a:pt x="2071254" y="1422576"/>
                  <a:pt x="2091066" y="1440444"/>
                  <a:pt x="2098964" y="1464139"/>
                </a:cubicBezTo>
                <a:lnTo>
                  <a:pt x="2161310" y="1651175"/>
                </a:lnTo>
                <a:cubicBezTo>
                  <a:pt x="2168237" y="1671957"/>
                  <a:pt x="2176778" y="1692269"/>
                  <a:pt x="2182091" y="1713521"/>
                </a:cubicBezTo>
                <a:cubicBezTo>
                  <a:pt x="2208186" y="1817900"/>
                  <a:pt x="2193841" y="1769552"/>
                  <a:pt x="2223655" y="1858994"/>
                </a:cubicBezTo>
                <a:cubicBezTo>
                  <a:pt x="2211035" y="1959952"/>
                  <a:pt x="2205893" y="2033948"/>
                  <a:pt x="2182091" y="2129157"/>
                </a:cubicBezTo>
                <a:cubicBezTo>
                  <a:pt x="2176778" y="2150409"/>
                  <a:pt x="2171107" y="2171910"/>
                  <a:pt x="2161310" y="2191503"/>
                </a:cubicBezTo>
                <a:cubicBezTo>
                  <a:pt x="2150140" y="2213843"/>
                  <a:pt x="2133601" y="2233066"/>
                  <a:pt x="2119746" y="2253848"/>
                </a:cubicBezTo>
                <a:cubicBezTo>
                  <a:pt x="2112819" y="2274630"/>
                  <a:pt x="2109603" y="2297045"/>
                  <a:pt x="2098964" y="2316194"/>
                </a:cubicBezTo>
                <a:cubicBezTo>
                  <a:pt x="2074705" y="2359861"/>
                  <a:pt x="2031634" y="2393494"/>
                  <a:pt x="2015837" y="2440884"/>
                </a:cubicBezTo>
                <a:cubicBezTo>
                  <a:pt x="2008910" y="2461666"/>
                  <a:pt x="2008740" y="2486124"/>
                  <a:pt x="1995055" y="2503230"/>
                </a:cubicBezTo>
                <a:cubicBezTo>
                  <a:pt x="1979452" y="2522734"/>
                  <a:pt x="1953492" y="2530939"/>
                  <a:pt x="1932710" y="2544794"/>
                </a:cubicBezTo>
                <a:cubicBezTo>
                  <a:pt x="1911053" y="2609763"/>
                  <a:pt x="1890051" y="2690995"/>
                  <a:pt x="1828800" y="2731830"/>
                </a:cubicBezTo>
                <a:lnTo>
                  <a:pt x="1766455" y="2773394"/>
                </a:lnTo>
                <a:cubicBezTo>
                  <a:pt x="1673499" y="2912825"/>
                  <a:pt x="1783002" y="2776217"/>
                  <a:pt x="1662546" y="2856521"/>
                </a:cubicBezTo>
                <a:cubicBezTo>
                  <a:pt x="1638092" y="2872824"/>
                  <a:pt x="1624654" y="2902563"/>
                  <a:pt x="1600200" y="2918866"/>
                </a:cubicBezTo>
                <a:cubicBezTo>
                  <a:pt x="1581973" y="2931017"/>
                  <a:pt x="1557004" y="2929010"/>
                  <a:pt x="1537855" y="2939648"/>
                </a:cubicBezTo>
                <a:cubicBezTo>
                  <a:pt x="1494188" y="2963907"/>
                  <a:pt x="1413164" y="3022775"/>
                  <a:pt x="1413164" y="3022775"/>
                </a:cubicBezTo>
                <a:cubicBezTo>
                  <a:pt x="1399309" y="3043557"/>
                  <a:pt x="1391104" y="3069518"/>
                  <a:pt x="1371600" y="3085121"/>
                </a:cubicBezTo>
                <a:cubicBezTo>
                  <a:pt x="1354494" y="3098806"/>
                  <a:pt x="1328848" y="3096106"/>
                  <a:pt x="1309255" y="3105903"/>
                </a:cubicBezTo>
                <a:cubicBezTo>
                  <a:pt x="1148113" y="3186474"/>
                  <a:pt x="1341270" y="3116013"/>
                  <a:pt x="1184564" y="3168248"/>
                </a:cubicBezTo>
                <a:cubicBezTo>
                  <a:pt x="1143000" y="3195957"/>
                  <a:pt x="1107263" y="3235578"/>
                  <a:pt x="1059873" y="3251375"/>
                </a:cubicBezTo>
                <a:cubicBezTo>
                  <a:pt x="1039091" y="3258302"/>
                  <a:pt x="1016677" y="3261519"/>
                  <a:pt x="997528" y="3272157"/>
                </a:cubicBezTo>
                <a:cubicBezTo>
                  <a:pt x="997527" y="3272157"/>
                  <a:pt x="841664" y="3376066"/>
                  <a:pt x="810491" y="3396848"/>
                </a:cubicBezTo>
                <a:cubicBezTo>
                  <a:pt x="789709" y="3410703"/>
                  <a:pt x="771841" y="3430514"/>
                  <a:pt x="748146" y="3438412"/>
                </a:cubicBezTo>
                <a:cubicBezTo>
                  <a:pt x="520772" y="3514203"/>
                  <a:pt x="865169" y="3393329"/>
                  <a:pt x="623455" y="3500757"/>
                </a:cubicBezTo>
                <a:cubicBezTo>
                  <a:pt x="583419" y="3518551"/>
                  <a:pt x="535218" y="3518019"/>
                  <a:pt x="498764" y="3542321"/>
                </a:cubicBezTo>
                <a:cubicBezTo>
                  <a:pt x="418192" y="3596035"/>
                  <a:pt x="460114" y="3575986"/>
                  <a:pt x="374073" y="3604666"/>
                </a:cubicBezTo>
                <a:cubicBezTo>
                  <a:pt x="353291" y="3618521"/>
                  <a:pt x="334552" y="3636086"/>
                  <a:pt x="311728" y="3646230"/>
                </a:cubicBezTo>
                <a:cubicBezTo>
                  <a:pt x="271692" y="3664024"/>
                  <a:pt x="223491" y="3663492"/>
                  <a:pt x="187037" y="3687794"/>
                </a:cubicBezTo>
                <a:cubicBezTo>
                  <a:pt x="166255" y="3701648"/>
                  <a:pt x="147515" y="3719213"/>
                  <a:pt x="124691" y="3729357"/>
                </a:cubicBezTo>
                <a:cubicBezTo>
                  <a:pt x="84655" y="3747151"/>
                  <a:pt x="0" y="3770921"/>
                  <a:pt x="0" y="3770921"/>
                </a:cubicBezTo>
              </a:path>
            </a:pathLst>
          </a:custGeom>
          <a:ln w="381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任意多边形 54"/>
          <p:cNvSpPr/>
          <p:nvPr/>
        </p:nvSpPr>
        <p:spPr>
          <a:xfrm>
            <a:off x="10232332" y="5133109"/>
            <a:ext cx="2563093" cy="3803073"/>
          </a:xfrm>
          <a:custGeom>
            <a:avLst/>
            <a:gdLst>
              <a:gd name="connsiteX0" fmla="*/ 145473 w 2223655"/>
              <a:gd name="connsiteY0" fmla="*/ 9412 h 3770921"/>
              <a:gd name="connsiteX1" fmla="*/ 290946 w 2223655"/>
              <a:gd name="connsiteY1" fmla="*/ 71757 h 3770921"/>
              <a:gd name="connsiteX2" fmla="*/ 353291 w 2223655"/>
              <a:gd name="connsiteY2" fmla="*/ 92539 h 3770921"/>
              <a:gd name="connsiteX3" fmla="*/ 540328 w 2223655"/>
              <a:gd name="connsiteY3" fmla="*/ 196448 h 3770921"/>
              <a:gd name="connsiteX4" fmla="*/ 685800 w 2223655"/>
              <a:gd name="connsiteY4" fmla="*/ 279575 h 3770921"/>
              <a:gd name="connsiteX5" fmla="*/ 810491 w 2223655"/>
              <a:gd name="connsiteY5" fmla="*/ 362703 h 3770921"/>
              <a:gd name="connsiteX6" fmla="*/ 893619 w 2223655"/>
              <a:gd name="connsiteY6" fmla="*/ 404266 h 3770921"/>
              <a:gd name="connsiteX7" fmla="*/ 1080655 w 2223655"/>
              <a:gd name="connsiteY7" fmla="*/ 508175 h 3770921"/>
              <a:gd name="connsiteX8" fmla="*/ 1226128 w 2223655"/>
              <a:gd name="connsiteY8" fmla="*/ 632866 h 3770921"/>
              <a:gd name="connsiteX9" fmla="*/ 1350819 w 2223655"/>
              <a:gd name="connsiteY9" fmla="*/ 715994 h 3770921"/>
              <a:gd name="connsiteX10" fmla="*/ 1413164 w 2223655"/>
              <a:gd name="connsiteY10" fmla="*/ 778339 h 3770921"/>
              <a:gd name="connsiteX11" fmla="*/ 1475510 w 2223655"/>
              <a:gd name="connsiteY11" fmla="*/ 819903 h 3770921"/>
              <a:gd name="connsiteX12" fmla="*/ 1558637 w 2223655"/>
              <a:gd name="connsiteY12" fmla="*/ 882248 h 3770921"/>
              <a:gd name="connsiteX13" fmla="*/ 1620982 w 2223655"/>
              <a:gd name="connsiteY13" fmla="*/ 923812 h 3770921"/>
              <a:gd name="connsiteX14" fmla="*/ 1683328 w 2223655"/>
              <a:gd name="connsiteY14" fmla="*/ 986157 h 3770921"/>
              <a:gd name="connsiteX15" fmla="*/ 1808019 w 2223655"/>
              <a:gd name="connsiteY15" fmla="*/ 1069284 h 3770921"/>
              <a:gd name="connsiteX16" fmla="*/ 1849582 w 2223655"/>
              <a:gd name="connsiteY16" fmla="*/ 1131630 h 3770921"/>
              <a:gd name="connsiteX17" fmla="*/ 1911928 w 2223655"/>
              <a:gd name="connsiteY17" fmla="*/ 1152412 h 3770921"/>
              <a:gd name="connsiteX18" fmla="*/ 1932710 w 2223655"/>
              <a:gd name="connsiteY18" fmla="*/ 1214757 h 3770921"/>
              <a:gd name="connsiteX19" fmla="*/ 2015837 w 2223655"/>
              <a:gd name="connsiteY19" fmla="*/ 1339448 h 3770921"/>
              <a:gd name="connsiteX20" fmla="*/ 2057400 w 2223655"/>
              <a:gd name="connsiteY20" fmla="*/ 1401794 h 3770921"/>
              <a:gd name="connsiteX21" fmla="*/ 2098964 w 2223655"/>
              <a:gd name="connsiteY21" fmla="*/ 1464139 h 3770921"/>
              <a:gd name="connsiteX22" fmla="*/ 2161310 w 2223655"/>
              <a:gd name="connsiteY22" fmla="*/ 1651175 h 3770921"/>
              <a:gd name="connsiteX23" fmla="*/ 2182091 w 2223655"/>
              <a:gd name="connsiteY23" fmla="*/ 1713521 h 3770921"/>
              <a:gd name="connsiteX24" fmla="*/ 2223655 w 2223655"/>
              <a:gd name="connsiteY24" fmla="*/ 1858994 h 3770921"/>
              <a:gd name="connsiteX25" fmla="*/ 2182091 w 2223655"/>
              <a:gd name="connsiteY25" fmla="*/ 2129157 h 3770921"/>
              <a:gd name="connsiteX26" fmla="*/ 2161310 w 2223655"/>
              <a:gd name="connsiteY26" fmla="*/ 2191503 h 3770921"/>
              <a:gd name="connsiteX27" fmla="*/ 2119746 w 2223655"/>
              <a:gd name="connsiteY27" fmla="*/ 2253848 h 3770921"/>
              <a:gd name="connsiteX28" fmla="*/ 2098964 w 2223655"/>
              <a:gd name="connsiteY28" fmla="*/ 2316194 h 3770921"/>
              <a:gd name="connsiteX29" fmla="*/ 2015837 w 2223655"/>
              <a:gd name="connsiteY29" fmla="*/ 2440884 h 3770921"/>
              <a:gd name="connsiteX30" fmla="*/ 1995055 w 2223655"/>
              <a:gd name="connsiteY30" fmla="*/ 2503230 h 3770921"/>
              <a:gd name="connsiteX31" fmla="*/ 1932710 w 2223655"/>
              <a:gd name="connsiteY31" fmla="*/ 2544794 h 3770921"/>
              <a:gd name="connsiteX32" fmla="*/ 1828800 w 2223655"/>
              <a:gd name="connsiteY32" fmla="*/ 2731830 h 3770921"/>
              <a:gd name="connsiteX33" fmla="*/ 1766455 w 2223655"/>
              <a:gd name="connsiteY33" fmla="*/ 2773394 h 3770921"/>
              <a:gd name="connsiteX34" fmla="*/ 1662546 w 2223655"/>
              <a:gd name="connsiteY34" fmla="*/ 2856521 h 3770921"/>
              <a:gd name="connsiteX35" fmla="*/ 1600200 w 2223655"/>
              <a:gd name="connsiteY35" fmla="*/ 2918866 h 3770921"/>
              <a:gd name="connsiteX36" fmla="*/ 1537855 w 2223655"/>
              <a:gd name="connsiteY36" fmla="*/ 2939648 h 3770921"/>
              <a:gd name="connsiteX37" fmla="*/ 1413164 w 2223655"/>
              <a:gd name="connsiteY37" fmla="*/ 3022775 h 3770921"/>
              <a:gd name="connsiteX38" fmla="*/ 1371600 w 2223655"/>
              <a:gd name="connsiteY38" fmla="*/ 3085121 h 3770921"/>
              <a:gd name="connsiteX39" fmla="*/ 1309255 w 2223655"/>
              <a:gd name="connsiteY39" fmla="*/ 3105903 h 3770921"/>
              <a:gd name="connsiteX40" fmla="*/ 1184564 w 2223655"/>
              <a:gd name="connsiteY40" fmla="*/ 3168248 h 3770921"/>
              <a:gd name="connsiteX41" fmla="*/ 1059873 w 2223655"/>
              <a:gd name="connsiteY41" fmla="*/ 3251375 h 3770921"/>
              <a:gd name="connsiteX42" fmla="*/ 997528 w 2223655"/>
              <a:gd name="connsiteY42" fmla="*/ 3272157 h 3770921"/>
              <a:gd name="connsiteX43" fmla="*/ 810491 w 2223655"/>
              <a:gd name="connsiteY43" fmla="*/ 3396848 h 3770921"/>
              <a:gd name="connsiteX44" fmla="*/ 748146 w 2223655"/>
              <a:gd name="connsiteY44" fmla="*/ 3438412 h 3770921"/>
              <a:gd name="connsiteX45" fmla="*/ 623455 w 2223655"/>
              <a:gd name="connsiteY45" fmla="*/ 3500757 h 3770921"/>
              <a:gd name="connsiteX46" fmla="*/ 498764 w 2223655"/>
              <a:gd name="connsiteY46" fmla="*/ 3542321 h 3770921"/>
              <a:gd name="connsiteX47" fmla="*/ 374073 w 2223655"/>
              <a:gd name="connsiteY47" fmla="*/ 3604666 h 3770921"/>
              <a:gd name="connsiteX48" fmla="*/ 311728 w 2223655"/>
              <a:gd name="connsiteY48" fmla="*/ 3646230 h 3770921"/>
              <a:gd name="connsiteX49" fmla="*/ 187037 w 2223655"/>
              <a:gd name="connsiteY49" fmla="*/ 3687794 h 3770921"/>
              <a:gd name="connsiteX50" fmla="*/ 124691 w 2223655"/>
              <a:gd name="connsiteY50" fmla="*/ 3729357 h 3770921"/>
              <a:gd name="connsiteX51" fmla="*/ 0 w 2223655"/>
              <a:gd name="connsiteY51" fmla="*/ 3770921 h 3770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2223655" h="3770921">
                <a:moveTo>
                  <a:pt x="145473" y="9412"/>
                </a:moveTo>
                <a:cubicBezTo>
                  <a:pt x="318476" y="52663"/>
                  <a:pt x="147430" y="0"/>
                  <a:pt x="290946" y="71757"/>
                </a:cubicBezTo>
                <a:cubicBezTo>
                  <a:pt x="310539" y="81554"/>
                  <a:pt x="334142" y="81901"/>
                  <a:pt x="353291" y="92539"/>
                </a:cubicBezTo>
                <a:cubicBezTo>
                  <a:pt x="567666" y="211636"/>
                  <a:pt x="399256" y="149424"/>
                  <a:pt x="540328" y="196448"/>
                </a:cubicBezTo>
                <a:cubicBezTo>
                  <a:pt x="755985" y="340222"/>
                  <a:pt x="422145" y="121382"/>
                  <a:pt x="685800" y="279575"/>
                </a:cubicBezTo>
                <a:cubicBezTo>
                  <a:pt x="728635" y="305276"/>
                  <a:pt x="765811" y="340364"/>
                  <a:pt x="810491" y="362703"/>
                </a:cubicBezTo>
                <a:cubicBezTo>
                  <a:pt x="838200" y="376557"/>
                  <a:pt x="867054" y="388327"/>
                  <a:pt x="893619" y="404266"/>
                </a:cubicBezTo>
                <a:cubicBezTo>
                  <a:pt x="1072269" y="511456"/>
                  <a:pt x="955250" y="466375"/>
                  <a:pt x="1080655" y="508175"/>
                </a:cubicBezTo>
                <a:cubicBezTo>
                  <a:pt x="1271969" y="635720"/>
                  <a:pt x="974150" y="431284"/>
                  <a:pt x="1226128" y="632866"/>
                </a:cubicBezTo>
                <a:cubicBezTo>
                  <a:pt x="1265135" y="664072"/>
                  <a:pt x="1315497" y="680672"/>
                  <a:pt x="1350819" y="715994"/>
                </a:cubicBezTo>
                <a:cubicBezTo>
                  <a:pt x="1371601" y="736776"/>
                  <a:pt x="1390586" y="759524"/>
                  <a:pt x="1413164" y="778339"/>
                </a:cubicBezTo>
                <a:cubicBezTo>
                  <a:pt x="1432352" y="794329"/>
                  <a:pt x="1455185" y="805386"/>
                  <a:pt x="1475510" y="819903"/>
                </a:cubicBezTo>
                <a:cubicBezTo>
                  <a:pt x="1503695" y="840035"/>
                  <a:pt x="1530452" y="862116"/>
                  <a:pt x="1558637" y="882248"/>
                </a:cubicBezTo>
                <a:cubicBezTo>
                  <a:pt x="1578961" y="896765"/>
                  <a:pt x="1601794" y="907822"/>
                  <a:pt x="1620982" y="923812"/>
                </a:cubicBezTo>
                <a:cubicBezTo>
                  <a:pt x="1643560" y="942627"/>
                  <a:pt x="1660129" y="968113"/>
                  <a:pt x="1683328" y="986157"/>
                </a:cubicBezTo>
                <a:cubicBezTo>
                  <a:pt x="1722759" y="1016825"/>
                  <a:pt x="1808019" y="1069284"/>
                  <a:pt x="1808019" y="1069284"/>
                </a:cubicBezTo>
                <a:cubicBezTo>
                  <a:pt x="1821873" y="1090066"/>
                  <a:pt x="1830079" y="1116027"/>
                  <a:pt x="1849582" y="1131630"/>
                </a:cubicBezTo>
                <a:cubicBezTo>
                  <a:pt x="1866688" y="1145315"/>
                  <a:pt x="1896438" y="1136922"/>
                  <a:pt x="1911928" y="1152412"/>
                </a:cubicBezTo>
                <a:cubicBezTo>
                  <a:pt x="1927418" y="1167902"/>
                  <a:pt x="1922072" y="1195608"/>
                  <a:pt x="1932710" y="1214757"/>
                </a:cubicBezTo>
                <a:cubicBezTo>
                  <a:pt x="1956969" y="1258424"/>
                  <a:pt x="1988128" y="1297884"/>
                  <a:pt x="2015837" y="1339448"/>
                </a:cubicBezTo>
                <a:lnTo>
                  <a:pt x="2057400" y="1401794"/>
                </a:lnTo>
                <a:cubicBezTo>
                  <a:pt x="2071254" y="1422576"/>
                  <a:pt x="2091066" y="1440444"/>
                  <a:pt x="2098964" y="1464139"/>
                </a:cubicBezTo>
                <a:lnTo>
                  <a:pt x="2161310" y="1651175"/>
                </a:lnTo>
                <a:cubicBezTo>
                  <a:pt x="2168237" y="1671957"/>
                  <a:pt x="2176778" y="1692269"/>
                  <a:pt x="2182091" y="1713521"/>
                </a:cubicBezTo>
                <a:cubicBezTo>
                  <a:pt x="2208186" y="1817900"/>
                  <a:pt x="2193841" y="1769552"/>
                  <a:pt x="2223655" y="1858994"/>
                </a:cubicBezTo>
                <a:cubicBezTo>
                  <a:pt x="2211035" y="1959952"/>
                  <a:pt x="2205893" y="2033948"/>
                  <a:pt x="2182091" y="2129157"/>
                </a:cubicBezTo>
                <a:cubicBezTo>
                  <a:pt x="2176778" y="2150409"/>
                  <a:pt x="2171107" y="2171910"/>
                  <a:pt x="2161310" y="2191503"/>
                </a:cubicBezTo>
                <a:cubicBezTo>
                  <a:pt x="2150140" y="2213843"/>
                  <a:pt x="2133601" y="2233066"/>
                  <a:pt x="2119746" y="2253848"/>
                </a:cubicBezTo>
                <a:cubicBezTo>
                  <a:pt x="2112819" y="2274630"/>
                  <a:pt x="2109603" y="2297045"/>
                  <a:pt x="2098964" y="2316194"/>
                </a:cubicBezTo>
                <a:cubicBezTo>
                  <a:pt x="2074705" y="2359861"/>
                  <a:pt x="2031634" y="2393494"/>
                  <a:pt x="2015837" y="2440884"/>
                </a:cubicBezTo>
                <a:cubicBezTo>
                  <a:pt x="2008910" y="2461666"/>
                  <a:pt x="2008740" y="2486124"/>
                  <a:pt x="1995055" y="2503230"/>
                </a:cubicBezTo>
                <a:cubicBezTo>
                  <a:pt x="1979452" y="2522734"/>
                  <a:pt x="1953492" y="2530939"/>
                  <a:pt x="1932710" y="2544794"/>
                </a:cubicBezTo>
                <a:cubicBezTo>
                  <a:pt x="1911053" y="2609763"/>
                  <a:pt x="1890051" y="2690995"/>
                  <a:pt x="1828800" y="2731830"/>
                </a:cubicBezTo>
                <a:lnTo>
                  <a:pt x="1766455" y="2773394"/>
                </a:lnTo>
                <a:cubicBezTo>
                  <a:pt x="1673499" y="2912825"/>
                  <a:pt x="1783002" y="2776217"/>
                  <a:pt x="1662546" y="2856521"/>
                </a:cubicBezTo>
                <a:cubicBezTo>
                  <a:pt x="1638092" y="2872824"/>
                  <a:pt x="1624654" y="2902563"/>
                  <a:pt x="1600200" y="2918866"/>
                </a:cubicBezTo>
                <a:cubicBezTo>
                  <a:pt x="1581973" y="2931017"/>
                  <a:pt x="1557004" y="2929010"/>
                  <a:pt x="1537855" y="2939648"/>
                </a:cubicBezTo>
                <a:cubicBezTo>
                  <a:pt x="1494188" y="2963907"/>
                  <a:pt x="1413164" y="3022775"/>
                  <a:pt x="1413164" y="3022775"/>
                </a:cubicBezTo>
                <a:cubicBezTo>
                  <a:pt x="1399309" y="3043557"/>
                  <a:pt x="1391104" y="3069518"/>
                  <a:pt x="1371600" y="3085121"/>
                </a:cubicBezTo>
                <a:cubicBezTo>
                  <a:pt x="1354494" y="3098806"/>
                  <a:pt x="1328848" y="3096106"/>
                  <a:pt x="1309255" y="3105903"/>
                </a:cubicBezTo>
                <a:cubicBezTo>
                  <a:pt x="1148113" y="3186474"/>
                  <a:pt x="1341270" y="3116013"/>
                  <a:pt x="1184564" y="3168248"/>
                </a:cubicBezTo>
                <a:cubicBezTo>
                  <a:pt x="1143000" y="3195957"/>
                  <a:pt x="1107263" y="3235578"/>
                  <a:pt x="1059873" y="3251375"/>
                </a:cubicBezTo>
                <a:cubicBezTo>
                  <a:pt x="1039091" y="3258302"/>
                  <a:pt x="1016677" y="3261519"/>
                  <a:pt x="997528" y="3272157"/>
                </a:cubicBezTo>
                <a:cubicBezTo>
                  <a:pt x="997527" y="3272157"/>
                  <a:pt x="841664" y="3376066"/>
                  <a:pt x="810491" y="3396848"/>
                </a:cubicBezTo>
                <a:cubicBezTo>
                  <a:pt x="789709" y="3410703"/>
                  <a:pt x="771841" y="3430514"/>
                  <a:pt x="748146" y="3438412"/>
                </a:cubicBezTo>
                <a:cubicBezTo>
                  <a:pt x="520772" y="3514203"/>
                  <a:pt x="865169" y="3393329"/>
                  <a:pt x="623455" y="3500757"/>
                </a:cubicBezTo>
                <a:cubicBezTo>
                  <a:pt x="583419" y="3518551"/>
                  <a:pt x="535218" y="3518019"/>
                  <a:pt x="498764" y="3542321"/>
                </a:cubicBezTo>
                <a:cubicBezTo>
                  <a:pt x="418192" y="3596035"/>
                  <a:pt x="460114" y="3575986"/>
                  <a:pt x="374073" y="3604666"/>
                </a:cubicBezTo>
                <a:cubicBezTo>
                  <a:pt x="353291" y="3618521"/>
                  <a:pt x="334552" y="3636086"/>
                  <a:pt x="311728" y="3646230"/>
                </a:cubicBezTo>
                <a:cubicBezTo>
                  <a:pt x="271692" y="3664024"/>
                  <a:pt x="223491" y="3663492"/>
                  <a:pt x="187037" y="3687794"/>
                </a:cubicBezTo>
                <a:cubicBezTo>
                  <a:pt x="166255" y="3701648"/>
                  <a:pt x="147515" y="3719213"/>
                  <a:pt x="124691" y="3729357"/>
                </a:cubicBezTo>
                <a:cubicBezTo>
                  <a:pt x="84655" y="3747151"/>
                  <a:pt x="0" y="3770921"/>
                  <a:pt x="0" y="3770921"/>
                </a:cubicBezTo>
              </a:path>
            </a:pathLst>
          </a:custGeom>
          <a:ln w="381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9" name="直接连接符 58"/>
          <p:cNvCxnSpPr/>
          <p:nvPr/>
        </p:nvCxnSpPr>
        <p:spPr>
          <a:xfrm flipV="1">
            <a:off x="3054931" y="6525491"/>
            <a:ext cx="4509654" cy="83127"/>
          </a:xfrm>
          <a:prstGeom prst="line">
            <a:avLst/>
          </a:prstGeom>
          <a:ln w="38100">
            <a:solidFill>
              <a:srgbClr val="66FF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V="1">
            <a:off x="3165767" y="5992091"/>
            <a:ext cx="4509654" cy="83127"/>
          </a:xfrm>
          <a:prstGeom prst="line">
            <a:avLst/>
          </a:prstGeom>
          <a:ln w="38100">
            <a:solidFill>
              <a:srgbClr val="66FF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V="1">
            <a:off x="3061858" y="7716982"/>
            <a:ext cx="4509654" cy="83127"/>
          </a:xfrm>
          <a:prstGeom prst="line">
            <a:avLst/>
          </a:prstGeom>
          <a:ln w="38100">
            <a:solidFill>
              <a:srgbClr val="66FF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V="1">
            <a:off x="3103422" y="8298873"/>
            <a:ext cx="4509654" cy="83127"/>
          </a:xfrm>
          <a:prstGeom prst="line">
            <a:avLst/>
          </a:prstGeom>
          <a:ln w="38100">
            <a:solidFill>
              <a:srgbClr val="66FF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任意多边形 62"/>
          <p:cNvSpPr/>
          <p:nvPr/>
        </p:nvSpPr>
        <p:spPr>
          <a:xfrm>
            <a:off x="10879310" y="5690927"/>
            <a:ext cx="2984651" cy="2535384"/>
          </a:xfrm>
          <a:custGeom>
            <a:avLst/>
            <a:gdLst>
              <a:gd name="connsiteX0" fmla="*/ 2527450 w 2527450"/>
              <a:gd name="connsiteY0" fmla="*/ 23201 h 4121044"/>
              <a:gd name="connsiteX1" fmla="*/ 2465104 w 2527450"/>
              <a:gd name="connsiteY1" fmla="*/ 2419 h 4121044"/>
              <a:gd name="connsiteX2" fmla="*/ 2340413 w 2527450"/>
              <a:gd name="connsiteY2" fmla="*/ 43983 h 4121044"/>
              <a:gd name="connsiteX3" fmla="*/ 2215722 w 2527450"/>
              <a:gd name="connsiteY3" fmla="*/ 85547 h 4121044"/>
              <a:gd name="connsiteX4" fmla="*/ 2153377 w 2527450"/>
              <a:gd name="connsiteY4" fmla="*/ 106328 h 4121044"/>
              <a:gd name="connsiteX5" fmla="*/ 2091031 w 2527450"/>
              <a:gd name="connsiteY5" fmla="*/ 127110 h 4121044"/>
              <a:gd name="connsiteX6" fmla="*/ 2028686 w 2527450"/>
              <a:gd name="connsiteY6" fmla="*/ 168674 h 4121044"/>
              <a:gd name="connsiteX7" fmla="*/ 1903995 w 2527450"/>
              <a:gd name="connsiteY7" fmla="*/ 210238 h 4121044"/>
              <a:gd name="connsiteX8" fmla="*/ 1779304 w 2527450"/>
              <a:gd name="connsiteY8" fmla="*/ 272583 h 4121044"/>
              <a:gd name="connsiteX9" fmla="*/ 1633831 w 2527450"/>
              <a:gd name="connsiteY9" fmla="*/ 334928 h 4121044"/>
              <a:gd name="connsiteX10" fmla="*/ 1446795 w 2527450"/>
              <a:gd name="connsiteY10" fmla="*/ 438838 h 4121044"/>
              <a:gd name="connsiteX11" fmla="*/ 1322104 w 2527450"/>
              <a:gd name="connsiteY11" fmla="*/ 521965 h 4121044"/>
              <a:gd name="connsiteX12" fmla="*/ 1197413 w 2527450"/>
              <a:gd name="connsiteY12" fmla="*/ 605092 h 4121044"/>
              <a:gd name="connsiteX13" fmla="*/ 1093504 w 2527450"/>
              <a:gd name="connsiteY13" fmla="*/ 688219 h 4121044"/>
              <a:gd name="connsiteX14" fmla="*/ 1031159 w 2527450"/>
              <a:gd name="connsiteY14" fmla="*/ 750565 h 4121044"/>
              <a:gd name="connsiteX15" fmla="*/ 906468 w 2527450"/>
              <a:gd name="connsiteY15" fmla="*/ 833692 h 4121044"/>
              <a:gd name="connsiteX16" fmla="*/ 844122 w 2527450"/>
              <a:gd name="connsiteY16" fmla="*/ 875256 h 4121044"/>
              <a:gd name="connsiteX17" fmla="*/ 781777 w 2527450"/>
              <a:gd name="connsiteY17" fmla="*/ 916819 h 4121044"/>
              <a:gd name="connsiteX18" fmla="*/ 740213 w 2527450"/>
              <a:gd name="connsiteY18" fmla="*/ 979165 h 4121044"/>
              <a:gd name="connsiteX19" fmla="*/ 615522 w 2527450"/>
              <a:gd name="connsiteY19" fmla="*/ 1062292 h 4121044"/>
              <a:gd name="connsiteX20" fmla="*/ 511613 w 2527450"/>
              <a:gd name="connsiteY20" fmla="*/ 1166201 h 4121044"/>
              <a:gd name="connsiteX21" fmla="*/ 407704 w 2527450"/>
              <a:gd name="connsiteY21" fmla="*/ 1270110 h 4121044"/>
              <a:gd name="connsiteX22" fmla="*/ 324577 w 2527450"/>
              <a:gd name="connsiteY22" fmla="*/ 1374019 h 4121044"/>
              <a:gd name="connsiteX23" fmla="*/ 303795 w 2527450"/>
              <a:gd name="connsiteY23" fmla="*/ 1436365 h 4121044"/>
              <a:gd name="connsiteX24" fmla="*/ 220668 w 2527450"/>
              <a:gd name="connsiteY24" fmla="*/ 1561056 h 4121044"/>
              <a:gd name="connsiteX25" fmla="*/ 179104 w 2527450"/>
              <a:gd name="connsiteY25" fmla="*/ 1623401 h 4121044"/>
              <a:gd name="connsiteX26" fmla="*/ 137540 w 2527450"/>
              <a:gd name="connsiteY26" fmla="*/ 1748092 h 4121044"/>
              <a:gd name="connsiteX27" fmla="*/ 95977 w 2527450"/>
              <a:gd name="connsiteY27" fmla="*/ 1810438 h 4121044"/>
              <a:gd name="connsiteX28" fmla="*/ 33631 w 2527450"/>
              <a:gd name="connsiteY28" fmla="*/ 2039038 h 4121044"/>
              <a:gd name="connsiteX29" fmla="*/ 33631 w 2527450"/>
              <a:gd name="connsiteY29" fmla="*/ 2558583 h 4121044"/>
              <a:gd name="connsiteX30" fmla="*/ 137540 w 2527450"/>
              <a:gd name="connsiteY30" fmla="*/ 2745619 h 4121044"/>
              <a:gd name="connsiteX31" fmla="*/ 220668 w 2527450"/>
              <a:gd name="connsiteY31" fmla="*/ 2849528 h 4121044"/>
              <a:gd name="connsiteX32" fmla="*/ 303795 w 2527450"/>
              <a:gd name="connsiteY32" fmla="*/ 2932656 h 4121044"/>
              <a:gd name="connsiteX33" fmla="*/ 386922 w 2527450"/>
              <a:gd name="connsiteY33" fmla="*/ 3015783 h 4121044"/>
              <a:gd name="connsiteX34" fmla="*/ 553177 w 2527450"/>
              <a:gd name="connsiteY34" fmla="*/ 3161256 h 4121044"/>
              <a:gd name="connsiteX35" fmla="*/ 802559 w 2527450"/>
              <a:gd name="connsiteY35" fmla="*/ 3327510 h 4121044"/>
              <a:gd name="connsiteX36" fmla="*/ 927250 w 2527450"/>
              <a:gd name="connsiteY36" fmla="*/ 3410638 h 4121044"/>
              <a:gd name="connsiteX37" fmla="*/ 989595 w 2527450"/>
              <a:gd name="connsiteY37" fmla="*/ 3452201 h 4121044"/>
              <a:gd name="connsiteX38" fmla="*/ 1135068 w 2527450"/>
              <a:gd name="connsiteY38" fmla="*/ 3556110 h 4121044"/>
              <a:gd name="connsiteX39" fmla="*/ 1197413 w 2527450"/>
              <a:gd name="connsiteY39" fmla="*/ 3576892 h 4121044"/>
              <a:gd name="connsiteX40" fmla="*/ 1259759 w 2527450"/>
              <a:gd name="connsiteY40" fmla="*/ 3618456 h 4121044"/>
              <a:gd name="connsiteX41" fmla="*/ 1322104 w 2527450"/>
              <a:gd name="connsiteY41" fmla="*/ 3639238 h 4121044"/>
              <a:gd name="connsiteX42" fmla="*/ 1467577 w 2527450"/>
              <a:gd name="connsiteY42" fmla="*/ 3722365 h 4121044"/>
              <a:gd name="connsiteX43" fmla="*/ 1529922 w 2527450"/>
              <a:gd name="connsiteY43" fmla="*/ 3743147 h 4121044"/>
              <a:gd name="connsiteX44" fmla="*/ 1592268 w 2527450"/>
              <a:gd name="connsiteY44" fmla="*/ 3784710 h 4121044"/>
              <a:gd name="connsiteX45" fmla="*/ 1654613 w 2527450"/>
              <a:gd name="connsiteY45" fmla="*/ 3805492 h 4121044"/>
              <a:gd name="connsiteX46" fmla="*/ 1841650 w 2527450"/>
              <a:gd name="connsiteY46" fmla="*/ 3909401 h 4121044"/>
              <a:gd name="connsiteX47" fmla="*/ 1987122 w 2527450"/>
              <a:gd name="connsiteY47" fmla="*/ 3971747 h 4121044"/>
              <a:gd name="connsiteX48" fmla="*/ 2049468 w 2527450"/>
              <a:gd name="connsiteY48" fmla="*/ 4013310 h 4121044"/>
              <a:gd name="connsiteX49" fmla="*/ 2257286 w 2527450"/>
              <a:gd name="connsiteY49" fmla="*/ 4075656 h 4121044"/>
              <a:gd name="connsiteX50" fmla="*/ 2402759 w 2527450"/>
              <a:gd name="connsiteY50" fmla="*/ 4117219 h 4121044"/>
              <a:gd name="connsiteX51" fmla="*/ 2506668 w 2527450"/>
              <a:gd name="connsiteY51" fmla="*/ 4117219 h 4121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2527450" h="4121044">
                <a:moveTo>
                  <a:pt x="2527450" y="23201"/>
                </a:moveTo>
                <a:cubicBezTo>
                  <a:pt x="2506668" y="16274"/>
                  <a:pt x="2486876" y="0"/>
                  <a:pt x="2465104" y="2419"/>
                </a:cubicBezTo>
                <a:cubicBezTo>
                  <a:pt x="2421560" y="7257"/>
                  <a:pt x="2381977" y="30128"/>
                  <a:pt x="2340413" y="43983"/>
                </a:cubicBezTo>
                <a:lnTo>
                  <a:pt x="2215722" y="85547"/>
                </a:lnTo>
                <a:lnTo>
                  <a:pt x="2153377" y="106328"/>
                </a:lnTo>
                <a:lnTo>
                  <a:pt x="2091031" y="127110"/>
                </a:lnTo>
                <a:cubicBezTo>
                  <a:pt x="2070249" y="140965"/>
                  <a:pt x="2051510" y="158530"/>
                  <a:pt x="2028686" y="168674"/>
                </a:cubicBezTo>
                <a:cubicBezTo>
                  <a:pt x="1988650" y="186468"/>
                  <a:pt x="1940449" y="185936"/>
                  <a:pt x="1903995" y="210238"/>
                </a:cubicBezTo>
                <a:cubicBezTo>
                  <a:pt x="1784180" y="290114"/>
                  <a:pt x="1899763" y="220957"/>
                  <a:pt x="1779304" y="272583"/>
                </a:cubicBezTo>
                <a:cubicBezTo>
                  <a:pt x="1599555" y="349619"/>
                  <a:pt x="1780034" y="286196"/>
                  <a:pt x="1633831" y="334928"/>
                </a:cubicBezTo>
                <a:cubicBezTo>
                  <a:pt x="1490913" y="430207"/>
                  <a:pt x="1556530" y="402259"/>
                  <a:pt x="1446795" y="438838"/>
                </a:cubicBezTo>
                <a:cubicBezTo>
                  <a:pt x="1308435" y="577198"/>
                  <a:pt x="1457445" y="446776"/>
                  <a:pt x="1322104" y="521965"/>
                </a:cubicBezTo>
                <a:cubicBezTo>
                  <a:pt x="1278437" y="546224"/>
                  <a:pt x="1197413" y="605092"/>
                  <a:pt x="1197413" y="605092"/>
                </a:cubicBezTo>
                <a:cubicBezTo>
                  <a:pt x="1104459" y="744527"/>
                  <a:pt x="1213961" y="607914"/>
                  <a:pt x="1093504" y="688219"/>
                </a:cubicBezTo>
                <a:cubicBezTo>
                  <a:pt x="1069050" y="704522"/>
                  <a:pt x="1054358" y="732521"/>
                  <a:pt x="1031159" y="750565"/>
                </a:cubicBezTo>
                <a:cubicBezTo>
                  <a:pt x="991728" y="781233"/>
                  <a:pt x="948032" y="805983"/>
                  <a:pt x="906468" y="833692"/>
                </a:cubicBezTo>
                <a:lnTo>
                  <a:pt x="844122" y="875256"/>
                </a:lnTo>
                <a:lnTo>
                  <a:pt x="781777" y="916819"/>
                </a:lnTo>
                <a:cubicBezTo>
                  <a:pt x="767922" y="937601"/>
                  <a:pt x="759010" y="962718"/>
                  <a:pt x="740213" y="979165"/>
                </a:cubicBezTo>
                <a:cubicBezTo>
                  <a:pt x="702619" y="1012059"/>
                  <a:pt x="615522" y="1062292"/>
                  <a:pt x="615522" y="1062292"/>
                </a:cubicBezTo>
                <a:cubicBezTo>
                  <a:pt x="504687" y="1228548"/>
                  <a:pt x="650158" y="1027656"/>
                  <a:pt x="511613" y="1166201"/>
                </a:cubicBezTo>
                <a:cubicBezTo>
                  <a:pt x="373068" y="1304746"/>
                  <a:pt x="573960" y="1159275"/>
                  <a:pt x="407704" y="1270110"/>
                </a:cubicBezTo>
                <a:cubicBezTo>
                  <a:pt x="355467" y="1426820"/>
                  <a:pt x="432007" y="1239731"/>
                  <a:pt x="324577" y="1374019"/>
                </a:cubicBezTo>
                <a:cubicBezTo>
                  <a:pt x="310892" y="1391125"/>
                  <a:pt x="314434" y="1417216"/>
                  <a:pt x="303795" y="1436365"/>
                </a:cubicBezTo>
                <a:cubicBezTo>
                  <a:pt x="279536" y="1480032"/>
                  <a:pt x="248377" y="1519492"/>
                  <a:pt x="220668" y="1561056"/>
                </a:cubicBezTo>
                <a:lnTo>
                  <a:pt x="179104" y="1623401"/>
                </a:lnTo>
                <a:cubicBezTo>
                  <a:pt x="165249" y="1664965"/>
                  <a:pt x="161842" y="1711638"/>
                  <a:pt x="137540" y="1748092"/>
                </a:cubicBezTo>
                <a:cubicBezTo>
                  <a:pt x="123686" y="1768874"/>
                  <a:pt x="106121" y="1787614"/>
                  <a:pt x="95977" y="1810438"/>
                </a:cubicBezTo>
                <a:cubicBezTo>
                  <a:pt x="57624" y="1896733"/>
                  <a:pt x="51411" y="1950140"/>
                  <a:pt x="33631" y="2039038"/>
                </a:cubicBezTo>
                <a:cubicBezTo>
                  <a:pt x="9870" y="2300414"/>
                  <a:pt x="0" y="2272713"/>
                  <a:pt x="33631" y="2558583"/>
                </a:cubicBezTo>
                <a:cubicBezTo>
                  <a:pt x="45026" y="2655438"/>
                  <a:pt x="99691" y="2632073"/>
                  <a:pt x="137540" y="2745619"/>
                </a:cubicBezTo>
                <a:cubicBezTo>
                  <a:pt x="166220" y="2831660"/>
                  <a:pt x="140095" y="2795814"/>
                  <a:pt x="220668" y="2849528"/>
                </a:cubicBezTo>
                <a:cubicBezTo>
                  <a:pt x="276086" y="3015783"/>
                  <a:pt x="192959" y="2821820"/>
                  <a:pt x="303795" y="2932656"/>
                </a:cubicBezTo>
                <a:cubicBezTo>
                  <a:pt x="414631" y="3043492"/>
                  <a:pt x="220669" y="2960364"/>
                  <a:pt x="386922" y="3015783"/>
                </a:cubicBezTo>
                <a:cubicBezTo>
                  <a:pt x="456195" y="3119691"/>
                  <a:pt x="407705" y="3064274"/>
                  <a:pt x="553177" y="3161256"/>
                </a:cubicBezTo>
                <a:lnTo>
                  <a:pt x="802559" y="3327510"/>
                </a:lnTo>
                <a:lnTo>
                  <a:pt x="927250" y="3410638"/>
                </a:lnTo>
                <a:cubicBezTo>
                  <a:pt x="948032" y="3424492"/>
                  <a:pt x="969614" y="3437215"/>
                  <a:pt x="989595" y="3452201"/>
                </a:cubicBezTo>
                <a:cubicBezTo>
                  <a:pt x="1008431" y="3466328"/>
                  <a:pt x="1104672" y="3540912"/>
                  <a:pt x="1135068" y="3556110"/>
                </a:cubicBezTo>
                <a:cubicBezTo>
                  <a:pt x="1154661" y="3565907"/>
                  <a:pt x="1177820" y="3567095"/>
                  <a:pt x="1197413" y="3576892"/>
                </a:cubicBezTo>
                <a:cubicBezTo>
                  <a:pt x="1219753" y="3588062"/>
                  <a:pt x="1237419" y="3607286"/>
                  <a:pt x="1259759" y="3618456"/>
                </a:cubicBezTo>
                <a:cubicBezTo>
                  <a:pt x="1279352" y="3628253"/>
                  <a:pt x="1301969" y="3630609"/>
                  <a:pt x="1322104" y="3639238"/>
                </a:cubicBezTo>
                <a:cubicBezTo>
                  <a:pt x="1577130" y="3748535"/>
                  <a:pt x="1258874" y="3618013"/>
                  <a:pt x="1467577" y="3722365"/>
                </a:cubicBezTo>
                <a:cubicBezTo>
                  <a:pt x="1487170" y="3732162"/>
                  <a:pt x="1510329" y="3733350"/>
                  <a:pt x="1529922" y="3743147"/>
                </a:cubicBezTo>
                <a:cubicBezTo>
                  <a:pt x="1552262" y="3754317"/>
                  <a:pt x="1569928" y="3773540"/>
                  <a:pt x="1592268" y="3784710"/>
                </a:cubicBezTo>
                <a:cubicBezTo>
                  <a:pt x="1611861" y="3794507"/>
                  <a:pt x="1635464" y="3794854"/>
                  <a:pt x="1654613" y="3805492"/>
                </a:cubicBezTo>
                <a:cubicBezTo>
                  <a:pt x="1868988" y="3924589"/>
                  <a:pt x="1700578" y="3862377"/>
                  <a:pt x="1841650" y="3909401"/>
                </a:cubicBezTo>
                <a:cubicBezTo>
                  <a:pt x="1998164" y="4013745"/>
                  <a:pt x="1799254" y="3891233"/>
                  <a:pt x="1987122" y="3971747"/>
                </a:cubicBezTo>
                <a:cubicBezTo>
                  <a:pt x="2010079" y="3981586"/>
                  <a:pt x="2026644" y="4003166"/>
                  <a:pt x="2049468" y="4013310"/>
                </a:cubicBezTo>
                <a:cubicBezTo>
                  <a:pt x="2138368" y="4052821"/>
                  <a:pt x="2172653" y="4051475"/>
                  <a:pt x="2257286" y="4075656"/>
                </a:cubicBezTo>
                <a:cubicBezTo>
                  <a:pt x="2307446" y="4089988"/>
                  <a:pt x="2349596" y="4111312"/>
                  <a:pt x="2402759" y="4117219"/>
                </a:cubicBezTo>
                <a:cubicBezTo>
                  <a:pt x="2437184" y="4121044"/>
                  <a:pt x="2472032" y="4117219"/>
                  <a:pt x="2506668" y="4117219"/>
                </a:cubicBezTo>
              </a:path>
            </a:pathLst>
          </a:custGeom>
          <a:ln w="38100">
            <a:solidFill>
              <a:srgbClr val="66FF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任意多边形 63"/>
          <p:cNvSpPr/>
          <p:nvPr/>
        </p:nvSpPr>
        <p:spPr>
          <a:xfrm>
            <a:off x="10345909" y="5462327"/>
            <a:ext cx="3019281" cy="3075709"/>
          </a:xfrm>
          <a:custGeom>
            <a:avLst/>
            <a:gdLst>
              <a:gd name="connsiteX0" fmla="*/ 2527450 w 2527450"/>
              <a:gd name="connsiteY0" fmla="*/ 23201 h 4121044"/>
              <a:gd name="connsiteX1" fmla="*/ 2465104 w 2527450"/>
              <a:gd name="connsiteY1" fmla="*/ 2419 h 4121044"/>
              <a:gd name="connsiteX2" fmla="*/ 2340413 w 2527450"/>
              <a:gd name="connsiteY2" fmla="*/ 43983 h 4121044"/>
              <a:gd name="connsiteX3" fmla="*/ 2215722 w 2527450"/>
              <a:gd name="connsiteY3" fmla="*/ 85547 h 4121044"/>
              <a:gd name="connsiteX4" fmla="*/ 2153377 w 2527450"/>
              <a:gd name="connsiteY4" fmla="*/ 106328 h 4121044"/>
              <a:gd name="connsiteX5" fmla="*/ 2091031 w 2527450"/>
              <a:gd name="connsiteY5" fmla="*/ 127110 h 4121044"/>
              <a:gd name="connsiteX6" fmla="*/ 2028686 w 2527450"/>
              <a:gd name="connsiteY6" fmla="*/ 168674 h 4121044"/>
              <a:gd name="connsiteX7" fmla="*/ 1903995 w 2527450"/>
              <a:gd name="connsiteY7" fmla="*/ 210238 h 4121044"/>
              <a:gd name="connsiteX8" fmla="*/ 1779304 w 2527450"/>
              <a:gd name="connsiteY8" fmla="*/ 272583 h 4121044"/>
              <a:gd name="connsiteX9" fmla="*/ 1633831 w 2527450"/>
              <a:gd name="connsiteY9" fmla="*/ 334928 h 4121044"/>
              <a:gd name="connsiteX10" fmla="*/ 1446795 w 2527450"/>
              <a:gd name="connsiteY10" fmla="*/ 438838 h 4121044"/>
              <a:gd name="connsiteX11" fmla="*/ 1322104 w 2527450"/>
              <a:gd name="connsiteY11" fmla="*/ 521965 h 4121044"/>
              <a:gd name="connsiteX12" fmla="*/ 1197413 w 2527450"/>
              <a:gd name="connsiteY12" fmla="*/ 605092 h 4121044"/>
              <a:gd name="connsiteX13" fmla="*/ 1093504 w 2527450"/>
              <a:gd name="connsiteY13" fmla="*/ 688219 h 4121044"/>
              <a:gd name="connsiteX14" fmla="*/ 1031159 w 2527450"/>
              <a:gd name="connsiteY14" fmla="*/ 750565 h 4121044"/>
              <a:gd name="connsiteX15" fmla="*/ 906468 w 2527450"/>
              <a:gd name="connsiteY15" fmla="*/ 833692 h 4121044"/>
              <a:gd name="connsiteX16" fmla="*/ 844122 w 2527450"/>
              <a:gd name="connsiteY16" fmla="*/ 875256 h 4121044"/>
              <a:gd name="connsiteX17" fmla="*/ 781777 w 2527450"/>
              <a:gd name="connsiteY17" fmla="*/ 916819 h 4121044"/>
              <a:gd name="connsiteX18" fmla="*/ 740213 w 2527450"/>
              <a:gd name="connsiteY18" fmla="*/ 979165 h 4121044"/>
              <a:gd name="connsiteX19" fmla="*/ 615522 w 2527450"/>
              <a:gd name="connsiteY19" fmla="*/ 1062292 h 4121044"/>
              <a:gd name="connsiteX20" fmla="*/ 511613 w 2527450"/>
              <a:gd name="connsiteY20" fmla="*/ 1166201 h 4121044"/>
              <a:gd name="connsiteX21" fmla="*/ 407704 w 2527450"/>
              <a:gd name="connsiteY21" fmla="*/ 1270110 h 4121044"/>
              <a:gd name="connsiteX22" fmla="*/ 324577 w 2527450"/>
              <a:gd name="connsiteY22" fmla="*/ 1374019 h 4121044"/>
              <a:gd name="connsiteX23" fmla="*/ 303795 w 2527450"/>
              <a:gd name="connsiteY23" fmla="*/ 1436365 h 4121044"/>
              <a:gd name="connsiteX24" fmla="*/ 220668 w 2527450"/>
              <a:gd name="connsiteY24" fmla="*/ 1561056 h 4121044"/>
              <a:gd name="connsiteX25" fmla="*/ 179104 w 2527450"/>
              <a:gd name="connsiteY25" fmla="*/ 1623401 h 4121044"/>
              <a:gd name="connsiteX26" fmla="*/ 137540 w 2527450"/>
              <a:gd name="connsiteY26" fmla="*/ 1748092 h 4121044"/>
              <a:gd name="connsiteX27" fmla="*/ 95977 w 2527450"/>
              <a:gd name="connsiteY27" fmla="*/ 1810438 h 4121044"/>
              <a:gd name="connsiteX28" fmla="*/ 33631 w 2527450"/>
              <a:gd name="connsiteY28" fmla="*/ 2039038 h 4121044"/>
              <a:gd name="connsiteX29" fmla="*/ 33631 w 2527450"/>
              <a:gd name="connsiteY29" fmla="*/ 2558583 h 4121044"/>
              <a:gd name="connsiteX30" fmla="*/ 137540 w 2527450"/>
              <a:gd name="connsiteY30" fmla="*/ 2745619 h 4121044"/>
              <a:gd name="connsiteX31" fmla="*/ 220668 w 2527450"/>
              <a:gd name="connsiteY31" fmla="*/ 2849528 h 4121044"/>
              <a:gd name="connsiteX32" fmla="*/ 303795 w 2527450"/>
              <a:gd name="connsiteY32" fmla="*/ 2932656 h 4121044"/>
              <a:gd name="connsiteX33" fmla="*/ 386922 w 2527450"/>
              <a:gd name="connsiteY33" fmla="*/ 3015783 h 4121044"/>
              <a:gd name="connsiteX34" fmla="*/ 553177 w 2527450"/>
              <a:gd name="connsiteY34" fmla="*/ 3161256 h 4121044"/>
              <a:gd name="connsiteX35" fmla="*/ 802559 w 2527450"/>
              <a:gd name="connsiteY35" fmla="*/ 3327510 h 4121044"/>
              <a:gd name="connsiteX36" fmla="*/ 927250 w 2527450"/>
              <a:gd name="connsiteY36" fmla="*/ 3410638 h 4121044"/>
              <a:gd name="connsiteX37" fmla="*/ 989595 w 2527450"/>
              <a:gd name="connsiteY37" fmla="*/ 3452201 h 4121044"/>
              <a:gd name="connsiteX38" fmla="*/ 1135068 w 2527450"/>
              <a:gd name="connsiteY38" fmla="*/ 3556110 h 4121044"/>
              <a:gd name="connsiteX39" fmla="*/ 1197413 w 2527450"/>
              <a:gd name="connsiteY39" fmla="*/ 3576892 h 4121044"/>
              <a:gd name="connsiteX40" fmla="*/ 1259759 w 2527450"/>
              <a:gd name="connsiteY40" fmla="*/ 3618456 h 4121044"/>
              <a:gd name="connsiteX41" fmla="*/ 1322104 w 2527450"/>
              <a:gd name="connsiteY41" fmla="*/ 3639238 h 4121044"/>
              <a:gd name="connsiteX42" fmla="*/ 1467577 w 2527450"/>
              <a:gd name="connsiteY42" fmla="*/ 3722365 h 4121044"/>
              <a:gd name="connsiteX43" fmla="*/ 1529922 w 2527450"/>
              <a:gd name="connsiteY43" fmla="*/ 3743147 h 4121044"/>
              <a:gd name="connsiteX44" fmla="*/ 1592268 w 2527450"/>
              <a:gd name="connsiteY44" fmla="*/ 3784710 h 4121044"/>
              <a:gd name="connsiteX45" fmla="*/ 1654613 w 2527450"/>
              <a:gd name="connsiteY45" fmla="*/ 3805492 h 4121044"/>
              <a:gd name="connsiteX46" fmla="*/ 1841650 w 2527450"/>
              <a:gd name="connsiteY46" fmla="*/ 3909401 h 4121044"/>
              <a:gd name="connsiteX47" fmla="*/ 1987122 w 2527450"/>
              <a:gd name="connsiteY47" fmla="*/ 3971747 h 4121044"/>
              <a:gd name="connsiteX48" fmla="*/ 2049468 w 2527450"/>
              <a:gd name="connsiteY48" fmla="*/ 4013310 h 4121044"/>
              <a:gd name="connsiteX49" fmla="*/ 2257286 w 2527450"/>
              <a:gd name="connsiteY49" fmla="*/ 4075656 h 4121044"/>
              <a:gd name="connsiteX50" fmla="*/ 2402759 w 2527450"/>
              <a:gd name="connsiteY50" fmla="*/ 4117219 h 4121044"/>
              <a:gd name="connsiteX51" fmla="*/ 2506668 w 2527450"/>
              <a:gd name="connsiteY51" fmla="*/ 4117219 h 4121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2527450" h="4121044">
                <a:moveTo>
                  <a:pt x="2527450" y="23201"/>
                </a:moveTo>
                <a:cubicBezTo>
                  <a:pt x="2506668" y="16274"/>
                  <a:pt x="2486876" y="0"/>
                  <a:pt x="2465104" y="2419"/>
                </a:cubicBezTo>
                <a:cubicBezTo>
                  <a:pt x="2421560" y="7257"/>
                  <a:pt x="2381977" y="30128"/>
                  <a:pt x="2340413" y="43983"/>
                </a:cubicBezTo>
                <a:lnTo>
                  <a:pt x="2215722" y="85547"/>
                </a:lnTo>
                <a:lnTo>
                  <a:pt x="2153377" y="106328"/>
                </a:lnTo>
                <a:lnTo>
                  <a:pt x="2091031" y="127110"/>
                </a:lnTo>
                <a:cubicBezTo>
                  <a:pt x="2070249" y="140965"/>
                  <a:pt x="2051510" y="158530"/>
                  <a:pt x="2028686" y="168674"/>
                </a:cubicBezTo>
                <a:cubicBezTo>
                  <a:pt x="1988650" y="186468"/>
                  <a:pt x="1940449" y="185936"/>
                  <a:pt x="1903995" y="210238"/>
                </a:cubicBezTo>
                <a:cubicBezTo>
                  <a:pt x="1784180" y="290114"/>
                  <a:pt x="1899763" y="220957"/>
                  <a:pt x="1779304" y="272583"/>
                </a:cubicBezTo>
                <a:cubicBezTo>
                  <a:pt x="1599555" y="349619"/>
                  <a:pt x="1780034" y="286196"/>
                  <a:pt x="1633831" y="334928"/>
                </a:cubicBezTo>
                <a:cubicBezTo>
                  <a:pt x="1490913" y="430207"/>
                  <a:pt x="1556530" y="402259"/>
                  <a:pt x="1446795" y="438838"/>
                </a:cubicBezTo>
                <a:cubicBezTo>
                  <a:pt x="1308435" y="577198"/>
                  <a:pt x="1457445" y="446776"/>
                  <a:pt x="1322104" y="521965"/>
                </a:cubicBezTo>
                <a:cubicBezTo>
                  <a:pt x="1278437" y="546224"/>
                  <a:pt x="1197413" y="605092"/>
                  <a:pt x="1197413" y="605092"/>
                </a:cubicBezTo>
                <a:cubicBezTo>
                  <a:pt x="1104459" y="744527"/>
                  <a:pt x="1213961" y="607914"/>
                  <a:pt x="1093504" y="688219"/>
                </a:cubicBezTo>
                <a:cubicBezTo>
                  <a:pt x="1069050" y="704522"/>
                  <a:pt x="1054358" y="732521"/>
                  <a:pt x="1031159" y="750565"/>
                </a:cubicBezTo>
                <a:cubicBezTo>
                  <a:pt x="991728" y="781233"/>
                  <a:pt x="948032" y="805983"/>
                  <a:pt x="906468" y="833692"/>
                </a:cubicBezTo>
                <a:lnTo>
                  <a:pt x="844122" y="875256"/>
                </a:lnTo>
                <a:lnTo>
                  <a:pt x="781777" y="916819"/>
                </a:lnTo>
                <a:cubicBezTo>
                  <a:pt x="767922" y="937601"/>
                  <a:pt x="759010" y="962718"/>
                  <a:pt x="740213" y="979165"/>
                </a:cubicBezTo>
                <a:cubicBezTo>
                  <a:pt x="702619" y="1012059"/>
                  <a:pt x="615522" y="1062292"/>
                  <a:pt x="615522" y="1062292"/>
                </a:cubicBezTo>
                <a:cubicBezTo>
                  <a:pt x="504687" y="1228548"/>
                  <a:pt x="650158" y="1027656"/>
                  <a:pt x="511613" y="1166201"/>
                </a:cubicBezTo>
                <a:cubicBezTo>
                  <a:pt x="373068" y="1304746"/>
                  <a:pt x="573960" y="1159275"/>
                  <a:pt x="407704" y="1270110"/>
                </a:cubicBezTo>
                <a:cubicBezTo>
                  <a:pt x="355467" y="1426820"/>
                  <a:pt x="432007" y="1239731"/>
                  <a:pt x="324577" y="1374019"/>
                </a:cubicBezTo>
                <a:cubicBezTo>
                  <a:pt x="310892" y="1391125"/>
                  <a:pt x="314434" y="1417216"/>
                  <a:pt x="303795" y="1436365"/>
                </a:cubicBezTo>
                <a:cubicBezTo>
                  <a:pt x="279536" y="1480032"/>
                  <a:pt x="248377" y="1519492"/>
                  <a:pt x="220668" y="1561056"/>
                </a:cubicBezTo>
                <a:lnTo>
                  <a:pt x="179104" y="1623401"/>
                </a:lnTo>
                <a:cubicBezTo>
                  <a:pt x="165249" y="1664965"/>
                  <a:pt x="161842" y="1711638"/>
                  <a:pt x="137540" y="1748092"/>
                </a:cubicBezTo>
                <a:cubicBezTo>
                  <a:pt x="123686" y="1768874"/>
                  <a:pt x="106121" y="1787614"/>
                  <a:pt x="95977" y="1810438"/>
                </a:cubicBezTo>
                <a:cubicBezTo>
                  <a:pt x="57624" y="1896733"/>
                  <a:pt x="51411" y="1950140"/>
                  <a:pt x="33631" y="2039038"/>
                </a:cubicBezTo>
                <a:cubicBezTo>
                  <a:pt x="9870" y="2300414"/>
                  <a:pt x="0" y="2272713"/>
                  <a:pt x="33631" y="2558583"/>
                </a:cubicBezTo>
                <a:cubicBezTo>
                  <a:pt x="45026" y="2655438"/>
                  <a:pt x="99691" y="2632073"/>
                  <a:pt x="137540" y="2745619"/>
                </a:cubicBezTo>
                <a:cubicBezTo>
                  <a:pt x="166220" y="2831660"/>
                  <a:pt x="140095" y="2795814"/>
                  <a:pt x="220668" y="2849528"/>
                </a:cubicBezTo>
                <a:cubicBezTo>
                  <a:pt x="276086" y="3015783"/>
                  <a:pt x="192959" y="2821820"/>
                  <a:pt x="303795" y="2932656"/>
                </a:cubicBezTo>
                <a:cubicBezTo>
                  <a:pt x="414631" y="3043492"/>
                  <a:pt x="220669" y="2960364"/>
                  <a:pt x="386922" y="3015783"/>
                </a:cubicBezTo>
                <a:cubicBezTo>
                  <a:pt x="456195" y="3119691"/>
                  <a:pt x="407705" y="3064274"/>
                  <a:pt x="553177" y="3161256"/>
                </a:cubicBezTo>
                <a:lnTo>
                  <a:pt x="802559" y="3327510"/>
                </a:lnTo>
                <a:lnTo>
                  <a:pt x="927250" y="3410638"/>
                </a:lnTo>
                <a:cubicBezTo>
                  <a:pt x="948032" y="3424492"/>
                  <a:pt x="969614" y="3437215"/>
                  <a:pt x="989595" y="3452201"/>
                </a:cubicBezTo>
                <a:cubicBezTo>
                  <a:pt x="1008431" y="3466328"/>
                  <a:pt x="1104672" y="3540912"/>
                  <a:pt x="1135068" y="3556110"/>
                </a:cubicBezTo>
                <a:cubicBezTo>
                  <a:pt x="1154661" y="3565907"/>
                  <a:pt x="1177820" y="3567095"/>
                  <a:pt x="1197413" y="3576892"/>
                </a:cubicBezTo>
                <a:cubicBezTo>
                  <a:pt x="1219753" y="3588062"/>
                  <a:pt x="1237419" y="3607286"/>
                  <a:pt x="1259759" y="3618456"/>
                </a:cubicBezTo>
                <a:cubicBezTo>
                  <a:pt x="1279352" y="3628253"/>
                  <a:pt x="1301969" y="3630609"/>
                  <a:pt x="1322104" y="3639238"/>
                </a:cubicBezTo>
                <a:cubicBezTo>
                  <a:pt x="1577130" y="3748535"/>
                  <a:pt x="1258874" y="3618013"/>
                  <a:pt x="1467577" y="3722365"/>
                </a:cubicBezTo>
                <a:cubicBezTo>
                  <a:pt x="1487170" y="3732162"/>
                  <a:pt x="1510329" y="3733350"/>
                  <a:pt x="1529922" y="3743147"/>
                </a:cubicBezTo>
                <a:cubicBezTo>
                  <a:pt x="1552262" y="3754317"/>
                  <a:pt x="1569928" y="3773540"/>
                  <a:pt x="1592268" y="3784710"/>
                </a:cubicBezTo>
                <a:cubicBezTo>
                  <a:pt x="1611861" y="3794507"/>
                  <a:pt x="1635464" y="3794854"/>
                  <a:pt x="1654613" y="3805492"/>
                </a:cubicBezTo>
                <a:cubicBezTo>
                  <a:pt x="1868988" y="3924589"/>
                  <a:pt x="1700578" y="3862377"/>
                  <a:pt x="1841650" y="3909401"/>
                </a:cubicBezTo>
                <a:cubicBezTo>
                  <a:pt x="1998164" y="4013745"/>
                  <a:pt x="1799254" y="3891233"/>
                  <a:pt x="1987122" y="3971747"/>
                </a:cubicBezTo>
                <a:cubicBezTo>
                  <a:pt x="2010079" y="3981586"/>
                  <a:pt x="2026644" y="4003166"/>
                  <a:pt x="2049468" y="4013310"/>
                </a:cubicBezTo>
                <a:cubicBezTo>
                  <a:pt x="2138368" y="4052821"/>
                  <a:pt x="2172653" y="4051475"/>
                  <a:pt x="2257286" y="4075656"/>
                </a:cubicBezTo>
                <a:cubicBezTo>
                  <a:pt x="2307446" y="4089988"/>
                  <a:pt x="2349596" y="4111312"/>
                  <a:pt x="2402759" y="4117219"/>
                </a:cubicBezTo>
                <a:cubicBezTo>
                  <a:pt x="2437184" y="4121044"/>
                  <a:pt x="2472032" y="4117219"/>
                  <a:pt x="2506668" y="4117219"/>
                </a:cubicBezTo>
              </a:path>
            </a:pathLst>
          </a:custGeom>
          <a:ln w="38100">
            <a:solidFill>
              <a:srgbClr val="66FF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2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2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25" grpId="0"/>
      <p:bldP spid="54" grpId="0" animBg="1"/>
      <p:bldP spid="55" grpId="0" bldLvl="0" animBg="1"/>
      <p:bldP spid="63" grpId="0" animBg="1"/>
      <p:bldP spid="64" grpId="0" animBg="1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6116438" y="286681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二、复变函数的极限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4" name="文本框 2"/>
          <p:cNvSpPr txBox="1"/>
          <p:nvPr/>
        </p:nvSpPr>
        <p:spPr>
          <a:xfrm>
            <a:off x="1574642" y="1169770"/>
            <a:ext cx="5279390" cy="72707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4000" b="1" dirty="0" smtClean="0">
                <a:latin typeface="+mn-ea"/>
              </a:rPr>
              <a:t>1. </a:t>
            </a:r>
            <a:r>
              <a:rPr lang="zh-CN" altLang="en-US" sz="4000" b="1" dirty="0" smtClean="0">
                <a:latin typeface="+mn-ea"/>
              </a:rPr>
              <a:t>复变函数极限的定义</a:t>
            </a:r>
            <a:endParaRPr lang="zh-CN" altLang="en-US" sz="4000" b="1" dirty="0">
              <a:latin typeface="+mn-ea"/>
            </a:endParaRPr>
          </a:p>
        </p:txBody>
      </p:sp>
      <p:graphicFrame>
        <p:nvGraphicFramePr>
          <p:cNvPr id="44" name="Object 14"/>
          <p:cNvGraphicFramePr>
            <a:graphicFrameLocks noChangeAspect="1"/>
          </p:cNvGraphicFramePr>
          <p:nvPr/>
        </p:nvGraphicFramePr>
        <p:xfrm>
          <a:off x="3896411" y="2011905"/>
          <a:ext cx="4170593" cy="895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Equation" r:id="rId1" imgW="30175200" imgH="7010400" progId="Equation.DSMT4">
                  <p:embed/>
                </p:oleObj>
              </mc:Choice>
              <mc:Fallback>
                <p:oleObj name="Equation" r:id="rId1" imgW="30175200" imgH="70104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96411" y="2011905"/>
                        <a:ext cx="4170593" cy="8950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18"/>
          <p:cNvGraphicFramePr>
            <a:graphicFrameLocks noChangeAspect="1"/>
          </p:cNvGraphicFramePr>
          <p:nvPr/>
        </p:nvGraphicFramePr>
        <p:xfrm>
          <a:off x="3494610" y="2864270"/>
          <a:ext cx="1499622" cy="624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12496800" imgH="4876800" progId="Equation.DSMT4">
                  <p:embed/>
                </p:oleObj>
              </mc:Choice>
              <mc:Fallback>
                <p:oleObj name="Equation" r:id="rId3" imgW="12496800" imgH="4876800" progId="Equation.DSMT4">
                  <p:embed/>
                  <p:pic>
                    <p:nvPicPr>
                      <p:cNvPr id="0" name="图片 716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94610" y="2864270"/>
                        <a:ext cx="1499622" cy="62438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左右箭头 47"/>
          <p:cNvSpPr/>
          <p:nvPr/>
        </p:nvSpPr>
        <p:spPr>
          <a:xfrm>
            <a:off x="2151018" y="3064395"/>
            <a:ext cx="1181542" cy="18842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3817" name="Object 25"/>
          <p:cNvGraphicFramePr>
            <a:graphicFrameLocks noChangeAspect="1"/>
          </p:cNvGraphicFramePr>
          <p:nvPr/>
        </p:nvGraphicFramePr>
        <p:xfrm>
          <a:off x="5167769" y="2874456"/>
          <a:ext cx="1425417" cy="624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5" imgW="11887200" imgH="4876800" progId="Equation.DSMT4">
                  <p:embed/>
                </p:oleObj>
              </mc:Choice>
              <mc:Fallback>
                <p:oleObj name="Equation" r:id="rId5" imgW="11887200" imgH="4876800" progId="Equation.DSMT4">
                  <p:embed/>
                  <p:pic>
                    <p:nvPicPr>
                      <p:cNvPr id="0" name="图片 717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67769" y="2874456"/>
                        <a:ext cx="1425417" cy="62438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6465570" y="2792095"/>
            <a:ext cx="4842510" cy="729615"/>
            <a:chOff x="10182" y="4397"/>
            <a:chExt cx="7626" cy="1149"/>
          </a:xfrm>
        </p:grpSpPr>
        <p:sp>
          <p:nvSpPr>
            <p:cNvPr id="49" name="文本框 2"/>
            <p:cNvSpPr txBox="1"/>
            <p:nvPr/>
          </p:nvSpPr>
          <p:spPr>
            <a:xfrm>
              <a:off x="10182" y="4397"/>
              <a:ext cx="7627" cy="1121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lstStyle/>
            <a:p>
              <a:r>
                <a:rPr lang="zh-CN" altLang="en-US" sz="3900" dirty="0" smtClean="0">
                  <a:latin typeface="+mn-ea"/>
                </a:rPr>
                <a:t>当                     时</a:t>
              </a:r>
              <a:r>
                <a:rPr lang="en-US" altLang="zh-CN" sz="3900" dirty="0" smtClean="0">
                  <a:latin typeface="+mn-ea"/>
                </a:rPr>
                <a:t>,</a:t>
              </a:r>
              <a:r>
                <a:rPr lang="zh-CN" altLang="en-US" sz="3900" dirty="0" smtClean="0">
                  <a:latin typeface="+mn-ea"/>
                </a:rPr>
                <a:t>有</a:t>
              </a:r>
              <a:endParaRPr lang="zh-CN" altLang="en-US" sz="3900" dirty="0">
                <a:latin typeface="+mn-ea"/>
              </a:endParaRPr>
            </a:p>
          </p:txBody>
        </p:sp>
        <p:graphicFrame>
          <p:nvGraphicFramePr>
            <p:cNvPr id="33818" name="Object 26"/>
            <p:cNvGraphicFramePr>
              <a:graphicFrameLocks noChangeAspect="1"/>
            </p:cNvGraphicFramePr>
            <p:nvPr/>
          </p:nvGraphicFramePr>
          <p:xfrm>
            <a:off x="11220" y="4440"/>
            <a:ext cx="4030" cy="11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2" name="Equation" r:id="rId7" imgW="21336000" imgH="5486400" progId="Equation.DSMT4">
                    <p:embed/>
                  </p:oleObj>
                </mc:Choice>
                <mc:Fallback>
                  <p:oleObj name="Equation" r:id="rId7" imgW="21336000" imgH="5486400" progId="Equation.DSMT4">
                    <p:embed/>
                    <p:pic>
                      <p:nvPicPr>
                        <p:cNvPr id="0" name="图片 717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1220" y="4440"/>
                          <a:ext cx="4030" cy="110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819" name="Object 27"/>
          <p:cNvGraphicFramePr>
            <a:graphicFrameLocks noChangeAspect="1"/>
          </p:cNvGraphicFramePr>
          <p:nvPr/>
        </p:nvGraphicFramePr>
        <p:xfrm>
          <a:off x="10760048" y="2815096"/>
          <a:ext cx="2448750" cy="624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9" imgW="20421600" imgH="4876800" progId="Equation.DSMT4">
                  <p:embed/>
                </p:oleObj>
              </mc:Choice>
              <mc:Fallback>
                <p:oleObj name="Equation" r:id="rId9" imgW="20421600" imgH="48768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760048" y="2815096"/>
                        <a:ext cx="2448750" cy="62438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文本框 2"/>
          <p:cNvSpPr txBox="1"/>
          <p:nvPr/>
        </p:nvSpPr>
        <p:spPr>
          <a:xfrm>
            <a:off x="1987433" y="2026511"/>
            <a:ext cx="1784291" cy="713577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900" dirty="0" smtClean="0">
                <a:solidFill>
                  <a:schemeClr val="tx1"/>
                </a:solidFill>
                <a:latin typeface="+mn-ea"/>
              </a:rPr>
              <a:t>回顾</a:t>
            </a:r>
            <a:endParaRPr lang="zh-CN" altLang="en-US" sz="3900" dirty="0" smtClean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51" name="Object 14"/>
          <p:cNvGraphicFramePr>
            <a:graphicFrameLocks noChangeAspect="1"/>
          </p:cNvGraphicFramePr>
          <p:nvPr/>
        </p:nvGraphicFramePr>
        <p:xfrm>
          <a:off x="3719631" y="3900421"/>
          <a:ext cx="4045010" cy="895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Equation" r:id="rId11" imgW="29260800" imgH="7010400" progId="Equation.DSMT4">
                  <p:embed/>
                </p:oleObj>
              </mc:Choice>
              <mc:Fallback>
                <p:oleObj name="Equation" r:id="rId11" imgW="29260800" imgH="70104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19631" y="3900421"/>
                        <a:ext cx="4045010" cy="8950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18"/>
          <p:cNvGraphicFramePr>
            <a:graphicFrameLocks noChangeAspect="1"/>
          </p:cNvGraphicFramePr>
          <p:nvPr/>
        </p:nvGraphicFramePr>
        <p:xfrm>
          <a:off x="3801208" y="4617381"/>
          <a:ext cx="1499622" cy="624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Equation" r:id="rId13" imgW="12496800" imgH="4876800" progId="Equation.DSMT4">
                  <p:embed/>
                </p:oleObj>
              </mc:Choice>
              <mc:Fallback>
                <p:oleObj name="Equation" r:id="rId13" imgW="12496800" imgH="4876800" progId="Equation.DSMT4">
                  <p:embed/>
                  <p:pic>
                    <p:nvPicPr>
                      <p:cNvPr id="0" name="图片 717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01208" y="4617381"/>
                        <a:ext cx="1499622" cy="62438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左右箭头 52"/>
          <p:cNvSpPr/>
          <p:nvPr/>
        </p:nvSpPr>
        <p:spPr>
          <a:xfrm>
            <a:off x="2280308" y="4817506"/>
            <a:ext cx="1181542" cy="18842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4" name="Object 25"/>
          <p:cNvGraphicFramePr>
            <a:graphicFrameLocks noChangeAspect="1"/>
          </p:cNvGraphicFramePr>
          <p:nvPr/>
        </p:nvGraphicFramePr>
        <p:xfrm>
          <a:off x="5341386" y="4647317"/>
          <a:ext cx="1425417" cy="624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Equation" r:id="rId15" imgW="11887200" imgH="4876800" progId="Equation.DSMT4">
                  <p:embed/>
                </p:oleObj>
              </mc:Choice>
              <mc:Fallback>
                <p:oleObj name="Equation" r:id="rId15" imgW="11887200" imgH="4876800" progId="Equation.DSMT4">
                  <p:embed/>
                  <p:pic>
                    <p:nvPicPr>
                      <p:cNvPr id="0" name="图片 717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341386" y="4647317"/>
                        <a:ext cx="1425417" cy="62438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6646545" y="4545330"/>
            <a:ext cx="4842510" cy="749300"/>
            <a:chOff x="10467" y="7158"/>
            <a:chExt cx="7626" cy="1180"/>
          </a:xfrm>
        </p:grpSpPr>
        <p:sp>
          <p:nvSpPr>
            <p:cNvPr id="55" name="文本框 2"/>
            <p:cNvSpPr txBox="1"/>
            <p:nvPr/>
          </p:nvSpPr>
          <p:spPr>
            <a:xfrm>
              <a:off x="10467" y="7158"/>
              <a:ext cx="7627" cy="1121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lstStyle/>
            <a:p>
              <a:r>
                <a:rPr lang="zh-CN" altLang="en-US" sz="3900" dirty="0" smtClean="0">
                  <a:latin typeface="+mn-ea"/>
                </a:rPr>
                <a:t>当                      时</a:t>
              </a:r>
              <a:r>
                <a:rPr lang="en-US" altLang="zh-CN" sz="3900" dirty="0" smtClean="0">
                  <a:latin typeface="+mn-ea"/>
                </a:rPr>
                <a:t>,</a:t>
              </a:r>
              <a:r>
                <a:rPr lang="zh-CN" altLang="en-US" sz="3900" dirty="0" smtClean="0">
                  <a:latin typeface="+mn-ea"/>
                </a:rPr>
                <a:t>有</a:t>
              </a:r>
              <a:endParaRPr lang="zh-CN" altLang="en-US" sz="3900" dirty="0">
                <a:latin typeface="+mn-ea"/>
              </a:endParaRPr>
            </a:p>
          </p:txBody>
        </p:sp>
        <p:graphicFrame>
          <p:nvGraphicFramePr>
            <p:cNvPr id="56" name="Object 26"/>
            <p:cNvGraphicFramePr>
              <a:graphicFrameLocks noChangeAspect="1"/>
            </p:cNvGraphicFramePr>
            <p:nvPr/>
          </p:nvGraphicFramePr>
          <p:xfrm>
            <a:off x="11715" y="7232"/>
            <a:ext cx="4030" cy="11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7" name="Equation" r:id="rId17" imgW="21336000" imgH="5486400" progId="Equation.DSMT4">
                    <p:embed/>
                  </p:oleObj>
                </mc:Choice>
                <mc:Fallback>
                  <p:oleObj name="Equation" r:id="rId17" imgW="21336000" imgH="5486400" progId="Equation.DSMT4">
                    <p:embed/>
                    <p:pic>
                      <p:nvPicPr>
                        <p:cNvPr id="0" name="图片 717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1715" y="7232"/>
                          <a:ext cx="4030" cy="110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7" name="Object 27"/>
          <p:cNvGraphicFramePr>
            <a:graphicFrameLocks noChangeAspect="1"/>
          </p:cNvGraphicFramePr>
          <p:nvPr/>
        </p:nvGraphicFramePr>
        <p:xfrm>
          <a:off x="11165814" y="4548009"/>
          <a:ext cx="2446692" cy="633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Equation" r:id="rId19" imgW="20116800" imgH="4876800" progId="Equation.DSMT4">
                  <p:embed/>
                </p:oleObj>
              </mc:Choice>
              <mc:Fallback>
                <p:oleObj name="Equation" r:id="rId19" imgW="20116800" imgH="4876800" progId="Equation.DSMT4">
                  <p:embed/>
                  <p:pic>
                    <p:nvPicPr>
                      <p:cNvPr id="0" name="图片 717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1165814" y="4548009"/>
                        <a:ext cx="2446692" cy="63323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文本框 2"/>
          <p:cNvSpPr txBox="1"/>
          <p:nvPr/>
        </p:nvSpPr>
        <p:spPr>
          <a:xfrm>
            <a:off x="2012814" y="3874870"/>
            <a:ext cx="1699330" cy="713577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900" dirty="0" smtClean="0">
                <a:solidFill>
                  <a:schemeClr val="tx1"/>
                </a:solidFill>
                <a:latin typeface="+mn-ea"/>
              </a:rPr>
              <a:t>定义</a:t>
            </a:r>
            <a:endParaRPr lang="zh-CN" altLang="en-US" sz="39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9" name="文本框 2"/>
          <p:cNvSpPr txBox="1"/>
          <p:nvPr/>
        </p:nvSpPr>
        <p:spPr>
          <a:xfrm>
            <a:off x="2995593" y="5641427"/>
            <a:ext cx="969391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 </a:t>
            </a:r>
            <a:r>
              <a:rPr lang="en-US" altLang="zh-CN" sz="3200" dirty="0" smtClean="0">
                <a:latin typeface="+mn-ea"/>
              </a:rPr>
              <a:t>(1)</a:t>
            </a:r>
            <a:r>
              <a:rPr lang="zh-CN" altLang="en-US" sz="3200" dirty="0" smtClean="0">
                <a:latin typeface="+mn-ea"/>
              </a:rPr>
              <a:t>复变函数极限定义与一元函数极限定义完全相同；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1" name="文本框 2"/>
          <p:cNvSpPr txBox="1"/>
          <p:nvPr/>
        </p:nvSpPr>
        <p:spPr>
          <a:xfrm>
            <a:off x="3148137" y="6422815"/>
            <a:ext cx="268351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(2)</a:t>
            </a:r>
            <a:r>
              <a:rPr lang="zh-CN" altLang="en-US" sz="3200" dirty="0" smtClean="0">
                <a:latin typeface="+mn-ea"/>
              </a:rPr>
              <a:t>可类似定义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33825" name="Object 33"/>
          <p:cNvGraphicFramePr>
            <a:graphicFrameLocks noChangeAspect="1"/>
          </p:cNvGraphicFramePr>
          <p:nvPr/>
        </p:nvGraphicFramePr>
        <p:xfrm>
          <a:off x="5855970" y="6423025"/>
          <a:ext cx="2292985" cy="725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name="Equation" r:id="rId21" imgW="19507200" imgH="6705600" progId="Equation.DSMT4">
                  <p:embed/>
                </p:oleObj>
              </mc:Choice>
              <mc:Fallback>
                <p:oleObj name="Equation" r:id="rId21" imgW="19507200" imgH="6705600" progId="Equation.DSMT4">
                  <p:embed/>
                  <p:pic>
                    <p:nvPicPr>
                      <p:cNvPr id="0" name="图片 717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855970" y="6423025"/>
                        <a:ext cx="2292985" cy="7258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6" name="Object 34"/>
          <p:cNvGraphicFramePr>
            <a:graphicFrameLocks noChangeAspect="1"/>
          </p:cNvGraphicFramePr>
          <p:nvPr/>
        </p:nvGraphicFramePr>
        <p:xfrm>
          <a:off x="8546465" y="6419850"/>
          <a:ext cx="2574925" cy="804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name="Equation" r:id="rId23" imgW="876300" imgH="292100" progId="Equation.DSMT4">
                  <p:embed/>
                </p:oleObj>
              </mc:Choice>
              <mc:Fallback>
                <p:oleObj name="Equation" r:id="rId23" imgW="876300" imgH="292100" progId="Equation.DSMT4">
                  <p:embed/>
                  <p:pic>
                    <p:nvPicPr>
                      <p:cNvPr id="0" name="图片 717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546465" y="6419850"/>
                        <a:ext cx="2574925" cy="8045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七角星 23"/>
          <p:cNvSpPr/>
          <p:nvPr/>
        </p:nvSpPr>
        <p:spPr>
          <a:xfrm>
            <a:off x="1825913" y="5354089"/>
            <a:ext cx="1226128" cy="1163782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 smtClean="0">
                <a:solidFill>
                  <a:schemeClr val="tx1"/>
                </a:solidFill>
              </a:rPr>
              <a:t>注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95593" y="8326842"/>
            <a:ext cx="1050671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 </a:t>
            </a:r>
            <a:r>
              <a:rPr lang="en-US" altLang="zh-CN" sz="3200" dirty="0" smtClean="0">
                <a:latin typeface="+mn-ea"/>
              </a:rPr>
              <a:t>(4)</a:t>
            </a:r>
            <a:r>
              <a:rPr lang="zh-CN" altLang="en-US" sz="3200" dirty="0" smtClean="0">
                <a:latin typeface="+mn-ea"/>
              </a:rPr>
              <a:t>复变函数极限运算法则与一元函数极限运算</a:t>
            </a:r>
            <a:r>
              <a:rPr lang="zh-CN" altLang="en-US" sz="3200" dirty="0" smtClean="0">
                <a:latin typeface="+mn-ea"/>
              </a:rPr>
              <a:t>法则一致。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4" name="Object 33"/>
          <p:cNvGraphicFramePr>
            <a:graphicFrameLocks noChangeAspect="1"/>
          </p:cNvGraphicFramePr>
          <p:nvPr/>
        </p:nvGraphicFramePr>
        <p:xfrm>
          <a:off x="3717290" y="7302500"/>
          <a:ext cx="1661795" cy="743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25" imgW="609600" imgH="292100" progId="Equation.DSMT4">
                  <p:embed/>
                </p:oleObj>
              </mc:Choice>
              <mc:Fallback>
                <p:oleObj name="Equation" r:id="rId25" imgW="609600" imgH="292100" progId="Equation.DSMT4">
                  <p:embed/>
                  <p:pic>
                    <p:nvPicPr>
                      <p:cNvPr id="0" name="图片 7178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717290" y="7302500"/>
                        <a:ext cx="1661795" cy="7435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3"/>
          <p:cNvGraphicFramePr>
            <a:graphicFrameLocks noChangeAspect="1"/>
          </p:cNvGraphicFramePr>
          <p:nvPr/>
        </p:nvGraphicFramePr>
        <p:xfrm>
          <a:off x="5800408" y="7285673"/>
          <a:ext cx="2181860" cy="775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27" imgW="800100" imgH="304800" progId="Equation.DSMT4">
                  <p:embed/>
                </p:oleObj>
              </mc:Choice>
              <mc:Fallback>
                <p:oleObj name="Equation" r:id="rId27" imgW="800100" imgH="304800" progId="Equation.DSMT4">
                  <p:embed/>
                  <p:pic>
                    <p:nvPicPr>
                      <p:cNvPr id="0" name="图片 7178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800408" y="7285673"/>
                        <a:ext cx="2181860" cy="7759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3183890" y="7384415"/>
            <a:ext cx="718185" cy="5848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5" dirty="0" smtClean="0">
                <a:latin typeface="+mn-ea"/>
              </a:rPr>
              <a:t>(3)</a:t>
            </a:r>
            <a:endParaRPr lang="en-US" altLang="zh-CN" sz="3205" dirty="0" smtClean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3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3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3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3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3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48" grpId="0" bldLvl="0" animBg="1"/>
      <p:bldP spid="50" grpId="0"/>
      <p:bldP spid="53" grpId="0" bldLvl="0" animBg="1"/>
      <p:bldP spid="58" grpId="0"/>
      <p:bldP spid="59" grpId="0"/>
      <p:bldP spid="21" grpId="0"/>
      <p:bldP spid="24" grpId="0" bldLvl="0" animBg="1"/>
      <p:bldP spid="24" grpId="1" bldLvl="0" animBg="1"/>
      <p:bldP spid="3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6116438" y="286681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二、复变函数的极限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4" name="文本框 2"/>
          <p:cNvSpPr txBox="1"/>
          <p:nvPr/>
        </p:nvSpPr>
        <p:spPr>
          <a:xfrm>
            <a:off x="2074387" y="1512115"/>
            <a:ext cx="7064375" cy="665480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3600" b="1" dirty="0" smtClean="0">
                <a:latin typeface="+mn-ea"/>
              </a:rPr>
              <a:t>2. </a:t>
            </a:r>
            <a:r>
              <a:rPr lang="zh-CN" altLang="en-US" sz="3600" b="1" dirty="0" smtClean="0">
                <a:latin typeface="+mn-ea"/>
              </a:rPr>
              <a:t>复变函数极限的性质及运算法则</a:t>
            </a:r>
            <a:endParaRPr lang="zh-CN" altLang="en-US" sz="3600" b="1" dirty="0">
              <a:latin typeface="+mn-ea"/>
            </a:endParaRPr>
          </a:p>
        </p:txBody>
      </p:sp>
      <p:sp>
        <p:nvSpPr>
          <p:cNvPr id="50" name="文本框 2"/>
          <p:cNvSpPr txBox="1"/>
          <p:nvPr/>
        </p:nvSpPr>
        <p:spPr>
          <a:xfrm>
            <a:off x="2882036" y="3220653"/>
            <a:ext cx="1433887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性质</a:t>
            </a:r>
            <a:r>
              <a:rPr lang="en-US" altLang="zh-CN" sz="3200" dirty="0" smtClean="0">
                <a:latin typeface="+mn-ea"/>
              </a:rPr>
              <a:t>1.</a:t>
            </a:r>
            <a:endParaRPr lang="zh-CN" altLang="en-US" sz="3200" dirty="0">
              <a:latin typeface="+mn-ea"/>
            </a:endParaRPr>
          </a:p>
        </p:txBody>
      </p:sp>
      <p:sp>
        <p:nvSpPr>
          <p:cNvPr id="58" name="文本框 2"/>
          <p:cNvSpPr txBox="1"/>
          <p:nvPr/>
        </p:nvSpPr>
        <p:spPr>
          <a:xfrm>
            <a:off x="4207745" y="3197610"/>
            <a:ext cx="3756638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(</a:t>
            </a:r>
            <a:r>
              <a:rPr lang="zh-CN" altLang="en-US" sz="3200" dirty="0" smtClean="0">
                <a:latin typeface="+mn-ea"/>
              </a:rPr>
              <a:t>极限的存在唯一性</a:t>
            </a:r>
            <a:r>
              <a:rPr lang="en-US" altLang="zh-CN" sz="3200" dirty="0" smtClean="0">
                <a:latin typeface="+mn-ea"/>
              </a:rPr>
              <a:t>)</a:t>
            </a:r>
            <a:endParaRPr lang="zh-CN" altLang="en-US" sz="3200" dirty="0">
              <a:latin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314825" y="4142105"/>
            <a:ext cx="6278880" cy="824230"/>
            <a:chOff x="6795" y="6523"/>
            <a:chExt cx="9888" cy="1298"/>
          </a:xfrm>
        </p:grpSpPr>
        <p:sp>
          <p:nvSpPr>
            <p:cNvPr id="27" name="文本框 2"/>
            <p:cNvSpPr txBox="1"/>
            <p:nvPr/>
          </p:nvSpPr>
          <p:spPr>
            <a:xfrm>
              <a:off x="6795" y="6555"/>
              <a:ext cx="9888" cy="951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lstStyle/>
            <a:p>
              <a:r>
                <a:rPr lang="zh-CN" altLang="en-US" sz="3200" dirty="0" smtClean="0">
                  <a:latin typeface="+mn-ea"/>
                </a:rPr>
                <a:t>如果                存在，则极限唯一。        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58382" name="Object 14"/>
            <p:cNvGraphicFramePr>
              <a:graphicFrameLocks noChangeAspect="1"/>
            </p:cNvGraphicFramePr>
            <p:nvPr/>
          </p:nvGraphicFramePr>
          <p:xfrm>
            <a:off x="8338" y="6523"/>
            <a:ext cx="2231" cy="1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37" name="Equation" r:id="rId1" imgW="13716000" imgH="7010400" progId="Equation.DSMT4">
                    <p:embed/>
                  </p:oleObj>
                </mc:Choice>
                <mc:Fallback>
                  <p:oleObj name="Equation" r:id="rId1" imgW="13716000" imgH="7010400" progId="Equation.DSMT4">
                    <p:embed/>
                    <p:pic>
                      <p:nvPicPr>
                        <p:cNvPr id="0" name="图片 1433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8338" y="6523"/>
                          <a:ext cx="2231" cy="129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文本框 2"/>
          <p:cNvSpPr txBox="1"/>
          <p:nvPr/>
        </p:nvSpPr>
        <p:spPr>
          <a:xfrm>
            <a:off x="3011325" y="5429562"/>
            <a:ext cx="1433887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性质</a:t>
            </a:r>
            <a:r>
              <a:rPr lang="en-US" altLang="zh-CN" sz="3200" dirty="0" smtClean="0">
                <a:latin typeface="+mn-ea"/>
              </a:rPr>
              <a:t>2.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6" name="文本框 2"/>
          <p:cNvSpPr txBox="1"/>
          <p:nvPr/>
        </p:nvSpPr>
        <p:spPr>
          <a:xfrm>
            <a:off x="4316080" y="5406519"/>
            <a:ext cx="2525532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(</a:t>
            </a:r>
            <a:r>
              <a:rPr lang="zh-CN" altLang="en-US" sz="3200" dirty="0" smtClean="0">
                <a:latin typeface="+mn-ea"/>
              </a:rPr>
              <a:t>局部有界性</a:t>
            </a:r>
            <a:r>
              <a:rPr lang="en-US" altLang="zh-CN" sz="3200" dirty="0" smtClean="0">
                <a:latin typeface="+mn-ea"/>
              </a:rPr>
              <a:t>)</a:t>
            </a:r>
            <a:endParaRPr lang="zh-CN" altLang="en-US" sz="3200" dirty="0">
              <a:latin typeface="+mn-ea"/>
            </a:endParaRPr>
          </a:p>
        </p:txBody>
      </p:sp>
      <p:sp>
        <p:nvSpPr>
          <p:cNvPr id="33" name="文本框 2"/>
          <p:cNvSpPr txBox="1"/>
          <p:nvPr/>
        </p:nvSpPr>
        <p:spPr>
          <a:xfrm>
            <a:off x="2621992" y="2369062"/>
            <a:ext cx="1282065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200" b="1" dirty="0" smtClean="0">
                <a:latin typeface="+mn-ea"/>
              </a:rPr>
              <a:t> 性质</a:t>
            </a:r>
            <a:endParaRPr lang="zh-CN" altLang="en-US" sz="3200" b="1" dirty="0" smtClean="0">
              <a:latin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092450" y="6417310"/>
            <a:ext cx="10198735" cy="784225"/>
            <a:chOff x="4870" y="10106"/>
            <a:chExt cx="16061" cy="1235"/>
          </a:xfrm>
        </p:grpSpPr>
        <p:sp>
          <p:nvSpPr>
            <p:cNvPr id="28" name="文本框 2"/>
            <p:cNvSpPr txBox="1"/>
            <p:nvPr/>
          </p:nvSpPr>
          <p:spPr>
            <a:xfrm>
              <a:off x="4870" y="10220"/>
              <a:ext cx="6858" cy="954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lstStyle/>
            <a:p>
              <a:r>
                <a:rPr lang="zh-CN" altLang="en-US" sz="3200" dirty="0" smtClean="0">
                  <a:latin typeface="+mn-ea"/>
                </a:rPr>
                <a:t>如果            存在，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29" name="Object 14"/>
            <p:cNvGraphicFramePr>
              <a:graphicFrameLocks noChangeAspect="1"/>
            </p:cNvGraphicFramePr>
            <p:nvPr/>
          </p:nvGraphicFramePr>
          <p:xfrm>
            <a:off x="6411" y="10247"/>
            <a:ext cx="1876" cy="10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38" name="Equation" r:id="rId3" imgW="13716000" imgH="7010400" progId="Equation.DSMT4">
                    <p:embed/>
                  </p:oleObj>
                </mc:Choice>
                <mc:Fallback>
                  <p:oleObj name="Equation" r:id="rId3" imgW="13716000" imgH="7010400" progId="Equation.DSMT4">
                    <p:embed/>
                    <p:pic>
                      <p:nvPicPr>
                        <p:cNvPr id="0" name="图片 1433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11" y="10247"/>
                          <a:ext cx="1876" cy="109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文本框 2"/>
            <p:cNvSpPr txBox="1"/>
            <p:nvPr/>
          </p:nvSpPr>
          <p:spPr>
            <a:xfrm>
              <a:off x="9857" y="10203"/>
              <a:ext cx="11074" cy="951"/>
            </a:xfrm>
            <a:prstGeom prst="rect">
              <a:avLst/>
            </a:prstGeom>
            <a:noFill/>
          </p:spPr>
          <p:txBody>
            <a:bodyPr wrap="square" lIns="112316" tIns="56158" rIns="112316" bIns="56158" rtlCol="0">
              <a:spAutoFit/>
            </a:bodyPr>
            <a:lstStyle/>
            <a:p>
              <a:r>
                <a:rPr lang="zh-CN" altLang="en-US" sz="3200" dirty="0" smtClean="0">
                  <a:latin typeface="+mn-ea"/>
                </a:rPr>
                <a:t>则          在      的某个去心邻域内有界。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18" name="Object 18"/>
            <p:cNvGraphicFramePr>
              <a:graphicFrameLocks noChangeAspect="1"/>
            </p:cNvGraphicFramePr>
            <p:nvPr/>
          </p:nvGraphicFramePr>
          <p:xfrm>
            <a:off x="10556" y="10227"/>
            <a:ext cx="1479" cy="9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39" name="Equation" r:id="rId5" imgW="7924800" imgH="4876800" progId="Equation.DSMT4">
                    <p:embed/>
                  </p:oleObj>
                </mc:Choice>
                <mc:Fallback>
                  <p:oleObj name="Equation" r:id="rId5" imgW="7924800" imgH="4876800" progId="Equation.DSMT4">
                    <p:embed/>
                    <p:pic>
                      <p:nvPicPr>
                        <p:cNvPr id="0" name="图片 1433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556" y="10227"/>
                          <a:ext cx="1479" cy="92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9"/>
            <p:cNvGraphicFramePr>
              <a:graphicFrameLocks noChangeAspect="1"/>
            </p:cNvGraphicFramePr>
            <p:nvPr/>
          </p:nvGraphicFramePr>
          <p:xfrm>
            <a:off x="12966" y="10106"/>
            <a:ext cx="864" cy="11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0" name="Equation" r:id="rId7" imgW="3962400" imgH="5486400" progId="Equation.DSMT4">
                    <p:embed/>
                  </p:oleObj>
                </mc:Choice>
                <mc:Fallback>
                  <p:oleObj name="Equation" r:id="rId7" imgW="3962400" imgH="5486400" progId="Equation.DSMT4">
                    <p:embed/>
                    <p:pic>
                      <p:nvPicPr>
                        <p:cNvPr id="0" name="图片 1433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966" y="10106"/>
                          <a:ext cx="864" cy="110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50" grpId="0"/>
      <p:bldP spid="58" grpId="0"/>
      <p:bldP spid="25" grpId="0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6116438" y="286681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二、复变函数的极限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44" name="Object 14"/>
          <p:cNvGraphicFramePr>
            <a:graphicFrameLocks noChangeAspect="1"/>
          </p:cNvGraphicFramePr>
          <p:nvPr/>
        </p:nvGraphicFramePr>
        <p:xfrm>
          <a:off x="5645785" y="2247900"/>
          <a:ext cx="2639060" cy="824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Equation" r:id="rId1" imgW="20726400" imgH="7010400" progId="Equation.DSMT4">
                  <p:embed/>
                </p:oleObj>
              </mc:Choice>
              <mc:Fallback>
                <p:oleObj name="Equation" r:id="rId1" imgW="20726400" imgH="70104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645785" y="2247900"/>
                        <a:ext cx="2639060" cy="8248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文本框 2"/>
          <p:cNvSpPr txBox="1"/>
          <p:nvPr/>
        </p:nvSpPr>
        <p:spPr>
          <a:xfrm>
            <a:off x="2610830" y="2284822"/>
            <a:ext cx="1433887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定理</a:t>
            </a:r>
            <a:r>
              <a:rPr lang="en-US" altLang="zh-CN" sz="3200" dirty="0" smtClean="0">
                <a:latin typeface="+mn-ea"/>
              </a:rPr>
              <a:t>1.</a:t>
            </a:r>
            <a:endParaRPr lang="zh-CN" altLang="en-US" sz="3200" dirty="0">
              <a:latin typeface="+mn-ea"/>
            </a:endParaRPr>
          </a:p>
        </p:txBody>
      </p:sp>
      <p:sp>
        <p:nvSpPr>
          <p:cNvPr id="58" name="文本框 2"/>
          <p:cNvSpPr txBox="1"/>
          <p:nvPr/>
        </p:nvSpPr>
        <p:spPr>
          <a:xfrm>
            <a:off x="11760703" y="2182772"/>
            <a:ext cx="637194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则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1" name="文本框 2"/>
          <p:cNvSpPr txBox="1"/>
          <p:nvPr/>
        </p:nvSpPr>
        <p:spPr>
          <a:xfrm>
            <a:off x="2629301" y="1498674"/>
            <a:ext cx="199390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200" b="1" dirty="0" smtClean="0">
                <a:latin typeface="+mn-ea"/>
              </a:rPr>
              <a:t>运算法则</a:t>
            </a:r>
            <a:endParaRPr lang="zh-CN" altLang="en-US" sz="3200" b="1" dirty="0" smtClean="0">
              <a:latin typeface="+mn-ea"/>
            </a:endParaRPr>
          </a:p>
        </p:txBody>
      </p:sp>
      <p:sp>
        <p:nvSpPr>
          <p:cNvPr id="22" name="文本框 2"/>
          <p:cNvSpPr txBox="1"/>
          <p:nvPr/>
        </p:nvSpPr>
        <p:spPr>
          <a:xfrm>
            <a:off x="4779168" y="2261777"/>
            <a:ext cx="637194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设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6332" name="Object 12"/>
          <p:cNvGraphicFramePr>
            <a:graphicFrameLocks noChangeAspect="1"/>
          </p:cNvGraphicFramePr>
          <p:nvPr/>
        </p:nvGraphicFramePr>
        <p:xfrm>
          <a:off x="8650605" y="2199005"/>
          <a:ext cx="2586990" cy="820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3" imgW="20421600" imgH="7010400" progId="Equation.DSMT4">
                  <p:embed/>
                </p:oleObj>
              </mc:Choice>
              <mc:Fallback>
                <p:oleObj name="Equation" r:id="rId3" imgW="20421600" imgH="70104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650605" y="2199005"/>
                        <a:ext cx="2586990" cy="8204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"/>
          <p:cNvSpPr txBox="1"/>
          <p:nvPr/>
        </p:nvSpPr>
        <p:spPr>
          <a:xfrm>
            <a:off x="3260062" y="3285582"/>
            <a:ext cx="69723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6333" name="Object 13"/>
          <p:cNvGraphicFramePr>
            <a:graphicFrameLocks noChangeAspect="1"/>
          </p:cNvGraphicFramePr>
          <p:nvPr/>
        </p:nvGraphicFramePr>
        <p:xfrm>
          <a:off x="4538980" y="3285490"/>
          <a:ext cx="4852035" cy="824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Equation" r:id="rId5" imgW="38100000" imgH="7010400" progId="Equation.DSMT4">
                  <p:embed/>
                </p:oleObj>
              </mc:Choice>
              <mc:Fallback>
                <p:oleObj name="Equation" r:id="rId5" imgW="38100000" imgH="70104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38980" y="3285490"/>
                        <a:ext cx="4852035" cy="8248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"/>
          <p:cNvSpPr txBox="1"/>
          <p:nvPr/>
        </p:nvSpPr>
        <p:spPr>
          <a:xfrm>
            <a:off x="3264658" y="4368641"/>
            <a:ext cx="69723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Object 13"/>
          <p:cNvGraphicFramePr>
            <a:graphicFrameLocks noChangeAspect="1"/>
          </p:cNvGraphicFramePr>
          <p:nvPr/>
        </p:nvGraphicFramePr>
        <p:xfrm>
          <a:off x="4712335" y="4349115"/>
          <a:ext cx="3997960" cy="824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Equation" r:id="rId7" imgW="31394400" imgH="7010400" progId="Equation.DSMT4">
                  <p:embed/>
                </p:oleObj>
              </mc:Choice>
              <mc:Fallback>
                <p:oleObj name="Equation" r:id="rId7" imgW="31394400" imgH="7010400" progId="Equation.DSMT4">
                  <p:embed/>
                  <p:pic>
                    <p:nvPicPr>
                      <p:cNvPr id="0" name="图片 1536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12335" y="4349115"/>
                        <a:ext cx="3997960" cy="8248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"/>
          <p:cNvSpPr txBox="1"/>
          <p:nvPr/>
        </p:nvSpPr>
        <p:spPr>
          <a:xfrm>
            <a:off x="3216636" y="5510956"/>
            <a:ext cx="69723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9" name="Object 13"/>
          <p:cNvGraphicFramePr>
            <a:graphicFrameLocks noChangeAspect="1"/>
          </p:cNvGraphicFramePr>
          <p:nvPr/>
        </p:nvGraphicFramePr>
        <p:xfrm>
          <a:off x="4623435" y="5297805"/>
          <a:ext cx="4074160" cy="1183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Equation" r:id="rId9" imgW="32004000" imgH="10058400" progId="Equation.DSMT4">
                  <p:embed/>
                </p:oleObj>
              </mc:Choice>
              <mc:Fallback>
                <p:oleObj name="Equation" r:id="rId9" imgW="32004000" imgH="10058400" progId="Equation.DSMT4">
                  <p:embed/>
                  <p:pic>
                    <p:nvPicPr>
                      <p:cNvPr id="0" name="图片 1536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23435" y="5297805"/>
                        <a:ext cx="4074160" cy="1183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七角星 30"/>
          <p:cNvSpPr/>
          <p:nvPr/>
        </p:nvSpPr>
        <p:spPr>
          <a:xfrm>
            <a:off x="1403581" y="6481154"/>
            <a:ext cx="1226128" cy="1163782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600" dirty="0" smtClean="0">
                <a:solidFill>
                  <a:schemeClr val="tx1"/>
                </a:solidFill>
              </a:rPr>
              <a:t>注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99786" y="6760919"/>
            <a:ext cx="753872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3200" dirty="0">
                <a:latin typeface="+mn-ea"/>
              </a:rPr>
              <a:t>一元函数极限的其他运算法则也都适用：</a:t>
            </a:r>
            <a:endParaRPr lang="zh-CN" altLang="en-US" sz="3200" dirty="0"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046101" y="6761554"/>
            <a:ext cx="469392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3200" dirty="0">
                <a:latin typeface="+mn-ea"/>
              </a:rPr>
              <a:t>复合函数极限运算法则，</a:t>
            </a:r>
            <a:endParaRPr lang="zh-CN" altLang="en-US" sz="3200" dirty="0"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29301" y="7645474"/>
            <a:ext cx="225552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3200" dirty="0">
                <a:latin typeface="+mn-ea"/>
              </a:rPr>
              <a:t>夹逼定理，</a:t>
            </a:r>
            <a:endParaRPr lang="zh-CN" altLang="en-US" sz="3200" dirty="0"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78776" y="7645474"/>
            <a:ext cx="469392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3200" dirty="0">
                <a:latin typeface="+mn-ea"/>
              </a:rPr>
              <a:t>等价无穷小的替代定理，</a:t>
            </a:r>
            <a:endParaRPr lang="zh-CN" altLang="en-US" sz="3200" dirty="0"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390781" y="7645474"/>
            <a:ext cx="388112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3200" dirty="0">
                <a:latin typeface="+mn-ea"/>
              </a:rPr>
              <a:t>两个重要极限等等。</a:t>
            </a:r>
            <a:endParaRPr lang="zh-CN" altLang="en-US" sz="32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6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6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22" grpId="0"/>
      <p:bldP spid="24" grpId="0"/>
      <p:bldP spid="26" grpId="0"/>
      <p:bldP spid="28" grpId="0"/>
      <p:bldP spid="31" grpId="0" bldLvl="0" animBg="1"/>
      <p:bldP spid="31" grpId="1" bldLvl="0" animBg="1"/>
      <p:bldP spid="50" grpId="0"/>
      <p:bldP spid="3" grpId="0"/>
      <p:bldP spid="4" grpId="0"/>
      <p:bldP spid="5" grpId="0"/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6116438" y="286681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二、复变函数的极限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44" name="Object 14"/>
          <p:cNvGraphicFramePr>
            <a:graphicFrameLocks noChangeAspect="1"/>
          </p:cNvGraphicFramePr>
          <p:nvPr/>
        </p:nvGraphicFramePr>
        <p:xfrm>
          <a:off x="2625090" y="6483350"/>
          <a:ext cx="2185035" cy="1040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Equation" r:id="rId1" imgW="825500" imgH="419100" progId="Equation.DSMT4">
                  <p:embed/>
                </p:oleObj>
              </mc:Choice>
              <mc:Fallback>
                <p:oleObj name="Equation" r:id="rId1" imgW="825500" imgH="4191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25090" y="6483350"/>
                        <a:ext cx="2185035" cy="10407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"/>
          <p:cNvSpPr txBox="1"/>
          <p:nvPr/>
        </p:nvSpPr>
        <p:spPr>
          <a:xfrm>
            <a:off x="2430546" y="2105734"/>
            <a:ext cx="304546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chemeClr val="tx2"/>
                </a:solidFill>
                <a:latin typeface="+mn-ea"/>
              </a:rPr>
              <a:t>例</a:t>
            </a:r>
            <a:r>
              <a:rPr lang="en-US" altLang="zh-CN" sz="3200" b="1" dirty="0">
                <a:solidFill>
                  <a:schemeClr val="tx2"/>
                </a:solidFill>
                <a:latin typeface="+mn-ea"/>
              </a:rPr>
              <a:t>4. </a:t>
            </a:r>
            <a:r>
              <a:rPr lang="zh-CN" altLang="en-US" sz="3200" dirty="0">
                <a:latin typeface="+mn-ea"/>
              </a:rPr>
              <a:t>求下列极限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3" name="对象 -2147482618"/>
          <p:cNvGraphicFramePr>
            <a:graphicFrameLocks noChangeAspect="1"/>
          </p:cNvGraphicFramePr>
          <p:nvPr/>
        </p:nvGraphicFramePr>
        <p:xfrm>
          <a:off x="2625090" y="4955540"/>
          <a:ext cx="2232025" cy="944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990600" imgH="419100" progId="Equation.3">
                  <p:embed/>
                </p:oleObj>
              </mc:Choice>
              <mc:Fallback>
                <p:oleObj name="" r:id="rId3" imgW="990600" imgH="4191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25090" y="4955540"/>
                        <a:ext cx="2232025" cy="9448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-2147482618"/>
          <p:cNvGraphicFramePr>
            <a:graphicFrameLocks noChangeAspect="1"/>
          </p:cNvGraphicFramePr>
          <p:nvPr/>
        </p:nvGraphicFramePr>
        <p:xfrm>
          <a:off x="2625090" y="3106420"/>
          <a:ext cx="2174875" cy="944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5" imgW="965200" imgH="419100" progId="Equation.3">
                  <p:embed/>
                </p:oleObj>
              </mc:Choice>
              <mc:Fallback>
                <p:oleObj name="" r:id="rId5" imgW="965200" imgH="4191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25090" y="3106420"/>
                        <a:ext cx="2174875" cy="9448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4857115" y="2961640"/>
            <a:ext cx="5347335" cy="1252220"/>
            <a:chOff x="7649" y="4664"/>
            <a:chExt cx="8421" cy="1972"/>
          </a:xfrm>
        </p:grpSpPr>
        <p:graphicFrame>
          <p:nvGraphicFramePr>
            <p:cNvPr id="12" name="对象 -2147482618"/>
            <p:cNvGraphicFramePr>
              <a:graphicFrameLocks noChangeAspect="1"/>
            </p:cNvGraphicFramePr>
            <p:nvPr/>
          </p:nvGraphicFramePr>
          <p:xfrm>
            <a:off x="8465" y="5598"/>
            <a:ext cx="2749" cy="1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" name="" r:id="rId7" imgW="774065" imgH="292100" progId="Equation.3">
                    <p:embed/>
                  </p:oleObj>
                </mc:Choice>
                <mc:Fallback>
                  <p:oleObj name="" r:id="rId7" imgW="774065" imgH="2921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465" y="5598"/>
                          <a:ext cx="2749" cy="10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-2147482618"/>
            <p:cNvGraphicFramePr>
              <a:graphicFrameLocks noChangeAspect="1"/>
            </p:cNvGraphicFramePr>
            <p:nvPr/>
          </p:nvGraphicFramePr>
          <p:xfrm>
            <a:off x="12780" y="5598"/>
            <a:ext cx="587" cy="6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" name="" r:id="rId9" imgW="165100" imgH="177165" progId="Equation.3">
                    <p:embed/>
                  </p:oleObj>
                </mc:Choice>
                <mc:Fallback>
                  <p:oleObj name="" r:id="rId9" imgW="165100" imgH="177165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2780" y="5598"/>
                          <a:ext cx="587" cy="63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-2147482618"/>
            <p:cNvGraphicFramePr>
              <a:graphicFrameLocks noChangeAspect="1"/>
            </p:cNvGraphicFramePr>
            <p:nvPr/>
          </p:nvGraphicFramePr>
          <p:xfrm>
            <a:off x="7649" y="4664"/>
            <a:ext cx="3440" cy="17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" name="" r:id="rId11" imgW="914400" imgH="482600" progId="Equation.3">
                    <p:embed/>
                  </p:oleObj>
                </mc:Choice>
                <mc:Fallback>
                  <p:oleObj name="" r:id="rId11" imgW="914400" imgH="4826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649" y="4664"/>
                          <a:ext cx="3440" cy="17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-2147482618"/>
            <p:cNvGraphicFramePr>
              <a:graphicFrameLocks noChangeAspect="1"/>
            </p:cNvGraphicFramePr>
            <p:nvPr/>
          </p:nvGraphicFramePr>
          <p:xfrm>
            <a:off x="11845" y="4825"/>
            <a:ext cx="2103" cy="15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" name="" r:id="rId13" imgW="711200" imgH="431800" progId="Equation.3">
                    <p:embed/>
                  </p:oleObj>
                </mc:Choice>
                <mc:Fallback>
                  <p:oleObj name="" r:id="rId13" imgW="711200" imgH="4318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1845" y="4825"/>
                          <a:ext cx="2103" cy="15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-2147482618"/>
            <p:cNvGraphicFramePr>
              <a:graphicFrameLocks noChangeAspect="1"/>
            </p:cNvGraphicFramePr>
            <p:nvPr/>
          </p:nvGraphicFramePr>
          <p:xfrm>
            <a:off x="14354" y="5221"/>
            <a:ext cx="1716" cy="7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" name="" r:id="rId15" imgW="241300" imgH="177165" progId="Equation.3">
                    <p:embed/>
                  </p:oleObj>
                </mc:Choice>
                <mc:Fallback>
                  <p:oleObj name="" r:id="rId15" imgW="241300" imgH="177165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4354" y="5221"/>
                          <a:ext cx="1716" cy="7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/>
          <p:cNvGrpSpPr/>
          <p:nvPr/>
        </p:nvGrpSpPr>
        <p:grpSpPr>
          <a:xfrm>
            <a:off x="4799965" y="4955540"/>
            <a:ext cx="5634990" cy="944880"/>
            <a:chOff x="7559" y="7804"/>
            <a:chExt cx="8874" cy="1488"/>
          </a:xfrm>
        </p:grpSpPr>
        <p:graphicFrame>
          <p:nvGraphicFramePr>
            <p:cNvPr id="43" name="对象 -2147482618"/>
            <p:cNvGraphicFramePr>
              <a:graphicFrameLocks noChangeAspect="1"/>
            </p:cNvGraphicFramePr>
            <p:nvPr/>
          </p:nvGraphicFramePr>
          <p:xfrm>
            <a:off x="7559" y="7804"/>
            <a:ext cx="4237" cy="1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" name="" r:id="rId17" imgW="1193800" imgH="419100" progId="Equation.3">
                    <p:embed/>
                  </p:oleObj>
                </mc:Choice>
                <mc:Fallback>
                  <p:oleObj name="" r:id="rId17" imgW="1193800" imgH="4191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559" y="7804"/>
                          <a:ext cx="4237" cy="14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对象 -2147482618"/>
            <p:cNvGraphicFramePr>
              <a:graphicFrameLocks noChangeAspect="1"/>
            </p:cNvGraphicFramePr>
            <p:nvPr/>
          </p:nvGraphicFramePr>
          <p:xfrm>
            <a:off x="11845" y="7804"/>
            <a:ext cx="3020" cy="1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" name="" r:id="rId19" imgW="850900" imgH="419100" progId="Equation.3">
                    <p:embed/>
                  </p:oleObj>
                </mc:Choice>
                <mc:Fallback>
                  <p:oleObj name="" r:id="rId19" imgW="850900" imgH="4191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1845" y="7804"/>
                          <a:ext cx="3020" cy="14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对象 -2147482618"/>
            <p:cNvGraphicFramePr>
              <a:graphicFrameLocks noChangeAspect="1"/>
            </p:cNvGraphicFramePr>
            <p:nvPr/>
          </p:nvGraphicFramePr>
          <p:xfrm>
            <a:off x="15125" y="7849"/>
            <a:ext cx="1308" cy="1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" name="" r:id="rId21" imgW="368300" imgH="393700" progId="Equation.3">
                    <p:embed/>
                  </p:oleObj>
                </mc:Choice>
                <mc:Fallback>
                  <p:oleObj name="" r:id="rId21" imgW="368300" imgH="3937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5125" y="7849"/>
                          <a:ext cx="1308" cy="13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Object 14"/>
          <p:cNvGraphicFramePr>
            <a:graphicFrameLocks noChangeAspect="1"/>
          </p:cNvGraphicFramePr>
          <p:nvPr/>
        </p:nvGraphicFramePr>
        <p:xfrm>
          <a:off x="5153661" y="6483350"/>
          <a:ext cx="1983105" cy="1040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23" imgW="749300" imgH="419100" progId="Equation.DSMT4">
                  <p:embed/>
                </p:oleObj>
              </mc:Choice>
              <mc:Fallback>
                <p:oleObj name="Equation" r:id="rId23" imgW="749300" imgH="4191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153661" y="6483350"/>
                        <a:ext cx="1983105" cy="10407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5637648" y="286681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二、复变函数的极限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5935155" y="4051162"/>
            <a:ext cx="2260687" cy="92833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2"/>
          <p:cNvSpPr txBox="1"/>
          <p:nvPr/>
        </p:nvSpPr>
        <p:spPr>
          <a:xfrm>
            <a:off x="5188859" y="4167475"/>
            <a:ext cx="6763872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z</a:t>
            </a:r>
            <a:r>
              <a:rPr lang="zh-CN" altLang="en-US" sz="3200" dirty="0" smtClean="0">
                <a:latin typeface="+mn-ea"/>
              </a:rPr>
              <a:t>从任意方向趋于    时，</a:t>
            </a:r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f(z)</a:t>
            </a:r>
            <a:r>
              <a:rPr lang="zh-CN" altLang="en-US" sz="3200" dirty="0" smtClean="0">
                <a:latin typeface="+mn-ea"/>
              </a:rPr>
              <a:t>都趋于</a:t>
            </a:r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3900" dirty="0" smtClean="0">
                <a:latin typeface="+mn-ea"/>
              </a:rPr>
              <a:t>.</a:t>
            </a:r>
            <a:endParaRPr lang="zh-CN" altLang="en-US" sz="3900" dirty="0">
              <a:latin typeface="+mn-ea"/>
            </a:endParaRPr>
          </a:p>
        </p:txBody>
      </p:sp>
      <p:sp>
        <p:nvSpPr>
          <p:cNvPr id="21" name="左右箭头 20"/>
          <p:cNvSpPr/>
          <p:nvPr/>
        </p:nvSpPr>
        <p:spPr>
          <a:xfrm>
            <a:off x="3800116" y="4481179"/>
            <a:ext cx="1137067" cy="211069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2" name="Object 4"/>
          <p:cNvGraphicFramePr>
            <a:graphicFrameLocks noChangeAspect="1"/>
          </p:cNvGraphicFramePr>
          <p:nvPr/>
        </p:nvGraphicFramePr>
        <p:xfrm>
          <a:off x="8226425" y="4109720"/>
          <a:ext cx="601980" cy="772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Equation" r:id="rId1" imgW="3962400" imgH="5486400" progId="Equation.DSMT4">
                  <p:embed/>
                </p:oleObj>
              </mc:Choice>
              <mc:Fallback>
                <p:oleObj name="Equation" r:id="rId1" imgW="3962400" imgH="54864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26425" y="4109720"/>
                        <a:ext cx="601980" cy="7721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圆角矩形标注 22"/>
          <p:cNvSpPr/>
          <p:nvPr/>
        </p:nvSpPr>
        <p:spPr>
          <a:xfrm>
            <a:off x="8798733" y="3422069"/>
            <a:ext cx="3767813" cy="691314"/>
          </a:xfrm>
          <a:prstGeom prst="wedgeRoundRectCallout">
            <a:avLst>
              <a:gd name="adj1" fmla="val -76169"/>
              <a:gd name="adj2" fmla="val 3945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r>
              <a:rPr lang="zh-CN" altLang="en-US" sz="3200" b="1" dirty="0" smtClean="0">
                <a:solidFill>
                  <a:schemeClr val="tx1"/>
                </a:solidFill>
              </a:rPr>
              <a:t>有无穷多个方向</a:t>
            </a:r>
            <a:endParaRPr lang="zh-CN" altLang="en-US" sz="3200" b="1" dirty="0">
              <a:solidFill>
                <a:schemeClr val="tx1"/>
              </a:solidFill>
            </a:endParaRPr>
          </a:p>
        </p:txBody>
      </p:sp>
      <p:sp>
        <p:nvSpPr>
          <p:cNvPr id="24" name="文本框 2"/>
          <p:cNvSpPr txBox="1"/>
          <p:nvPr/>
        </p:nvSpPr>
        <p:spPr>
          <a:xfrm>
            <a:off x="2314994" y="5713640"/>
            <a:ext cx="805053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若</a:t>
            </a:r>
            <a:r>
              <a:rPr lang="en-US" altLang="zh-CN" sz="3200" dirty="0" smtClean="0">
                <a:latin typeface="+mn-ea"/>
              </a:rPr>
              <a:t>z</a:t>
            </a:r>
            <a:r>
              <a:rPr lang="zh-CN" altLang="en-US" sz="3200" dirty="0" smtClean="0">
                <a:latin typeface="+mn-ea"/>
              </a:rPr>
              <a:t>沿不同方向趋于      时，</a:t>
            </a:r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f(z)</a:t>
            </a:r>
            <a:r>
              <a:rPr lang="zh-CN" alt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的极限不同，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25" name="Object 4"/>
          <p:cNvGraphicFramePr>
            <a:graphicFrameLocks noChangeAspect="1"/>
          </p:cNvGraphicFramePr>
          <p:nvPr/>
        </p:nvGraphicFramePr>
        <p:xfrm>
          <a:off x="5855335" y="5609590"/>
          <a:ext cx="55245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3" imgW="3962400" imgH="5486400" progId="Equation.DSMT4">
                  <p:embed/>
                </p:oleObj>
              </mc:Choice>
              <mc:Fallback>
                <p:oleObj name="Equation" r:id="rId3" imgW="3962400" imgH="5486400" progId="Equation.DSMT4">
                  <p:embed/>
                  <p:pic>
                    <p:nvPicPr>
                      <p:cNvPr id="0" name="图片 819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55335" y="5609590"/>
                        <a:ext cx="552450" cy="7086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"/>
          <p:cNvSpPr txBox="1"/>
          <p:nvPr/>
        </p:nvSpPr>
        <p:spPr>
          <a:xfrm>
            <a:off x="10234520" y="5713937"/>
            <a:ext cx="4460875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或者若</a:t>
            </a:r>
            <a:r>
              <a:rPr lang="en-US" altLang="zh-CN" sz="3200" dirty="0" smtClean="0">
                <a:latin typeface="+mn-ea"/>
              </a:rPr>
              <a:t>z</a:t>
            </a:r>
            <a:r>
              <a:rPr lang="zh-CN" altLang="en-US" sz="3200" dirty="0" smtClean="0">
                <a:latin typeface="+mn-ea"/>
              </a:rPr>
              <a:t>沿某个方向趋于       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27" name="Object 4"/>
          <p:cNvGraphicFramePr>
            <a:graphicFrameLocks noChangeAspect="1"/>
          </p:cNvGraphicFramePr>
          <p:nvPr/>
        </p:nvGraphicFramePr>
        <p:xfrm>
          <a:off x="2256231" y="6525755"/>
          <a:ext cx="646477" cy="828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5" imgW="3962400" imgH="5486400" progId="Equation.DSMT4">
                  <p:embed/>
                </p:oleObj>
              </mc:Choice>
              <mc:Fallback>
                <p:oleObj name="Equation" r:id="rId5" imgW="3962400" imgH="5486400" progId="Equation.DSMT4">
                  <p:embed/>
                  <p:pic>
                    <p:nvPicPr>
                      <p:cNvPr id="0" name="图片 819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56231" y="6525755"/>
                        <a:ext cx="646477" cy="82875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"/>
          <p:cNvSpPr txBox="1"/>
          <p:nvPr/>
        </p:nvSpPr>
        <p:spPr>
          <a:xfrm>
            <a:off x="6619863" y="6638528"/>
            <a:ext cx="4125329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则                  不存在。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29" name="Object 9"/>
          <p:cNvGraphicFramePr>
            <a:graphicFrameLocks noChangeAspect="1"/>
          </p:cNvGraphicFramePr>
          <p:nvPr/>
        </p:nvGraphicFramePr>
        <p:xfrm>
          <a:off x="7145985" y="6638292"/>
          <a:ext cx="1917844" cy="855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7" imgW="13716000" imgH="7010400" progId="Equation.DSMT4">
                  <p:embed/>
                </p:oleObj>
              </mc:Choice>
              <mc:Fallback>
                <p:oleObj name="Equation" r:id="rId7" imgW="13716000" imgH="7010400" progId="Equation.DSMT4">
                  <p:embed/>
                  <p:pic>
                    <p:nvPicPr>
                      <p:cNvPr id="0" name="图片 819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145985" y="6638292"/>
                        <a:ext cx="1917844" cy="8555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七角星 30"/>
          <p:cNvSpPr/>
          <p:nvPr/>
        </p:nvSpPr>
        <p:spPr>
          <a:xfrm>
            <a:off x="1087351" y="5361649"/>
            <a:ext cx="1226128" cy="1163782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 smtClean="0">
                <a:solidFill>
                  <a:schemeClr val="tx1"/>
                </a:solidFill>
              </a:rPr>
              <a:t>注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graphicFrame>
        <p:nvGraphicFramePr>
          <p:cNvPr id="30" name="Object 14"/>
          <p:cNvGraphicFramePr>
            <a:graphicFrameLocks noChangeAspect="1"/>
          </p:cNvGraphicFramePr>
          <p:nvPr/>
        </p:nvGraphicFramePr>
        <p:xfrm>
          <a:off x="1861820" y="2856865"/>
          <a:ext cx="1819275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9" imgW="800100" imgH="292100" progId="Equation.DSMT4">
                  <p:embed/>
                </p:oleObj>
              </mc:Choice>
              <mc:Fallback>
                <p:oleObj name="Equation" r:id="rId9" imgW="800100" imgH="292100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61820" y="2856865"/>
                        <a:ext cx="1819275" cy="7086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8"/>
          <p:cNvGraphicFramePr>
            <a:graphicFrameLocks noChangeAspect="1"/>
          </p:cNvGraphicFramePr>
          <p:nvPr/>
        </p:nvGraphicFramePr>
        <p:xfrm>
          <a:off x="5114925" y="2865120"/>
          <a:ext cx="12890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Equation" r:id="rId11" imgW="12496800" imgH="4876800" progId="Equation.DSMT4">
                  <p:embed/>
                </p:oleObj>
              </mc:Choice>
              <mc:Fallback>
                <p:oleObj name="Equation" r:id="rId11" imgW="12496800" imgH="4876800" progId="Equation.DSMT4">
                  <p:embed/>
                  <p:pic>
                    <p:nvPicPr>
                      <p:cNvPr id="0" name="图片 819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114925" y="2865120"/>
                        <a:ext cx="1289050" cy="536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左右箭头 32"/>
          <p:cNvSpPr/>
          <p:nvPr/>
        </p:nvSpPr>
        <p:spPr>
          <a:xfrm>
            <a:off x="3836670" y="3012440"/>
            <a:ext cx="1082040" cy="2413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4" name="Object 25"/>
          <p:cNvGraphicFramePr>
            <a:graphicFrameLocks noChangeAspect="1"/>
          </p:cNvGraphicFramePr>
          <p:nvPr/>
        </p:nvGraphicFramePr>
        <p:xfrm>
          <a:off x="6679565" y="2856865"/>
          <a:ext cx="122491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Equation" r:id="rId13" imgW="11887200" imgH="4876800" progId="Equation.DSMT4">
                  <p:embed/>
                </p:oleObj>
              </mc:Choice>
              <mc:Fallback>
                <p:oleObj name="Equation" r:id="rId13" imgW="11887200" imgH="4876800" progId="Equation.DSMT4">
                  <p:embed/>
                  <p:pic>
                    <p:nvPicPr>
                      <p:cNvPr id="0" name="图片 819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679565" y="2856865"/>
                        <a:ext cx="1224915" cy="536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文本框 2"/>
          <p:cNvSpPr txBox="1"/>
          <p:nvPr/>
        </p:nvSpPr>
        <p:spPr>
          <a:xfrm>
            <a:off x="7908461" y="2830349"/>
            <a:ext cx="484286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当                        时</a:t>
            </a:r>
            <a:r>
              <a:rPr lang="en-US" altLang="zh-CN" sz="3200" dirty="0" smtClean="0">
                <a:latin typeface="+mn-ea"/>
              </a:rPr>
              <a:t>,</a:t>
            </a:r>
            <a:r>
              <a:rPr lang="zh-CN" altLang="en-US" sz="3200" dirty="0" smtClean="0">
                <a:latin typeface="+mn-ea"/>
              </a:rPr>
              <a:t>有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36" name="Object 26"/>
          <p:cNvGraphicFramePr>
            <a:graphicFrameLocks noChangeAspect="1"/>
          </p:cNvGraphicFramePr>
          <p:nvPr/>
        </p:nvGraphicFramePr>
        <p:xfrm>
          <a:off x="8381365" y="2834640"/>
          <a:ext cx="233489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Equation" r:id="rId15" imgW="21336000" imgH="5486400" progId="Equation.DSMT4">
                  <p:embed/>
                </p:oleObj>
              </mc:Choice>
              <mc:Fallback>
                <p:oleObj name="Equation" r:id="rId15" imgW="21336000" imgH="5486400" progId="Equation.DSMT4">
                  <p:embed/>
                  <p:pic>
                    <p:nvPicPr>
                      <p:cNvPr id="0" name="图片 819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381365" y="2834640"/>
                        <a:ext cx="2334895" cy="641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27"/>
          <p:cNvGraphicFramePr>
            <a:graphicFrameLocks noChangeAspect="1"/>
          </p:cNvGraphicFramePr>
          <p:nvPr/>
        </p:nvGraphicFramePr>
        <p:xfrm>
          <a:off x="11819890" y="2865755"/>
          <a:ext cx="2105025" cy="544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Equation" r:id="rId17" imgW="20116800" imgH="4876800" progId="Equation.DSMT4">
                  <p:embed/>
                </p:oleObj>
              </mc:Choice>
              <mc:Fallback>
                <p:oleObj name="Equation" r:id="rId17" imgW="20116800" imgH="4876800" progId="Equation.DSMT4">
                  <p:embed/>
                  <p:pic>
                    <p:nvPicPr>
                      <p:cNvPr id="0" name="图片 820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819890" y="2865755"/>
                        <a:ext cx="2105025" cy="5448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2706595" y="6638497"/>
            <a:ext cx="4016375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，</a:t>
            </a:r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f(z)</a:t>
            </a:r>
            <a:r>
              <a:rPr lang="zh-CN" alt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的极限不存在，</a:t>
            </a:r>
            <a:endParaRPr lang="zh-CN" altLang="en-US" sz="3200" dirty="0">
              <a:latin typeface="+mn-ea"/>
            </a:endParaRPr>
          </a:p>
        </p:txBody>
      </p:sp>
      <p:sp>
        <p:nvSpPr>
          <p:cNvPr id="4" name="文本框 2"/>
          <p:cNvSpPr txBox="1"/>
          <p:nvPr/>
        </p:nvSpPr>
        <p:spPr>
          <a:xfrm>
            <a:off x="1441292" y="1650465"/>
            <a:ext cx="7822565" cy="72707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r>
              <a:rPr lang="en-US" altLang="zh-CN" sz="4000" b="1" dirty="0" smtClean="0">
                <a:latin typeface="+mn-ea"/>
              </a:rPr>
              <a:t>3. </a:t>
            </a:r>
            <a:r>
              <a:rPr lang="zh-CN" altLang="en-US" sz="4000" b="1" dirty="0" smtClean="0">
                <a:latin typeface="+mn-ea"/>
              </a:rPr>
              <a:t>证明复变函数极限不存在的方法</a:t>
            </a:r>
            <a:endParaRPr lang="zh-CN" altLang="en-US" sz="4000" b="1" dirty="0" smtClean="0">
              <a:latin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28" grpId="0"/>
      <p:bldP spid="31" grpId="0" bldLvl="0" animBg="1"/>
      <p:bldP spid="31" grpId="1" bldLvl="0" animBg="1"/>
      <p:bldP spid="3" grpId="0"/>
      <p:bldP spid="33" grpId="0" bldLvl="0" animBg="1"/>
      <p:bldP spid="35" grpId="0"/>
      <p:bldP spid="21" grpId="0" bldLvl="0" animBg="1"/>
      <p:bldP spid="19" grpId="0"/>
      <p:bldP spid="23" grpId="0" bldLvl="0" animBg="1"/>
      <p:bldP spid="18" grpId="0" bldLvl="0" animBg="1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4980305" y="2647315"/>
            <a:ext cx="1136015" cy="6737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p>
            <a:pPr algn="ctr"/>
            <a:endParaRPr lang="zh-CN" altLang="en-US"/>
          </a:p>
        </p:txBody>
      </p:sp>
      <p:sp>
        <p:nvSpPr>
          <p:cNvPr id="2" name="文本框 2"/>
          <p:cNvSpPr txBox="1"/>
          <p:nvPr/>
        </p:nvSpPr>
        <p:spPr>
          <a:xfrm>
            <a:off x="6116438" y="286681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二、复变函数的极限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9" name="文本框 2"/>
          <p:cNvSpPr txBox="1"/>
          <p:nvPr/>
        </p:nvSpPr>
        <p:spPr>
          <a:xfrm>
            <a:off x="2083375" y="4828055"/>
            <a:ext cx="456946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例</a:t>
            </a:r>
            <a:r>
              <a:rPr lang="en-US" altLang="zh-CN" sz="3200" b="1" dirty="0" smtClean="0">
                <a:latin typeface="+mn-ea"/>
              </a:rPr>
              <a:t>5. </a:t>
            </a:r>
            <a:r>
              <a:rPr lang="zh-CN" altLang="en-US" sz="3200" dirty="0" smtClean="0">
                <a:latin typeface="+mn-ea"/>
              </a:rPr>
              <a:t>证明           不存在。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5301" name="Object 5"/>
          <p:cNvGraphicFramePr>
            <a:graphicFrameLocks noChangeAspect="1"/>
          </p:cNvGraphicFramePr>
          <p:nvPr/>
        </p:nvGraphicFramePr>
        <p:xfrm>
          <a:off x="3992880" y="4495800"/>
          <a:ext cx="950595" cy="96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1" imgW="9144000" imgH="9448800" progId="Equation.DSMT4">
                  <p:embed/>
                </p:oleObj>
              </mc:Choice>
              <mc:Fallback>
                <p:oleObj name="Equation" r:id="rId1" imgW="9144000" imgH="9448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92880" y="4495800"/>
                        <a:ext cx="950595" cy="9601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2"/>
          <p:cNvSpPr txBox="1"/>
          <p:nvPr/>
        </p:nvSpPr>
        <p:spPr>
          <a:xfrm>
            <a:off x="2991785" y="5664263"/>
            <a:ext cx="4093269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当</a:t>
            </a:r>
            <a:r>
              <a:rPr lang="en-US" altLang="zh-CN" sz="3200" dirty="0" smtClean="0">
                <a:latin typeface="+mn-ea"/>
              </a:rPr>
              <a:t>z</a:t>
            </a:r>
            <a:r>
              <a:rPr lang="zh-CN" altLang="en-US" sz="3200" dirty="0" smtClean="0">
                <a:latin typeface="+mn-ea"/>
              </a:rPr>
              <a:t>沿虚轴趋于 </a:t>
            </a:r>
            <a:r>
              <a:rPr lang="en-US" altLang="zh-CN" sz="3200" dirty="0" smtClean="0">
                <a:latin typeface="+mn-ea"/>
              </a:rPr>
              <a:t>0</a:t>
            </a:r>
            <a:r>
              <a:rPr lang="zh-CN" altLang="en-US" sz="3200" dirty="0" smtClean="0">
                <a:latin typeface="+mn-ea"/>
              </a:rPr>
              <a:t>时，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5302" name="Object 6"/>
          <p:cNvGraphicFramePr>
            <a:graphicFrameLocks noChangeAspect="1"/>
          </p:cNvGraphicFramePr>
          <p:nvPr/>
        </p:nvGraphicFramePr>
        <p:xfrm>
          <a:off x="6904990" y="5455920"/>
          <a:ext cx="1332865" cy="1022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Equation" r:id="rId3" imgW="12801600" imgH="10058400" progId="Equation.DSMT4">
                  <p:embed/>
                </p:oleObj>
              </mc:Choice>
              <mc:Fallback>
                <p:oleObj name="Equation" r:id="rId3" imgW="12801600" imgH="10058400" progId="Equation.DSMT4">
                  <p:embed/>
                  <p:pic>
                    <p:nvPicPr>
                      <p:cNvPr id="0" name="图片 921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04990" y="5455920"/>
                        <a:ext cx="1332865" cy="10229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3" name="Object 7"/>
          <p:cNvGraphicFramePr>
            <a:graphicFrameLocks noChangeAspect="1"/>
          </p:cNvGraphicFramePr>
          <p:nvPr/>
        </p:nvGraphicFramePr>
        <p:xfrm>
          <a:off x="8386445" y="5829300"/>
          <a:ext cx="476250" cy="340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5" imgW="4572000" imgH="3352800" progId="Equation.DSMT4">
                  <p:embed/>
                </p:oleObj>
              </mc:Choice>
              <mc:Fallback>
                <p:oleObj name="Equation" r:id="rId5" imgW="4572000" imgH="3352800" progId="Equation.DSMT4">
                  <p:embed/>
                  <p:pic>
                    <p:nvPicPr>
                      <p:cNvPr id="0" name="图片 921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86445" y="5829300"/>
                        <a:ext cx="476250" cy="3409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4" name="Object 8"/>
          <p:cNvGraphicFramePr>
            <a:graphicFrameLocks noChangeAspect="1"/>
          </p:cNvGraphicFramePr>
          <p:nvPr/>
        </p:nvGraphicFramePr>
        <p:xfrm>
          <a:off x="9032240" y="5768975"/>
          <a:ext cx="570865" cy="495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Equation" r:id="rId7" imgW="5486400" imgH="4876800" progId="Equation.DSMT4">
                  <p:embed/>
                </p:oleObj>
              </mc:Choice>
              <mc:Fallback>
                <p:oleObj name="Equation" r:id="rId7" imgW="5486400" imgH="4876800" progId="Equation.DSMT4">
                  <p:embed/>
                  <p:pic>
                    <p:nvPicPr>
                      <p:cNvPr id="0" name="图片 921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032240" y="5768975"/>
                        <a:ext cx="570865" cy="4959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2"/>
          <p:cNvSpPr txBox="1"/>
          <p:nvPr/>
        </p:nvSpPr>
        <p:spPr>
          <a:xfrm>
            <a:off x="2988090" y="6586032"/>
            <a:ext cx="4093269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当</a:t>
            </a:r>
            <a:r>
              <a:rPr lang="en-US" altLang="zh-CN" sz="3200" dirty="0" smtClean="0">
                <a:latin typeface="+mn-ea"/>
              </a:rPr>
              <a:t>z</a:t>
            </a:r>
            <a:r>
              <a:rPr lang="zh-CN" altLang="en-US" sz="3200" dirty="0" smtClean="0">
                <a:latin typeface="+mn-ea"/>
              </a:rPr>
              <a:t>沿实轴趋于 </a:t>
            </a:r>
            <a:r>
              <a:rPr lang="en-US" altLang="zh-CN" sz="3200" dirty="0" smtClean="0">
                <a:latin typeface="+mn-ea"/>
              </a:rPr>
              <a:t>0</a:t>
            </a:r>
            <a:r>
              <a:rPr lang="zh-CN" altLang="en-US" sz="3200" dirty="0" smtClean="0">
                <a:latin typeface="+mn-ea"/>
              </a:rPr>
              <a:t>时，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16" name="Object 6"/>
          <p:cNvGraphicFramePr>
            <a:graphicFrameLocks noChangeAspect="1"/>
          </p:cNvGraphicFramePr>
          <p:nvPr/>
        </p:nvGraphicFramePr>
        <p:xfrm>
          <a:off x="6868795" y="6489700"/>
          <a:ext cx="1047115" cy="961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Equation" r:id="rId9" imgW="10058400" imgH="9448800" progId="Equation.DSMT4">
                  <p:embed/>
                </p:oleObj>
              </mc:Choice>
              <mc:Fallback>
                <p:oleObj name="Equation" r:id="rId9" imgW="10058400" imgH="9448800" progId="Equation.DSMT4">
                  <p:embed/>
                  <p:pic>
                    <p:nvPicPr>
                      <p:cNvPr id="0" name="图片 922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68795" y="6489700"/>
                        <a:ext cx="1047115" cy="9613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7"/>
          <p:cNvGraphicFramePr>
            <a:graphicFrameLocks noChangeAspect="1"/>
          </p:cNvGraphicFramePr>
          <p:nvPr/>
        </p:nvGraphicFramePr>
        <p:xfrm>
          <a:off x="7891145" y="6851015"/>
          <a:ext cx="476250" cy="340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name="Equation" r:id="rId11" imgW="4572000" imgH="3352800" progId="Equation.DSMT4">
                  <p:embed/>
                </p:oleObj>
              </mc:Choice>
              <mc:Fallback>
                <p:oleObj name="Equation" r:id="rId11" imgW="4572000" imgH="3352800" progId="Equation.DSMT4">
                  <p:embed/>
                  <p:pic>
                    <p:nvPicPr>
                      <p:cNvPr id="0" name="图片 922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891145" y="6851015"/>
                        <a:ext cx="476250" cy="3409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8"/>
          <p:cNvGraphicFramePr>
            <a:graphicFrameLocks noChangeAspect="1"/>
          </p:cNvGraphicFramePr>
          <p:nvPr/>
        </p:nvGraphicFramePr>
        <p:xfrm>
          <a:off x="8721725" y="6772910"/>
          <a:ext cx="318135" cy="497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Equation" r:id="rId13" imgW="3048000" imgH="4876800" progId="Equation.DSMT4">
                  <p:embed/>
                </p:oleObj>
              </mc:Choice>
              <mc:Fallback>
                <p:oleObj name="Equation" r:id="rId13" imgW="3048000" imgH="4876800" progId="Equation.DSMT4">
                  <p:embed/>
                  <p:pic>
                    <p:nvPicPr>
                      <p:cNvPr id="0" name="图片 922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721725" y="6772910"/>
                        <a:ext cx="318135" cy="4972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2"/>
          <p:cNvSpPr txBox="1"/>
          <p:nvPr/>
        </p:nvSpPr>
        <p:spPr>
          <a:xfrm>
            <a:off x="3174177" y="7604836"/>
            <a:ext cx="4003501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所以          不存在。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20" name="Object 5"/>
          <p:cNvGraphicFramePr>
            <a:graphicFrameLocks noChangeAspect="1"/>
          </p:cNvGraphicFramePr>
          <p:nvPr/>
        </p:nvGraphicFramePr>
        <p:xfrm>
          <a:off x="4135120" y="7270115"/>
          <a:ext cx="950595" cy="96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Equation" r:id="rId15" imgW="9144000" imgH="9448800" progId="Equation.DSMT4">
                  <p:embed/>
                </p:oleObj>
              </mc:Choice>
              <mc:Fallback>
                <p:oleObj name="Equation" r:id="rId15" imgW="9144000" imgH="9448800" progId="Equation.DSMT4">
                  <p:embed/>
                  <p:pic>
                    <p:nvPicPr>
                      <p:cNvPr id="0" name="图片 922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35120" y="7270115"/>
                        <a:ext cx="950595" cy="9601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"/>
          <p:cNvSpPr txBox="1"/>
          <p:nvPr/>
        </p:nvSpPr>
        <p:spPr>
          <a:xfrm>
            <a:off x="2196423" y="1723589"/>
            <a:ext cx="805053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若</a:t>
            </a:r>
            <a:r>
              <a:rPr lang="en-US" altLang="zh-CN" sz="3200" dirty="0" smtClean="0">
                <a:latin typeface="+mn-ea"/>
              </a:rPr>
              <a:t>z</a:t>
            </a:r>
            <a:r>
              <a:rPr lang="zh-CN" altLang="en-US" sz="3200" dirty="0" smtClean="0">
                <a:latin typeface="+mn-ea"/>
              </a:rPr>
              <a:t>沿不同方向趋于      时，</a:t>
            </a:r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f(z)</a:t>
            </a:r>
            <a:r>
              <a:rPr lang="zh-CN" alt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的极限不同，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29" name="Object 4"/>
          <p:cNvGraphicFramePr>
            <a:graphicFrameLocks noChangeAspect="1"/>
          </p:cNvGraphicFramePr>
          <p:nvPr/>
        </p:nvGraphicFramePr>
        <p:xfrm>
          <a:off x="5736859" y="1619343"/>
          <a:ext cx="646477" cy="828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Equation" r:id="rId16" imgW="3962400" imgH="5486400" progId="Equation.DSMT4">
                  <p:embed/>
                </p:oleObj>
              </mc:Choice>
              <mc:Fallback>
                <p:oleObj name="Equation" r:id="rId16" imgW="3962400" imgH="5486400" progId="Equation.DSMT4">
                  <p:embed/>
                  <p:pic>
                    <p:nvPicPr>
                      <p:cNvPr id="0" name="图片 9224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736859" y="1619343"/>
                        <a:ext cx="646477" cy="82875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文本框 2"/>
          <p:cNvSpPr txBox="1"/>
          <p:nvPr/>
        </p:nvSpPr>
        <p:spPr>
          <a:xfrm>
            <a:off x="2408954" y="2595741"/>
            <a:ext cx="926973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或者若</a:t>
            </a:r>
            <a:r>
              <a:rPr lang="en-US" altLang="zh-CN" sz="3200" dirty="0" smtClean="0">
                <a:latin typeface="+mn-ea"/>
              </a:rPr>
              <a:t>z</a:t>
            </a:r>
            <a:r>
              <a:rPr lang="zh-CN" altLang="en-US" sz="3200" dirty="0" smtClean="0">
                <a:latin typeface="+mn-ea"/>
              </a:rPr>
              <a:t>沿某个方向趋于      时，</a:t>
            </a:r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f(z)</a:t>
            </a:r>
            <a:r>
              <a:rPr lang="zh-CN" alt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的极限不存在，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31" name="Object 4"/>
          <p:cNvGraphicFramePr>
            <a:graphicFrameLocks noChangeAspect="1"/>
          </p:cNvGraphicFramePr>
          <p:nvPr/>
        </p:nvGraphicFramePr>
        <p:xfrm>
          <a:off x="6761095" y="2492524"/>
          <a:ext cx="646477" cy="828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Equation" r:id="rId18" imgW="3962400" imgH="5486400" progId="Equation.DSMT4">
                  <p:embed/>
                </p:oleObj>
              </mc:Choice>
              <mc:Fallback>
                <p:oleObj name="Equation" r:id="rId18" imgW="3962400" imgH="5486400" progId="Equation.DSMT4">
                  <p:embed/>
                  <p:pic>
                    <p:nvPicPr>
                      <p:cNvPr id="0" name="图片 9225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761095" y="2492524"/>
                        <a:ext cx="646477" cy="82875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文本框 2"/>
          <p:cNvSpPr txBox="1"/>
          <p:nvPr/>
        </p:nvSpPr>
        <p:spPr>
          <a:xfrm>
            <a:off x="11678793" y="2161144"/>
            <a:ext cx="337312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不存在。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33" name="Object 9"/>
          <p:cNvGraphicFramePr>
            <a:graphicFrameLocks noChangeAspect="1"/>
          </p:cNvGraphicFramePr>
          <p:nvPr/>
        </p:nvGraphicFramePr>
        <p:xfrm>
          <a:off x="11880850" y="2202815"/>
          <a:ext cx="1428750" cy="637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name="Equation" r:id="rId20" imgW="13716000" imgH="7010400" progId="Equation.DSMT4">
                  <p:embed/>
                </p:oleObj>
              </mc:Choice>
              <mc:Fallback>
                <p:oleObj name="Equation" r:id="rId20" imgW="13716000" imgH="7010400" progId="Equation.DSMT4">
                  <p:embed/>
                  <p:pic>
                    <p:nvPicPr>
                      <p:cNvPr id="0" name="图片 9226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1880850" y="2202815"/>
                        <a:ext cx="1428750" cy="6375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七角星 33"/>
          <p:cNvSpPr/>
          <p:nvPr/>
        </p:nvSpPr>
        <p:spPr>
          <a:xfrm>
            <a:off x="968780" y="1371598"/>
            <a:ext cx="1226128" cy="1163782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 smtClean="0">
                <a:solidFill>
                  <a:schemeClr val="tx1"/>
                </a:solidFill>
              </a:rPr>
              <a:t>注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54977" y="5661101"/>
            <a:ext cx="103632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证明</a:t>
            </a:r>
            <a:endParaRPr lang="zh-CN" altLang="en-US" sz="3200" dirty="0" smtClean="0">
              <a:latin typeface="+mn-ea"/>
            </a:endParaRPr>
          </a:p>
        </p:txBody>
      </p:sp>
      <p:sp>
        <p:nvSpPr>
          <p:cNvPr id="4" name="右大括号 3"/>
          <p:cNvSpPr/>
          <p:nvPr/>
        </p:nvSpPr>
        <p:spPr>
          <a:xfrm>
            <a:off x="11343640" y="1867535"/>
            <a:ext cx="196850" cy="119062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圆角矩形标注 22"/>
          <p:cNvSpPr/>
          <p:nvPr/>
        </p:nvSpPr>
        <p:spPr>
          <a:xfrm>
            <a:off x="6904990" y="3320415"/>
            <a:ext cx="3938905" cy="1645920"/>
          </a:xfrm>
          <a:prstGeom prst="wedgeRoundRectCallout">
            <a:avLst>
              <a:gd name="adj1" fmla="val -77600"/>
              <a:gd name="adj2" fmla="val -66771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p>
            <a:pPr algn="l"/>
            <a:r>
              <a:rPr lang="zh-CN" altLang="en-US" sz="3200" b="1" dirty="0" smtClean="0">
                <a:solidFill>
                  <a:schemeClr val="tx1"/>
                </a:solidFill>
              </a:rPr>
              <a:t>坐标轴方向，  </a:t>
            </a:r>
            <a:endParaRPr lang="zh-CN" altLang="en-US" sz="3200" b="1" dirty="0" smtClean="0">
              <a:solidFill>
                <a:schemeClr val="tx1"/>
              </a:solidFill>
            </a:endParaRPr>
          </a:p>
          <a:p>
            <a:pPr algn="l"/>
            <a:r>
              <a:rPr lang="zh-CN" altLang="en-US" sz="3200" b="1" dirty="0" smtClean="0">
                <a:solidFill>
                  <a:schemeClr val="tx1"/>
                </a:solidFill>
              </a:rPr>
              <a:t>平行于坐标轴方向</a:t>
            </a:r>
            <a:endParaRPr lang="zh-CN" altLang="en-US" sz="3200" b="1" dirty="0" smtClean="0">
              <a:solidFill>
                <a:schemeClr val="tx1"/>
              </a:solidFill>
            </a:endParaRPr>
          </a:p>
          <a:p>
            <a:pPr algn="l"/>
            <a:r>
              <a:rPr lang="zh-CN" altLang="en-US" sz="3200" b="1" dirty="0" smtClean="0">
                <a:solidFill>
                  <a:schemeClr val="tx1"/>
                </a:solidFill>
              </a:rPr>
              <a:t>角平分线</a:t>
            </a:r>
            <a:endParaRPr lang="zh-CN" altLang="en-US" sz="3200" b="1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5" grpId="0"/>
      <p:bldP spid="19" grpId="0"/>
      <p:bldP spid="3" grpId="0"/>
      <p:bldP spid="23" grpId="0" bldLvl="0" animBg="1"/>
      <p:bldP spid="5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6116438" y="286681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二、复变函数的极限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4" name="文本框 2"/>
          <p:cNvSpPr txBox="1"/>
          <p:nvPr/>
        </p:nvSpPr>
        <p:spPr>
          <a:xfrm>
            <a:off x="2304892" y="1373851"/>
            <a:ext cx="3920144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复变函数极限的定义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1" name="Object 14"/>
          <p:cNvGraphicFramePr>
            <a:graphicFrameLocks noChangeAspect="1"/>
          </p:cNvGraphicFramePr>
          <p:nvPr/>
        </p:nvGraphicFramePr>
        <p:xfrm>
          <a:off x="2600355" y="2411256"/>
          <a:ext cx="4045010" cy="895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Equation" r:id="rId1" imgW="29260800" imgH="7010400" progId="Equation.DSMT4">
                  <p:embed/>
                </p:oleObj>
              </mc:Choice>
              <mc:Fallback>
                <p:oleObj name="Equation" r:id="rId1" imgW="29260800" imgH="70104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00355" y="2411256"/>
                        <a:ext cx="4045010" cy="8950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18"/>
          <p:cNvGraphicFramePr>
            <a:graphicFrameLocks noChangeAspect="1"/>
          </p:cNvGraphicFramePr>
          <p:nvPr/>
        </p:nvGraphicFramePr>
        <p:xfrm>
          <a:off x="4199004" y="3490166"/>
          <a:ext cx="1499622" cy="624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3" imgW="12496800" imgH="4876800" progId="Equation.DSMT4">
                  <p:embed/>
                </p:oleObj>
              </mc:Choice>
              <mc:Fallback>
                <p:oleObj name="Equation" r:id="rId3" imgW="12496800" imgH="4876800" progId="Equation.DSMT4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99004" y="3490166"/>
                        <a:ext cx="1499622" cy="62438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左右箭头 52"/>
          <p:cNvSpPr/>
          <p:nvPr/>
        </p:nvSpPr>
        <p:spPr>
          <a:xfrm>
            <a:off x="2678105" y="3690291"/>
            <a:ext cx="1181542" cy="18842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4" name="Object 25"/>
          <p:cNvGraphicFramePr>
            <a:graphicFrameLocks noChangeAspect="1"/>
          </p:cNvGraphicFramePr>
          <p:nvPr/>
        </p:nvGraphicFramePr>
        <p:xfrm>
          <a:off x="5739183" y="3520103"/>
          <a:ext cx="1425417" cy="624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5" imgW="11887200" imgH="4876800" progId="Equation.DSMT4">
                  <p:embed/>
                </p:oleObj>
              </mc:Choice>
              <mc:Fallback>
                <p:oleObj name="Equation" r:id="rId5" imgW="11887200" imgH="4876800" progId="Equation.DSMT4">
                  <p:embed/>
                  <p:pic>
                    <p:nvPicPr>
                      <p:cNvPr id="0" name="图片 1024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39183" y="3520103"/>
                        <a:ext cx="1425417" cy="62438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文本框 2"/>
          <p:cNvSpPr txBox="1"/>
          <p:nvPr/>
        </p:nvSpPr>
        <p:spPr>
          <a:xfrm>
            <a:off x="7280617" y="3418153"/>
            <a:ext cx="4842865" cy="71183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+mn-ea"/>
              </a:rPr>
              <a:t>当                      时</a:t>
            </a:r>
            <a:r>
              <a:rPr lang="en-US" altLang="zh-CN" sz="3900" dirty="0" smtClean="0">
                <a:latin typeface="+mn-ea"/>
              </a:rPr>
              <a:t>,</a:t>
            </a:r>
            <a:r>
              <a:rPr lang="zh-CN" altLang="en-US" sz="3900" dirty="0" smtClean="0">
                <a:latin typeface="+mn-ea"/>
              </a:rPr>
              <a:t>有</a:t>
            </a:r>
            <a:endParaRPr lang="zh-CN" altLang="en-US" sz="3900" dirty="0">
              <a:latin typeface="+mn-ea"/>
            </a:endParaRPr>
          </a:p>
        </p:txBody>
      </p:sp>
      <p:graphicFrame>
        <p:nvGraphicFramePr>
          <p:cNvPr id="56" name="Object 26"/>
          <p:cNvGraphicFramePr>
            <a:graphicFrameLocks noChangeAspect="1"/>
          </p:cNvGraphicFramePr>
          <p:nvPr/>
        </p:nvGraphicFramePr>
        <p:xfrm>
          <a:off x="8072847" y="3464859"/>
          <a:ext cx="2559194" cy="7028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Equation" r:id="rId7" imgW="21336000" imgH="5486400" progId="Equation.DSMT4">
                  <p:embed/>
                </p:oleObj>
              </mc:Choice>
              <mc:Fallback>
                <p:oleObj name="Equation" r:id="rId7" imgW="21336000" imgH="5486400" progId="Equation.DSMT4">
                  <p:embed/>
                  <p:pic>
                    <p:nvPicPr>
                      <p:cNvPr id="0" name="图片 1024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72847" y="3464859"/>
                        <a:ext cx="2559194" cy="70282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27"/>
          <p:cNvGraphicFramePr>
            <a:graphicFrameLocks noChangeAspect="1"/>
          </p:cNvGraphicFramePr>
          <p:nvPr/>
        </p:nvGraphicFramePr>
        <p:xfrm>
          <a:off x="11740776" y="3420794"/>
          <a:ext cx="2446692" cy="633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Equation" r:id="rId9" imgW="20116800" imgH="4876800" progId="Equation.DSMT4">
                  <p:embed/>
                </p:oleObj>
              </mc:Choice>
              <mc:Fallback>
                <p:oleObj name="Equation" r:id="rId9" imgW="20116800" imgH="4876800" progId="Equation.DSMT4">
                  <p:embed/>
                  <p:pic>
                    <p:nvPicPr>
                      <p:cNvPr id="0" name="图片 1024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740776" y="3420794"/>
                        <a:ext cx="2446692" cy="63323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左右箭头 23"/>
          <p:cNvSpPr/>
          <p:nvPr/>
        </p:nvSpPr>
        <p:spPr>
          <a:xfrm>
            <a:off x="2652247" y="4694343"/>
            <a:ext cx="1181542" cy="18842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"/>
          <p:cNvSpPr txBox="1"/>
          <p:nvPr/>
        </p:nvSpPr>
        <p:spPr>
          <a:xfrm>
            <a:off x="4218347" y="4461709"/>
            <a:ext cx="3694056" cy="71183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+mn-ea"/>
              </a:rPr>
              <a:t>当            时</a:t>
            </a:r>
            <a:r>
              <a:rPr lang="en-US" altLang="zh-CN" sz="3900" dirty="0" smtClean="0">
                <a:latin typeface="+mn-ea"/>
              </a:rPr>
              <a:t>,</a:t>
            </a:r>
            <a:r>
              <a:rPr lang="zh-CN" altLang="en-US" sz="3900" dirty="0" smtClean="0">
                <a:latin typeface="+mn-ea"/>
              </a:rPr>
              <a:t>有</a:t>
            </a:r>
            <a:endParaRPr lang="zh-CN" altLang="en-US" sz="3900" dirty="0">
              <a:latin typeface="+mn-ea"/>
            </a:endParaRPr>
          </a:p>
        </p:txBody>
      </p:sp>
      <p:graphicFrame>
        <p:nvGraphicFramePr>
          <p:cNvPr id="26" name="Object 26"/>
          <p:cNvGraphicFramePr>
            <a:graphicFrameLocks noChangeAspect="1"/>
          </p:cNvGraphicFramePr>
          <p:nvPr/>
        </p:nvGraphicFramePr>
        <p:xfrm>
          <a:off x="5030482" y="4528728"/>
          <a:ext cx="1278677" cy="701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Equation" r:id="rId11" imgW="10668000" imgH="5486400" progId="Equation.DSMT4">
                  <p:embed/>
                </p:oleObj>
              </mc:Choice>
              <mc:Fallback>
                <p:oleObj name="Equation" r:id="rId11" imgW="10668000" imgH="5486400" progId="Equation.DSMT4">
                  <p:embed/>
                  <p:pic>
                    <p:nvPicPr>
                      <p:cNvPr id="0" name="图片 1024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30482" y="4528728"/>
                        <a:ext cx="1278677" cy="70153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5" name="Object 15"/>
          <p:cNvGraphicFramePr>
            <a:graphicFrameLocks noChangeAspect="1"/>
          </p:cNvGraphicFramePr>
          <p:nvPr/>
        </p:nvGraphicFramePr>
        <p:xfrm>
          <a:off x="7459086" y="4503369"/>
          <a:ext cx="1815029" cy="634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Equation" r:id="rId13" imgW="14935200" imgH="4876800" progId="Equation.DSMT4">
                  <p:embed/>
                </p:oleObj>
              </mc:Choice>
              <mc:Fallback>
                <p:oleObj name="Equation" r:id="rId13" imgW="14935200" imgH="4876800" progId="Equation.DSMT4">
                  <p:embed/>
                  <p:pic>
                    <p:nvPicPr>
                      <p:cNvPr id="0" name="图片 1024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459086" y="4503369"/>
                        <a:ext cx="1815029" cy="634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左右箭头 27"/>
          <p:cNvSpPr/>
          <p:nvPr/>
        </p:nvSpPr>
        <p:spPr>
          <a:xfrm>
            <a:off x="2670717" y="5737899"/>
            <a:ext cx="1181542" cy="18842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"/>
          <p:cNvSpPr txBox="1"/>
          <p:nvPr/>
        </p:nvSpPr>
        <p:spPr>
          <a:xfrm>
            <a:off x="4236816" y="5505265"/>
            <a:ext cx="3694056" cy="71183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+mn-ea"/>
              </a:rPr>
              <a:t>当            时</a:t>
            </a:r>
            <a:r>
              <a:rPr lang="en-US" altLang="zh-CN" sz="3900" dirty="0" smtClean="0">
                <a:latin typeface="+mn-ea"/>
              </a:rPr>
              <a:t>,</a:t>
            </a:r>
            <a:r>
              <a:rPr lang="zh-CN" altLang="en-US" sz="3900" dirty="0" smtClean="0">
                <a:latin typeface="+mn-ea"/>
              </a:rPr>
              <a:t>有</a:t>
            </a:r>
            <a:endParaRPr lang="zh-CN" altLang="en-US" sz="3900" dirty="0">
              <a:latin typeface="+mn-ea"/>
            </a:endParaRPr>
          </a:p>
        </p:txBody>
      </p:sp>
      <p:graphicFrame>
        <p:nvGraphicFramePr>
          <p:cNvPr id="30" name="Object 26"/>
          <p:cNvGraphicFramePr>
            <a:graphicFrameLocks noChangeAspect="1"/>
          </p:cNvGraphicFramePr>
          <p:nvPr/>
        </p:nvGraphicFramePr>
        <p:xfrm>
          <a:off x="5048951" y="5572284"/>
          <a:ext cx="1278677" cy="701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Equation" r:id="rId15" imgW="10668000" imgH="5486400" progId="Equation.DSMT4">
                  <p:embed/>
                </p:oleObj>
              </mc:Choice>
              <mc:Fallback>
                <p:oleObj name="Equation" r:id="rId15" imgW="10668000" imgH="5486400" progId="Equation.DSMT4">
                  <p:embed/>
                  <p:pic>
                    <p:nvPicPr>
                      <p:cNvPr id="0" name="图片 1024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48951" y="5572284"/>
                        <a:ext cx="1278677" cy="70153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5"/>
          <p:cNvGraphicFramePr>
            <a:graphicFrameLocks noChangeAspect="1"/>
          </p:cNvGraphicFramePr>
          <p:nvPr/>
        </p:nvGraphicFramePr>
        <p:xfrm>
          <a:off x="7366211" y="5560072"/>
          <a:ext cx="2592024" cy="634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Equation" r:id="rId16" imgW="21336000" imgH="4876800" progId="Equation.DSMT4">
                  <p:embed/>
                </p:oleObj>
              </mc:Choice>
              <mc:Fallback>
                <p:oleObj name="Equation" r:id="rId16" imgW="21336000" imgH="4876800" progId="Equation.DSMT4">
                  <p:embed/>
                  <p:pic>
                    <p:nvPicPr>
                      <p:cNvPr id="0" name="图片 10248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366211" y="5560072"/>
                        <a:ext cx="2592024" cy="634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2"/>
          <p:cNvSpPr txBox="1"/>
          <p:nvPr/>
        </p:nvSpPr>
        <p:spPr>
          <a:xfrm>
            <a:off x="3745523" y="6548821"/>
            <a:ext cx="1507250" cy="713577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+mn-ea"/>
              </a:rPr>
              <a:t>假设</a:t>
            </a:r>
            <a:endParaRPr lang="zh-CN" altLang="en-US" sz="3900" dirty="0">
              <a:latin typeface="+mn-ea"/>
            </a:endParaRPr>
          </a:p>
        </p:txBody>
      </p:sp>
      <p:graphicFrame>
        <p:nvGraphicFramePr>
          <p:cNvPr id="21" name="Object 26"/>
          <p:cNvGraphicFramePr>
            <a:graphicFrameLocks noChangeAspect="1"/>
          </p:cNvGraphicFramePr>
          <p:nvPr/>
        </p:nvGraphicFramePr>
        <p:xfrm>
          <a:off x="5286981" y="6515775"/>
          <a:ext cx="6430097" cy="701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Equation" r:id="rId18" imgW="53644800" imgH="5486400" progId="Equation.DSMT4">
                  <p:embed/>
                </p:oleObj>
              </mc:Choice>
              <mc:Fallback>
                <p:oleObj name="Equation" r:id="rId18" imgW="53644800" imgH="5486400" progId="Equation.DSMT4">
                  <p:embed/>
                  <p:pic>
                    <p:nvPicPr>
                      <p:cNvPr id="0" name="图片 10249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286981" y="6515775"/>
                        <a:ext cx="6430097" cy="70153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左右箭头 21"/>
          <p:cNvSpPr/>
          <p:nvPr/>
        </p:nvSpPr>
        <p:spPr>
          <a:xfrm>
            <a:off x="2622696" y="7641895"/>
            <a:ext cx="1181542" cy="18842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"/>
          <p:cNvSpPr txBox="1"/>
          <p:nvPr/>
        </p:nvSpPr>
        <p:spPr>
          <a:xfrm>
            <a:off x="4166631" y="7417634"/>
            <a:ext cx="6072951" cy="71183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+mn-ea"/>
              </a:rPr>
              <a:t>当                       时</a:t>
            </a:r>
            <a:r>
              <a:rPr lang="en-US" altLang="zh-CN" sz="3900" dirty="0" smtClean="0">
                <a:latin typeface="+mn-ea"/>
              </a:rPr>
              <a:t>,  </a:t>
            </a:r>
            <a:r>
              <a:rPr lang="zh-CN" altLang="en-US" sz="3900" dirty="0" smtClean="0">
                <a:latin typeface="+mn-ea"/>
              </a:rPr>
              <a:t>有</a:t>
            </a:r>
            <a:endParaRPr lang="zh-CN" altLang="en-US" sz="3900" dirty="0">
              <a:latin typeface="+mn-ea"/>
            </a:endParaRPr>
          </a:p>
        </p:txBody>
      </p:sp>
      <p:graphicFrame>
        <p:nvGraphicFramePr>
          <p:cNvPr id="32" name="Object 26"/>
          <p:cNvGraphicFramePr>
            <a:graphicFrameLocks noChangeAspect="1"/>
          </p:cNvGraphicFramePr>
          <p:nvPr/>
        </p:nvGraphicFramePr>
        <p:xfrm>
          <a:off x="4734087" y="7406727"/>
          <a:ext cx="2888000" cy="701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1" name="Equation" r:id="rId20" imgW="24688800" imgH="5486400" progId="Equation.DSMT4">
                  <p:embed/>
                </p:oleObj>
              </mc:Choice>
              <mc:Fallback>
                <p:oleObj name="Equation" r:id="rId20" imgW="24688800" imgH="5486400" progId="Equation.DSMT4">
                  <p:embed/>
                  <p:pic>
                    <p:nvPicPr>
                      <p:cNvPr id="0" name="图片 10250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734087" y="7406727"/>
                        <a:ext cx="2888000" cy="70153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5"/>
          <p:cNvGraphicFramePr>
            <a:graphicFrameLocks noChangeAspect="1"/>
          </p:cNvGraphicFramePr>
          <p:nvPr/>
        </p:nvGraphicFramePr>
        <p:xfrm>
          <a:off x="9081770" y="7458075"/>
          <a:ext cx="2264410" cy="691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" name="Equation" r:id="rId22" imgW="800100" imgH="228600" progId="Equation.DSMT4">
                  <p:embed/>
                </p:oleObj>
              </mc:Choice>
              <mc:Fallback>
                <p:oleObj name="Equation" r:id="rId22" imgW="800100" imgH="228600" progId="Equation.DSMT4">
                  <p:embed/>
                  <p:pic>
                    <p:nvPicPr>
                      <p:cNvPr id="0" name="图片 10251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9081770" y="7458075"/>
                        <a:ext cx="2264410" cy="6915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83" name="Object 23"/>
          <p:cNvGraphicFramePr>
            <a:graphicFrameLocks noChangeAspect="1"/>
          </p:cNvGraphicFramePr>
          <p:nvPr/>
        </p:nvGraphicFramePr>
        <p:xfrm>
          <a:off x="11346304" y="7435036"/>
          <a:ext cx="2259609" cy="714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" name="Equation" r:id="rId24" imgW="18592800" imgH="5486400" progId="Equation.DSMT4">
                  <p:embed/>
                </p:oleObj>
              </mc:Choice>
              <mc:Fallback>
                <p:oleObj name="Equation" r:id="rId24" imgW="18592800" imgH="5486400" progId="Equation.DSMT4">
                  <p:embed/>
                  <p:pic>
                    <p:nvPicPr>
                      <p:cNvPr id="0" name="图片 10252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1346304" y="7435036"/>
                        <a:ext cx="2259609" cy="71425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6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66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  <p:bldP spid="28" grpId="0" animBg="1"/>
      <p:bldP spid="29" grpId="0"/>
      <p:bldP spid="20" grpId="0"/>
      <p:bldP spid="22" grpId="0" animBg="1"/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5710038" y="331766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二、复变函数的极限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4" name="文本框 2"/>
          <p:cNvSpPr txBox="1"/>
          <p:nvPr/>
        </p:nvSpPr>
        <p:spPr>
          <a:xfrm>
            <a:off x="1603218" y="1486232"/>
            <a:ext cx="7313930" cy="72707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en-US" altLang="zh-CN" sz="4000" b="1" dirty="0" smtClean="0">
                <a:latin typeface="+mn-ea"/>
              </a:rPr>
              <a:t>4. </a:t>
            </a:r>
            <a:r>
              <a:rPr lang="zh-CN" altLang="en-US" sz="4000" b="1" dirty="0" smtClean="0">
                <a:latin typeface="+mn-ea"/>
              </a:rPr>
              <a:t>复变函数极限存在的充要条件</a:t>
            </a:r>
            <a:endParaRPr lang="zh-CN" altLang="en-US" sz="4000" b="1" dirty="0">
              <a:latin typeface="+mn-ea"/>
            </a:endParaRPr>
          </a:p>
        </p:txBody>
      </p:sp>
      <p:graphicFrame>
        <p:nvGraphicFramePr>
          <p:cNvPr id="44" name="Object 14"/>
          <p:cNvGraphicFramePr>
            <a:graphicFrameLocks noChangeAspect="1"/>
          </p:cNvGraphicFramePr>
          <p:nvPr/>
        </p:nvGraphicFramePr>
        <p:xfrm>
          <a:off x="3733165" y="2683510"/>
          <a:ext cx="4555490" cy="535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Equation" r:id="rId1" imgW="42367200" imgH="4876800" progId="Equation.DSMT4">
                  <p:embed/>
                </p:oleObj>
              </mc:Choice>
              <mc:Fallback>
                <p:oleObj name="Equation" r:id="rId1" imgW="42367200" imgH="4876800" progId="Equation.DSMT4">
                  <p:embed/>
                  <p:pic>
                    <p:nvPicPr>
                      <p:cNvPr id="0" name="图片 1126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33165" y="2683510"/>
                        <a:ext cx="4555490" cy="5353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18"/>
          <p:cNvGraphicFramePr>
            <a:graphicFrameLocks noChangeAspect="1"/>
          </p:cNvGraphicFramePr>
          <p:nvPr/>
        </p:nvGraphicFramePr>
        <p:xfrm>
          <a:off x="8382635" y="2671445"/>
          <a:ext cx="205549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3" imgW="18592800" imgH="5486400" progId="Equation.DSMT4">
                  <p:embed/>
                </p:oleObj>
              </mc:Choice>
              <mc:Fallback>
                <p:oleObj name="Equation" r:id="rId3" imgW="18592800" imgH="5486400" progId="Equation.DSMT4">
                  <p:embed/>
                  <p:pic>
                    <p:nvPicPr>
                      <p:cNvPr id="0" name="图片 1126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2635" y="2671445"/>
                        <a:ext cx="2055495" cy="647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7" name="Object 25"/>
          <p:cNvGraphicFramePr>
            <a:graphicFrameLocks noChangeAspect="1"/>
          </p:cNvGraphicFramePr>
          <p:nvPr/>
        </p:nvGraphicFramePr>
        <p:xfrm>
          <a:off x="10499090" y="2640330"/>
          <a:ext cx="212153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Equation" r:id="rId5" imgW="19202400" imgH="5486400" progId="Equation.DSMT4">
                  <p:embed/>
                </p:oleObj>
              </mc:Choice>
              <mc:Fallback>
                <p:oleObj name="Equation" r:id="rId5" imgW="19202400" imgH="5486400" progId="Equation.DSMT4">
                  <p:embed/>
                  <p:pic>
                    <p:nvPicPr>
                      <p:cNvPr id="0" name="图片 1126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499090" y="2640330"/>
                        <a:ext cx="2121535" cy="647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文本框 2"/>
          <p:cNvSpPr txBox="1"/>
          <p:nvPr/>
        </p:nvSpPr>
        <p:spPr>
          <a:xfrm>
            <a:off x="1959705" y="3428523"/>
            <a:ext cx="637194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则</a:t>
            </a:r>
            <a:endParaRPr lang="zh-CN" altLang="en-US" sz="3200" dirty="0">
              <a:latin typeface="+mn-ea"/>
            </a:endParaRPr>
          </a:p>
        </p:txBody>
      </p:sp>
      <p:sp>
        <p:nvSpPr>
          <p:cNvPr id="50" name="文本框 2"/>
          <p:cNvSpPr txBox="1"/>
          <p:nvPr/>
        </p:nvSpPr>
        <p:spPr>
          <a:xfrm>
            <a:off x="1774997" y="2678785"/>
            <a:ext cx="1433887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定理</a:t>
            </a:r>
            <a:r>
              <a:rPr lang="en-US" altLang="zh-CN" sz="3200" dirty="0" smtClean="0">
                <a:latin typeface="+mn-ea"/>
              </a:rPr>
              <a:t>1.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1" name="Object 14"/>
          <p:cNvGraphicFramePr>
            <a:graphicFrameLocks noChangeAspect="1"/>
          </p:cNvGraphicFramePr>
          <p:nvPr/>
        </p:nvGraphicFramePr>
        <p:xfrm>
          <a:off x="3130550" y="4265930"/>
          <a:ext cx="2308225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Equation" r:id="rId7" imgW="19812000" imgH="7010400" progId="Equation.DSMT4">
                  <p:embed/>
                </p:oleObj>
              </mc:Choice>
              <mc:Fallback>
                <p:oleObj name="Equation" r:id="rId7" imgW="19812000" imgH="7010400" progId="Equation.DSMT4">
                  <p:embed/>
                  <p:pic>
                    <p:nvPicPr>
                      <p:cNvPr id="0" name="图片 1126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30550" y="4265930"/>
                        <a:ext cx="2308225" cy="7543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18"/>
          <p:cNvGraphicFramePr>
            <a:graphicFrameLocks noChangeAspect="1"/>
          </p:cNvGraphicFramePr>
          <p:nvPr/>
        </p:nvGraphicFramePr>
        <p:xfrm>
          <a:off x="6734810" y="3858895"/>
          <a:ext cx="527685" cy="1351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9" imgW="4572000" imgH="10972800" progId="Equation.DSMT4">
                  <p:embed/>
                </p:oleObj>
              </mc:Choice>
              <mc:Fallback>
                <p:oleObj name="Equation" r:id="rId9" imgW="4572000" imgH="10972800" progId="Equation.DSMT4">
                  <p:embed/>
                  <p:pic>
                    <p:nvPicPr>
                      <p:cNvPr id="0" name="图片 1126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34810" y="3858895"/>
                        <a:ext cx="527685" cy="13519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左右箭头 52"/>
          <p:cNvSpPr/>
          <p:nvPr/>
        </p:nvSpPr>
        <p:spPr>
          <a:xfrm>
            <a:off x="5438815" y="4527126"/>
            <a:ext cx="1060468" cy="16015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2"/>
          <p:cNvSpPr txBox="1"/>
          <p:nvPr/>
        </p:nvSpPr>
        <p:spPr>
          <a:xfrm>
            <a:off x="3103821" y="2655741"/>
            <a:ext cx="637194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设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8380" name="Object 12"/>
          <p:cNvGraphicFramePr>
            <a:graphicFrameLocks noChangeAspect="1"/>
          </p:cNvGraphicFramePr>
          <p:nvPr/>
        </p:nvGraphicFramePr>
        <p:xfrm>
          <a:off x="7033260" y="3743960"/>
          <a:ext cx="361823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Equation" r:id="rId11" imgW="31394400" imgH="7010400" progId="Equation.DSMT4">
                  <p:embed/>
                </p:oleObj>
              </mc:Choice>
              <mc:Fallback>
                <p:oleObj name="Equation" r:id="rId11" imgW="31394400" imgH="7010400" progId="Equation.DSMT4">
                  <p:embed/>
                  <p:pic>
                    <p:nvPicPr>
                      <p:cNvPr id="0" name="图片 1126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033260" y="3743960"/>
                        <a:ext cx="3618230" cy="746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1" name="Object 13"/>
          <p:cNvGraphicFramePr>
            <a:graphicFrameLocks noChangeAspect="1"/>
          </p:cNvGraphicFramePr>
          <p:nvPr/>
        </p:nvGraphicFramePr>
        <p:xfrm>
          <a:off x="7092950" y="4745990"/>
          <a:ext cx="3582035" cy="744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Equation" r:id="rId13" imgW="31089600" imgH="7010400" progId="Equation.DSMT4">
                  <p:embed/>
                </p:oleObj>
              </mc:Choice>
              <mc:Fallback>
                <p:oleObj name="Equation" r:id="rId13" imgW="31089600" imgH="7010400" progId="Equation.DSMT4">
                  <p:embed/>
                  <p:pic>
                    <p:nvPicPr>
                      <p:cNvPr id="0" name="图片 1127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092950" y="4745990"/>
                        <a:ext cx="3582035" cy="7448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5" name="Object 17"/>
          <p:cNvGraphicFramePr>
            <a:graphicFrameLocks noChangeAspect="1"/>
          </p:cNvGraphicFramePr>
          <p:nvPr/>
        </p:nvGraphicFramePr>
        <p:xfrm>
          <a:off x="2585720" y="6049010"/>
          <a:ext cx="1901825" cy="734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Equation" r:id="rId15" imgW="16764000" imgH="7010400" progId="Equation.DSMT4">
                  <p:embed/>
                </p:oleObj>
              </mc:Choice>
              <mc:Fallback>
                <p:oleObj name="Equation" r:id="rId15" imgW="16764000" imgH="7010400" progId="Equation.DSMT4">
                  <p:embed/>
                  <p:pic>
                    <p:nvPicPr>
                      <p:cNvPr id="0" name="图片 1127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585720" y="6049010"/>
                        <a:ext cx="1901825" cy="7346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6" name="Object 18"/>
          <p:cNvGraphicFramePr>
            <a:graphicFrameLocks noChangeAspect="1"/>
          </p:cNvGraphicFramePr>
          <p:nvPr/>
        </p:nvGraphicFramePr>
        <p:xfrm>
          <a:off x="4230370" y="6076950"/>
          <a:ext cx="2862580" cy="741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Equation" r:id="rId17" imgW="24993600" imgH="7010400" progId="Equation.DSMT4">
                  <p:embed/>
                </p:oleObj>
              </mc:Choice>
              <mc:Fallback>
                <p:oleObj name="Equation" r:id="rId17" imgW="24993600" imgH="7010400" progId="Equation.DSMT4">
                  <p:embed/>
                  <p:pic>
                    <p:nvPicPr>
                      <p:cNvPr id="0" name="图片 1127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230370" y="6076950"/>
                        <a:ext cx="2862580" cy="7416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7" name="Object 19"/>
          <p:cNvGraphicFramePr>
            <a:graphicFrameLocks noChangeAspect="1"/>
          </p:cNvGraphicFramePr>
          <p:nvPr/>
        </p:nvGraphicFramePr>
        <p:xfrm>
          <a:off x="7807325" y="6125845"/>
          <a:ext cx="2812415" cy="737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Equation" r:id="rId19" imgW="24688800" imgH="7010400" progId="Equation.DSMT4">
                  <p:embed/>
                </p:oleObj>
              </mc:Choice>
              <mc:Fallback>
                <p:oleObj name="Equation" r:id="rId19" imgW="24688800" imgH="7010400" progId="Equation.DSMT4">
                  <p:embed/>
                  <p:pic>
                    <p:nvPicPr>
                      <p:cNvPr id="0" name="图片 1127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807325" y="6125845"/>
                        <a:ext cx="2812415" cy="7372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8" name="Object 20"/>
          <p:cNvGraphicFramePr>
            <a:graphicFrameLocks noChangeAspect="1"/>
          </p:cNvGraphicFramePr>
          <p:nvPr/>
        </p:nvGraphicFramePr>
        <p:xfrm>
          <a:off x="7143750" y="6165215"/>
          <a:ext cx="422910" cy="453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5" name="Equation" r:id="rId21" imgW="3352800" imgH="3352800" progId="Equation.DSMT4">
                  <p:embed/>
                </p:oleObj>
              </mc:Choice>
              <mc:Fallback>
                <p:oleObj name="Equation" r:id="rId21" imgW="3352800" imgH="3352800" progId="Equation.DSMT4">
                  <p:embed/>
                  <p:pic>
                    <p:nvPicPr>
                      <p:cNvPr id="0" name="图片 1127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143750" y="6165215"/>
                        <a:ext cx="422910" cy="4533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9" name="Object 21"/>
          <p:cNvGraphicFramePr>
            <a:graphicFrameLocks noChangeAspect="1"/>
          </p:cNvGraphicFramePr>
          <p:nvPr/>
        </p:nvGraphicFramePr>
        <p:xfrm>
          <a:off x="7655560" y="6188710"/>
          <a:ext cx="225425" cy="449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" name="Equation" r:id="rId23" imgW="2133600" imgH="3962400" progId="Equation.DSMT4">
                  <p:embed/>
                </p:oleObj>
              </mc:Choice>
              <mc:Fallback>
                <p:oleObj name="Equation" r:id="rId23" imgW="2133600" imgH="3962400" progId="Equation.DSMT4">
                  <p:embed/>
                  <p:pic>
                    <p:nvPicPr>
                      <p:cNvPr id="0" name="图片 1127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655560" y="6188710"/>
                        <a:ext cx="225425" cy="4495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七角星 24"/>
          <p:cNvSpPr/>
          <p:nvPr/>
        </p:nvSpPr>
        <p:spPr>
          <a:xfrm>
            <a:off x="1343314" y="5809500"/>
            <a:ext cx="1226128" cy="1163782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 smtClean="0">
                <a:solidFill>
                  <a:schemeClr val="tx1"/>
                </a:solidFill>
              </a:rPr>
              <a:t>注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26" name="文本框 2"/>
          <p:cNvSpPr txBox="1"/>
          <p:nvPr/>
        </p:nvSpPr>
        <p:spPr>
          <a:xfrm>
            <a:off x="2361500" y="7454219"/>
            <a:ext cx="1122400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若                        或                          不存在，则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27" name="Object 23"/>
          <p:cNvGraphicFramePr>
            <a:graphicFrameLocks noChangeAspect="1"/>
          </p:cNvGraphicFramePr>
          <p:nvPr/>
        </p:nvGraphicFramePr>
        <p:xfrm>
          <a:off x="2808672" y="7360569"/>
          <a:ext cx="2494783" cy="767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7" name="Equation" r:id="rId25" imgW="24993600" imgH="7010400" progId="Equation.DSMT4">
                  <p:embed/>
                </p:oleObj>
              </mc:Choice>
              <mc:Fallback>
                <p:oleObj name="Equation" r:id="rId25" imgW="24993600" imgH="7010400" progId="Equation.DSMT4">
                  <p:embed/>
                  <p:pic>
                    <p:nvPicPr>
                      <p:cNvPr id="0" name="图片 1127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808672" y="7360569"/>
                        <a:ext cx="2494783" cy="76759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4"/>
          <p:cNvGraphicFramePr>
            <a:graphicFrameLocks noChangeAspect="1"/>
          </p:cNvGraphicFramePr>
          <p:nvPr/>
        </p:nvGraphicFramePr>
        <p:xfrm>
          <a:off x="5827214" y="7411991"/>
          <a:ext cx="2464468" cy="767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8" name="Equation" r:id="rId27" imgW="24688800" imgH="7010400" progId="Equation.DSMT4">
                  <p:embed/>
                </p:oleObj>
              </mc:Choice>
              <mc:Fallback>
                <p:oleObj name="Equation" r:id="rId27" imgW="24688800" imgH="7010400" progId="Equation.DSMT4">
                  <p:embed/>
                  <p:pic>
                    <p:nvPicPr>
                      <p:cNvPr id="0" name="图片 11277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827214" y="7411991"/>
                        <a:ext cx="2464468" cy="76759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5"/>
          <p:cNvGraphicFramePr>
            <a:graphicFrameLocks noChangeAspect="1"/>
          </p:cNvGraphicFramePr>
          <p:nvPr/>
        </p:nvGraphicFramePr>
        <p:xfrm>
          <a:off x="10516720" y="7473248"/>
          <a:ext cx="2178269" cy="711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9" name="Equation" r:id="rId29" imgW="19812000" imgH="7010400" progId="Equation.DSMT4">
                  <p:embed/>
                </p:oleObj>
              </mc:Choice>
              <mc:Fallback>
                <p:oleObj name="Equation" r:id="rId29" imgW="19812000" imgH="7010400" progId="Equation.DSMT4">
                  <p:embed/>
                  <p:pic>
                    <p:nvPicPr>
                      <p:cNvPr id="0" name="图片 11278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0516720" y="7473248"/>
                        <a:ext cx="2178269" cy="71190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文本框 2"/>
          <p:cNvSpPr txBox="1"/>
          <p:nvPr/>
        </p:nvSpPr>
        <p:spPr>
          <a:xfrm>
            <a:off x="12514449" y="7441195"/>
            <a:ext cx="1868301" cy="60585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不存在。</a:t>
            </a:r>
            <a:endParaRPr lang="zh-CN" altLang="en-US" sz="32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3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8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58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58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58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58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58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58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49" grpId="0"/>
      <p:bldP spid="50" grpId="0"/>
      <p:bldP spid="53" grpId="0" bldLvl="0" animBg="1"/>
      <p:bldP spid="58" grpId="0"/>
      <p:bldP spid="25" grpId="0" bldLvl="0" animBg="1"/>
      <p:bldP spid="25" grpId="1" bldLvl="0" animBg="1"/>
      <p:bldP spid="26" grpId="0"/>
      <p:bldP spid="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6116438" y="286681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二、复变函数的极限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22" name="Object 5"/>
          <p:cNvGraphicFramePr>
            <a:graphicFrameLocks noChangeAspect="1"/>
          </p:cNvGraphicFramePr>
          <p:nvPr/>
        </p:nvGraphicFramePr>
        <p:xfrm>
          <a:off x="3975100" y="1506855"/>
          <a:ext cx="1503045" cy="947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Equation" r:id="rId1" imgW="647700" imgH="419100" progId="Equation.DSMT4">
                  <p:embed/>
                </p:oleObj>
              </mc:Choice>
              <mc:Fallback>
                <p:oleObj name="Equation" r:id="rId1" imgW="647700" imgH="4191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75100" y="1506855"/>
                        <a:ext cx="1503045" cy="9474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2"/>
          <p:cNvSpPr txBox="1"/>
          <p:nvPr/>
        </p:nvSpPr>
        <p:spPr>
          <a:xfrm>
            <a:off x="1807460" y="1677425"/>
            <a:ext cx="2130425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例</a:t>
            </a:r>
            <a:r>
              <a:rPr lang="en-US" altLang="zh-CN" sz="3200" b="1" dirty="0" smtClean="0">
                <a:latin typeface="+mn-ea"/>
              </a:rPr>
              <a:t>6.</a:t>
            </a:r>
            <a:r>
              <a:rPr lang="zh-CN" altLang="en-US" sz="3200" dirty="0" smtClean="0">
                <a:latin typeface="+mn-ea"/>
              </a:rPr>
              <a:t>求极限</a:t>
            </a:r>
            <a:endParaRPr lang="zh-CN" altLang="en-US" sz="3200" dirty="0">
              <a:latin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07210" y="2687955"/>
            <a:ext cx="83502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解：</a:t>
            </a:r>
            <a:endParaRPr lang="zh-CN" altLang="en-US" sz="3200" dirty="0" smtClean="0"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21280" y="2677160"/>
            <a:ext cx="83502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令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252470" y="2773998"/>
          <a:ext cx="1472565" cy="431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3" imgW="634365" imgH="190500" progId="Equation.DSMT4">
                  <p:embed/>
                </p:oleObj>
              </mc:Choice>
              <mc:Fallback>
                <p:oleObj name="Equation" r:id="rId3" imgW="634365" imgH="1905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52470" y="2773998"/>
                        <a:ext cx="1472565" cy="4311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725035" y="2695575"/>
            <a:ext cx="83502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则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5356543" y="2419350"/>
          <a:ext cx="6247130" cy="1120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5" imgW="2691765" imgH="495300" progId="Equation.DSMT4">
                  <p:embed/>
                </p:oleObj>
              </mc:Choice>
              <mc:Fallback>
                <p:oleObj name="Equation" r:id="rId5" imgW="2691765" imgH="4953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56543" y="2419350"/>
                        <a:ext cx="6247130" cy="11201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2045335" y="3797300"/>
            <a:ext cx="83502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令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/>
        </p:nvGraphicFramePr>
        <p:xfrm>
          <a:off x="2880043" y="3539490"/>
          <a:ext cx="5629910" cy="1120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7" imgW="2425700" imgH="495300" progId="Equation.DSMT4">
                  <p:embed/>
                </p:oleObj>
              </mc:Choice>
              <mc:Fallback>
                <p:oleObj name="Equation" r:id="rId7" imgW="2425700" imgH="4953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80043" y="3539490"/>
                        <a:ext cx="5629910" cy="11201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2045335" y="4946015"/>
            <a:ext cx="83502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且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16" name="Object 5"/>
          <p:cNvGraphicFramePr>
            <a:graphicFrameLocks noChangeAspect="1"/>
          </p:cNvGraphicFramePr>
          <p:nvPr/>
        </p:nvGraphicFramePr>
        <p:xfrm>
          <a:off x="2620963" y="4797425"/>
          <a:ext cx="5040630" cy="1120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9" imgW="2171700" imgH="495300" progId="Equation.DSMT4">
                  <p:embed/>
                </p:oleObj>
              </mc:Choice>
              <mc:Fallback>
                <p:oleObj name="Equation" r:id="rId9" imgW="2171700" imgH="4953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20963" y="4797425"/>
                        <a:ext cx="5040630" cy="11201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等于号 17"/>
          <p:cNvSpPr/>
          <p:nvPr/>
        </p:nvSpPr>
        <p:spPr>
          <a:xfrm>
            <a:off x="7529830" y="5118100"/>
            <a:ext cx="2075815" cy="432435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19" name="Object 5"/>
          <p:cNvGraphicFramePr>
            <a:graphicFrameLocks noChangeAspect="1"/>
          </p:cNvGraphicFramePr>
          <p:nvPr/>
        </p:nvGraphicFramePr>
        <p:xfrm>
          <a:off x="7853045" y="4674236"/>
          <a:ext cx="1562735" cy="401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11" imgW="673100" imgH="177165" progId="Equation.DSMT4">
                  <p:embed/>
                </p:oleObj>
              </mc:Choice>
              <mc:Fallback>
                <p:oleObj name="Equation" r:id="rId11" imgW="673100" imgH="177165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853045" y="4674236"/>
                        <a:ext cx="1562735" cy="4013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5"/>
          <p:cNvGraphicFramePr>
            <a:graphicFrameLocks noChangeAspect="1"/>
          </p:cNvGraphicFramePr>
          <p:nvPr/>
        </p:nvGraphicFramePr>
        <p:xfrm>
          <a:off x="7853045" y="5549584"/>
          <a:ext cx="15335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13" imgW="660400" imgH="203200" progId="Equation.DSMT4">
                  <p:embed/>
                </p:oleObj>
              </mc:Choice>
              <mc:Fallback>
                <p:oleObj name="Equation" r:id="rId13" imgW="660400" imgH="2032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853045" y="5549584"/>
                        <a:ext cx="1533525" cy="460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5"/>
          <p:cNvGraphicFramePr>
            <a:graphicFrameLocks noChangeAspect="1"/>
          </p:cNvGraphicFramePr>
          <p:nvPr/>
        </p:nvGraphicFramePr>
        <p:xfrm>
          <a:off x="9886316" y="4864418"/>
          <a:ext cx="1886585" cy="948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15" imgW="812800" imgH="419100" progId="Equation.DSMT4">
                  <p:embed/>
                </p:oleObj>
              </mc:Choice>
              <mc:Fallback>
                <p:oleObj name="Equation" r:id="rId15" imgW="812800" imgH="4191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886316" y="4864418"/>
                        <a:ext cx="1886585" cy="9480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5"/>
          <p:cNvGraphicFramePr>
            <a:graphicFrameLocks noChangeAspect="1"/>
          </p:cNvGraphicFramePr>
          <p:nvPr/>
        </p:nvGraphicFramePr>
        <p:xfrm>
          <a:off x="11772901" y="5075238"/>
          <a:ext cx="1975485" cy="661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17" imgW="850900" imgH="292100" progId="Equation.DSMT4">
                  <p:embed/>
                </p:oleObj>
              </mc:Choice>
              <mc:Fallback>
                <p:oleObj name="Equation" r:id="rId17" imgW="850900" imgH="2921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772901" y="5075238"/>
                        <a:ext cx="1975485" cy="6610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5"/>
          <p:cNvGraphicFramePr>
            <a:graphicFrameLocks noChangeAspect="1"/>
          </p:cNvGraphicFramePr>
          <p:nvPr/>
        </p:nvGraphicFramePr>
        <p:xfrm>
          <a:off x="13748385" y="5117465"/>
          <a:ext cx="560705" cy="393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Equation" r:id="rId19" imgW="241300" imgH="177165" progId="Equation.DSMT4">
                  <p:embed/>
                </p:oleObj>
              </mc:Choice>
              <mc:Fallback>
                <p:oleObj name="Equation" r:id="rId19" imgW="241300" imgH="177165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3748385" y="5117465"/>
                        <a:ext cx="560705" cy="3930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5"/>
          <p:cNvGraphicFramePr>
            <a:graphicFrameLocks noChangeAspect="1"/>
          </p:cNvGraphicFramePr>
          <p:nvPr/>
        </p:nvGraphicFramePr>
        <p:xfrm>
          <a:off x="1872933" y="6338253"/>
          <a:ext cx="504063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21" imgW="2171700" imgH="469900" progId="Equation.DSMT4">
                  <p:embed/>
                </p:oleObj>
              </mc:Choice>
              <mc:Fallback>
                <p:oleObj name="Equation" r:id="rId21" imgW="2171700" imgH="4699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872933" y="6338253"/>
                        <a:ext cx="5040630" cy="1063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等于号 34"/>
          <p:cNvSpPr/>
          <p:nvPr/>
        </p:nvSpPr>
        <p:spPr>
          <a:xfrm>
            <a:off x="6781800" y="6602730"/>
            <a:ext cx="2208530" cy="460375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36" name="Object 5"/>
          <p:cNvGraphicFramePr>
            <a:graphicFrameLocks noChangeAspect="1"/>
          </p:cNvGraphicFramePr>
          <p:nvPr/>
        </p:nvGraphicFramePr>
        <p:xfrm>
          <a:off x="7105015" y="6186806"/>
          <a:ext cx="1562735" cy="401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Equation" r:id="rId23" imgW="673100" imgH="177165" progId="Equation.DSMT4">
                  <p:embed/>
                </p:oleObj>
              </mc:Choice>
              <mc:Fallback>
                <p:oleObj name="Equation" r:id="rId23" imgW="673100" imgH="177165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105015" y="6186806"/>
                        <a:ext cx="1562735" cy="4013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5"/>
          <p:cNvGraphicFramePr>
            <a:graphicFrameLocks noChangeAspect="1"/>
          </p:cNvGraphicFramePr>
          <p:nvPr/>
        </p:nvGraphicFramePr>
        <p:xfrm>
          <a:off x="7105015" y="7062154"/>
          <a:ext cx="15335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24" imgW="660400" imgH="203200" progId="Equation.DSMT4">
                  <p:embed/>
                </p:oleObj>
              </mc:Choice>
              <mc:Fallback>
                <p:oleObj name="Equation" r:id="rId24" imgW="660400" imgH="2032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105015" y="7062154"/>
                        <a:ext cx="1533525" cy="460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5"/>
          <p:cNvGraphicFramePr>
            <a:graphicFrameLocks noChangeAspect="1"/>
          </p:cNvGraphicFramePr>
          <p:nvPr/>
        </p:nvGraphicFramePr>
        <p:xfrm>
          <a:off x="8857934" y="6376988"/>
          <a:ext cx="2447290" cy="948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25" imgW="1054100" imgH="419100" progId="Equation.DSMT4">
                  <p:embed/>
                </p:oleObj>
              </mc:Choice>
              <mc:Fallback>
                <p:oleObj name="Equation" r:id="rId25" imgW="1054100" imgH="4191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857934" y="6376988"/>
                        <a:ext cx="2447290" cy="9480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5"/>
          <p:cNvGraphicFramePr>
            <a:graphicFrameLocks noChangeAspect="1"/>
          </p:cNvGraphicFramePr>
          <p:nvPr/>
        </p:nvGraphicFramePr>
        <p:xfrm>
          <a:off x="11414761" y="6602096"/>
          <a:ext cx="2534285" cy="632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27" imgW="1091565" imgH="279400" progId="Equation.DSMT4">
                  <p:embed/>
                </p:oleObj>
              </mc:Choice>
              <mc:Fallback>
                <p:oleObj name="Equation" r:id="rId27" imgW="1091565" imgH="2794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1414761" y="6602096"/>
                        <a:ext cx="2534285" cy="6324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5"/>
          <p:cNvGraphicFramePr>
            <a:graphicFrameLocks noChangeAspect="1"/>
          </p:cNvGraphicFramePr>
          <p:nvPr/>
        </p:nvGraphicFramePr>
        <p:xfrm>
          <a:off x="14112240" y="6588125"/>
          <a:ext cx="560705" cy="393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29" imgW="241300" imgH="177165" progId="Equation.DSMT4">
                  <p:embed/>
                </p:oleObj>
              </mc:Choice>
              <mc:Fallback>
                <p:oleObj name="Equation" r:id="rId29" imgW="241300" imgH="177165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4112240" y="6588125"/>
                        <a:ext cx="560705" cy="3930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5"/>
          <p:cNvGraphicFramePr>
            <a:graphicFrameLocks noChangeAspect="1"/>
          </p:cNvGraphicFramePr>
          <p:nvPr/>
        </p:nvGraphicFramePr>
        <p:xfrm>
          <a:off x="3068003" y="7658735"/>
          <a:ext cx="2092960" cy="947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30" imgW="901700" imgH="419100" progId="Equation.DSMT4">
                  <p:embed/>
                </p:oleObj>
              </mc:Choice>
              <mc:Fallback>
                <p:oleObj name="Equation" r:id="rId30" imgW="901700" imgH="4191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3068003" y="7658735"/>
                        <a:ext cx="2092960" cy="9474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文本框 47"/>
          <p:cNvSpPr txBox="1"/>
          <p:nvPr/>
        </p:nvSpPr>
        <p:spPr>
          <a:xfrm>
            <a:off x="1873250" y="7830185"/>
            <a:ext cx="1379220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所以</a:t>
            </a:r>
            <a:endParaRPr lang="zh-CN" altLang="en-US" sz="3200" dirty="0" smtClean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  <p:bldP spid="4" grpId="0"/>
      <p:bldP spid="7" grpId="0"/>
      <p:bldP spid="12" grpId="0"/>
      <p:bldP spid="15" grpId="0"/>
      <p:bldP spid="18" grpId="0" animBg="1"/>
      <p:bldP spid="35" grpId="0" animBg="1"/>
      <p:bldP spid="4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6116438" y="286681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二、复变函数的极限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9" name="文本框 2"/>
          <p:cNvSpPr txBox="1"/>
          <p:nvPr/>
        </p:nvSpPr>
        <p:spPr>
          <a:xfrm>
            <a:off x="1772530" y="1473836"/>
            <a:ext cx="4365625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例</a:t>
            </a:r>
            <a:r>
              <a:rPr lang="en-US" altLang="zh-CN" sz="3200" b="1" dirty="0" smtClean="0">
                <a:latin typeface="+mn-ea"/>
              </a:rPr>
              <a:t>7.</a:t>
            </a:r>
            <a:r>
              <a:rPr lang="zh-CN" altLang="en-US" sz="3200" dirty="0" smtClean="0">
                <a:latin typeface="+mn-ea"/>
              </a:rPr>
              <a:t>证明          不存在。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5301" name="Object 5"/>
          <p:cNvGraphicFramePr>
            <a:graphicFrameLocks noChangeAspect="1"/>
          </p:cNvGraphicFramePr>
          <p:nvPr/>
        </p:nvGraphicFramePr>
        <p:xfrm>
          <a:off x="3347720" y="1264285"/>
          <a:ext cx="101155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" name="Equation" r:id="rId1" imgW="9144000" imgH="9448800" progId="Equation.DSMT4">
                  <p:embed/>
                </p:oleObj>
              </mc:Choice>
              <mc:Fallback>
                <p:oleObj name="Equation" r:id="rId1" imgW="9144000" imgH="9448800" progId="Equation.DSMT4">
                  <p:embed/>
                  <p:pic>
                    <p:nvPicPr>
                      <p:cNvPr id="0" name="图片 1228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47720" y="1264285"/>
                        <a:ext cx="1011555" cy="1022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761490" y="2551430"/>
            <a:ext cx="1403350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证明</a:t>
            </a:r>
            <a:r>
              <a:rPr lang="zh-CN" altLang="en-US" sz="3200" dirty="0" smtClean="0">
                <a:latin typeface="+mn-ea"/>
              </a:rPr>
              <a:t>：</a:t>
            </a:r>
            <a:endParaRPr lang="zh-CN" altLang="en-US" sz="3200" dirty="0" smtClean="0"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14650" y="2551430"/>
            <a:ext cx="83502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令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503930" y="2648268"/>
          <a:ext cx="1472565" cy="431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3" imgW="634365" imgH="190500" progId="Equation.DSMT4">
                  <p:embed/>
                </p:oleObj>
              </mc:Choice>
              <mc:Fallback>
                <p:oleObj name="Equation" r:id="rId3" imgW="634365" imgH="1905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03930" y="2648268"/>
                        <a:ext cx="1472565" cy="4311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5018405" y="2569845"/>
            <a:ext cx="83502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则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5651500" y="2286635"/>
          <a:ext cx="7508240" cy="1090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5" imgW="2984500" imgH="444500" progId="Equation.DSMT4">
                  <p:embed/>
                </p:oleObj>
              </mc:Choice>
              <mc:Fallback>
                <p:oleObj name="Equation" r:id="rId5" imgW="2984500" imgH="4445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51500" y="2286635"/>
                        <a:ext cx="7508240" cy="10902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2045335" y="3671570"/>
            <a:ext cx="83502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令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/>
        </p:nvGraphicFramePr>
        <p:xfrm>
          <a:off x="2753043" y="3470275"/>
          <a:ext cx="5335270" cy="1005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7" imgW="2298700" imgH="444500" progId="Equation.DSMT4">
                  <p:embed/>
                </p:oleObj>
              </mc:Choice>
              <mc:Fallback>
                <p:oleObj name="Equation" r:id="rId7" imgW="2298700" imgH="4445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53043" y="3470275"/>
                        <a:ext cx="5335270" cy="10058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2045335" y="4820285"/>
            <a:ext cx="83502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且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16" name="Object 5"/>
          <p:cNvGraphicFramePr>
            <a:graphicFrameLocks noChangeAspect="1"/>
          </p:cNvGraphicFramePr>
          <p:nvPr/>
        </p:nvGraphicFramePr>
        <p:xfrm>
          <a:off x="2562860" y="4728845"/>
          <a:ext cx="4351020" cy="1005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9" imgW="2057400" imgH="444500" progId="Equation.DSMT4">
                  <p:embed/>
                </p:oleObj>
              </mc:Choice>
              <mc:Fallback>
                <p:oleObj name="Equation" r:id="rId9" imgW="2057400" imgH="4445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62860" y="4728845"/>
                        <a:ext cx="4351020" cy="10058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等于号 17"/>
          <p:cNvSpPr/>
          <p:nvPr/>
        </p:nvSpPr>
        <p:spPr>
          <a:xfrm>
            <a:off x="6782435" y="4992370"/>
            <a:ext cx="2075815" cy="432435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19" name="Object 5"/>
          <p:cNvGraphicFramePr>
            <a:graphicFrameLocks noChangeAspect="1"/>
          </p:cNvGraphicFramePr>
          <p:nvPr/>
        </p:nvGraphicFramePr>
        <p:xfrm>
          <a:off x="7203440" y="4548506"/>
          <a:ext cx="1562735" cy="401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11" imgW="673100" imgH="177165" progId="Equation.DSMT4">
                  <p:embed/>
                </p:oleObj>
              </mc:Choice>
              <mc:Fallback>
                <p:oleObj name="Equation" r:id="rId11" imgW="673100" imgH="177165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203440" y="4548506"/>
                        <a:ext cx="1562735" cy="4013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5"/>
          <p:cNvGraphicFramePr>
            <a:graphicFrameLocks noChangeAspect="1"/>
          </p:cNvGraphicFramePr>
          <p:nvPr/>
        </p:nvGraphicFramePr>
        <p:xfrm>
          <a:off x="7203440" y="5423854"/>
          <a:ext cx="15335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13" imgW="660400" imgH="203200" progId="Equation.DSMT4">
                  <p:embed/>
                </p:oleObj>
              </mc:Choice>
              <mc:Fallback>
                <p:oleObj name="Equation" r:id="rId13" imgW="660400" imgH="2032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03440" y="5423854"/>
                        <a:ext cx="1533525" cy="460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5"/>
          <p:cNvGraphicFramePr>
            <a:graphicFrameLocks noChangeAspect="1"/>
          </p:cNvGraphicFramePr>
          <p:nvPr/>
        </p:nvGraphicFramePr>
        <p:xfrm>
          <a:off x="8857934" y="4734243"/>
          <a:ext cx="3213100" cy="948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15" imgW="1384300" imgH="419100" progId="Equation.DSMT4">
                  <p:embed/>
                </p:oleObj>
              </mc:Choice>
              <mc:Fallback>
                <p:oleObj name="Equation" r:id="rId15" imgW="1384300" imgH="4191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857934" y="4734243"/>
                        <a:ext cx="3213100" cy="9480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5"/>
          <p:cNvGraphicFramePr>
            <a:graphicFrameLocks noChangeAspect="1"/>
          </p:cNvGraphicFramePr>
          <p:nvPr/>
        </p:nvGraphicFramePr>
        <p:xfrm>
          <a:off x="8358506" y="5884228"/>
          <a:ext cx="3096895" cy="661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17" imgW="1333500" imgH="292100" progId="Equation.DSMT4">
                  <p:embed/>
                </p:oleObj>
              </mc:Choice>
              <mc:Fallback>
                <p:oleObj name="Equation" r:id="rId17" imgW="1333500" imgH="2921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358506" y="5884228"/>
                        <a:ext cx="3096895" cy="6610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文本框 48"/>
          <p:cNvSpPr txBox="1"/>
          <p:nvPr/>
        </p:nvSpPr>
        <p:spPr>
          <a:xfrm>
            <a:off x="2196465" y="6852285"/>
            <a:ext cx="589216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极限值会随   变化而变化，</a:t>
            </a:r>
            <a:endParaRPr lang="zh-CN" altLang="en-US" sz="3200" dirty="0" smtClean="0">
              <a:latin typeface="+mn-ea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7032625" y="6784340"/>
            <a:ext cx="7336790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所以                      不存在。</a:t>
            </a:r>
            <a:r>
              <a:rPr lang="zh-CN" altLang="en-US" sz="3200" dirty="0" smtClean="0">
                <a:latin typeface="+mn-ea"/>
              </a:rPr>
              <a:t>    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57" name="Object 5"/>
          <p:cNvGraphicFramePr>
            <a:graphicFrameLocks noChangeAspect="1"/>
          </p:cNvGraphicFramePr>
          <p:nvPr/>
        </p:nvGraphicFramePr>
        <p:xfrm>
          <a:off x="11455084" y="5884228"/>
          <a:ext cx="235966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" name="Equation" r:id="rId19" imgW="1016000" imgH="203200" progId="Equation.DSMT4">
                  <p:embed/>
                </p:oleObj>
              </mc:Choice>
              <mc:Fallback>
                <p:oleObj name="Equation" r:id="rId19" imgW="1016000" imgH="2032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1455084" y="5884228"/>
                        <a:ext cx="2359660" cy="460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5"/>
          <p:cNvGraphicFramePr>
            <a:graphicFrameLocks noChangeAspect="1"/>
          </p:cNvGraphicFramePr>
          <p:nvPr/>
        </p:nvGraphicFramePr>
        <p:xfrm>
          <a:off x="4358959" y="6953251"/>
          <a:ext cx="295910" cy="402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" name="Equation" r:id="rId21" imgW="127000" imgH="177165" progId="Equation.DSMT4">
                  <p:embed/>
                </p:oleObj>
              </mc:Choice>
              <mc:Fallback>
                <p:oleObj name="Equation" r:id="rId21" imgW="127000" imgH="177165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358959" y="6953251"/>
                        <a:ext cx="295910" cy="4025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2252345" y="7745095"/>
            <a:ext cx="474408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故</a:t>
            </a:r>
            <a:r>
              <a:rPr lang="zh-CN" altLang="en-US" sz="3200" dirty="0" smtClean="0">
                <a:latin typeface="+mn-ea"/>
              </a:rPr>
              <a:t>           不存在。</a:t>
            </a:r>
            <a:r>
              <a:rPr lang="zh-CN" altLang="en-US" sz="3200" dirty="0" smtClean="0">
                <a:latin typeface="+mn-ea"/>
              </a:rPr>
              <a:t>    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20" name="Object 5"/>
          <p:cNvGraphicFramePr>
            <a:graphicFrameLocks noChangeAspect="1"/>
          </p:cNvGraphicFramePr>
          <p:nvPr/>
        </p:nvGraphicFramePr>
        <p:xfrm>
          <a:off x="2829560" y="7535545"/>
          <a:ext cx="101155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23" imgW="9144000" imgH="9448800" progId="Equation.DSMT4">
                  <p:embed/>
                </p:oleObj>
              </mc:Choice>
              <mc:Fallback>
                <p:oleObj name="Equation" r:id="rId23" imgW="9144000" imgH="9448800" progId="Equation.DSMT4">
                  <p:embed/>
                  <p:pic>
                    <p:nvPicPr>
                      <p:cNvPr id="0" name="图片 1228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29560" y="7535545"/>
                        <a:ext cx="1011555" cy="1022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5"/>
          <p:cNvGraphicFramePr>
            <a:graphicFrameLocks noChangeAspect="1"/>
          </p:cNvGraphicFramePr>
          <p:nvPr/>
        </p:nvGraphicFramePr>
        <p:xfrm>
          <a:off x="8088630" y="6755448"/>
          <a:ext cx="2015490" cy="661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24" imgW="952500" imgH="292100" progId="Equation.DSMT4">
                  <p:embed/>
                </p:oleObj>
              </mc:Choice>
              <mc:Fallback>
                <p:oleObj name="Equation" r:id="rId24" imgW="952500" imgH="2921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8088630" y="6755448"/>
                        <a:ext cx="2015490" cy="6610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/>
      <p:bldP spid="4" grpId="0"/>
      <p:bldP spid="7" grpId="0"/>
      <p:bldP spid="12" grpId="0"/>
      <p:bldP spid="15" grpId="0"/>
      <p:bldP spid="18" grpId="0" bldLvl="0" animBg="1"/>
      <p:bldP spid="49" grpId="0"/>
      <p:bldP spid="50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6116438" y="286681"/>
            <a:ext cx="4728058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二、复变函数的极限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20" name="Object 5"/>
          <p:cNvGraphicFramePr>
            <a:graphicFrameLocks noChangeAspect="1"/>
          </p:cNvGraphicFramePr>
          <p:nvPr/>
        </p:nvGraphicFramePr>
        <p:xfrm>
          <a:off x="3775710" y="3423285"/>
          <a:ext cx="232600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1" imgW="21336000" imgH="9448800" progId="Equation.DSMT4">
                  <p:embed/>
                </p:oleObj>
              </mc:Choice>
              <mc:Fallback>
                <p:oleObj name="Equation" r:id="rId1" imgW="21336000" imgH="94488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75710" y="3423285"/>
                        <a:ext cx="2326005" cy="10064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"/>
          <p:cNvSpPr txBox="1"/>
          <p:nvPr/>
        </p:nvSpPr>
        <p:spPr>
          <a:xfrm>
            <a:off x="3800773" y="2492497"/>
            <a:ext cx="3277235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练习  求下列极限</a:t>
            </a:r>
            <a:endParaRPr lang="zh-CN" altLang="en-US" sz="3200" b="1" dirty="0" smtClean="0">
              <a:latin typeface="+mn-ea"/>
            </a:endParaRPr>
          </a:p>
        </p:txBody>
      </p:sp>
      <p:graphicFrame>
        <p:nvGraphicFramePr>
          <p:cNvPr id="24" name="Object 5"/>
          <p:cNvGraphicFramePr>
            <a:graphicFrameLocks noChangeAspect="1"/>
          </p:cNvGraphicFramePr>
          <p:nvPr/>
        </p:nvGraphicFramePr>
        <p:xfrm>
          <a:off x="6859905" y="3423285"/>
          <a:ext cx="3009265" cy="1023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Equation" r:id="rId3" imgW="27127200" imgH="9448800" progId="Equation.DSMT4">
                  <p:embed/>
                </p:oleObj>
              </mc:Choice>
              <mc:Fallback>
                <p:oleObj name="Equation" r:id="rId3" imgW="27127200" imgH="9448800" progId="Equation.DSMT4">
                  <p:embed/>
                  <p:pic>
                    <p:nvPicPr>
                      <p:cNvPr id="0" name="图片 1229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59905" y="3423285"/>
                        <a:ext cx="3009265" cy="10236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834255" y="1617345"/>
            <a:ext cx="5503545" cy="637540"/>
          </a:xfrm>
        </p:spPr>
        <p:txBody>
          <a:bodyPr/>
          <a:p>
            <a:r>
              <a:rPr lang="zh-CN" altLang="en-US" sz="4800"/>
              <a:t>复变函数的连续性</a:t>
            </a:r>
            <a:endParaRPr lang="zh-CN" altLang="en-US" sz="4800"/>
          </a:p>
        </p:txBody>
      </p:sp>
      <p:sp>
        <p:nvSpPr>
          <p:cNvPr id="5" name="副标题 2"/>
          <p:cNvSpPr>
            <a:spLocks noGrp="1"/>
          </p:cNvSpPr>
          <p:nvPr/>
        </p:nvSpPr>
        <p:spPr>
          <a:xfrm>
            <a:off x="5079365" y="3168015"/>
            <a:ext cx="2338070" cy="637540"/>
          </a:xfrm>
        </p:spPr>
        <p:txBody>
          <a:bodyPr tIns="0"/>
          <a:lstStyle>
            <a:lvl1pPr marL="33655" indent="0" algn="l" rtl="0" eaLnBrk="1" latinLnBrk="0" hangingPunct="1">
              <a:lnSpc>
                <a:spcPct val="100000"/>
              </a:lnSpc>
              <a:spcBef>
                <a:spcPts val="735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  <a:defRPr kumimoji="0" sz="32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61340" indent="0" algn="ctr" rtl="0" eaLnBrk="1" latinLnBrk="0" hangingPunct="1">
              <a:lnSpc>
                <a:spcPct val="100000"/>
              </a:lnSpc>
              <a:spcBef>
                <a:spcPts val="675"/>
              </a:spcBef>
              <a:buClr>
                <a:schemeClr val="accent1"/>
              </a:buClr>
              <a:buFont typeface="Verdana" panose="020B0604030504040204"/>
              <a:buNone/>
              <a:defRPr kumimoji="0"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31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None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65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63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97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31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28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2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800"/>
              <a:t>1.</a:t>
            </a:r>
            <a:r>
              <a:rPr lang="zh-CN" altLang="en-US" sz="4800"/>
              <a:t>定义</a:t>
            </a:r>
            <a:endParaRPr lang="zh-CN" altLang="en-US" sz="4800"/>
          </a:p>
        </p:txBody>
      </p:sp>
      <p:sp>
        <p:nvSpPr>
          <p:cNvPr id="6" name="副标题 2"/>
          <p:cNvSpPr>
            <a:spLocks noGrp="1"/>
          </p:cNvSpPr>
          <p:nvPr/>
        </p:nvSpPr>
        <p:spPr>
          <a:xfrm>
            <a:off x="5079365" y="4166235"/>
            <a:ext cx="4420235" cy="637540"/>
          </a:xfrm>
        </p:spPr>
        <p:txBody>
          <a:bodyPr tIns="0"/>
          <a:lstStyle>
            <a:lvl1pPr marL="33655" indent="0" algn="l" rtl="0" eaLnBrk="1" latinLnBrk="0" hangingPunct="1">
              <a:lnSpc>
                <a:spcPct val="100000"/>
              </a:lnSpc>
              <a:spcBef>
                <a:spcPts val="735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  <a:defRPr kumimoji="0" sz="32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61340" indent="0" algn="ctr" rtl="0" eaLnBrk="1" latinLnBrk="0" hangingPunct="1">
              <a:lnSpc>
                <a:spcPct val="100000"/>
              </a:lnSpc>
              <a:spcBef>
                <a:spcPts val="675"/>
              </a:spcBef>
              <a:buClr>
                <a:schemeClr val="accent1"/>
              </a:buClr>
              <a:buFont typeface="Verdana" panose="020B0604030504040204"/>
              <a:buNone/>
              <a:defRPr kumimoji="0"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31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None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65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63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97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31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28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2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800"/>
              <a:t>2.</a:t>
            </a:r>
            <a:r>
              <a:rPr lang="zh-CN" altLang="en-US" sz="4800"/>
              <a:t>充要条件</a:t>
            </a:r>
            <a:endParaRPr lang="zh-CN" altLang="en-US" sz="4800"/>
          </a:p>
        </p:txBody>
      </p:sp>
      <p:sp>
        <p:nvSpPr>
          <p:cNvPr id="7" name="副标题 2"/>
          <p:cNvSpPr>
            <a:spLocks noGrp="1"/>
          </p:cNvSpPr>
          <p:nvPr/>
        </p:nvSpPr>
        <p:spPr>
          <a:xfrm>
            <a:off x="5079365" y="5313045"/>
            <a:ext cx="5418455" cy="637540"/>
          </a:xfrm>
        </p:spPr>
        <p:txBody>
          <a:bodyPr tIns="0"/>
          <a:lstStyle>
            <a:lvl1pPr marL="33655" indent="0" algn="l" rtl="0" eaLnBrk="1" latinLnBrk="0" hangingPunct="1">
              <a:lnSpc>
                <a:spcPct val="100000"/>
              </a:lnSpc>
              <a:spcBef>
                <a:spcPts val="735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  <a:defRPr kumimoji="0" sz="32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61340" indent="0" algn="ctr" rtl="0" eaLnBrk="1" latinLnBrk="0" hangingPunct="1">
              <a:lnSpc>
                <a:spcPct val="100000"/>
              </a:lnSpc>
              <a:spcBef>
                <a:spcPts val="675"/>
              </a:spcBef>
              <a:buClr>
                <a:schemeClr val="accent1"/>
              </a:buClr>
              <a:buFont typeface="Verdana" panose="020B0604030504040204"/>
              <a:buNone/>
              <a:defRPr kumimoji="0"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31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None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65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63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97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31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28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2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800"/>
              <a:t>3.</a:t>
            </a:r>
            <a:r>
              <a:rPr lang="zh-CN" altLang="en-US" sz="4800"/>
              <a:t>连续函数的运算</a:t>
            </a:r>
            <a:endParaRPr lang="zh-CN" altLang="en-US" sz="4800"/>
          </a:p>
        </p:txBody>
      </p:sp>
      <p:sp>
        <p:nvSpPr>
          <p:cNvPr id="8" name="副标题 2"/>
          <p:cNvSpPr>
            <a:spLocks noGrp="1"/>
          </p:cNvSpPr>
          <p:nvPr/>
        </p:nvSpPr>
        <p:spPr>
          <a:xfrm>
            <a:off x="5079365" y="6459855"/>
            <a:ext cx="7925435" cy="637540"/>
          </a:xfrm>
        </p:spPr>
        <p:txBody>
          <a:bodyPr tIns="0"/>
          <a:lstStyle>
            <a:lvl1pPr marL="33655" indent="0" algn="l" rtl="0" eaLnBrk="1" latinLnBrk="0" hangingPunct="1">
              <a:lnSpc>
                <a:spcPct val="100000"/>
              </a:lnSpc>
              <a:spcBef>
                <a:spcPts val="735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  <a:defRPr kumimoji="0" sz="32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61340" indent="0" algn="ctr" rtl="0" eaLnBrk="1" latinLnBrk="0" hangingPunct="1">
              <a:lnSpc>
                <a:spcPct val="100000"/>
              </a:lnSpc>
              <a:spcBef>
                <a:spcPts val="675"/>
              </a:spcBef>
              <a:buClr>
                <a:schemeClr val="accent1"/>
              </a:buClr>
              <a:buFont typeface="Verdana" panose="020B0604030504040204"/>
              <a:buNone/>
              <a:defRPr kumimoji="0"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31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 panose="05020102010507070707"/>
              <a:buNone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65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63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97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31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28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25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 panose="05020102010507070707"/>
              <a:buNone/>
              <a:defRPr kumimoji="0"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800"/>
              <a:t>4.</a:t>
            </a:r>
            <a:r>
              <a:rPr lang="zh-CN" altLang="en-US" sz="4800"/>
              <a:t>闭区域上连续函数的性质</a:t>
            </a:r>
            <a:endParaRPr lang="zh-CN" altLang="en-US" sz="4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5194418" y="284776"/>
            <a:ext cx="5228195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三、复变函数的连续性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23434" y="1227673"/>
            <a:ext cx="3014786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1</a:t>
            </a:r>
            <a:r>
              <a:rPr lang="zh-CN" altLang="en-US" sz="3200" dirty="0" smtClean="0">
                <a:latin typeface="+mn-ea"/>
              </a:rPr>
              <a:t>、定义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4" name="Object 14"/>
          <p:cNvGraphicFramePr>
            <a:graphicFrameLocks noChangeAspect="1"/>
          </p:cNvGraphicFramePr>
          <p:nvPr/>
        </p:nvGraphicFramePr>
        <p:xfrm>
          <a:off x="1837690" y="1820545"/>
          <a:ext cx="1332230" cy="588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5" name="Equation" r:id="rId1" imgW="14020800" imgH="4876800" progId="Equation.DSMT4">
                  <p:embed/>
                </p:oleObj>
              </mc:Choice>
              <mc:Fallback>
                <p:oleObj name="Equation" r:id="rId1" imgW="14020800" imgH="4876800" progId="Equation.DSMT4">
                  <p:embed/>
                  <p:pic>
                    <p:nvPicPr>
                      <p:cNvPr id="0" name="图片 1638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37690" y="1820545"/>
                        <a:ext cx="1332230" cy="5880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2"/>
          <p:cNvGraphicFramePr>
            <a:graphicFrameLocks noChangeAspect="1"/>
          </p:cNvGraphicFramePr>
          <p:nvPr/>
        </p:nvGraphicFramePr>
        <p:xfrm>
          <a:off x="7021652" y="1812388"/>
          <a:ext cx="2983927" cy="754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3" imgW="25603200" imgH="7010400" progId="Equation.DSMT4">
                  <p:embed/>
                </p:oleObj>
              </mc:Choice>
              <mc:Fallback>
                <p:oleObj name="Equation" r:id="rId3" imgW="25603200" imgH="7010400" progId="Equation.DSMT4">
                  <p:embed/>
                  <p:pic>
                    <p:nvPicPr>
                      <p:cNvPr id="0" name="图片 1638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21652" y="1812388"/>
                        <a:ext cx="2983927" cy="75486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2"/>
          <p:cNvSpPr txBox="1"/>
          <p:nvPr/>
        </p:nvSpPr>
        <p:spPr>
          <a:xfrm>
            <a:off x="3069122" y="1800664"/>
            <a:ext cx="3014786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在点    连续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7347" name="Object 3"/>
          <p:cNvGraphicFramePr>
            <a:graphicFrameLocks noChangeAspect="1"/>
          </p:cNvGraphicFramePr>
          <p:nvPr/>
        </p:nvGraphicFramePr>
        <p:xfrm>
          <a:off x="3963482" y="1706276"/>
          <a:ext cx="415091" cy="733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Equation" r:id="rId5" imgW="3962400" imgH="5486400" progId="Equation.DSMT4">
                  <p:embed/>
                </p:oleObj>
              </mc:Choice>
              <mc:Fallback>
                <p:oleObj name="Equation" r:id="rId5" imgW="3962400" imgH="5486400" progId="Equation.DSMT4">
                  <p:embed/>
                  <p:pic>
                    <p:nvPicPr>
                      <p:cNvPr id="0" name="图片 1638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63482" y="1706276"/>
                        <a:ext cx="415091" cy="7334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4"/>
          <p:cNvGraphicFramePr>
            <a:graphicFrameLocks noChangeAspect="1"/>
          </p:cNvGraphicFramePr>
          <p:nvPr/>
        </p:nvGraphicFramePr>
        <p:xfrm>
          <a:off x="1769745" y="6568440"/>
          <a:ext cx="1255395" cy="554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Equation" r:id="rId7" imgW="14020800" imgH="4876800" progId="Equation.DSMT4">
                  <p:embed/>
                </p:oleObj>
              </mc:Choice>
              <mc:Fallback>
                <p:oleObj name="Equation" r:id="rId7" imgW="14020800" imgH="4876800" progId="Equation.DSMT4">
                  <p:embed/>
                  <p:pic>
                    <p:nvPicPr>
                      <p:cNvPr id="0" name="图片 1638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69745" y="6568440"/>
                        <a:ext cx="1255395" cy="5543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左右箭头 9"/>
          <p:cNvSpPr/>
          <p:nvPr/>
        </p:nvSpPr>
        <p:spPr>
          <a:xfrm>
            <a:off x="6315026" y="6739605"/>
            <a:ext cx="1396306" cy="23702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 sz="3200"/>
          </a:p>
        </p:txBody>
      </p:sp>
      <p:sp>
        <p:nvSpPr>
          <p:cNvPr id="12" name="文本框 2"/>
          <p:cNvSpPr txBox="1"/>
          <p:nvPr/>
        </p:nvSpPr>
        <p:spPr>
          <a:xfrm>
            <a:off x="3112135" y="6528435"/>
            <a:ext cx="320357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在集合    内连续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13" name="Object 3"/>
          <p:cNvGraphicFramePr>
            <a:graphicFrameLocks noChangeAspect="1"/>
          </p:cNvGraphicFramePr>
          <p:nvPr/>
        </p:nvGraphicFramePr>
        <p:xfrm>
          <a:off x="4452704" y="6548506"/>
          <a:ext cx="344465" cy="476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Equation" r:id="rId9" imgW="3657600" imgH="3962400" progId="Equation.DSMT4">
                  <p:embed/>
                </p:oleObj>
              </mc:Choice>
              <mc:Fallback>
                <p:oleObj name="Equation" r:id="rId9" imgW="3657600" imgH="3962400" progId="Equation.DSMT4">
                  <p:embed/>
                  <p:pic>
                    <p:nvPicPr>
                      <p:cNvPr id="0" name="图片 1638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52704" y="6548506"/>
                        <a:ext cx="344465" cy="47640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7886340" y="6602573"/>
          <a:ext cx="1452639" cy="641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Equation" r:id="rId11" imgW="14020800" imgH="4876800" progId="Equation.DSMT4">
                  <p:embed/>
                </p:oleObj>
              </mc:Choice>
              <mc:Fallback>
                <p:oleObj name="Equation" r:id="rId11" imgW="14020800" imgH="4876800" progId="Equation.DSMT4">
                  <p:embed/>
                  <p:pic>
                    <p:nvPicPr>
                      <p:cNvPr id="0" name="图片 1638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886340" y="6602573"/>
                        <a:ext cx="1452639" cy="64145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2"/>
          <p:cNvSpPr txBox="1"/>
          <p:nvPr/>
        </p:nvSpPr>
        <p:spPr>
          <a:xfrm>
            <a:off x="9168732" y="6614073"/>
            <a:ext cx="3655842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在    内处处连续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16" name="Object 3"/>
          <p:cNvGraphicFramePr>
            <a:graphicFrameLocks noChangeAspect="1"/>
          </p:cNvGraphicFramePr>
          <p:nvPr/>
        </p:nvGraphicFramePr>
        <p:xfrm>
          <a:off x="9751727" y="6673763"/>
          <a:ext cx="325204" cy="44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name="Equation" r:id="rId12" imgW="3657600" imgH="3962400" progId="Equation.DSMT4">
                  <p:embed/>
                </p:oleObj>
              </mc:Choice>
              <mc:Fallback>
                <p:oleObj name="Equation" r:id="rId12" imgW="3657600" imgH="3962400" progId="Equation.DSMT4">
                  <p:embed/>
                  <p:pic>
                    <p:nvPicPr>
                      <p:cNvPr id="0" name="图片 16390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751727" y="6673763"/>
                        <a:ext cx="325204" cy="4497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2"/>
          <p:cNvSpPr txBox="1"/>
          <p:nvPr/>
        </p:nvSpPr>
        <p:spPr>
          <a:xfrm>
            <a:off x="1624520" y="7402616"/>
            <a:ext cx="1233895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例</a:t>
            </a:r>
            <a:r>
              <a:rPr lang="en-US" altLang="zh-CN" sz="3200" dirty="0" smtClean="0">
                <a:latin typeface="+mn-ea"/>
              </a:rPr>
              <a:t>.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18" name="Object 5"/>
          <p:cNvGraphicFramePr>
            <a:graphicFrameLocks noChangeAspect="1"/>
          </p:cNvGraphicFramePr>
          <p:nvPr/>
        </p:nvGraphicFramePr>
        <p:xfrm>
          <a:off x="2588758" y="7468970"/>
          <a:ext cx="1803262" cy="575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Equation" r:id="rId14" imgW="14935200" imgH="4876800" progId="Equation.DSMT4">
                  <p:embed/>
                </p:oleObj>
              </mc:Choice>
              <mc:Fallback>
                <p:oleObj name="Equation" r:id="rId14" imgW="14935200" imgH="4876800" progId="Equation.DSMT4">
                  <p:embed/>
                  <p:pic>
                    <p:nvPicPr>
                      <p:cNvPr id="0" name="图片 16391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588758" y="7468970"/>
                        <a:ext cx="1803262" cy="57584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6" name="Object 12"/>
          <p:cNvGraphicFramePr>
            <a:graphicFrameLocks noChangeAspect="1"/>
          </p:cNvGraphicFramePr>
          <p:nvPr/>
        </p:nvGraphicFramePr>
        <p:xfrm>
          <a:off x="5040721" y="7391780"/>
          <a:ext cx="1765527" cy="648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3" name="Equation" r:id="rId16" imgW="14630400" imgH="5486400" progId="Equation.DSMT4">
                  <p:embed/>
                </p:oleObj>
              </mc:Choice>
              <mc:Fallback>
                <p:oleObj name="Equation" r:id="rId16" imgW="14630400" imgH="5486400" progId="Equation.DSMT4">
                  <p:embed/>
                  <p:pic>
                    <p:nvPicPr>
                      <p:cNvPr id="0" name="图片 16392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040721" y="7391780"/>
                        <a:ext cx="1765527" cy="64869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文本框 2"/>
          <p:cNvSpPr txBox="1"/>
          <p:nvPr/>
        </p:nvSpPr>
        <p:spPr>
          <a:xfrm>
            <a:off x="2590165" y="4556125"/>
            <a:ext cx="337502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                 存在； 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7359" name="Object 15"/>
          <p:cNvGraphicFramePr>
            <a:graphicFrameLocks noChangeAspect="1"/>
          </p:cNvGraphicFramePr>
          <p:nvPr/>
        </p:nvGraphicFramePr>
        <p:xfrm>
          <a:off x="2884170" y="4505325"/>
          <a:ext cx="1634490" cy="773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name="Equation" r:id="rId18" imgW="13716000" imgH="7010400" progId="Equation.DSMT4">
                  <p:embed/>
                </p:oleObj>
              </mc:Choice>
              <mc:Fallback>
                <p:oleObj name="Equation" r:id="rId18" imgW="13716000" imgH="7010400" progId="Equation.DSMT4">
                  <p:embed/>
                  <p:pic>
                    <p:nvPicPr>
                      <p:cNvPr id="0" name="图片 17410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884170" y="4505325"/>
                        <a:ext cx="1634490" cy="7734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0" name="Object 16"/>
          <p:cNvGraphicFramePr>
            <a:graphicFrameLocks noChangeAspect="1"/>
          </p:cNvGraphicFramePr>
          <p:nvPr/>
        </p:nvGraphicFramePr>
        <p:xfrm>
          <a:off x="2717165" y="3089275"/>
          <a:ext cx="1402715" cy="619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Equation" r:id="rId20" imgW="14020800" imgH="4876800" progId="Equation.DSMT4">
                  <p:embed/>
                </p:oleObj>
              </mc:Choice>
              <mc:Fallback>
                <p:oleObj name="Equation" r:id="rId20" imgW="14020800" imgH="4876800" progId="Equation.DSMT4">
                  <p:embed/>
                  <p:pic>
                    <p:nvPicPr>
                      <p:cNvPr id="0" name="图片 17411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717165" y="3089275"/>
                        <a:ext cx="1402715" cy="619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"/>
          <p:cNvSpPr txBox="1"/>
          <p:nvPr/>
        </p:nvSpPr>
        <p:spPr>
          <a:xfrm>
            <a:off x="4138295" y="3063240"/>
            <a:ext cx="2567940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在点      连续</a:t>
            </a:r>
            <a:r>
              <a:rPr lang="en-US" altLang="zh-CN" sz="3200" dirty="0" smtClean="0">
                <a:latin typeface="+mn-ea"/>
              </a:rPr>
              <a:t>,</a:t>
            </a:r>
            <a:endParaRPr lang="en-US" altLang="zh-CN" sz="3200" dirty="0" smtClean="0">
              <a:latin typeface="+mn-ea"/>
            </a:endParaRPr>
          </a:p>
        </p:txBody>
      </p:sp>
      <p:graphicFrame>
        <p:nvGraphicFramePr>
          <p:cNvPr id="26" name="Object 3"/>
          <p:cNvGraphicFramePr>
            <a:graphicFrameLocks noChangeAspect="1"/>
          </p:cNvGraphicFramePr>
          <p:nvPr/>
        </p:nvGraphicFramePr>
        <p:xfrm>
          <a:off x="5137445" y="2940923"/>
          <a:ext cx="417835" cy="738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" name="Equation" r:id="rId22" imgW="3962400" imgH="5486400" progId="Equation.DSMT4">
                  <p:embed/>
                </p:oleObj>
              </mc:Choice>
              <mc:Fallback>
                <p:oleObj name="Equation" r:id="rId22" imgW="3962400" imgH="5486400" progId="Equation.DSMT4">
                  <p:embed/>
                  <p:pic>
                    <p:nvPicPr>
                      <p:cNvPr id="0" name="图片 17412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137445" y="2940923"/>
                        <a:ext cx="417835" cy="73826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"/>
          <p:cNvSpPr txBox="1"/>
          <p:nvPr/>
        </p:nvSpPr>
        <p:spPr>
          <a:xfrm>
            <a:off x="1878017" y="3791164"/>
            <a:ext cx="1156740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（</a:t>
            </a:r>
            <a:r>
              <a:rPr lang="en-US" altLang="zh-CN" sz="3200" dirty="0" smtClean="0">
                <a:latin typeface="+mn-ea"/>
              </a:rPr>
              <a:t>1</a:t>
            </a:r>
            <a:r>
              <a:rPr lang="zh-CN" altLang="en-US" sz="3200" dirty="0" smtClean="0">
                <a:latin typeface="+mn-ea"/>
              </a:rPr>
              <a:t>）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9" name="文本框 2"/>
          <p:cNvSpPr txBox="1"/>
          <p:nvPr/>
        </p:nvSpPr>
        <p:spPr>
          <a:xfrm>
            <a:off x="4364596" y="3792946"/>
            <a:ext cx="3118360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在点       有</a:t>
            </a:r>
            <a:r>
              <a:rPr lang="zh-CN" altLang="en-US" sz="3200" dirty="0" smtClean="0">
                <a:latin typeface="+mn-ea"/>
              </a:rPr>
              <a:t>定义；</a:t>
            </a:r>
            <a:endParaRPr lang="zh-CN" altLang="en-US" sz="3200" dirty="0">
              <a:latin typeface="+mn-ea"/>
            </a:endParaRPr>
          </a:p>
        </p:txBody>
      </p:sp>
      <p:sp>
        <p:nvSpPr>
          <p:cNvPr id="31" name="文本框 2"/>
          <p:cNvSpPr txBox="1"/>
          <p:nvPr/>
        </p:nvSpPr>
        <p:spPr>
          <a:xfrm>
            <a:off x="1913439" y="4505507"/>
            <a:ext cx="1156740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（</a:t>
            </a:r>
            <a:r>
              <a:rPr lang="en-US" altLang="zh-CN" sz="3200" dirty="0" smtClean="0">
                <a:latin typeface="+mn-ea"/>
              </a:rPr>
              <a:t>2</a:t>
            </a:r>
            <a:r>
              <a:rPr lang="zh-CN" altLang="en-US" sz="3200" dirty="0" smtClean="0">
                <a:latin typeface="+mn-ea"/>
              </a:rPr>
              <a:t>）</a:t>
            </a:r>
            <a:endParaRPr lang="zh-CN" altLang="en-US" sz="3200" dirty="0">
              <a:latin typeface="+mn-ea"/>
            </a:endParaRPr>
          </a:p>
        </p:txBody>
      </p:sp>
      <p:sp>
        <p:nvSpPr>
          <p:cNvPr id="36" name="文本框 2"/>
          <p:cNvSpPr txBox="1"/>
          <p:nvPr/>
        </p:nvSpPr>
        <p:spPr>
          <a:xfrm>
            <a:off x="1911483" y="5369390"/>
            <a:ext cx="1156740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（</a:t>
            </a:r>
            <a:r>
              <a:rPr lang="en-US" altLang="zh-CN" sz="3200" dirty="0" smtClean="0">
                <a:latin typeface="+mn-ea"/>
              </a:rPr>
              <a:t>3</a:t>
            </a:r>
            <a:r>
              <a:rPr lang="zh-CN" altLang="en-US" sz="3200" dirty="0" smtClean="0">
                <a:latin typeface="+mn-ea"/>
              </a:rPr>
              <a:t>）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7369" name="Object 25"/>
          <p:cNvGraphicFramePr>
            <a:graphicFrameLocks noChangeAspect="1"/>
          </p:cNvGraphicFramePr>
          <p:nvPr/>
        </p:nvGraphicFramePr>
        <p:xfrm>
          <a:off x="2901950" y="5287645"/>
          <a:ext cx="2842895" cy="770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5" name="Equation" r:id="rId24" imgW="1104900" imgH="292100" progId="Equation.DSMT4">
                  <p:embed/>
                </p:oleObj>
              </mc:Choice>
              <mc:Fallback>
                <p:oleObj name="Equation" r:id="rId24" imgW="1104900" imgH="292100" progId="Equation.DSMT4">
                  <p:embed/>
                  <p:pic>
                    <p:nvPicPr>
                      <p:cNvPr id="0" name="图片 17414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901950" y="5287645"/>
                        <a:ext cx="2842895" cy="7702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七角星 44"/>
          <p:cNvSpPr/>
          <p:nvPr/>
        </p:nvSpPr>
        <p:spPr>
          <a:xfrm>
            <a:off x="1364099" y="2688877"/>
            <a:ext cx="1226128" cy="1163782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600" dirty="0" smtClean="0">
                <a:solidFill>
                  <a:schemeClr val="tx1"/>
                </a:solidFill>
              </a:rPr>
              <a:t>注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graphicFrame>
        <p:nvGraphicFramePr>
          <p:cNvPr id="72730" name="Object 26"/>
          <p:cNvGraphicFramePr>
            <a:graphicFrameLocks noChangeAspect="1"/>
          </p:cNvGraphicFramePr>
          <p:nvPr/>
        </p:nvGraphicFramePr>
        <p:xfrm>
          <a:off x="2884170" y="3796665"/>
          <a:ext cx="1403350" cy="621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Equation" r:id="rId26" imgW="14020800" imgH="4876800" progId="Equation.DSMT4">
                  <p:embed/>
                </p:oleObj>
              </mc:Choice>
              <mc:Fallback>
                <p:oleObj name="Equation" r:id="rId26" imgW="14020800" imgH="4876800" progId="Equation.DSMT4">
                  <p:embed/>
                  <p:pic>
                    <p:nvPicPr>
                      <p:cNvPr id="0" name="图片 17415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884170" y="3796665"/>
                        <a:ext cx="1403350" cy="6210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34" name="Object 30"/>
          <p:cNvGraphicFramePr>
            <a:graphicFrameLocks noChangeAspect="1"/>
          </p:cNvGraphicFramePr>
          <p:nvPr/>
        </p:nvGraphicFramePr>
        <p:xfrm>
          <a:off x="5430034" y="3718878"/>
          <a:ext cx="417512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Equation" r:id="rId28" imgW="3962400" imgH="5486400" progId="Equation.DSMT4">
                  <p:embed/>
                </p:oleObj>
              </mc:Choice>
              <mc:Fallback>
                <p:oleObj name="Equation" r:id="rId28" imgW="3962400" imgH="5486400" progId="Equation.DSMT4">
                  <p:embed/>
                  <p:pic>
                    <p:nvPicPr>
                      <p:cNvPr id="0" name="图片 17419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430034" y="3718878"/>
                        <a:ext cx="417512" cy="7381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2"/>
          <p:cNvSpPr txBox="1"/>
          <p:nvPr/>
        </p:nvSpPr>
        <p:spPr>
          <a:xfrm>
            <a:off x="6706235" y="3007995"/>
            <a:ext cx="6137910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当且仅当以下三条同时成立</a:t>
            </a:r>
            <a:endParaRPr lang="zh-CN" altLang="en-US" sz="3200" dirty="0" smtClean="0">
              <a:latin typeface="+mn-ea"/>
            </a:endParaRPr>
          </a:p>
        </p:txBody>
      </p:sp>
      <p:sp>
        <p:nvSpPr>
          <p:cNvPr id="11" name="左右箭头 10"/>
          <p:cNvSpPr/>
          <p:nvPr/>
        </p:nvSpPr>
        <p:spPr>
          <a:xfrm>
            <a:off x="5332046" y="1996155"/>
            <a:ext cx="1396306" cy="23702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p>
            <a:pPr algn="ctr"/>
            <a:endParaRPr lang="zh-CN" altLang="en-US" sz="3200"/>
          </a:p>
        </p:txBody>
      </p:sp>
      <p:sp>
        <p:nvSpPr>
          <p:cNvPr id="19" name="文本框 2"/>
          <p:cNvSpPr txBox="1"/>
          <p:nvPr/>
        </p:nvSpPr>
        <p:spPr>
          <a:xfrm>
            <a:off x="6929755" y="7468870"/>
            <a:ext cx="442023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>
                <a:latin typeface="+mn-ea"/>
              </a:rPr>
              <a:t>在复平面内任意点连续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0" name="文本框 2"/>
          <p:cNvSpPr txBox="1"/>
          <p:nvPr/>
        </p:nvSpPr>
        <p:spPr>
          <a:xfrm>
            <a:off x="7021830" y="8072755"/>
            <a:ext cx="340042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>
                <a:latin typeface="+mn-ea"/>
              </a:rPr>
              <a:t>在复平面内连续</a:t>
            </a:r>
            <a:endParaRPr lang="zh-CN" altLang="en-US" sz="32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7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72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72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57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57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57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 bldLvl="0" animBg="1"/>
      <p:bldP spid="12" grpId="0"/>
      <p:bldP spid="15" grpId="0"/>
      <p:bldP spid="33" grpId="0"/>
      <p:bldP spid="25" grpId="0"/>
      <p:bldP spid="27" grpId="0"/>
      <p:bldP spid="29" grpId="0"/>
      <p:bldP spid="31" grpId="0"/>
      <p:bldP spid="45" grpId="1" bldLvl="0" animBg="1"/>
      <p:bldP spid="45" grpId="2" bldLvl="0" animBg="1"/>
      <p:bldP spid="11" grpId="0" animBg="1"/>
      <p:bldP spid="7" grpId="0"/>
      <p:bldP spid="8" grpId="0"/>
      <p:bldP spid="36" grpId="0"/>
      <p:bldP spid="17" grpId="0"/>
      <p:bldP spid="19" grpId="0"/>
      <p:bldP spid="2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5357613" y="242231"/>
            <a:ext cx="5228195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三、复变函数的连续性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23434" y="1227673"/>
            <a:ext cx="3014786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1</a:t>
            </a:r>
            <a:r>
              <a:rPr lang="zh-CN" altLang="en-US" sz="3200" dirty="0" smtClean="0">
                <a:latin typeface="+mn-ea"/>
              </a:rPr>
              <a:t>、定义</a:t>
            </a:r>
            <a:endParaRPr lang="zh-CN" altLang="en-US" sz="3200" dirty="0">
              <a:latin typeface="+mn-ea"/>
            </a:endParaRPr>
          </a:p>
        </p:txBody>
      </p:sp>
      <p:sp>
        <p:nvSpPr>
          <p:cNvPr id="33" name="文本框 2"/>
          <p:cNvSpPr txBox="1"/>
          <p:nvPr/>
        </p:nvSpPr>
        <p:spPr>
          <a:xfrm>
            <a:off x="4852775" y="3802034"/>
            <a:ext cx="7509467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在点      有定义，但是                 不存在； </a:t>
            </a:r>
            <a:endParaRPr lang="zh-CN" altLang="en-US" sz="3200" dirty="0">
              <a:latin typeface="+mn-ea"/>
            </a:endParaRPr>
          </a:p>
        </p:txBody>
      </p:sp>
      <p:sp>
        <p:nvSpPr>
          <p:cNvPr id="42" name="文本框 2"/>
          <p:cNvSpPr txBox="1"/>
          <p:nvPr/>
        </p:nvSpPr>
        <p:spPr>
          <a:xfrm>
            <a:off x="2315814" y="5535990"/>
            <a:ext cx="5619901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则称                在点    不连续。</a:t>
            </a:r>
            <a:endParaRPr lang="zh-CN" altLang="en-US" sz="3200" dirty="0">
              <a:latin typeface="+mn-ea"/>
            </a:endParaRPr>
          </a:p>
        </p:txBody>
      </p:sp>
      <p:sp>
        <p:nvSpPr>
          <p:cNvPr id="38" name="文本框 2"/>
          <p:cNvSpPr txBox="1"/>
          <p:nvPr/>
        </p:nvSpPr>
        <p:spPr>
          <a:xfrm>
            <a:off x="4590068" y="4611500"/>
            <a:ext cx="10577139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在点      有定义，               存在，但是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7359" name="Object 15"/>
          <p:cNvGraphicFramePr>
            <a:graphicFrameLocks noChangeAspect="1"/>
          </p:cNvGraphicFramePr>
          <p:nvPr/>
        </p:nvGraphicFramePr>
        <p:xfrm>
          <a:off x="8820785" y="3822065"/>
          <a:ext cx="1634490" cy="773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name="Equation" r:id="rId1" imgW="13716000" imgH="7010400" progId="Equation.DSMT4">
                  <p:embed/>
                </p:oleObj>
              </mc:Choice>
              <mc:Fallback>
                <p:oleObj name="Equation" r:id="rId1" imgW="13716000" imgH="7010400" progId="Equation.DSMT4">
                  <p:embed/>
                  <p:pic>
                    <p:nvPicPr>
                      <p:cNvPr id="0" name="图片 1741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820785" y="3822065"/>
                        <a:ext cx="1634490" cy="7734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"/>
          <p:cNvSpPr txBox="1"/>
          <p:nvPr/>
        </p:nvSpPr>
        <p:spPr>
          <a:xfrm>
            <a:off x="2614053" y="2424765"/>
            <a:ext cx="1156740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若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7360" name="Object 16"/>
          <p:cNvGraphicFramePr>
            <a:graphicFrameLocks noChangeAspect="1"/>
          </p:cNvGraphicFramePr>
          <p:nvPr/>
        </p:nvGraphicFramePr>
        <p:xfrm>
          <a:off x="3427095" y="2440940"/>
          <a:ext cx="1402715" cy="619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Equation" r:id="rId3" imgW="14020800" imgH="4876800" progId="Equation.DSMT4">
                  <p:embed/>
                </p:oleObj>
              </mc:Choice>
              <mc:Fallback>
                <p:oleObj name="Equation" r:id="rId3" imgW="14020800" imgH="4876800" progId="Equation.DSMT4">
                  <p:embed/>
                  <p:pic>
                    <p:nvPicPr>
                      <p:cNvPr id="0" name="图片 1741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27095" y="2440940"/>
                        <a:ext cx="1402715" cy="619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"/>
          <p:cNvSpPr txBox="1"/>
          <p:nvPr/>
        </p:nvSpPr>
        <p:spPr>
          <a:xfrm>
            <a:off x="4848239" y="2415084"/>
            <a:ext cx="5762091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在点      属于下列三种情况之一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26" name="Object 3"/>
          <p:cNvGraphicFramePr>
            <a:graphicFrameLocks noChangeAspect="1"/>
          </p:cNvGraphicFramePr>
          <p:nvPr/>
        </p:nvGraphicFramePr>
        <p:xfrm>
          <a:off x="5847375" y="2362438"/>
          <a:ext cx="417835" cy="738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" name="Equation" r:id="rId5" imgW="3962400" imgH="5486400" progId="Equation.DSMT4">
                  <p:embed/>
                </p:oleObj>
              </mc:Choice>
              <mc:Fallback>
                <p:oleObj name="Equation" r:id="rId5" imgW="3962400" imgH="5486400" progId="Equation.DSMT4">
                  <p:embed/>
                  <p:pic>
                    <p:nvPicPr>
                      <p:cNvPr id="0" name="图片 1741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47375" y="2362438"/>
                        <a:ext cx="417835" cy="73826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"/>
          <p:cNvSpPr txBox="1"/>
          <p:nvPr/>
        </p:nvSpPr>
        <p:spPr>
          <a:xfrm>
            <a:off x="1980252" y="3142829"/>
            <a:ext cx="1156740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（</a:t>
            </a:r>
            <a:r>
              <a:rPr lang="en-US" altLang="zh-CN" sz="3200" dirty="0" smtClean="0">
                <a:latin typeface="+mn-ea"/>
              </a:rPr>
              <a:t>1</a:t>
            </a:r>
            <a:r>
              <a:rPr lang="zh-CN" altLang="en-US" sz="3200" dirty="0" smtClean="0">
                <a:latin typeface="+mn-ea"/>
              </a:rPr>
              <a:t>）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9" name="文本框 2"/>
          <p:cNvSpPr txBox="1"/>
          <p:nvPr/>
        </p:nvSpPr>
        <p:spPr>
          <a:xfrm>
            <a:off x="4817351" y="3107781"/>
            <a:ext cx="3118360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在点       无定义；</a:t>
            </a:r>
            <a:endParaRPr lang="zh-CN" altLang="en-US" sz="3200" dirty="0">
              <a:latin typeface="+mn-ea"/>
            </a:endParaRPr>
          </a:p>
        </p:txBody>
      </p:sp>
      <p:sp>
        <p:nvSpPr>
          <p:cNvPr id="31" name="文本框 2"/>
          <p:cNvSpPr txBox="1"/>
          <p:nvPr/>
        </p:nvSpPr>
        <p:spPr>
          <a:xfrm>
            <a:off x="2015674" y="3940992"/>
            <a:ext cx="1156740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（</a:t>
            </a:r>
            <a:r>
              <a:rPr lang="en-US" altLang="zh-CN" sz="3200" dirty="0" smtClean="0">
                <a:latin typeface="+mn-ea"/>
              </a:rPr>
              <a:t>2</a:t>
            </a:r>
            <a:r>
              <a:rPr lang="zh-CN" altLang="en-US" sz="3200" dirty="0" smtClean="0">
                <a:latin typeface="+mn-ea"/>
              </a:rPr>
              <a:t>）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35" name="Object 15"/>
          <p:cNvGraphicFramePr>
            <a:graphicFrameLocks noChangeAspect="1"/>
          </p:cNvGraphicFramePr>
          <p:nvPr/>
        </p:nvGraphicFramePr>
        <p:xfrm>
          <a:off x="7497445" y="4625340"/>
          <a:ext cx="1634490" cy="773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4" name="Equation" r:id="rId7" imgW="13716000" imgH="7010400" progId="Equation.DSMT4">
                  <p:embed/>
                </p:oleObj>
              </mc:Choice>
              <mc:Fallback>
                <p:oleObj name="Equation" r:id="rId7" imgW="13716000" imgH="7010400" progId="Equation.DSMT4">
                  <p:embed/>
                  <p:pic>
                    <p:nvPicPr>
                      <p:cNvPr id="0" name="图片 1741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497445" y="4625340"/>
                        <a:ext cx="1634490" cy="7734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文本框 2"/>
          <p:cNvSpPr txBox="1"/>
          <p:nvPr/>
        </p:nvSpPr>
        <p:spPr>
          <a:xfrm>
            <a:off x="2013718" y="4679145"/>
            <a:ext cx="1156740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（</a:t>
            </a:r>
            <a:r>
              <a:rPr lang="en-US" altLang="zh-CN" sz="3200" dirty="0" smtClean="0">
                <a:latin typeface="+mn-ea"/>
              </a:rPr>
              <a:t>3</a:t>
            </a:r>
            <a:r>
              <a:rPr lang="zh-CN" altLang="en-US" sz="3200" dirty="0" smtClean="0">
                <a:latin typeface="+mn-ea"/>
              </a:rPr>
              <a:t>）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7369" name="Object 25"/>
          <p:cNvGraphicFramePr>
            <a:graphicFrameLocks noChangeAspect="1"/>
          </p:cNvGraphicFramePr>
          <p:nvPr/>
        </p:nvGraphicFramePr>
        <p:xfrm>
          <a:off x="11388090" y="4589145"/>
          <a:ext cx="2923540" cy="791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5" name="Equation" r:id="rId9" imgW="26517600" imgH="7010400" progId="Equation.DSMT4">
                  <p:embed/>
                </p:oleObj>
              </mc:Choice>
              <mc:Fallback>
                <p:oleObj name="Equation" r:id="rId9" imgW="26517600" imgH="7010400" progId="Equation.DSMT4">
                  <p:embed/>
                  <p:pic>
                    <p:nvPicPr>
                      <p:cNvPr id="0" name="图片 1741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388090" y="4589145"/>
                        <a:ext cx="2923540" cy="7912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七角星 44"/>
          <p:cNvSpPr/>
          <p:nvPr/>
        </p:nvSpPr>
        <p:spPr>
          <a:xfrm>
            <a:off x="1466334" y="2040542"/>
            <a:ext cx="1226128" cy="1163782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600" dirty="0" smtClean="0">
                <a:solidFill>
                  <a:schemeClr val="tx1"/>
                </a:solidFill>
              </a:rPr>
              <a:t>注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graphicFrame>
        <p:nvGraphicFramePr>
          <p:cNvPr id="72730" name="Object 26"/>
          <p:cNvGraphicFramePr>
            <a:graphicFrameLocks noChangeAspect="1"/>
          </p:cNvGraphicFramePr>
          <p:nvPr/>
        </p:nvGraphicFramePr>
        <p:xfrm>
          <a:off x="3336925" y="3111500"/>
          <a:ext cx="1403350" cy="621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Equation" r:id="rId11" imgW="14020800" imgH="4876800" progId="Equation.DSMT4">
                  <p:embed/>
                </p:oleObj>
              </mc:Choice>
              <mc:Fallback>
                <p:oleObj name="Equation" r:id="rId11" imgW="14020800" imgH="4876800" progId="Equation.DSMT4">
                  <p:embed/>
                  <p:pic>
                    <p:nvPicPr>
                      <p:cNvPr id="0" name="图片 1741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36925" y="3111500"/>
                        <a:ext cx="1403350" cy="6210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31" name="Object 27"/>
          <p:cNvGraphicFramePr>
            <a:graphicFrameLocks noChangeAspect="1"/>
          </p:cNvGraphicFramePr>
          <p:nvPr/>
        </p:nvGraphicFramePr>
        <p:xfrm>
          <a:off x="3365500" y="3866515"/>
          <a:ext cx="1403350" cy="621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7" name="Equation" r:id="rId13" imgW="14020800" imgH="4876800" progId="Equation.DSMT4">
                  <p:embed/>
                </p:oleObj>
              </mc:Choice>
              <mc:Fallback>
                <p:oleObj name="Equation" r:id="rId13" imgW="14020800" imgH="4876800" progId="Equation.DSMT4">
                  <p:embed/>
                  <p:pic>
                    <p:nvPicPr>
                      <p:cNvPr id="0" name="图片 1741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65500" y="3866515"/>
                        <a:ext cx="1403350" cy="6210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32" name="Object 28"/>
          <p:cNvGraphicFramePr>
            <a:graphicFrameLocks noChangeAspect="1"/>
          </p:cNvGraphicFramePr>
          <p:nvPr/>
        </p:nvGraphicFramePr>
        <p:xfrm>
          <a:off x="3186430" y="4642485"/>
          <a:ext cx="1403350" cy="621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name="Equation" r:id="rId14" imgW="14020800" imgH="4876800" progId="Equation.DSMT4">
                  <p:embed/>
                </p:oleObj>
              </mc:Choice>
              <mc:Fallback>
                <p:oleObj name="Equation" r:id="rId14" imgW="14020800" imgH="4876800" progId="Equation.DSMT4">
                  <p:embed/>
                  <p:pic>
                    <p:nvPicPr>
                      <p:cNvPr id="0" name="图片 1741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86430" y="4642485"/>
                        <a:ext cx="1403350" cy="6210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33" name="Object 29"/>
          <p:cNvGraphicFramePr>
            <a:graphicFrameLocks noChangeAspect="1"/>
          </p:cNvGraphicFramePr>
          <p:nvPr/>
        </p:nvGraphicFramePr>
        <p:xfrm>
          <a:off x="3298190" y="5502275"/>
          <a:ext cx="1402715" cy="621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9" name="Equation" r:id="rId15" imgW="14020800" imgH="4876800" progId="Equation.DSMT4">
                  <p:embed/>
                </p:oleObj>
              </mc:Choice>
              <mc:Fallback>
                <p:oleObj name="Equation" r:id="rId15" imgW="14020800" imgH="4876800" progId="Equation.DSMT4">
                  <p:embed/>
                  <p:pic>
                    <p:nvPicPr>
                      <p:cNvPr id="0" name="图片 1741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98190" y="5502275"/>
                        <a:ext cx="1402715" cy="6210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34" name="Object 30"/>
          <p:cNvGraphicFramePr>
            <a:graphicFrameLocks noChangeAspect="1"/>
          </p:cNvGraphicFramePr>
          <p:nvPr/>
        </p:nvGraphicFramePr>
        <p:xfrm>
          <a:off x="5882789" y="3033713"/>
          <a:ext cx="417512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Equation" r:id="rId16" imgW="3962400" imgH="5486400" progId="Equation.DSMT4">
                  <p:embed/>
                </p:oleObj>
              </mc:Choice>
              <mc:Fallback>
                <p:oleObj name="Equation" r:id="rId16" imgW="3962400" imgH="5486400" progId="Equation.DSMT4">
                  <p:embed/>
                  <p:pic>
                    <p:nvPicPr>
                      <p:cNvPr id="0" name="图片 17419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882789" y="3033713"/>
                        <a:ext cx="417512" cy="7381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35" name="Object 31"/>
          <p:cNvGraphicFramePr>
            <a:graphicFrameLocks noChangeAspect="1"/>
          </p:cNvGraphicFramePr>
          <p:nvPr/>
        </p:nvGraphicFramePr>
        <p:xfrm>
          <a:off x="5870233" y="3746991"/>
          <a:ext cx="417513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1" name="Equation" r:id="rId18" imgW="3962400" imgH="5486400" progId="Equation.DSMT4">
                  <p:embed/>
                </p:oleObj>
              </mc:Choice>
              <mc:Fallback>
                <p:oleObj name="Equation" r:id="rId18" imgW="3962400" imgH="5486400" progId="Equation.DSMT4">
                  <p:embed/>
                  <p:pic>
                    <p:nvPicPr>
                      <p:cNvPr id="0" name="图片 17420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870233" y="3746991"/>
                        <a:ext cx="417513" cy="7381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36" name="Object 32"/>
          <p:cNvGraphicFramePr>
            <a:graphicFrameLocks noChangeAspect="1"/>
          </p:cNvGraphicFramePr>
          <p:nvPr/>
        </p:nvGraphicFramePr>
        <p:xfrm>
          <a:off x="5649712" y="4544060"/>
          <a:ext cx="417513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2" name="Equation" r:id="rId19" imgW="3962400" imgH="5486400" progId="Equation.DSMT4">
                  <p:embed/>
                </p:oleObj>
              </mc:Choice>
              <mc:Fallback>
                <p:oleObj name="Equation" r:id="rId19" imgW="3962400" imgH="5486400" progId="Equation.DSMT4">
                  <p:embed/>
                  <p:pic>
                    <p:nvPicPr>
                      <p:cNvPr id="0" name="图片 17421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649712" y="4544060"/>
                        <a:ext cx="417513" cy="7381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7" name="Object 13"/>
          <p:cNvGraphicFramePr>
            <a:graphicFrameLocks noChangeAspect="1"/>
          </p:cNvGraphicFramePr>
          <p:nvPr/>
        </p:nvGraphicFramePr>
        <p:xfrm>
          <a:off x="5823751" y="6571357"/>
          <a:ext cx="2997267" cy="1436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9" name="Equation" r:id="rId20" imgW="32918400" imgH="15240000" progId="Equation.DSMT4">
                  <p:embed/>
                </p:oleObj>
              </mc:Choice>
              <mc:Fallback>
                <p:oleObj name="Equation" r:id="rId20" imgW="32918400" imgH="15240000" progId="Equation.DSMT4">
                  <p:embed/>
                  <p:pic>
                    <p:nvPicPr>
                      <p:cNvPr id="0" name="图片 17408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823751" y="6571357"/>
                        <a:ext cx="2997267" cy="143616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8" name="Object 14"/>
          <p:cNvGraphicFramePr>
            <a:graphicFrameLocks noChangeAspect="1"/>
          </p:cNvGraphicFramePr>
          <p:nvPr/>
        </p:nvGraphicFramePr>
        <p:xfrm>
          <a:off x="2552065" y="6751320"/>
          <a:ext cx="2312670" cy="1077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Equation" r:id="rId22" imgW="19812000" imgH="9448800" progId="Equation.DSMT4">
                  <p:embed/>
                </p:oleObj>
              </mc:Choice>
              <mc:Fallback>
                <p:oleObj name="Equation" r:id="rId22" imgW="19812000" imgH="9448800" progId="Equation.DSMT4">
                  <p:embed/>
                  <p:pic>
                    <p:nvPicPr>
                      <p:cNvPr id="0" name="图片 17409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552065" y="6751320"/>
                        <a:ext cx="2312670" cy="10775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文本框 2"/>
          <p:cNvSpPr txBox="1"/>
          <p:nvPr/>
        </p:nvSpPr>
        <p:spPr>
          <a:xfrm>
            <a:off x="2153802" y="6240381"/>
            <a:ext cx="1156740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例，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72738" name="Object 34"/>
          <p:cNvGraphicFramePr>
            <a:graphicFrameLocks noChangeAspect="1"/>
          </p:cNvGraphicFramePr>
          <p:nvPr/>
        </p:nvGraphicFramePr>
        <p:xfrm>
          <a:off x="10361586" y="6500207"/>
          <a:ext cx="3380797" cy="1573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4" name="Equation" r:id="rId24" imgW="40538400" imgH="15240000" progId="Equation.DSMT4">
                  <p:embed/>
                </p:oleObj>
              </mc:Choice>
              <mc:Fallback>
                <p:oleObj name="Equation" r:id="rId24" imgW="40538400" imgH="15240000" progId="Equation.DSMT4">
                  <p:embed/>
                  <p:pic>
                    <p:nvPicPr>
                      <p:cNvPr id="0" name="图片 17423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0361586" y="6500207"/>
                        <a:ext cx="3380797" cy="157393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2"/>
          <p:cNvGraphicFramePr>
            <a:graphicFrameLocks noChangeAspect="1"/>
          </p:cNvGraphicFramePr>
          <p:nvPr/>
        </p:nvGraphicFramePr>
        <p:xfrm>
          <a:off x="5649712" y="5398770"/>
          <a:ext cx="417513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26" imgW="3962400" imgH="5486400" progId="Equation.DSMT4">
                  <p:embed/>
                </p:oleObj>
              </mc:Choice>
              <mc:Fallback>
                <p:oleObj name="Equation" r:id="rId26" imgW="3962400" imgH="5486400" progId="Equation.DSMT4">
                  <p:embed/>
                  <p:pic>
                    <p:nvPicPr>
                      <p:cNvPr id="0" name="图片 17421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649712" y="5398770"/>
                        <a:ext cx="417513" cy="7381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9"/>
          <p:cNvGraphicFramePr>
            <a:graphicFrameLocks noChangeAspect="1"/>
          </p:cNvGraphicFramePr>
          <p:nvPr/>
        </p:nvGraphicFramePr>
        <p:xfrm>
          <a:off x="3298190" y="8104505"/>
          <a:ext cx="799465" cy="523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27" imgW="342900" imgH="177165" progId="Equation.DSMT4">
                  <p:embed/>
                </p:oleObj>
              </mc:Choice>
              <mc:Fallback>
                <p:oleObj name="Equation" r:id="rId27" imgW="342900" imgH="177165" progId="Equation.DSMT4">
                  <p:embed/>
                  <p:pic>
                    <p:nvPicPr>
                      <p:cNvPr id="0" name="图片 17418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298190" y="8104505"/>
                        <a:ext cx="799465" cy="5232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9"/>
          <p:cNvGraphicFramePr>
            <a:graphicFrameLocks noChangeAspect="1"/>
          </p:cNvGraphicFramePr>
          <p:nvPr/>
        </p:nvGraphicFramePr>
        <p:xfrm>
          <a:off x="6922770" y="8242300"/>
          <a:ext cx="799465" cy="523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29" imgW="342900" imgH="177165" progId="Equation.DSMT4">
                  <p:embed/>
                </p:oleObj>
              </mc:Choice>
              <mc:Fallback>
                <p:oleObj name="Equation" r:id="rId29" imgW="342900" imgH="177165" progId="Equation.DSMT4">
                  <p:embed/>
                  <p:pic>
                    <p:nvPicPr>
                      <p:cNvPr id="0" name="图片 17418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922770" y="8242300"/>
                        <a:ext cx="799465" cy="5232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9"/>
          <p:cNvGraphicFramePr>
            <a:graphicFrameLocks noChangeAspect="1"/>
          </p:cNvGraphicFramePr>
          <p:nvPr/>
        </p:nvGraphicFramePr>
        <p:xfrm>
          <a:off x="11335385" y="8265160"/>
          <a:ext cx="799465" cy="523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30" imgW="342900" imgH="177165" progId="Equation.DSMT4">
                  <p:embed/>
                </p:oleObj>
              </mc:Choice>
              <mc:Fallback>
                <p:oleObj name="Equation" r:id="rId30" imgW="342900" imgH="177165" progId="Equation.DSMT4">
                  <p:embed/>
                  <p:pic>
                    <p:nvPicPr>
                      <p:cNvPr id="0" name="图片 17418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1335385" y="8265160"/>
                        <a:ext cx="799465" cy="5232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7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72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72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72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57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57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72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72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57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57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72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72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72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8" grpId="0"/>
      <p:bldP spid="23" grpId="0"/>
      <p:bldP spid="25" grpId="0"/>
      <p:bldP spid="27" grpId="0"/>
      <p:bldP spid="29" grpId="0"/>
      <p:bldP spid="31" grpId="0"/>
      <p:bldP spid="36" grpId="0"/>
      <p:bldP spid="45" grpId="1" bldLvl="0" animBg="1"/>
      <p:bldP spid="45" grpId="2" bldLvl="0" animBg="1"/>
      <p:bldP spid="44" grpId="0"/>
      <p:bldP spid="4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6116438" y="286681"/>
            <a:ext cx="5228195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三、复变函数的连续性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05642" y="1212188"/>
            <a:ext cx="4255948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2</a:t>
            </a:r>
            <a:r>
              <a:rPr lang="zh-CN" altLang="en-US" sz="3200" dirty="0" smtClean="0">
                <a:latin typeface="+mn-ea"/>
              </a:rPr>
              <a:t>、充要条件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4" name="Object 14"/>
          <p:cNvGraphicFramePr>
            <a:graphicFrameLocks noChangeAspect="1"/>
          </p:cNvGraphicFramePr>
          <p:nvPr/>
        </p:nvGraphicFramePr>
        <p:xfrm>
          <a:off x="4071620" y="1851660"/>
          <a:ext cx="3579495" cy="464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3" name="Equation" r:id="rId1" imgW="41452800" imgH="4876800" progId="Equation.DSMT4">
                  <p:embed/>
                </p:oleObj>
              </mc:Choice>
              <mc:Fallback>
                <p:oleObj name="Equation" r:id="rId1" imgW="41452800" imgH="4876800" progId="Equation.DSMT4">
                  <p:embed/>
                  <p:pic>
                    <p:nvPicPr>
                      <p:cNvPr id="0" name="图片 1843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71620" y="1851660"/>
                        <a:ext cx="3579495" cy="4648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左右箭头 4"/>
          <p:cNvSpPr/>
          <p:nvPr/>
        </p:nvSpPr>
        <p:spPr>
          <a:xfrm>
            <a:off x="3070225" y="2505710"/>
            <a:ext cx="975360" cy="21336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2316" tIns="56158" rIns="112316" bIns="56158" rtlCol="0" anchor="ctr"/>
          <a:lstStyle/>
          <a:p>
            <a:pPr algn="ctr"/>
            <a:endParaRPr lang="zh-CN" altLang="en-US" sz="3200"/>
          </a:p>
        </p:txBody>
      </p:sp>
      <p:sp>
        <p:nvSpPr>
          <p:cNvPr id="7" name="文本框 2"/>
          <p:cNvSpPr txBox="1"/>
          <p:nvPr/>
        </p:nvSpPr>
        <p:spPr>
          <a:xfrm>
            <a:off x="7731644" y="1779159"/>
            <a:ext cx="3912871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在点               连续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7347" name="Object 3"/>
          <p:cNvGraphicFramePr>
            <a:graphicFrameLocks noChangeAspect="1"/>
          </p:cNvGraphicFramePr>
          <p:nvPr/>
        </p:nvGraphicFramePr>
        <p:xfrm>
          <a:off x="8735060" y="1851660"/>
          <a:ext cx="1365885" cy="531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Equation" r:id="rId3" imgW="17983200" imgH="5486400" progId="Equation.DSMT4">
                  <p:embed/>
                </p:oleObj>
              </mc:Choice>
              <mc:Fallback>
                <p:oleObj name="Equation" r:id="rId3" imgW="17983200" imgH="54864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35060" y="1851660"/>
                        <a:ext cx="1365885" cy="5314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"/>
          <p:cNvSpPr txBox="1"/>
          <p:nvPr/>
        </p:nvSpPr>
        <p:spPr>
          <a:xfrm>
            <a:off x="2603034" y="1812091"/>
            <a:ext cx="1910306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定理</a:t>
            </a:r>
            <a:r>
              <a:rPr lang="en-US" altLang="zh-CN" sz="3200" dirty="0" smtClean="0">
                <a:latin typeface="+mn-ea"/>
              </a:rPr>
              <a:t>3.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62477" name="Object 13"/>
          <p:cNvGraphicFramePr>
            <a:graphicFrameLocks noChangeAspect="1"/>
          </p:cNvGraphicFramePr>
          <p:nvPr/>
        </p:nvGraphicFramePr>
        <p:xfrm>
          <a:off x="4271645" y="2415540"/>
          <a:ext cx="2263140" cy="464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Equation" r:id="rId5" imgW="21640800" imgH="4876800" progId="Equation.DSMT4">
                  <p:embed/>
                </p:oleObj>
              </mc:Choice>
              <mc:Fallback>
                <p:oleObj name="Equation" r:id="rId5" imgW="21640800" imgH="4876800" progId="Equation.DSMT4">
                  <p:embed/>
                  <p:pic>
                    <p:nvPicPr>
                      <p:cNvPr id="0" name="图片 1843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71645" y="2415540"/>
                        <a:ext cx="2263140" cy="4641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"/>
          <p:cNvSpPr txBox="1"/>
          <p:nvPr/>
        </p:nvSpPr>
        <p:spPr>
          <a:xfrm>
            <a:off x="6535016" y="2345784"/>
            <a:ext cx="3816523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在点            连续</a:t>
            </a:r>
            <a:r>
              <a:rPr lang="en-US" altLang="zh-CN" sz="3200" dirty="0" smtClean="0">
                <a:latin typeface="+mn-ea"/>
              </a:rPr>
              <a:t>.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24" name="Object 3"/>
          <p:cNvGraphicFramePr>
            <a:graphicFrameLocks noChangeAspect="1"/>
          </p:cNvGraphicFramePr>
          <p:nvPr/>
        </p:nvGraphicFramePr>
        <p:xfrm>
          <a:off x="7514590" y="2373630"/>
          <a:ext cx="1114425" cy="477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Equation" r:id="rId7" imgW="11582400" imgH="5486400" progId="Equation.DSMT4">
                  <p:embed/>
                </p:oleObj>
              </mc:Choice>
              <mc:Fallback>
                <p:oleObj name="Equation" r:id="rId7" imgW="11582400" imgH="54864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14590" y="2373630"/>
                        <a:ext cx="1114425" cy="477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"/>
          <p:cNvSpPr txBox="1"/>
          <p:nvPr/>
        </p:nvSpPr>
        <p:spPr>
          <a:xfrm>
            <a:off x="2721661" y="3440510"/>
            <a:ext cx="761492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例</a:t>
            </a:r>
            <a:r>
              <a:rPr lang="en-US" altLang="zh-CN" sz="3200" dirty="0" smtClean="0">
                <a:latin typeface="+mn-ea"/>
              </a:rPr>
              <a:t>8</a:t>
            </a:r>
            <a:r>
              <a:rPr lang="en-US" altLang="zh-CN" sz="3200" dirty="0" smtClean="0">
                <a:latin typeface="+mn-ea"/>
              </a:rPr>
              <a:t>.</a:t>
            </a:r>
            <a:r>
              <a:rPr lang="zh-CN" altLang="en-US" sz="3200" dirty="0" smtClean="0">
                <a:latin typeface="+mn-ea"/>
              </a:rPr>
              <a:t>证明                                  在原点连续。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28" name="Object 5"/>
          <p:cNvGraphicFramePr>
            <a:graphicFrameLocks noChangeAspect="1"/>
          </p:cNvGraphicFramePr>
          <p:nvPr/>
        </p:nvGraphicFramePr>
        <p:xfrm>
          <a:off x="4512945" y="2949575"/>
          <a:ext cx="3209925" cy="1653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Equation" r:id="rId9" imgW="36271200" imgH="17068800" progId="Equation.DSMT4">
                  <p:embed/>
                </p:oleObj>
              </mc:Choice>
              <mc:Fallback>
                <p:oleObj name="Equation" r:id="rId9" imgW="36271200" imgH="170688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12945" y="2949575"/>
                        <a:ext cx="3209925" cy="16535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2"/>
          <p:cNvSpPr txBox="1"/>
          <p:nvPr/>
        </p:nvSpPr>
        <p:spPr>
          <a:xfrm>
            <a:off x="2721610" y="4474845"/>
            <a:ext cx="179133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解：令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4085590" y="4797425"/>
          <a:ext cx="4543425" cy="1651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1" imgW="2133600" imgH="711200" progId="Equation.DSMT4">
                  <p:embed/>
                </p:oleObj>
              </mc:Choice>
              <mc:Fallback>
                <p:oleObj name="Equation" r:id="rId11" imgW="2133600" imgH="7112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85590" y="4797425"/>
                        <a:ext cx="4543425" cy="16516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/>
        </p:nvGraphicFramePr>
        <p:xfrm>
          <a:off x="8646478" y="5386388"/>
          <a:ext cx="1704340" cy="472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3" imgW="800100" imgH="203200" progId="Equation.DSMT4">
                  <p:embed/>
                </p:oleObj>
              </mc:Choice>
              <mc:Fallback>
                <p:oleObj name="Equation" r:id="rId13" imgW="800100" imgH="2032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646478" y="5386388"/>
                        <a:ext cx="1704340" cy="4724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2"/>
          <p:cNvSpPr txBox="1"/>
          <p:nvPr/>
        </p:nvSpPr>
        <p:spPr>
          <a:xfrm>
            <a:off x="2602865" y="7167245"/>
            <a:ext cx="179133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且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/>
        </p:nvGraphicFramePr>
        <p:xfrm>
          <a:off x="3326130" y="6952933"/>
          <a:ext cx="4652645" cy="1032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5" imgW="2184400" imgH="444500" progId="Equation.DSMT4">
                  <p:embed/>
                </p:oleObj>
              </mc:Choice>
              <mc:Fallback>
                <p:oleObj name="Equation" r:id="rId15" imgW="2184400" imgH="4445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326130" y="6952933"/>
                        <a:ext cx="4652645" cy="10325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"/>
          <p:cNvGraphicFramePr>
            <a:graphicFrameLocks noChangeAspect="1"/>
          </p:cNvGraphicFramePr>
          <p:nvPr/>
        </p:nvGraphicFramePr>
        <p:xfrm>
          <a:off x="7978775" y="7011353"/>
          <a:ext cx="2597785" cy="974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17" imgW="1219200" imgH="419100" progId="Equation.DSMT4">
                  <p:embed/>
                </p:oleObj>
              </mc:Choice>
              <mc:Fallback>
                <p:oleObj name="Equation" r:id="rId17" imgW="1219200" imgH="4191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978775" y="7011353"/>
                        <a:ext cx="2597785" cy="9740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5"/>
          <p:cNvGraphicFramePr>
            <a:graphicFrameLocks noChangeAspect="1"/>
          </p:cNvGraphicFramePr>
          <p:nvPr/>
        </p:nvGraphicFramePr>
        <p:xfrm>
          <a:off x="10576560" y="7359016"/>
          <a:ext cx="514985" cy="41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19" imgW="241300" imgH="177165" progId="Equation.DSMT4">
                  <p:embed/>
                </p:oleObj>
              </mc:Choice>
              <mc:Fallback>
                <p:oleObj name="Equation" r:id="rId19" imgW="241300" imgH="177165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0576560" y="7359016"/>
                        <a:ext cx="514985" cy="4121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5"/>
          <p:cNvGraphicFramePr>
            <a:graphicFrameLocks noChangeAspect="1"/>
          </p:cNvGraphicFramePr>
          <p:nvPr/>
        </p:nvGraphicFramePr>
        <p:xfrm>
          <a:off x="11179175" y="7328536"/>
          <a:ext cx="119316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21" imgW="558800" imgH="203200" progId="Equation.DSMT4">
                  <p:embed/>
                </p:oleObj>
              </mc:Choice>
              <mc:Fallback>
                <p:oleObj name="Equation" r:id="rId21" imgW="558800" imgH="2032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1179175" y="7328536"/>
                        <a:ext cx="1193165" cy="473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5"/>
          <p:cNvGraphicFramePr>
            <a:graphicFrameLocks noChangeAspect="1"/>
          </p:cNvGraphicFramePr>
          <p:nvPr/>
        </p:nvGraphicFramePr>
        <p:xfrm>
          <a:off x="3326131" y="6487478"/>
          <a:ext cx="389572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23" imgW="1828800" imgH="292100" progId="Equation.DSMT4">
                  <p:embed/>
                </p:oleObj>
              </mc:Choice>
              <mc:Fallback>
                <p:oleObj name="Equation" r:id="rId23" imgW="1828800" imgH="2921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326131" y="6487478"/>
                        <a:ext cx="3895725" cy="679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文本框 2"/>
          <p:cNvSpPr txBox="1"/>
          <p:nvPr/>
        </p:nvSpPr>
        <p:spPr>
          <a:xfrm>
            <a:off x="2505710" y="6473190"/>
            <a:ext cx="1390650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显然</a:t>
            </a:r>
            <a:endParaRPr lang="zh-CN" altLang="en-US" sz="3200" dirty="0" smtClean="0">
              <a:latin typeface="+mn-ea"/>
            </a:endParaRPr>
          </a:p>
        </p:txBody>
      </p:sp>
      <p:sp>
        <p:nvSpPr>
          <p:cNvPr id="31" name="文本框 2"/>
          <p:cNvSpPr txBox="1"/>
          <p:nvPr/>
        </p:nvSpPr>
        <p:spPr>
          <a:xfrm>
            <a:off x="2602865" y="8243570"/>
            <a:ext cx="548449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即                     在原点连续，</a:t>
            </a:r>
            <a:r>
              <a:rPr lang="zh-CN" altLang="en-US" sz="3200" dirty="0" smtClean="0">
                <a:latin typeface="+mn-ea"/>
              </a:rPr>
              <a:t>     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32" name="Object 5"/>
          <p:cNvGraphicFramePr>
            <a:graphicFrameLocks noChangeAspect="1"/>
          </p:cNvGraphicFramePr>
          <p:nvPr/>
        </p:nvGraphicFramePr>
        <p:xfrm>
          <a:off x="3325813" y="8308976"/>
          <a:ext cx="194818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25" imgW="914400" imgH="203200" progId="Equation.DSMT4">
                  <p:embed/>
                </p:oleObj>
              </mc:Choice>
              <mc:Fallback>
                <p:oleObj name="Equation" r:id="rId25" imgW="914400" imgH="2032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325813" y="8308976"/>
                        <a:ext cx="1948180" cy="473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2"/>
          <p:cNvSpPr txBox="1"/>
          <p:nvPr/>
        </p:nvSpPr>
        <p:spPr>
          <a:xfrm>
            <a:off x="7651166" y="8243650"/>
            <a:ext cx="4829175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p>
            <a:r>
              <a:rPr lang="zh-CN" altLang="en-US" sz="3200" dirty="0" smtClean="0">
                <a:latin typeface="+mn-ea"/>
              </a:rPr>
              <a:t>所以函数</a:t>
            </a:r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f(z</a:t>
            </a:r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dirty="0" smtClean="0">
                <a:latin typeface="+mn-ea"/>
              </a:rPr>
              <a:t>在原点连续。</a:t>
            </a:r>
            <a:endParaRPr lang="zh-CN" altLang="en-US" sz="32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2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bldLvl="0" animBg="1"/>
      <p:bldP spid="7" grpId="0"/>
      <p:bldP spid="21" grpId="0"/>
      <p:bldP spid="23" grpId="0"/>
      <p:bldP spid="27" grpId="0"/>
      <p:bldP spid="6" grpId="0"/>
      <p:bldP spid="12" grpId="0"/>
      <p:bldP spid="31" grpId="0"/>
      <p:bldP spid="34" grpId="0"/>
      <p:bldP spid="3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6116438" y="286681"/>
            <a:ext cx="5228195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三、复变函数的连续性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6" name="文本框 2"/>
          <p:cNvSpPr txBox="1"/>
          <p:nvPr/>
        </p:nvSpPr>
        <p:spPr>
          <a:xfrm>
            <a:off x="2621775" y="3220666"/>
            <a:ext cx="8338820" cy="603885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练习</a:t>
            </a:r>
            <a:r>
              <a:rPr lang="en-US" altLang="zh-CN" sz="3200" dirty="0" smtClean="0">
                <a:latin typeface="+mn-ea"/>
              </a:rPr>
              <a:t>.</a:t>
            </a:r>
            <a:r>
              <a:rPr lang="zh-CN" altLang="en-US" sz="3200" dirty="0" smtClean="0">
                <a:latin typeface="+mn-ea"/>
              </a:rPr>
              <a:t>证明                                   </a:t>
            </a:r>
            <a:r>
              <a:rPr lang="zh-CN" altLang="en-US" sz="3200" dirty="0" smtClean="0">
                <a:latin typeface="+mn-ea"/>
              </a:rPr>
              <a:t>在</a:t>
            </a:r>
            <a:r>
              <a:rPr lang="zh-CN" altLang="en-US" sz="3200" dirty="0" smtClean="0">
                <a:latin typeface="+mn-ea"/>
              </a:rPr>
              <a:t>原点不连续。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17" name="Object 5"/>
          <p:cNvGraphicFramePr>
            <a:graphicFrameLocks noChangeAspect="1"/>
          </p:cNvGraphicFramePr>
          <p:nvPr/>
        </p:nvGraphicFramePr>
        <p:xfrm>
          <a:off x="4514215" y="2663825"/>
          <a:ext cx="3387725" cy="1717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Equation" r:id="rId1" imgW="1511300" imgH="685800" progId="Equation.DSMT4">
                  <p:embed/>
                </p:oleObj>
              </mc:Choice>
              <mc:Fallback>
                <p:oleObj name="Equation" r:id="rId1" imgW="1511300" imgH="6858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4215" y="2663825"/>
                        <a:ext cx="3387725" cy="17170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5447783" y="329226"/>
            <a:ext cx="5228195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三、复变函数的连续性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29350" y="1476300"/>
            <a:ext cx="5076002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3</a:t>
            </a:r>
            <a:r>
              <a:rPr lang="zh-CN" altLang="en-US" sz="3200" dirty="0" smtClean="0">
                <a:latin typeface="+mn-ea"/>
              </a:rPr>
              <a:t>、连续函数的运算</a:t>
            </a:r>
            <a:endParaRPr lang="zh-CN" altLang="en-US" sz="3200" dirty="0">
              <a:latin typeface="+mn-ea"/>
            </a:endParaRPr>
          </a:p>
        </p:txBody>
      </p:sp>
      <p:sp>
        <p:nvSpPr>
          <p:cNvPr id="7" name="文本框 2"/>
          <p:cNvSpPr txBox="1"/>
          <p:nvPr/>
        </p:nvSpPr>
        <p:spPr>
          <a:xfrm>
            <a:off x="3590905" y="2482787"/>
            <a:ext cx="9445927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连续函数的和、差、积、商</a:t>
            </a:r>
            <a:r>
              <a:rPr lang="en-US" altLang="zh-CN" sz="3200" dirty="0" smtClean="0">
                <a:latin typeface="+mn-ea"/>
              </a:rPr>
              <a:t>(</a:t>
            </a:r>
            <a:r>
              <a:rPr lang="zh-CN" altLang="en-US" sz="3200" dirty="0" smtClean="0">
                <a:latin typeface="+mn-ea"/>
              </a:rPr>
              <a:t>分母不为</a:t>
            </a:r>
            <a:r>
              <a:rPr lang="en-US" altLang="zh-CN" sz="3200" dirty="0" smtClean="0">
                <a:latin typeface="+mn-ea"/>
              </a:rPr>
              <a:t>0)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1" name="文本框 2"/>
          <p:cNvSpPr txBox="1"/>
          <p:nvPr/>
        </p:nvSpPr>
        <p:spPr>
          <a:xfrm>
            <a:off x="2068305" y="2462659"/>
            <a:ext cx="4255948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定理</a:t>
            </a:r>
            <a:r>
              <a:rPr lang="en-US" altLang="zh-CN" sz="3200" dirty="0" smtClean="0">
                <a:latin typeface="+mn-ea"/>
              </a:rPr>
              <a:t>4.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3" name="文本框 2"/>
          <p:cNvSpPr txBox="1"/>
          <p:nvPr/>
        </p:nvSpPr>
        <p:spPr>
          <a:xfrm>
            <a:off x="10675360" y="2521058"/>
            <a:ext cx="2968770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仍为连续函数；</a:t>
            </a:r>
            <a:endParaRPr lang="zh-CN" altLang="en-US" sz="3200" dirty="0">
              <a:latin typeface="+mn-ea"/>
            </a:endParaRPr>
          </a:p>
        </p:txBody>
      </p:sp>
      <p:sp>
        <p:nvSpPr>
          <p:cNvPr id="16" name="文本框 2"/>
          <p:cNvSpPr txBox="1"/>
          <p:nvPr/>
        </p:nvSpPr>
        <p:spPr>
          <a:xfrm>
            <a:off x="2174500" y="3268519"/>
            <a:ext cx="6795281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连续函数的复合函数仍为连续函数。</a:t>
            </a:r>
            <a:endParaRPr lang="zh-CN" altLang="en-US" sz="3200" dirty="0">
              <a:latin typeface="+mn-ea"/>
            </a:endParaRPr>
          </a:p>
        </p:txBody>
      </p:sp>
      <p:sp>
        <p:nvSpPr>
          <p:cNvPr id="18" name="文本框 2"/>
          <p:cNvSpPr txBox="1"/>
          <p:nvPr/>
        </p:nvSpPr>
        <p:spPr>
          <a:xfrm>
            <a:off x="1916196" y="5127069"/>
            <a:ext cx="1083431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多项式函数                                              在复平面上处处连续</a:t>
            </a:r>
            <a:r>
              <a:rPr lang="en-US" altLang="zh-CN" sz="3200" dirty="0" smtClean="0">
                <a:latin typeface="+mn-ea"/>
              </a:rPr>
              <a:t>;</a:t>
            </a:r>
            <a:r>
              <a:rPr lang="zh-CN" altLang="en-US" sz="3200" dirty="0" smtClean="0">
                <a:latin typeface="+mn-ea"/>
              </a:rPr>
              <a:t>               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174924" y="5108301"/>
          <a:ext cx="4534934" cy="609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7" name="Equation" r:id="rId1" imgW="38404800" imgH="5791200" progId="Equation.DSMT4">
                  <p:embed/>
                </p:oleObj>
              </mc:Choice>
              <mc:Fallback>
                <p:oleObj name="Equation" r:id="rId1" imgW="38404800" imgH="57912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74924" y="5108301"/>
                        <a:ext cx="4534934" cy="60957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2"/>
          <p:cNvSpPr txBox="1"/>
          <p:nvPr/>
        </p:nvSpPr>
        <p:spPr>
          <a:xfrm>
            <a:off x="1916430" y="6170930"/>
            <a:ext cx="13368655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有理函数                                                         在复平面上除去分母等于零</a:t>
            </a:r>
            <a:r>
              <a:rPr lang="zh-CN" altLang="en-US" sz="3200" dirty="0" smtClean="0">
                <a:latin typeface="+mn-ea"/>
              </a:rPr>
              <a:t>              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729380" y="5803458"/>
          <a:ext cx="5638403" cy="1155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Equation" r:id="rId3" imgW="46024800" imgH="10972800" progId="Equation.DSMT4">
                  <p:embed/>
                </p:oleObj>
              </mc:Choice>
              <mc:Fallback>
                <p:oleObj name="Equation" r:id="rId3" imgW="46024800" imgH="10972800" progId="Equation.DSMT4">
                  <p:embed/>
                  <p:pic>
                    <p:nvPicPr>
                      <p:cNvPr id="0" name="图片 1945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29380" y="5803458"/>
                        <a:ext cx="5638403" cy="11551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"/>
          <p:cNvSpPr txBox="1"/>
          <p:nvPr/>
        </p:nvSpPr>
        <p:spPr>
          <a:xfrm>
            <a:off x="1992361" y="7133516"/>
            <a:ext cx="5749736" cy="60388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的点外处处连续。</a:t>
            </a:r>
            <a:endParaRPr lang="zh-CN" altLang="en-US" sz="3200" dirty="0">
              <a:latin typeface="+mn-ea"/>
            </a:endParaRPr>
          </a:p>
        </p:txBody>
      </p:sp>
      <p:sp>
        <p:nvSpPr>
          <p:cNvPr id="14" name="七角星 13"/>
          <p:cNvSpPr/>
          <p:nvPr/>
        </p:nvSpPr>
        <p:spPr>
          <a:xfrm>
            <a:off x="1465986" y="3862126"/>
            <a:ext cx="1226128" cy="1163782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 smtClean="0">
                <a:solidFill>
                  <a:schemeClr val="tx1"/>
                </a:solidFill>
              </a:rPr>
              <a:t>注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21" grpId="0"/>
      <p:bldP spid="23" grpId="0"/>
      <p:bldP spid="16" grpId="0"/>
      <p:bldP spid="18" grpId="0"/>
      <p:bldP spid="20" grpId="0"/>
      <p:bldP spid="29" grpId="0"/>
      <p:bldP spid="14" grpId="0" bldLvl="0" animBg="1"/>
      <p:bldP spid="14" grpId="1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6116438" y="286681"/>
            <a:ext cx="5228195" cy="713577"/>
          </a:xfrm>
          <a:prstGeom prst="rect">
            <a:avLst/>
          </a:prstGeom>
          <a:noFill/>
        </p:spPr>
        <p:txBody>
          <a:bodyPr wrap="none" lIns="112316" tIns="56158" rIns="112316" bIns="56158" rtlCol="0">
            <a:spAutoFit/>
          </a:bodyPr>
          <a:lstStyle/>
          <a:p>
            <a:r>
              <a:rPr lang="zh-CN" altLang="en-US" sz="39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三、复变函数的连续性</a:t>
            </a:r>
            <a:endParaRPr lang="zh-CN" altLang="en-US" sz="39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15294" y="1539096"/>
            <a:ext cx="10240121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4</a:t>
            </a:r>
            <a:r>
              <a:rPr lang="zh-CN" altLang="en-US" sz="3200" dirty="0" smtClean="0">
                <a:latin typeface="+mn-ea"/>
              </a:rPr>
              <a:t>、闭集上连续函数的性质</a:t>
            </a:r>
            <a:endParaRPr lang="zh-CN" altLang="en-US" sz="3200" dirty="0">
              <a:latin typeface="+mn-ea"/>
            </a:endParaRPr>
          </a:p>
        </p:txBody>
      </p:sp>
      <p:sp>
        <p:nvSpPr>
          <p:cNvPr id="7" name="文本框 2"/>
          <p:cNvSpPr txBox="1"/>
          <p:nvPr/>
        </p:nvSpPr>
        <p:spPr>
          <a:xfrm>
            <a:off x="4005937" y="2256333"/>
            <a:ext cx="5054933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闭区间上连续函数的性质：</a:t>
            </a:r>
            <a:endParaRPr lang="en-US" altLang="zh-CN" sz="3200" dirty="0" smtClean="0">
              <a:latin typeface="+mn-ea"/>
            </a:endParaRPr>
          </a:p>
        </p:txBody>
      </p:sp>
      <p:sp>
        <p:nvSpPr>
          <p:cNvPr id="21" name="文本框 2"/>
          <p:cNvSpPr txBox="1"/>
          <p:nvPr/>
        </p:nvSpPr>
        <p:spPr>
          <a:xfrm>
            <a:off x="2699723" y="2255293"/>
            <a:ext cx="1843814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回顾：</a:t>
            </a:r>
            <a:endParaRPr lang="zh-CN" altLang="en-US" sz="3200" dirty="0">
              <a:latin typeface="+mn-ea"/>
            </a:endParaRPr>
          </a:p>
        </p:txBody>
      </p:sp>
      <p:sp>
        <p:nvSpPr>
          <p:cNvPr id="16" name="文本框 2"/>
          <p:cNvSpPr txBox="1"/>
          <p:nvPr/>
        </p:nvSpPr>
        <p:spPr>
          <a:xfrm>
            <a:off x="12158840" y="2273985"/>
            <a:ext cx="2492339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有界性定理；</a:t>
            </a:r>
            <a:endParaRPr lang="zh-CN" altLang="en-US" sz="3200" dirty="0">
              <a:latin typeface="+mn-ea"/>
            </a:endParaRPr>
          </a:p>
        </p:txBody>
      </p:sp>
      <p:sp>
        <p:nvSpPr>
          <p:cNvPr id="14" name="文本框 2"/>
          <p:cNvSpPr txBox="1"/>
          <p:nvPr/>
        </p:nvSpPr>
        <p:spPr>
          <a:xfrm>
            <a:off x="4039960" y="2931593"/>
            <a:ext cx="3424816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介值定理</a:t>
            </a:r>
            <a:endParaRPr lang="zh-CN" altLang="en-US" sz="3200" dirty="0">
              <a:latin typeface="+mn-ea"/>
            </a:endParaRPr>
          </a:p>
        </p:txBody>
      </p:sp>
      <p:sp>
        <p:nvSpPr>
          <p:cNvPr id="15" name="文本框 2"/>
          <p:cNvSpPr txBox="1"/>
          <p:nvPr/>
        </p:nvSpPr>
        <p:spPr>
          <a:xfrm>
            <a:off x="2784683" y="4612961"/>
            <a:ext cx="1071782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(1)</a:t>
            </a:r>
            <a:endParaRPr lang="en-US" altLang="zh-CN" sz="3200" dirty="0" smtClean="0">
              <a:latin typeface="+mn-ea"/>
            </a:endParaRPr>
          </a:p>
        </p:txBody>
      </p:sp>
      <p:sp>
        <p:nvSpPr>
          <p:cNvPr id="24" name="文本框 2"/>
          <p:cNvSpPr txBox="1"/>
          <p:nvPr/>
        </p:nvSpPr>
        <p:spPr>
          <a:xfrm>
            <a:off x="2696029" y="3803124"/>
            <a:ext cx="2091308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定理</a:t>
            </a:r>
            <a:r>
              <a:rPr lang="en-US" altLang="zh-CN" sz="3200" dirty="0" smtClean="0">
                <a:latin typeface="+mn-ea"/>
              </a:rPr>
              <a:t>5.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5" name="文本框 2"/>
          <p:cNvSpPr txBox="1"/>
          <p:nvPr/>
        </p:nvSpPr>
        <p:spPr>
          <a:xfrm>
            <a:off x="4594713" y="3816303"/>
            <a:ext cx="10764659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设函数         在有界闭集    上连续，则    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6" name="文本框 2"/>
          <p:cNvSpPr txBox="1"/>
          <p:nvPr/>
        </p:nvSpPr>
        <p:spPr>
          <a:xfrm>
            <a:off x="4779203" y="4620430"/>
            <a:ext cx="5249619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在闭集    上有界；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64516" name="Object 4"/>
          <p:cNvGraphicFramePr>
            <a:graphicFrameLocks noChangeAspect="1"/>
          </p:cNvGraphicFramePr>
          <p:nvPr/>
        </p:nvGraphicFramePr>
        <p:xfrm>
          <a:off x="5973445" y="3860800"/>
          <a:ext cx="842645" cy="462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1" name="Equation" r:id="rId1" imgW="7924800" imgH="4876800" progId="Equation.DSMT4">
                  <p:embed/>
                </p:oleObj>
              </mc:Choice>
              <mc:Fallback>
                <p:oleObj name="Equation" r:id="rId1" imgW="7924800" imgH="4876800" progId="Equation.DSMT4">
                  <p:embed/>
                  <p:pic>
                    <p:nvPicPr>
                      <p:cNvPr id="0" name="图片 2048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973445" y="3860800"/>
                        <a:ext cx="842645" cy="4622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7" name="Object 5"/>
          <p:cNvGraphicFramePr>
            <a:graphicFrameLocks noChangeAspect="1"/>
          </p:cNvGraphicFramePr>
          <p:nvPr/>
        </p:nvGraphicFramePr>
        <p:xfrm>
          <a:off x="8935720" y="3775710"/>
          <a:ext cx="502285" cy="546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name="Equation" r:id="rId3" imgW="3657600" imgH="4572000" progId="Equation.DSMT4">
                  <p:embed/>
                </p:oleObj>
              </mc:Choice>
              <mc:Fallback>
                <p:oleObj name="Equation" r:id="rId3" imgW="3657600" imgH="4572000" progId="Equation.DSMT4">
                  <p:embed/>
                  <p:pic>
                    <p:nvPicPr>
                      <p:cNvPr id="0" name="图片 2048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35720" y="3775710"/>
                        <a:ext cx="502285" cy="5467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8" name="Object 6"/>
          <p:cNvGraphicFramePr>
            <a:graphicFrameLocks noChangeAspect="1"/>
          </p:cNvGraphicFramePr>
          <p:nvPr/>
        </p:nvGraphicFramePr>
        <p:xfrm>
          <a:off x="3853815" y="4699635"/>
          <a:ext cx="842645" cy="462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" name="Equation" r:id="rId5" imgW="7924800" imgH="4876800" progId="Equation.DSMT4">
                  <p:embed/>
                </p:oleObj>
              </mc:Choice>
              <mc:Fallback>
                <p:oleObj name="Equation" r:id="rId5" imgW="7924800" imgH="4876800" progId="Equation.DSMT4">
                  <p:embed/>
                  <p:pic>
                    <p:nvPicPr>
                      <p:cNvPr id="0" name="图片 2048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53815" y="4699635"/>
                        <a:ext cx="842645" cy="4622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9" name="Object 7"/>
          <p:cNvGraphicFramePr>
            <a:graphicFrameLocks noChangeAspect="1"/>
          </p:cNvGraphicFramePr>
          <p:nvPr/>
        </p:nvGraphicFramePr>
        <p:xfrm>
          <a:off x="6136640" y="4658360"/>
          <a:ext cx="389255" cy="42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" name="Equation" r:id="rId7" imgW="3657600" imgH="4572000" progId="Equation.DSMT4">
                  <p:embed/>
                </p:oleObj>
              </mc:Choice>
              <mc:Fallback>
                <p:oleObj name="Equation" r:id="rId7" imgW="3657600" imgH="4572000" progId="Equation.DSMT4">
                  <p:embed/>
                  <p:pic>
                    <p:nvPicPr>
                      <p:cNvPr id="0" name="图片 2048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36640" y="4658360"/>
                        <a:ext cx="389255" cy="42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"/>
          <p:cNvSpPr txBox="1"/>
          <p:nvPr/>
        </p:nvSpPr>
        <p:spPr>
          <a:xfrm>
            <a:off x="2780989" y="6249069"/>
            <a:ext cx="1071782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(2)</a:t>
            </a:r>
            <a:endParaRPr lang="en-US" altLang="zh-CN" sz="3200" dirty="0" smtClean="0">
              <a:latin typeface="+mn-ea"/>
            </a:endParaRPr>
          </a:p>
        </p:txBody>
      </p:sp>
      <p:sp>
        <p:nvSpPr>
          <p:cNvPr id="28" name="文本框 2"/>
          <p:cNvSpPr txBox="1"/>
          <p:nvPr/>
        </p:nvSpPr>
        <p:spPr>
          <a:xfrm>
            <a:off x="4733599" y="6256539"/>
            <a:ext cx="9065451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在闭集    上能取到最大值和最小值。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30" name="Object 6"/>
          <p:cNvGraphicFramePr>
            <a:graphicFrameLocks noChangeAspect="1"/>
          </p:cNvGraphicFramePr>
          <p:nvPr/>
        </p:nvGraphicFramePr>
        <p:xfrm>
          <a:off x="3709035" y="6336030"/>
          <a:ext cx="1101090" cy="462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Equation" r:id="rId9" imgW="10363200" imgH="4876800" progId="Equation.DSMT4">
                  <p:embed/>
                </p:oleObj>
              </mc:Choice>
              <mc:Fallback>
                <p:oleObj name="Equation" r:id="rId9" imgW="10363200" imgH="4876800" progId="Equation.DSMT4">
                  <p:embed/>
                  <p:pic>
                    <p:nvPicPr>
                      <p:cNvPr id="0" name="图片 2048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09035" y="6336030"/>
                        <a:ext cx="1101090" cy="4622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7"/>
          <p:cNvGraphicFramePr>
            <a:graphicFrameLocks noChangeAspect="1"/>
          </p:cNvGraphicFramePr>
          <p:nvPr/>
        </p:nvGraphicFramePr>
        <p:xfrm>
          <a:off x="6112510" y="6336030"/>
          <a:ext cx="389255" cy="42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name="Equation" r:id="rId11" imgW="3657600" imgH="4572000" progId="Equation.DSMT4">
                  <p:embed/>
                </p:oleObj>
              </mc:Choice>
              <mc:Fallback>
                <p:oleObj name="Equation" r:id="rId11" imgW="3657600" imgH="4572000" progId="Equation.DSMT4">
                  <p:embed/>
                  <p:pic>
                    <p:nvPicPr>
                      <p:cNvPr id="0" name="图片 2048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12510" y="6336030"/>
                        <a:ext cx="389255" cy="42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2" name="Object 10"/>
          <p:cNvGraphicFramePr>
            <a:graphicFrameLocks noChangeAspect="1"/>
          </p:cNvGraphicFramePr>
          <p:nvPr/>
        </p:nvGraphicFramePr>
        <p:xfrm>
          <a:off x="3962400" y="5539105"/>
          <a:ext cx="1425575" cy="461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Equation" r:id="rId12" imgW="13411200" imgH="4876800" progId="Equation.DSMT4">
                  <p:embed/>
                </p:oleObj>
              </mc:Choice>
              <mc:Fallback>
                <p:oleObj name="Equation" r:id="rId12" imgW="13411200" imgH="4876800" progId="Equation.DSMT4">
                  <p:embed/>
                  <p:pic>
                    <p:nvPicPr>
                      <p:cNvPr id="0" name="图片 20486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962400" y="5539105"/>
                        <a:ext cx="1425575" cy="4616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3" name="Object 11"/>
          <p:cNvGraphicFramePr>
            <a:graphicFrameLocks noChangeAspect="1"/>
          </p:cNvGraphicFramePr>
          <p:nvPr/>
        </p:nvGraphicFramePr>
        <p:xfrm>
          <a:off x="5755005" y="5535295"/>
          <a:ext cx="1814830" cy="519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" name="Equation" r:id="rId14" imgW="17068800" imgH="5486400" progId="Equation.DSMT4">
                  <p:embed/>
                </p:oleObj>
              </mc:Choice>
              <mc:Fallback>
                <p:oleObj name="Equation" r:id="rId14" imgW="17068800" imgH="5486400" progId="Equation.DSMT4">
                  <p:embed/>
                  <p:pic>
                    <p:nvPicPr>
                      <p:cNvPr id="0" name="图片 20487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755005" y="5535295"/>
                        <a:ext cx="1814830" cy="5194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4" name="Object 12"/>
          <p:cNvGraphicFramePr>
            <a:graphicFrameLocks noChangeAspect="1"/>
          </p:cNvGraphicFramePr>
          <p:nvPr/>
        </p:nvGraphicFramePr>
        <p:xfrm>
          <a:off x="8173720" y="5579745"/>
          <a:ext cx="1814830" cy="462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9" name="Equation" r:id="rId16" imgW="17068800" imgH="4876800" progId="Equation.DSMT4">
                  <p:embed/>
                </p:oleObj>
              </mc:Choice>
              <mc:Fallback>
                <p:oleObj name="Equation" r:id="rId16" imgW="17068800" imgH="4876800" progId="Equation.DSMT4">
                  <p:embed/>
                  <p:pic>
                    <p:nvPicPr>
                      <p:cNvPr id="0" name="图片 20488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173720" y="5579745"/>
                        <a:ext cx="1814830" cy="4622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5" name="Object 13"/>
          <p:cNvGraphicFramePr>
            <a:graphicFrameLocks noChangeAspect="1"/>
          </p:cNvGraphicFramePr>
          <p:nvPr/>
        </p:nvGraphicFramePr>
        <p:xfrm>
          <a:off x="3595370" y="7212965"/>
          <a:ext cx="1847215" cy="548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0" name="Equation" r:id="rId18" imgW="17373600" imgH="5791200" progId="Equation.DSMT4">
                  <p:embed/>
                </p:oleObj>
              </mc:Choice>
              <mc:Fallback>
                <p:oleObj name="Equation" r:id="rId18" imgW="17373600" imgH="5791200" progId="Equation.DSMT4">
                  <p:embed/>
                  <p:pic>
                    <p:nvPicPr>
                      <p:cNvPr id="0" name="图片 20489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595370" y="7212965"/>
                        <a:ext cx="1847215" cy="5480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6" name="Object 14"/>
          <p:cNvGraphicFramePr>
            <a:graphicFrameLocks noChangeAspect="1"/>
          </p:cNvGraphicFramePr>
          <p:nvPr/>
        </p:nvGraphicFramePr>
        <p:xfrm>
          <a:off x="6308725" y="7242175"/>
          <a:ext cx="1814830" cy="519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1" name="Equation" r:id="rId20" imgW="17068800" imgH="5486400" progId="Equation.DSMT4">
                  <p:embed/>
                </p:oleObj>
              </mc:Choice>
              <mc:Fallback>
                <p:oleObj name="Equation" r:id="rId20" imgW="17068800" imgH="5486400" progId="Equation.DSMT4">
                  <p:embed/>
                  <p:pic>
                    <p:nvPicPr>
                      <p:cNvPr id="0" name="图片 20490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308725" y="7242175"/>
                        <a:ext cx="1814830" cy="5194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7" name="Object 15"/>
          <p:cNvGraphicFramePr>
            <a:graphicFrameLocks noChangeAspect="1"/>
          </p:cNvGraphicFramePr>
          <p:nvPr/>
        </p:nvGraphicFramePr>
        <p:xfrm>
          <a:off x="8908415" y="7212330"/>
          <a:ext cx="3470910" cy="476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2" name="Equation" r:id="rId22" imgW="35661600" imgH="5486400" progId="Equation.DSMT4">
                  <p:embed/>
                </p:oleObj>
              </mc:Choice>
              <mc:Fallback>
                <p:oleObj name="Equation" r:id="rId22" imgW="35661600" imgH="5486400" progId="Equation.DSMT4">
                  <p:embed/>
                  <p:pic>
                    <p:nvPicPr>
                      <p:cNvPr id="0" name="图片 20491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8908415" y="7212330"/>
                        <a:ext cx="3470910" cy="4768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"/>
          <p:cNvSpPr txBox="1"/>
          <p:nvPr/>
        </p:nvSpPr>
        <p:spPr>
          <a:xfrm>
            <a:off x="9050245" y="2270734"/>
            <a:ext cx="3439625" cy="605855"/>
          </a:xfrm>
          <a:prstGeom prst="rect">
            <a:avLst/>
          </a:prstGeom>
          <a:noFill/>
        </p:spPr>
        <p:txBody>
          <a:bodyPr wrap="square" lIns="112316" tIns="56158" rIns="112316" bIns="56158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最大最小值定理；</a:t>
            </a:r>
            <a:endParaRPr lang="en-US" altLang="zh-CN" sz="3200" dirty="0" smtClean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6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6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6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6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6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6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21" grpId="0"/>
      <p:bldP spid="16" grpId="0"/>
      <p:bldP spid="14" grpId="0"/>
      <p:bldP spid="15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103120" y="1952625"/>
            <a:ext cx="12122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>
                <a:solidFill>
                  <a:srgbClr val="FF0000"/>
                </a:solidFill>
              </a:rPr>
              <a:t>总结：</a:t>
            </a:r>
            <a:endParaRPr lang="zh-CN" altLang="en-US" sz="3600" b="1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67100" y="1952625"/>
            <a:ext cx="102641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1. </a:t>
            </a:r>
            <a:r>
              <a:rPr lang="zh-CN" altLang="en-US" sz="3200"/>
              <a:t>能准确找到一个复变函数对应的两个二元函数</a:t>
            </a:r>
            <a:r>
              <a:rPr lang="en-US" altLang="zh-CN" sz="3200"/>
              <a:t>  </a:t>
            </a:r>
            <a:endParaRPr lang="en-US" altLang="zh-CN" sz="3200"/>
          </a:p>
        </p:txBody>
      </p:sp>
      <p:sp>
        <p:nvSpPr>
          <p:cNvPr id="5" name="文本框 4"/>
          <p:cNvSpPr txBox="1"/>
          <p:nvPr/>
        </p:nvSpPr>
        <p:spPr>
          <a:xfrm>
            <a:off x="3467100" y="3133725"/>
            <a:ext cx="78130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2. </a:t>
            </a:r>
            <a:r>
              <a:rPr lang="zh-CN" altLang="en-US" sz="3200"/>
              <a:t>用充要条件</a:t>
            </a:r>
            <a:r>
              <a:rPr lang="zh-CN" altLang="en-US" sz="3200"/>
              <a:t>求复变函数的极限</a:t>
            </a:r>
            <a:endParaRPr lang="zh-CN" altLang="en-US" sz="3200"/>
          </a:p>
        </p:txBody>
      </p:sp>
      <p:sp>
        <p:nvSpPr>
          <p:cNvPr id="6" name="文本框 5"/>
          <p:cNvSpPr txBox="1"/>
          <p:nvPr/>
        </p:nvSpPr>
        <p:spPr>
          <a:xfrm>
            <a:off x="3467100" y="4314190"/>
            <a:ext cx="55473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3. </a:t>
            </a:r>
            <a:r>
              <a:rPr lang="zh-CN" altLang="en-US" sz="3200"/>
              <a:t>判断复变函数的连续性。</a:t>
            </a:r>
            <a:endParaRPr lang="zh-CN" altLang="en-US" sz="3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478.60866141732276,&quot;left&quot;:307.5613385826772,&quot;top&quot;:195.97149606299212,&quot;width&quot;:780.1886614173229}"/>
</p:tagLst>
</file>

<file path=ppt/tags/tag2.xml><?xml version="1.0" encoding="utf-8"?>
<p:tagLst xmlns:p="http://schemas.openxmlformats.org/presentationml/2006/main">
  <p:tag name="KSO_WM_DIAGRAM_VIRTUALLY_FRAME" val="{&quot;height&quot;:478.60866141732276,&quot;left&quot;:307.5613385826772,&quot;top&quot;:195.97149606299212,&quot;width&quot;:780.1886614173229}"/>
</p:tagLst>
</file>

<file path=ppt/tags/tag3.xml><?xml version="1.0" encoding="utf-8"?>
<p:tagLst xmlns:p="http://schemas.openxmlformats.org/presentationml/2006/main">
  <p:tag name="KSO_WM_DIAGRAM_VIRTUALLY_FRAME" val="{&quot;height&quot;:478.60866141732276,&quot;left&quot;:307.5613385826772,&quot;top&quot;:195.97149606299212,&quot;width&quot;:780.1886614173229}"/>
</p:tagLst>
</file>

<file path=ppt/tags/tag4.xml><?xml version="1.0" encoding="utf-8"?>
<p:tagLst xmlns:p="http://schemas.openxmlformats.org/presentationml/2006/main">
  <p:tag name="KSO_WM_DIAGRAM_VIRTUALLY_FRAME" val="{&quot;height&quot;:478.60866141732276,&quot;left&quot;:307.5613385826772,&quot;top&quot;:195.97149606299212,&quot;width&quot;:780.1886614173229}"/>
</p:tagLst>
</file>

<file path=ppt/tags/tag5.xml><?xml version="1.0" encoding="utf-8"?>
<p:tagLst xmlns:p="http://schemas.openxmlformats.org/presentationml/2006/main">
  <p:tag name="KSO_WM_DIAGRAM_VIRTUALLY_FRAME" val="{&quot;height&quot;:478.60866141732276,&quot;left&quot;:307.5613385826772,&quot;top&quot;:195.97149606299212,&quot;width&quot;:780.1886614173229}"/>
</p:tagLst>
</file>

<file path=ppt/tags/tag6.xml><?xml version="1.0" encoding="utf-8"?>
<p:tagLst xmlns:p="http://schemas.openxmlformats.org/presentationml/2006/main">
  <p:tag name="KSO_WM_DIAGRAM_VIRTUALLY_FRAME" val="{&quot;height&quot;:478.60866141732276,&quot;left&quot;:307.5613385826772,&quot;top&quot;:195.97149606299212,&quot;width&quot;:780.1886614173229}"/>
</p:tagLst>
</file>

<file path=ppt/tags/tag7.xml><?xml version="1.0" encoding="utf-8"?>
<p:tagLst xmlns:p="http://schemas.openxmlformats.org/presentationml/2006/main">
  <p:tag name="KSO_WM_DIAGRAM_VIRTUALLY_FRAME" val="{&quot;height&quot;:478.60866141732276,&quot;left&quot;:307.5613385826772,&quot;top&quot;:195.97149606299212,&quot;width&quot;:780.1886614173229}"/>
</p:tagLst>
</file>

<file path=ppt/tags/tag8.xml><?xml version="1.0" encoding="utf-8"?>
<p:tagLst xmlns:p="http://schemas.openxmlformats.org/presentationml/2006/main">
  <p:tag name="KSO_WM_DIAGRAM_VIRTUALLY_FRAME" val="{&quot;height&quot;:478.60866141732276,&quot;left&quot;:307.5613385826772,&quot;top&quot;:195.97149606299212,&quot;width&quot;:780.1886614173229}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  <p:tag name="KSO_WM_DIAGRAM_VIRTUALLY_FRAME" val="{&quot;height&quot;:478.60866141732276,&quot;left&quot;:307.5613385826772,&quot;top&quot;:195.97149606299212,&quot;width&quot;:780.1886614173229}"/>
</p:tagLst>
</file>

<file path=ppt/tags/tag11.xml><?xml version="1.0" encoding="utf-8"?>
<p:tagLst xmlns:p="http://schemas.openxmlformats.org/presentationml/2006/main">
  <p:tag name="KSO_WM_TEMPLATE_CATEGORY" val="custom"/>
  <p:tag name="KSO_WM_TEMPLATE_INDEX" val="20204405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TEMPLATE_CATEGORY" val="custom"/>
  <p:tag name="KSO_WM_TEMPLATE_INDEX" val="20204405"/>
</p:tagLst>
</file>

<file path=ppt/tags/tag18.xml><?xml version="1.0" encoding="utf-8"?>
<p:tagLst xmlns:p="http://schemas.openxmlformats.org/presentationml/2006/main">
  <p:tag name="KSO_WPP_MARK_KEY" val="b5756f54-46b8-493f-adb6-dd32989e9815"/>
  <p:tag name="COMMONDATA" val="eyJoZGlkIjoiZGVlMWU0ZDMwNTgzY2I5MzA3YTY2MzlkMjY5ZDc1ODM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波形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zh-CN" altLang="en-US" sz="3205" dirty="0" smtClean="0">
            <a:latin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0</TotalTime>
  <Words>2695</Words>
  <Application>WPS 演示</Application>
  <PresentationFormat>自定义</PresentationFormat>
  <Paragraphs>514</Paragraphs>
  <Slides>30</Slides>
  <Notes>0</Notes>
  <HiddenSlides>3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265</vt:i4>
      </vt:variant>
      <vt:variant>
        <vt:lpstr>幻灯片标题</vt:lpstr>
      </vt:variant>
      <vt:variant>
        <vt:i4>30</vt:i4>
      </vt:variant>
    </vt:vector>
  </HeadingPairs>
  <TitlesOfParts>
    <vt:vector size="309" baseType="lpstr">
      <vt:lpstr>Arial</vt:lpstr>
      <vt:lpstr>宋体</vt:lpstr>
      <vt:lpstr>Wingdings</vt:lpstr>
      <vt:lpstr>Wingdings 2</vt:lpstr>
      <vt:lpstr>Verdana</vt:lpstr>
      <vt:lpstr>华文行楷</vt:lpstr>
      <vt:lpstr>Times New Roman</vt:lpstr>
      <vt:lpstr>Candara</vt:lpstr>
      <vt:lpstr>华文楷体</vt:lpstr>
      <vt:lpstr>微软雅黑</vt:lpstr>
      <vt:lpstr>Arial Unicode MS</vt:lpstr>
      <vt:lpstr>华文新魏</vt:lpstr>
      <vt:lpstr>Calibri</vt:lpstr>
      <vt:lpstr>波形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apple</dc:creator>
  <cp:lastModifiedBy>吴君</cp:lastModifiedBy>
  <cp:revision>213</cp:revision>
  <dcterms:created xsi:type="dcterms:W3CDTF">2018-03-03T11:57:00Z</dcterms:created>
  <dcterms:modified xsi:type="dcterms:W3CDTF">2025-03-07T03:41:33Z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C857C2B180874B128D5C265F8FB98C0B</vt:lpwstr>
  </property>
</Properties>
</file>