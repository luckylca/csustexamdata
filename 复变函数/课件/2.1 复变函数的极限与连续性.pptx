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409" r:id="rId3"/>
    <p:sldId id="410" r:id="rId4"/>
    <p:sldId id="256" r:id="rId5"/>
    <p:sldId id="310" r:id="rId6"/>
    <p:sldId id="311" r:id="rId7"/>
    <p:sldId id="363" r:id="rId8"/>
    <p:sldId id="364" r:id="rId9"/>
    <p:sldId id="292" r:id="rId10"/>
    <p:sldId id="330" r:id="rId11"/>
    <p:sldId id="332" r:id="rId12"/>
    <p:sldId id="296" r:id="rId13"/>
    <p:sldId id="360" r:id="rId14"/>
    <p:sldId id="361" r:id="rId15"/>
    <p:sldId id="362" r:id="rId16"/>
    <p:sldId id="313" r:id="rId17"/>
    <p:sldId id="314" r:id="rId18"/>
    <p:sldId id="326" r:id="rId19"/>
    <p:sldId id="318" r:id="rId20"/>
    <p:sldId id="319" r:id="rId21"/>
    <p:sldId id="349" r:id="rId22"/>
    <p:sldId id="350" r:id="rId23"/>
    <p:sldId id="389" r:id="rId24"/>
    <p:sldId id="315" r:id="rId25"/>
    <p:sldId id="388" r:id="rId26"/>
    <p:sldId id="322" r:id="rId27"/>
    <p:sldId id="351" r:id="rId28"/>
    <p:sldId id="323" r:id="rId29"/>
    <p:sldId id="324" r:id="rId30"/>
    <p:sldId id="333" r:id="rId31"/>
    <p:sldId id="413" r:id="rId32"/>
  </p:sldIdLst>
  <p:sldSz cx="15662275" cy="9398000"/>
  <p:notesSz cx="6858000" cy="9144000"/>
  <p:custDataLst>
    <p:tags r:id="rId37"/>
  </p:custDataLst>
  <p:defaultTextStyle>
    <a:defPPr>
      <a:defRPr lang="zh-CN"/>
    </a:defPPr>
    <a:lvl1pPr marL="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6134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2331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8465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4663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80797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36931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93128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49262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89" userDrawn="1">
          <p15:clr>
            <a:srgbClr val="A4A3A4"/>
          </p15:clr>
        </p15:guide>
        <p15:guide id="2" pos="50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  <a:srgbClr val="31B6FD"/>
    <a:srgbClr val="6699FF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46" d="100"/>
          <a:sy n="46" d="100"/>
        </p:scale>
        <p:origin x="-90" y="-168"/>
      </p:cViewPr>
      <p:guideLst>
        <p:guide orient="horz" pos="2989"/>
        <p:guide pos="50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8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46.wmf"/><Relationship Id="rId7" Type="http://schemas.openxmlformats.org/officeDocument/2006/relationships/image" Target="../media/image45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3" Type="http://schemas.openxmlformats.org/officeDocument/2006/relationships/image" Target="../media/image39.wmf"/><Relationship Id="rId12" Type="http://schemas.openxmlformats.org/officeDocument/2006/relationships/image" Target="../media/image38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50.wmf"/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2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3" Type="http://schemas.openxmlformats.org/officeDocument/2006/relationships/image" Target="../media/image52.wmf"/><Relationship Id="rId12" Type="http://schemas.openxmlformats.org/officeDocument/2006/relationships/image" Target="../media/image51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4" Type="http://schemas.openxmlformats.org/officeDocument/2006/relationships/image" Target="../media/image66.wmf"/><Relationship Id="rId13" Type="http://schemas.openxmlformats.org/officeDocument/2006/relationships/image" Target="../media/image65.wmf"/><Relationship Id="rId12" Type="http://schemas.openxmlformats.org/officeDocument/2006/relationships/image" Target="../media/image64.wmf"/><Relationship Id="rId11" Type="http://schemas.openxmlformats.org/officeDocument/2006/relationships/image" Target="../media/image63.wmf"/><Relationship Id="rId10" Type="http://schemas.openxmlformats.org/officeDocument/2006/relationships/image" Target="../media/image62.wmf"/><Relationship Id="rId1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2" Type="http://schemas.openxmlformats.org/officeDocument/2006/relationships/image" Target="../media/image87.wmf"/><Relationship Id="rId11" Type="http://schemas.openxmlformats.org/officeDocument/2006/relationships/image" Target="../media/image86.wmf"/><Relationship Id="rId10" Type="http://schemas.openxmlformats.org/officeDocument/2006/relationships/image" Target="../media/image85.wmf"/><Relationship Id="rId1" Type="http://schemas.openxmlformats.org/officeDocument/2006/relationships/image" Target="../media/image7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90.wmf"/><Relationship Id="rId8" Type="http://schemas.openxmlformats.org/officeDocument/2006/relationships/image" Target="../media/image89.wmf"/><Relationship Id="rId7" Type="http://schemas.openxmlformats.org/officeDocument/2006/relationships/image" Target="../media/image99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0" Type="http://schemas.openxmlformats.org/officeDocument/2006/relationships/image" Target="../media/image91.wmf"/><Relationship Id="rId1" Type="http://schemas.openxmlformats.org/officeDocument/2006/relationships/image" Target="../media/image93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wmf"/><Relationship Id="rId8" Type="http://schemas.openxmlformats.org/officeDocument/2006/relationships/image" Target="../media/image102.wmf"/><Relationship Id="rId7" Type="http://schemas.openxmlformats.org/officeDocument/2006/relationships/image" Target="../media/image101.wmf"/><Relationship Id="rId6" Type="http://schemas.openxmlformats.org/officeDocument/2006/relationships/image" Target="../media/image100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2" Type="http://schemas.openxmlformats.org/officeDocument/2006/relationships/image" Target="../media/image106.wmf"/><Relationship Id="rId11" Type="http://schemas.openxmlformats.org/officeDocument/2006/relationships/image" Target="../media/image105.wmf"/><Relationship Id="rId10" Type="http://schemas.openxmlformats.org/officeDocument/2006/relationships/image" Target="../media/image104.wmf"/><Relationship Id="rId1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image" Target="../media/image114.wmf"/><Relationship Id="rId7" Type="http://schemas.openxmlformats.org/officeDocument/2006/relationships/image" Target="../media/image113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5" Type="http://schemas.openxmlformats.org/officeDocument/2006/relationships/image" Target="../media/image121.wmf"/><Relationship Id="rId14" Type="http://schemas.openxmlformats.org/officeDocument/2006/relationships/image" Target="../media/image120.wmf"/><Relationship Id="rId13" Type="http://schemas.openxmlformats.org/officeDocument/2006/relationships/image" Target="../media/image119.wmf"/><Relationship Id="rId12" Type="http://schemas.openxmlformats.org/officeDocument/2006/relationships/image" Target="../media/image118.wmf"/><Relationship Id="rId11" Type="http://schemas.openxmlformats.org/officeDocument/2006/relationships/image" Target="../media/image117.wmf"/><Relationship Id="rId10" Type="http://schemas.openxmlformats.org/officeDocument/2006/relationships/image" Target="../media/image116.wmf"/><Relationship Id="rId1" Type="http://schemas.openxmlformats.org/officeDocument/2006/relationships/image" Target="../media/image107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wmf"/><Relationship Id="rId8" Type="http://schemas.openxmlformats.org/officeDocument/2006/relationships/image" Target="../media/image129.wmf"/><Relationship Id="rId7" Type="http://schemas.openxmlformats.org/officeDocument/2006/relationships/image" Target="../media/image128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4" Type="http://schemas.openxmlformats.org/officeDocument/2006/relationships/image" Target="../media/image135.wmf"/><Relationship Id="rId13" Type="http://schemas.openxmlformats.org/officeDocument/2006/relationships/image" Target="../media/image134.wmf"/><Relationship Id="rId12" Type="http://schemas.openxmlformats.org/officeDocument/2006/relationships/image" Target="../media/image133.wmf"/><Relationship Id="rId11" Type="http://schemas.openxmlformats.org/officeDocument/2006/relationships/image" Target="../media/image132.wmf"/><Relationship Id="rId10" Type="http://schemas.openxmlformats.org/officeDocument/2006/relationships/image" Target="../media/image131.wmf"/><Relationship Id="rId1" Type="http://schemas.openxmlformats.org/officeDocument/2006/relationships/image" Target="../media/image122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39.wmf"/><Relationship Id="rId7" Type="http://schemas.openxmlformats.org/officeDocument/2006/relationships/image" Target="../media/image128.wmf"/><Relationship Id="rId6" Type="http://schemas.openxmlformats.org/officeDocument/2006/relationships/image" Target="../media/image127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23.wmf"/><Relationship Id="rId12" Type="http://schemas.openxmlformats.org/officeDocument/2006/relationships/image" Target="../media/image143.wmf"/><Relationship Id="rId11" Type="http://schemas.openxmlformats.org/officeDocument/2006/relationships/image" Target="../media/image142.wmf"/><Relationship Id="rId10" Type="http://schemas.openxmlformats.org/officeDocument/2006/relationships/image" Target="../media/image141.wmf"/><Relationship Id="rId1" Type="http://schemas.openxmlformats.org/officeDocument/2006/relationships/image" Target="../media/image9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wmf"/><Relationship Id="rId8" Type="http://schemas.openxmlformats.org/officeDocument/2006/relationships/image" Target="../media/image153.wmf"/><Relationship Id="rId7" Type="http://schemas.openxmlformats.org/officeDocument/2006/relationships/image" Target="../media/image152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4" Type="http://schemas.openxmlformats.org/officeDocument/2006/relationships/image" Target="../media/image159.wmf"/><Relationship Id="rId13" Type="http://schemas.openxmlformats.org/officeDocument/2006/relationships/image" Target="../media/image158.wmf"/><Relationship Id="rId12" Type="http://schemas.openxmlformats.org/officeDocument/2006/relationships/image" Target="../media/image157.wmf"/><Relationship Id="rId11" Type="http://schemas.openxmlformats.org/officeDocument/2006/relationships/image" Target="../media/image156.wmf"/><Relationship Id="rId10" Type="http://schemas.openxmlformats.org/officeDocument/2006/relationships/image" Target="../media/image155.wmf"/><Relationship Id="rId1" Type="http://schemas.openxmlformats.org/officeDocument/2006/relationships/image" Target="../media/image146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image" Target="../media/image163.wmf"/><Relationship Id="rId7" Type="http://schemas.openxmlformats.org/officeDocument/2006/relationships/image" Target="../media/image162.wmf"/><Relationship Id="rId6" Type="http://schemas.openxmlformats.org/officeDocument/2006/relationships/image" Target="../media/image161.wmf"/><Relationship Id="rId5" Type="http://schemas.openxmlformats.org/officeDocument/2006/relationships/image" Target="../media/image156.wmf"/><Relationship Id="rId4" Type="http://schemas.openxmlformats.org/officeDocument/2006/relationships/image" Target="../media/image158.wmf"/><Relationship Id="rId3" Type="http://schemas.openxmlformats.org/officeDocument/2006/relationships/image" Target="../media/image157.wmf"/><Relationship Id="rId2" Type="http://schemas.openxmlformats.org/officeDocument/2006/relationships/image" Target="../media/image155.wmf"/><Relationship Id="rId11" Type="http://schemas.openxmlformats.org/officeDocument/2006/relationships/image" Target="../media/image166.wmf"/><Relationship Id="rId10" Type="http://schemas.openxmlformats.org/officeDocument/2006/relationships/image" Target="../media/image165.wmf"/><Relationship Id="rId1" Type="http://schemas.openxmlformats.org/officeDocument/2006/relationships/image" Target="../media/image154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wmf"/><Relationship Id="rId8" Type="http://schemas.openxmlformats.org/officeDocument/2006/relationships/image" Target="../media/image174.wmf"/><Relationship Id="rId7" Type="http://schemas.openxmlformats.org/officeDocument/2006/relationships/image" Target="../media/image173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3" Type="http://schemas.openxmlformats.org/officeDocument/2006/relationships/image" Target="../media/image179.wmf"/><Relationship Id="rId12" Type="http://schemas.openxmlformats.org/officeDocument/2006/relationships/image" Target="../media/image178.wmf"/><Relationship Id="rId11" Type="http://schemas.openxmlformats.org/officeDocument/2006/relationships/image" Target="../media/image177.wmf"/><Relationship Id="rId10" Type="http://schemas.openxmlformats.org/officeDocument/2006/relationships/image" Target="../media/image176.wmf"/><Relationship Id="rId1" Type="http://schemas.openxmlformats.org/officeDocument/2006/relationships/image" Target="../media/image16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wmf"/><Relationship Id="rId8" Type="http://schemas.openxmlformats.org/officeDocument/2006/relationships/image" Target="../media/image190.wmf"/><Relationship Id="rId7" Type="http://schemas.openxmlformats.org/officeDocument/2006/relationships/image" Target="../media/image189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1" Type="http://schemas.openxmlformats.org/officeDocument/2006/relationships/image" Target="../media/image193.wmf"/><Relationship Id="rId10" Type="http://schemas.openxmlformats.org/officeDocument/2006/relationships/image" Target="../media/image192.wmf"/><Relationship Id="rId1" Type="http://schemas.openxmlformats.org/officeDocument/2006/relationships/image" Target="../media/image18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1143000"/>
            <a:ext cx="5140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6134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2331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68465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4663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0797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6931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93128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9262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2453756" y="493194"/>
            <a:ext cx="12686443" cy="201743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2453756" y="2535272"/>
            <a:ext cx="12686443" cy="2401711"/>
          </a:xfrm>
        </p:spPr>
        <p:txBody>
          <a:bodyPr tIns="0"/>
          <a:lstStyle>
            <a:lvl1pPr marL="33655" indent="0" algn="l">
              <a:buNone/>
              <a:defRPr sz="32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61340" indent="0" algn="ctr">
              <a:buNone/>
            </a:lvl2pPr>
            <a:lvl3pPr marL="1123315" indent="0" algn="ctr">
              <a:buNone/>
            </a:lvl3pPr>
            <a:lvl4pPr marL="1684655" indent="0" algn="ctr">
              <a:buNone/>
            </a:lvl4pPr>
            <a:lvl5pPr marL="2246630" indent="0" algn="ctr">
              <a:buNone/>
            </a:lvl5pPr>
            <a:lvl6pPr marL="2807970" indent="0" algn="ctr">
              <a:buNone/>
            </a:lvl6pPr>
            <a:lvl7pPr marL="3369310" indent="0" algn="ctr">
              <a:buNone/>
            </a:lvl7pPr>
            <a:lvl8pPr marL="3931285" indent="0" algn="ctr">
              <a:buNone/>
            </a:lvl8pPr>
            <a:lvl9pPr marL="4492625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54AB02A5-4FE5-49D9-9E24-09F23B90C450}" type="datetimeFigureOut">
              <a:rPr lang="en-US" smtClean="0"/>
            </a:fld>
            <a:endParaRPr 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6294C92D-0306-4E69-9CD3-20855E849650}" type="slidenum">
              <a:rPr kumimoji="0" lang="en-US" smtClean="0"/>
            </a:fld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578274" y="1937432"/>
            <a:ext cx="360232" cy="288206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982065" y="1843171"/>
            <a:ext cx="109636" cy="87714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6357"/>
            <a:ext cx="12843066" cy="156633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58977" y="1984022"/>
            <a:ext cx="12843066" cy="6578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10241" y="-73"/>
            <a:ext cx="11746706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6391" y="3563410"/>
            <a:ext cx="10963593" cy="3132667"/>
          </a:xfrm>
        </p:spPr>
        <p:txBody>
          <a:bodyPr anchor="t"/>
          <a:lstStyle>
            <a:lvl1pPr algn="l">
              <a:lnSpc>
                <a:spcPts val="5525"/>
              </a:lnSpc>
              <a:buNone/>
              <a:defRPr sz="49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16391" y="1461910"/>
            <a:ext cx="10963593" cy="2068865"/>
          </a:xfrm>
        </p:spPr>
        <p:txBody>
          <a:bodyPr anchor="b"/>
          <a:lstStyle>
            <a:lvl1pPr marL="22225" indent="0">
              <a:lnSpc>
                <a:spcPts val="2825"/>
              </a:lnSpc>
              <a:spcBef>
                <a:spcPts val="0"/>
              </a:spcBef>
              <a:buNone/>
              <a:defRPr sz="2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3915569" y="1"/>
            <a:ext cx="130519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3720854" y="3857122"/>
            <a:ext cx="360232" cy="288206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4124646" y="3762860"/>
            <a:ext cx="109636" cy="87714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5920"/>
            <a:ext cx="12843066" cy="156633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58977" y="2088445"/>
            <a:ext cx="6264910" cy="6390640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037133" y="2088445"/>
            <a:ext cx="6264910" cy="6390640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3114" y="7071573"/>
            <a:ext cx="14096048" cy="1566333"/>
          </a:xfrm>
        </p:spPr>
        <p:txBody>
          <a:bodyPr anchor="ctr"/>
          <a:lstStyle>
            <a:lvl1pPr algn="ctr">
              <a:defRPr sz="5500" b="1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3114" y="449863"/>
            <a:ext cx="6891401" cy="877147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8740" indent="0" algn="l">
              <a:lnSpc>
                <a:spcPct val="100000"/>
              </a:lnSpc>
              <a:spcBef>
                <a:spcPts val="125"/>
              </a:spcBef>
              <a:buNone/>
              <a:defRPr sz="2300" b="0">
                <a:solidFill>
                  <a:schemeClr val="tx1"/>
                </a:solidFill>
              </a:defRPr>
            </a:lvl1pPr>
            <a:lvl2pPr>
              <a:buNone/>
              <a:defRPr sz="2500" b="1"/>
            </a:lvl2pPr>
            <a:lvl3pPr>
              <a:buNone/>
              <a:defRPr sz="2200" b="1"/>
            </a:lvl3pPr>
            <a:lvl4pPr>
              <a:buNone/>
              <a:defRPr sz="2000" b="1"/>
            </a:lvl4pPr>
            <a:lvl5pPr>
              <a:buNone/>
              <a:defRPr sz="20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7987760" y="449863"/>
            <a:ext cx="6891401" cy="877147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8740" indent="0" algn="l">
              <a:lnSpc>
                <a:spcPct val="100000"/>
              </a:lnSpc>
              <a:spcBef>
                <a:spcPts val="125"/>
              </a:spcBef>
              <a:buNone/>
              <a:defRPr sz="2300" b="0">
                <a:solidFill>
                  <a:schemeClr val="tx1"/>
                </a:solidFill>
              </a:defRPr>
            </a:lvl1pPr>
            <a:lvl2pPr>
              <a:buNone/>
              <a:defRPr sz="2500" b="1"/>
            </a:lvl2pPr>
            <a:lvl3pPr>
              <a:buNone/>
              <a:defRPr sz="2200" b="1"/>
            </a:lvl3pPr>
            <a:lvl4pPr>
              <a:buNone/>
              <a:defRPr sz="2000" b="1"/>
            </a:lvl4pPr>
            <a:lvl5pPr>
              <a:buNone/>
              <a:defRPr sz="20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783114" y="1328349"/>
            <a:ext cx="6891401" cy="5638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83235" indent="-337185">
              <a:lnSpc>
                <a:spcPct val="100000"/>
              </a:lnSpc>
              <a:spcBef>
                <a:spcPts val="860"/>
              </a:spcBef>
              <a:defRPr sz="2900"/>
            </a:lvl1pPr>
            <a:lvl2pPr>
              <a:lnSpc>
                <a:spcPct val="100000"/>
              </a:lnSpc>
              <a:spcBef>
                <a:spcPts val="860"/>
              </a:spcBef>
              <a:defRPr sz="2500"/>
            </a:lvl2pPr>
            <a:lvl3pPr>
              <a:lnSpc>
                <a:spcPct val="100000"/>
              </a:lnSpc>
              <a:spcBef>
                <a:spcPts val="860"/>
              </a:spcBef>
              <a:defRPr sz="2200"/>
            </a:lvl3pPr>
            <a:lvl4pPr>
              <a:lnSpc>
                <a:spcPct val="100000"/>
              </a:lnSpc>
              <a:spcBef>
                <a:spcPts val="860"/>
              </a:spcBef>
              <a:defRPr sz="2000"/>
            </a:lvl4pPr>
            <a:lvl5pPr>
              <a:lnSpc>
                <a:spcPct val="100000"/>
              </a:lnSpc>
              <a:spcBef>
                <a:spcPts val="860"/>
              </a:spcBef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987760" y="1328349"/>
            <a:ext cx="6891401" cy="5638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83235" indent="-337185">
              <a:lnSpc>
                <a:spcPct val="100000"/>
              </a:lnSpc>
              <a:spcBef>
                <a:spcPts val="860"/>
              </a:spcBef>
              <a:defRPr sz="2900"/>
            </a:lvl1pPr>
            <a:lvl2pPr>
              <a:lnSpc>
                <a:spcPct val="100000"/>
              </a:lnSpc>
              <a:spcBef>
                <a:spcPts val="860"/>
              </a:spcBef>
              <a:defRPr sz="2500"/>
            </a:lvl2pPr>
            <a:lvl3pPr>
              <a:lnSpc>
                <a:spcPct val="100000"/>
              </a:lnSpc>
              <a:spcBef>
                <a:spcPts val="860"/>
              </a:spcBef>
              <a:defRPr sz="2200"/>
            </a:lvl3pPr>
            <a:lvl4pPr>
              <a:lnSpc>
                <a:spcPct val="100000"/>
              </a:lnSpc>
              <a:spcBef>
                <a:spcPts val="860"/>
              </a:spcBef>
              <a:defRPr sz="2000"/>
            </a:lvl4pPr>
            <a:lvl5pPr>
              <a:lnSpc>
                <a:spcPct val="100000"/>
              </a:lnSpc>
              <a:spcBef>
                <a:spcPts val="860"/>
              </a:spcBef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5920"/>
            <a:ext cx="12843066" cy="1566333"/>
          </a:xfrm>
        </p:spPr>
        <p:txBody>
          <a:bodyPr anchor="ctr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38513" y="1"/>
            <a:ext cx="13923762" cy="939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738513" y="-73"/>
            <a:ext cx="125298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3114" y="297066"/>
            <a:ext cx="6525948" cy="1592440"/>
          </a:xfrm>
          <a:ln>
            <a:noFill/>
          </a:ln>
        </p:spPr>
        <p:txBody>
          <a:bodyPr anchor="b"/>
          <a:lstStyle>
            <a:lvl1pPr algn="l">
              <a:lnSpc>
                <a:spcPts val="2455"/>
              </a:lnSpc>
              <a:buNone/>
              <a:defRPr sz="2700" b="1"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83114" y="1928062"/>
            <a:ext cx="6525948" cy="957204"/>
          </a:xfrm>
        </p:spPr>
        <p:txBody>
          <a:bodyPr/>
          <a:lstStyle>
            <a:lvl1pPr marL="55880" indent="0">
              <a:lnSpc>
                <a:spcPct val="100000"/>
              </a:lnSpc>
              <a:spcBef>
                <a:spcPts val="0"/>
              </a:spcBef>
              <a:buNone/>
              <a:defRPr sz="1700"/>
            </a:lvl1pPr>
            <a:lvl2pPr>
              <a:buNone/>
              <a:defRPr sz="15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783114" y="2923825"/>
            <a:ext cx="13965529" cy="547129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500"/>
            </a:lvl4pPr>
            <a:lvl5pPr>
              <a:defRPr sz="25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83354" y="1461912"/>
            <a:ext cx="4698683" cy="2714978"/>
          </a:xfrm>
        </p:spPr>
        <p:txBody>
          <a:bodyPr anchor="b">
            <a:noAutofit/>
          </a:bodyPr>
          <a:lstStyle>
            <a:lvl1pPr algn="l">
              <a:buNone/>
              <a:defRPr sz="2600" b="1"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05189" y="1461913"/>
            <a:ext cx="7831138" cy="6265333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12316" tIns="336947" rIns="112316" bIns="56158" rtlCol="0" anchor="t">
            <a:normAutofit/>
          </a:bodyPr>
          <a:lstStyle/>
          <a:p>
            <a:pPr marL="0" indent="-347980" algn="l" rtl="0" eaLnBrk="1" latinLnBrk="0" hangingPunct="1">
              <a:lnSpc>
                <a:spcPts val="3685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435708" y="1566340"/>
            <a:ext cx="7570100" cy="4816209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112316" tIns="336947" anchor="t"/>
          <a:lstStyle>
            <a:lvl1pPr marL="0" indent="0" algn="l" eaLnBrk="1" latinLnBrk="0" hangingPunct="1">
              <a:buNone/>
              <a:defRPr sz="3900"/>
            </a:lvl1pPr>
          </a:lstStyle>
          <a:p>
            <a:pPr marL="0" algn="l" eaLnBrk="1" latinLnBrk="0" hangingPunct="1"/>
            <a:r>
              <a:rPr kumimoji="0" lang="zh-CN" altLang="en-US" dirty="0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679530" y="1307802"/>
            <a:ext cx="1174671" cy="27998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8570517" y="1283745"/>
            <a:ext cx="1112022" cy="27998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35708" y="6578602"/>
            <a:ext cx="7570100" cy="1044222"/>
          </a:xfrm>
        </p:spPr>
        <p:txBody>
          <a:bodyPr anchor="ctr"/>
          <a:lstStyle>
            <a:lvl1pPr marL="0" indent="0" algn="l">
              <a:lnSpc>
                <a:spcPts val="1965"/>
              </a:lnSpc>
              <a:spcBef>
                <a:spcPts val="0"/>
              </a:spcBef>
              <a:buNone/>
              <a:defRPr sz="1700">
                <a:solidFill>
                  <a:srgbClr val="777777"/>
                </a:solidFill>
              </a:defRPr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6357"/>
            <a:ext cx="12843066" cy="156633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58977" y="1984022"/>
            <a:ext cx="12843066" cy="65786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46706" y="376359"/>
            <a:ext cx="3132455" cy="8018757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7784" y="376361"/>
            <a:ext cx="9527884" cy="801875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54AB02A5-4FE5-49D9-9E24-09F23B90C45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6294C92D-0306-4E69-9CD3-20855E849650}" type="slidenum">
              <a:rPr kumimoji="0" lang="en-US" smtClean="0"/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2602080" y="257986"/>
            <a:ext cx="1380988" cy="34424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15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长沙理工大学</a:t>
            </a:r>
            <a:endParaRPr lang="zh-CN" altLang="en-US" sz="15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498434" y="636722"/>
            <a:ext cx="2746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2527396" y="717254"/>
            <a:ext cx="3659743" cy="313468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1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Changsha University of Science and  Technology</a:t>
            </a:r>
            <a:endParaRPr lang="zh-CN" alt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09" y="252309"/>
            <a:ext cx="927503" cy="904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6357"/>
            <a:ext cx="12843066" cy="156633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554" y="607390"/>
            <a:ext cx="13941168" cy="60565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130148" y="8701623"/>
            <a:ext cx="3468516" cy="43413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87559" y="8701623"/>
            <a:ext cx="5087156" cy="43413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1482" y="8701623"/>
            <a:ext cx="3468516" cy="43413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1397557" y="-1118115"/>
            <a:ext cx="2807163" cy="2245883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89157" y="28921"/>
            <a:ext cx="2915593" cy="2332632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313248" y="1445847"/>
            <a:ext cx="1928181" cy="1511002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738513" y="-73"/>
            <a:ext cx="125298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217726"/>
            <a:ext cx="15662275" cy="1740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latinLnBrk="0" hangingPunct="1">
        <a:spcBef>
          <a:spcPct val="0"/>
        </a:spcBef>
        <a:buNone/>
        <a:defRPr kumimoji="0" sz="5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9580" indent="-347980" algn="l" rtl="0" eaLnBrk="1" latinLnBrk="0" hangingPunct="1">
        <a:lnSpc>
          <a:spcPct val="100000"/>
        </a:lnSpc>
        <a:spcBef>
          <a:spcPts val="735"/>
        </a:spcBef>
        <a:buClr>
          <a:schemeClr val="accent1"/>
        </a:buClr>
        <a:buSzPct val="80000"/>
        <a:buFont typeface="Wingdings 2" panose="05020102010507070707"/>
        <a:buChar char=""/>
        <a:defRPr kumimoji="0"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786130" indent="-292100" algn="l" rtl="0" eaLnBrk="1" latinLnBrk="0" hangingPunct="1">
        <a:lnSpc>
          <a:spcPct val="100000"/>
        </a:lnSpc>
        <a:spcBef>
          <a:spcPts val="675"/>
        </a:spcBef>
        <a:buClr>
          <a:schemeClr val="accent1"/>
        </a:buClr>
        <a:buFont typeface="Verdana" panose="020B0604030504040204"/>
        <a:buChar char="◦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660" indent="-28067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348105" indent="-21336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1595120" indent="-22479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1852930" indent="-22479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2111375" indent="-22479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2358390" indent="-22479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2616835" indent="-22479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613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233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8465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2466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807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3693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9312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4926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2.wmf"/><Relationship Id="rId2" Type="http://schemas.openxmlformats.org/officeDocument/2006/relationships/image" Target="../media/image3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3.wmf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9.wmf"/><Relationship Id="rId14" Type="http://schemas.openxmlformats.org/officeDocument/2006/relationships/oleObject" Target="../embeddings/oleObject18.bin"/><Relationship Id="rId13" Type="http://schemas.openxmlformats.org/officeDocument/2006/relationships/image" Target="../media/image18.wmf"/><Relationship Id="rId12" Type="http://schemas.openxmlformats.org/officeDocument/2006/relationships/oleObject" Target="../embeddings/oleObject17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16.bin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0.bin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0.w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16.wmf"/><Relationship Id="rId19" Type="http://schemas.openxmlformats.org/officeDocument/2006/relationships/vmlDrawing" Target="../drawings/vmlDrawing5.v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41.wmf"/><Relationship Id="rId16" Type="http://schemas.openxmlformats.org/officeDocument/2006/relationships/oleObject" Target="../embeddings/oleObject42.bin"/><Relationship Id="rId15" Type="http://schemas.openxmlformats.org/officeDocument/2006/relationships/image" Target="../media/image40.wmf"/><Relationship Id="rId14" Type="http://schemas.openxmlformats.org/officeDocument/2006/relationships/oleObject" Target="../embeddings/oleObject41.bin"/><Relationship Id="rId13" Type="http://schemas.openxmlformats.org/officeDocument/2006/relationships/image" Target="../media/image39.wmf"/><Relationship Id="rId12" Type="http://schemas.openxmlformats.org/officeDocument/2006/relationships/oleObject" Target="../embeddings/oleObject40.bin"/><Relationship Id="rId11" Type="http://schemas.openxmlformats.org/officeDocument/2006/relationships/image" Target="../media/image38.wmf"/><Relationship Id="rId10" Type="http://schemas.openxmlformats.org/officeDocument/2006/relationships/oleObject" Target="../embeddings/oleObject39.bin"/><Relationship Id="rId1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4.bin"/><Relationship Id="rId29" Type="http://schemas.openxmlformats.org/officeDocument/2006/relationships/vmlDrawing" Target="../drawings/vmlDrawing6.v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39.wmf"/><Relationship Id="rId26" Type="http://schemas.openxmlformats.org/officeDocument/2006/relationships/oleObject" Target="../embeddings/oleObject56.bin"/><Relationship Id="rId25" Type="http://schemas.openxmlformats.org/officeDocument/2006/relationships/image" Target="../media/image38.wmf"/><Relationship Id="rId24" Type="http://schemas.openxmlformats.org/officeDocument/2006/relationships/oleObject" Target="../embeddings/oleObject55.bin"/><Relationship Id="rId23" Type="http://schemas.openxmlformats.org/officeDocument/2006/relationships/oleObject" Target="../embeddings/oleObject54.bin"/><Relationship Id="rId22" Type="http://schemas.openxmlformats.org/officeDocument/2006/relationships/image" Target="../media/image37.wmf"/><Relationship Id="rId21" Type="http://schemas.openxmlformats.org/officeDocument/2006/relationships/oleObject" Target="../embeddings/oleObject53.bin"/><Relationship Id="rId20" Type="http://schemas.openxmlformats.org/officeDocument/2006/relationships/image" Target="../media/image36.wmf"/><Relationship Id="rId2" Type="http://schemas.openxmlformats.org/officeDocument/2006/relationships/image" Target="../media/image13.wmf"/><Relationship Id="rId19" Type="http://schemas.openxmlformats.org/officeDocument/2006/relationships/oleObject" Target="../embeddings/oleObject52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51.bin"/><Relationship Id="rId16" Type="http://schemas.openxmlformats.org/officeDocument/2006/relationships/image" Target="../media/image46.wmf"/><Relationship Id="rId15" Type="http://schemas.openxmlformats.org/officeDocument/2006/relationships/oleObject" Target="../embeddings/oleObject50.bin"/><Relationship Id="rId14" Type="http://schemas.openxmlformats.org/officeDocument/2006/relationships/image" Target="../media/image45.wmf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44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4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8.bin"/><Relationship Id="rId29" Type="http://schemas.openxmlformats.org/officeDocument/2006/relationships/vmlDrawing" Target="../drawings/vmlDrawing7.v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52.wmf"/><Relationship Id="rId26" Type="http://schemas.openxmlformats.org/officeDocument/2006/relationships/oleObject" Target="../embeddings/oleObject70.bin"/><Relationship Id="rId25" Type="http://schemas.openxmlformats.org/officeDocument/2006/relationships/image" Target="../media/image51.wmf"/><Relationship Id="rId24" Type="http://schemas.openxmlformats.org/officeDocument/2006/relationships/oleObject" Target="../embeddings/oleObject69.bin"/><Relationship Id="rId23" Type="http://schemas.openxmlformats.org/officeDocument/2006/relationships/oleObject" Target="../embeddings/oleObject68.bin"/><Relationship Id="rId22" Type="http://schemas.openxmlformats.org/officeDocument/2006/relationships/image" Target="../media/image37.wmf"/><Relationship Id="rId21" Type="http://schemas.openxmlformats.org/officeDocument/2006/relationships/oleObject" Target="../embeddings/oleObject67.bin"/><Relationship Id="rId20" Type="http://schemas.openxmlformats.org/officeDocument/2006/relationships/image" Target="../media/image36.wmf"/><Relationship Id="rId2" Type="http://schemas.openxmlformats.org/officeDocument/2006/relationships/image" Target="../media/image13.wmf"/><Relationship Id="rId19" Type="http://schemas.openxmlformats.org/officeDocument/2006/relationships/oleObject" Target="../embeddings/oleObject66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65.bin"/><Relationship Id="rId16" Type="http://schemas.openxmlformats.org/officeDocument/2006/relationships/image" Target="../media/image50.wmf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63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62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5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54.wmf"/><Relationship Id="rId30" Type="http://schemas.openxmlformats.org/officeDocument/2006/relationships/vmlDrawing" Target="../drawings/vmlDrawing8.vml"/><Relationship Id="rId3" Type="http://schemas.openxmlformats.org/officeDocument/2006/relationships/oleObject" Target="../embeddings/oleObject72.bin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66.wmf"/><Relationship Id="rId27" Type="http://schemas.openxmlformats.org/officeDocument/2006/relationships/oleObject" Target="../embeddings/oleObject84.bin"/><Relationship Id="rId26" Type="http://schemas.openxmlformats.org/officeDocument/2006/relationships/image" Target="../media/image65.wmf"/><Relationship Id="rId25" Type="http://schemas.openxmlformats.org/officeDocument/2006/relationships/oleObject" Target="../embeddings/oleObject83.bin"/><Relationship Id="rId24" Type="http://schemas.openxmlformats.org/officeDocument/2006/relationships/image" Target="../media/image64.wmf"/><Relationship Id="rId23" Type="http://schemas.openxmlformats.org/officeDocument/2006/relationships/oleObject" Target="../embeddings/oleObject82.bin"/><Relationship Id="rId22" Type="http://schemas.openxmlformats.org/officeDocument/2006/relationships/image" Target="../media/image63.w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62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61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0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67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8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71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8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95.bin"/><Relationship Id="rId26" Type="http://schemas.openxmlformats.org/officeDocument/2006/relationships/vmlDrawing" Target="../drawings/vmlDrawing11.v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87.wmf"/><Relationship Id="rId23" Type="http://schemas.openxmlformats.org/officeDocument/2006/relationships/oleObject" Target="../embeddings/oleObject105.bin"/><Relationship Id="rId22" Type="http://schemas.openxmlformats.org/officeDocument/2006/relationships/image" Target="../media/image86.wmf"/><Relationship Id="rId21" Type="http://schemas.openxmlformats.org/officeDocument/2006/relationships/oleObject" Target="../embeddings/oleObject104.bin"/><Relationship Id="rId20" Type="http://schemas.openxmlformats.org/officeDocument/2006/relationships/image" Target="../media/image85.w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103.bin"/><Relationship Id="rId18" Type="http://schemas.openxmlformats.org/officeDocument/2006/relationships/image" Target="../media/image84.wmf"/><Relationship Id="rId17" Type="http://schemas.openxmlformats.org/officeDocument/2006/relationships/oleObject" Target="../embeddings/oleObject102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101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100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9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107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88.wmf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114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0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116.bin"/><Relationship Id="rId23" Type="http://schemas.openxmlformats.org/officeDocument/2006/relationships/vmlDrawing" Target="../drawings/vmlDrawing13.v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91.wmf"/><Relationship Id="rId20" Type="http://schemas.openxmlformats.org/officeDocument/2006/relationships/oleObject" Target="../embeddings/oleObject125.bin"/><Relationship Id="rId2" Type="http://schemas.openxmlformats.org/officeDocument/2006/relationships/image" Target="../media/image93.wmf"/><Relationship Id="rId19" Type="http://schemas.openxmlformats.org/officeDocument/2006/relationships/image" Target="../media/image90.wmf"/><Relationship Id="rId18" Type="http://schemas.openxmlformats.org/officeDocument/2006/relationships/oleObject" Target="../embeddings/oleObject124.bin"/><Relationship Id="rId17" Type="http://schemas.openxmlformats.org/officeDocument/2006/relationships/image" Target="../media/image89.wmf"/><Relationship Id="rId16" Type="http://schemas.openxmlformats.org/officeDocument/2006/relationships/oleObject" Target="../embeddings/oleObject123.bin"/><Relationship Id="rId15" Type="http://schemas.openxmlformats.org/officeDocument/2006/relationships/oleObject" Target="../embeddings/oleObject122.bin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121.bin"/><Relationship Id="rId12" Type="http://schemas.openxmlformats.org/officeDocument/2006/relationships/image" Target="../media/image98.wmf"/><Relationship Id="rId11" Type="http://schemas.openxmlformats.org/officeDocument/2006/relationships/oleObject" Target="../embeddings/oleObject120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11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61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127.bin"/><Relationship Id="rId27" Type="http://schemas.openxmlformats.org/officeDocument/2006/relationships/vmlDrawing" Target="../drawings/vmlDrawing14.v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106.wmf"/><Relationship Id="rId24" Type="http://schemas.openxmlformats.org/officeDocument/2006/relationships/oleObject" Target="../embeddings/oleObject138.bin"/><Relationship Id="rId23" Type="http://schemas.openxmlformats.org/officeDocument/2006/relationships/image" Target="../media/image105.wmf"/><Relationship Id="rId22" Type="http://schemas.openxmlformats.org/officeDocument/2006/relationships/oleObject" Target="../embeddings/oleObject137.bin"/><Relationship Id="rId21" Type="http://schemas.openxmlformats.org/officeDocument/2006/relationships/image" Target="../media/image104.wmf"/><Relationship Id="rId20" Type="http://schemas.openxmlformats.org/officeDocument/2006/relationships/oleObject" Target="../embeddings/oleObject136.bin"/><Relationship Id="rId2" Type="http://schemas.openxmlformats.org/officeDocument/2006/relationships/image" Target="../media/image58.wmf"/><Relationship Id="rId19" Type="http://schemas.openxmlformats.org/officeDocument/2006/relationships/image" Target="../media/image103.wmf"/><Relationship Id="rId18" Type="http://schemas.openxmlformats.org/officeDocument/2006/relationships/oleObject" Target="../embeddings/oleObject135.bin"/><Relationship Id="rId17" Type="http://schemas.openxmlformats.org/officeDocument/2006/relationships/image" Target="../media/image102.wmf"/><Relationship Id="rId16" Type="http://schemas.openxmlformats.org/officeDocument/2006/relationships/oleObject" Target="../embeddings/oleObject134.bin"/><Relationship Id="rId15" Type="http://schemas.openxmlformats.org/officeDocument/2006/relationships/oleObject" Target="../embeddings/oleObject133.bin"/><Relationship Id="rId14" Type="http://schemas.openxmlformats.org/officeDocument/2006/relationships/image" Target="../media/image101.wmf"/><Relationship Id="rId13" Type="http://schemas.openxmlformats.org/officeDocument/2006/relationships/oleObject" Target="../embeddings/oleObject132.bin"/><Relationship Id="rId12" Type="http://schemas.openxmlformats.org/officeDocument/2006/relationships/image" Target="../media/image100.wmf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12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08.wmf"/><Relationship Id="rId32" Type="http://schemas.openxmlformats.org/officeDocument/2006/relationships/vmlDrawing" Target="../drawings/vmlDrawing15.v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121.wmf"/><Relationship Id="rId3" Type="http://schemas.openxmlformats.org/officeDocument/2006/relationships/oleObject" Target="../embeddings/oleObject140.bin"/><Relationship Id="rId29" Type="http://schemas.openxmlformats.org/officeDocument/2006/relationships/oleObject" Target="../embeddings/oleObject153.bin"/><Relationship Id="rId28" Type="http://schemas.openxmlformats.org/officeDocument/2006/relationships/image" Target="../media/image120.wmf"/><Relationship Id="rId27" Type="http://schemas.openxmlformats.org/officeDocument/2006/relationships/oleObject" Target="../embeddings/oleObject152.bin"/><Relationship Id="rId26" Type="http://schemas.openxmlformats.org/officeDocument/2006/relationships/image" Target="../media/image119.wmf"/><Relationship Id="rId25" Type="http://schemas.openxmlformats.org/officeDocument/2006/relationships/oleObject" Target="../embeddings/oleObject151.bin"/><Relationship Id="rId24" Type="http://schemas.openxmlformats.org/officeDocument/2006/relationships/image" Target="../media/image118.wmf"/><Relationship Id="rId23" Type="http://schemas.openxmlformats.org/officeDocument/2006/relationships/oleObject" Target="../embeddings/oleObject150.bin"/><Relationship Id="rId22" Type="http://schemas.openxmlformats.org/officeDocument/2006/relationships/image" Target="../media/image117.wmf"/><Relationship Id="rId21" Type="http://schemas.openxmlformats.org/officeDocument/2006/relationships/oleObject" Target="../embeddings/oleObject149.bin"/><Relationship Id="rId20" Type="http://schemas.openxmlformats.org/officeDocument/2006/relationships/image" Target="../media/image116.wmf"/><Relationship Id="rId2" Type="http://schemas.openxmlformats.org/officeDocument/2006/relationships/image" Target="../media/image107.wmf"/><Relationship Id="rId19" Type="http://schemas.openxmlformats.org/officeDocument/2006/relationships/oleObject" Target="../embeddings/oleObject148.bin"/><Relationship Id="rId18" Type="http://schemas.openxmlformats.org/officeDocument/2006/relationships/image" Target="../media/image115.wmf"/><Relationship Id="rId17" Type="http://schemas.openxmlformats.org/officeDocument/2006/relationships/oleObject" Target="../embeddings/oleObject147.bin"/><Relationship Id="rId16" Type="http://schemas.openxmlformats.org/officeDocument/2006/relationships/image" Target="../media/image114.wmf"/><Relationship Id="rId15" Type="http://schemas.openxmlformats.org/officeDocument/2006/relationships/oleObject" Target="../embeddings/oleObject146.bin"/><Relationship Id="rId14" Type="http://schemas.openxmlformats.org/officeDocument/2006/relationships/image" Target="../media/image113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3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23.wmf"/><Relationship Id="rId33" Type="http://schemas.openxmlformats.org/officeDocument/2006/relationships/vmlDrawing" Target="../drawings/vmlDrawing16.vml"/><Relationship Id="rId32" Type="http://schemas.openxmlformats.org/officeDocument/2006/relationships/slideLayout" Target="../slideLayouts/slideLayout12.xml"/><Relationship Id="rId31" Type="http://schemas.openxmlformats.org/officeDocument/2006/relationships/image" Target="../media/image135.wmf"/><Relationship Id="rId30" Type="http://schemas.openxmlformats.org/officeDocument/2006/relationships/oleObject" Target="../embeddings/oleObject170.bin"/><Relationship Id="rId3" Type="http://schemas.openxmlformats.org/officeDocument/2006/relationships/oleObject" Target="../embeddings/oleObject155.bin"/><Relationship Id="rId29" Type="http://schemas.openxmlformats.org/officeDocument/2006/relationships/oleObject" Target="../embeddings/oleObject169.bin"/><Relationship Id="rId28" Type="http://schemas.openxmlformats.org/officeDocument/2006/relationships/image" Target="../media/image134.wmf"/><Relationship Id="rId27" Type="http://schemas.openxmlformats.org/officeDocument/2006/relationships/oleObject" Target="../embeddings/oleObject168.bin"/><Relationship Id="rId26" Type="http://schemas.openxmlformats.org/officeDocument/2006/relationships/image" Target="../media/image133.wmf"/><Relationship Id="rId25" Type="http://schemas.openxmlformats.org/officeDocument/2006/relationships/oleObject" Target="../embeddings/oleObject167.bin"/><Relationship Id="rId24" Type="http://schemas.openxmlformats.org/officeDocument/2006/relationships/oleObject" Target="../embeddings/oleObject166.bin"/><Relationship Id="rId23" Type="http://schemas.openxmlformats.org/officeDocument/2006/relationships/oleObject" Target="../embeddings/oleObject165.bin"/><Relationship Id="rId22" Type="http://schemas.openxmlformats.org/officeDocument/2006/relationships/image" Target="../media/image132.wmf"/><Relationship Id="rId21" Type="http://schemas.openxmlformats.org/officeDocument/2006/relationships/oleObject" Target="../embeddings/oleObject164.bin"/><Relationship Id="rId20" Type="http://schemas.openxmlformats.org/officeDocument/2006/relationships/image" Target="../media/image131.wmf"/><Relationship Id="rId2" Type="http://schemas.openxmlformats.org/officeDocument/2006/relationships/image" Target="../media/image122.wmf"/><Relationship Id="rId19" Type="http://schemas.openxmlformats.org/officeDocument/2006/relationships/oleObject" Target="../embeddings/oleObject163.bin"/><Relationship Id="rId18" Type="http://schemas.openxmlformats.org/officeDocument/2006/relationships/image" Target="../media/image130.wmf"/><Relationship Id="rId17" Type="http://schemas.openxmlformats.org/officeDocument/2006/relationships/oleObject" Target="../embeddings/oleObject162.bin"/><Relationship Id="rId16" Type="http://schemas.openxmlformats.org/officeDocument/2006/relationships/image" Target="../media/image129.wmf"/><Relationship Id="rId15" Type="http://schemas.openxmlformats.org/officeDocument/2006/relationships/oleObject" Target="../embeddings/oleObject161.bin"/><Relationship Id="rId14" Type="http://schemas.openxmlformats.org/officeDocument/2006/relationships/image" Target="../media/image128.wmf"/><Relationship Id="rId13" Type="http://schemas.openxmlformats.org/officeDocument/2006/relationships/oleObject" Target="../embeddings/oleObject160.bin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59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15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5.bin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74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72.bin"/><Relationship Id="rId27" Type="http://schemas.openxmlformats.org/officeDocument/2006/relationships/vmlDrawing" Target="../drawings/vmlDrawing17.v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143.wmf"/><Relationship Id="rId24" Type="http://schemas.openxmlformats.org/officeDocument/2006/relationships/oleObject" Target="../embeddings/oleObject183.bin"/><Relationship Id="rId23" Type="http://schemas.openxmlformats.org/officeDocument/2006/relationships/oleObject" Target="../embeddings/oleObject182.bin"/><Relationship Id="rId22" Type="http://schemas.openxmlformats.org/officeDocument/2006/relationships/image" Target="../media/image142.wmf"/><Relationship Id="rId21" Type="http://schemas.openxmlformats.org/officeDocument/2006/relationships/oleObject" Target="../embeddings/oleObject181.bin"/><Relationship Id="rId20" Type="http://schemas.openxmlformats.org/officeDocument/2006/relationships/image" Target="../media/image141.wmf"/><Relationship Id="rId2" Type="http://schemas.openxmlformats.org/officeDocument/2006/relationships/image" Target="../media/image93.wmf"/><Relationship Id="rId19" Type="http://schemas.openxmlformats.org/officeDocument/2006/relationships/oleObject" Target="../embeddings/oleObject180.bin"/><Relationship Id="rId18" Type="http://schemas.openxmlformats.org/officeDocument/2006/relationships/image" Target="../media/image140.wmf"/><Relationship Id="rId17" Type="http://schemas.openxmlformats.org/officeDocument/2006/relationships/oleObject" Target="../embeddings/oleObject179.bin"/><Relationship Id="rId16" Type="http://schemas.openxmlformats.org/officeDocument/2006/relationships/image" Target="../media/image139.wmf"/><Relationship Id="rId15" Type="http://schemas.openxmlformats.org/officeDocument/2006/relationships/oleObject" Target="../embeddings/oleObject178.bin"/><Relationship Id="rId14" Type="http://schemas.openxmlformats.org/officeDocument/2006/relationships/image" Target="../media/image128.wmf"/><Relationship Id="rId13" Type="http://schemas.openxmlformats.org/officeDocument/2006/relationships/oleObject" Target="../embeddings/oleObject177.bin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76.bin"/><Relationship Id="rId10" Type="http://schemas.openxmlformats.org/officeDocument/2006/relationships/image" Target="../media/image138.wmf"/><Relationship Id="rId1" Type="http://schemas.openxmlformats.org/officeDocument/2006/relationships/oleObject" Target="../embeddings/oleObject171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5.w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144.wmf"/><Relationship Id="rId1" Type="http://schemas.openxmlformats.org/officeDocument/2006/relationships/oleObject" Target="../embeddings/oleObject18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0.bin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89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47.wmf"/><Relationship Id="rId32" Type="http://schemas.openxmlformats.org/officeDocument/2006/relationships/vmlDrawing" Target="../drawings/vmlDrawing19.v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160.png"/><Relationship Id="rId3" Type="http://schemas.openxmlformats.org/officeDocument/2006/relationships/oleObject" Target="../embeddings/oleObject187.bin"/><Relationship Id="rId29" Type="http://schemas.openxmlformats.org/officeDocument/2006/relationships/image" Target="../media/image159.wmf"/><Relationship Id="rId28" Type="http://schemas.openxmlformats.org/officeDocument/2006/relationships/oleObject" Target="../embeddings/oleObject200.bin"/><Relationship Id="rId27" Type="http://schemas.openxmlformats.org/officeDocument/2006/relationships/image" Target="../media/image158.wmf"/><Relationship Id="rId26" Type="http://schemas.openxmlformats.org/officeDocument/2006/relationships/oleObject" Target="../embeddings/oleObject199.bin"/><Relationship Id="rId25" Type="http://schemas.openxmlformats.org/officeDocument/2006/relationships/image" Target="../media/image157.wmf"/><Relationship Id="rId24" Type="http://schemas.openxmlformats.org/officeDocument/2006/relationships/oleObject" Target="../embeddings/oleObject198.bin"/><Relationship Id="rId23" Type="http://schemas.openxmlformats.org/officeDocument/2006/relationships/image" Target="../media/image156.wmf"/><Relationship Id="rId22" Type="http://schemas.openxmlformats.org/officeDocument/2006/relationships/oleObject" Target="../embeddings/oleObject197.bin"/><Relationship Id="rId21" Type="http://schemas.openxmlformats.org/officeDocument/2006/relationships/image" Target="../media/image155.wmf"/><Relationship Id="rId20" Type="http://schemas.openxmlformats.org/officeDocument/2006/relationships/oleObject" Target="../embeddings/oleObject196.bin"/><Relationship Id="rId2" Type="http://schemas.openxmlformats.org/officeDocument/2006/relationships/image" Target="../media/image146.wmf"/><Relationship Id="rId19" Type="http://schemas.openxmlformats.org/officeDocument/2006/relationships/image" Target="../media/image154.wmf"/><Relationship Id="rId18" Type="http://schemas.openxmlformats.org/officeDocument/2006/relationships/oleObject" Target="../embeddings/oleObject195.bin"/><Relationship Id="rId17" Type="http://schemas.openxmlformats.org/officeDocument/2006/relationships/image" Target="../media/image153.wmf"/><Relationship Id="rId16" Type="http://schemas.openxmlformats.org/officeDocument/2006/relationships/oleObject" Target="../embeddings/oleObject194.bin"/><Relationship Id="rId15" Type="http://schemas.openxmlformats.org/officeDocument/2006/relationships/image" Target="../media/image152.wmf"/><Relationship Id="rId14" Type="http://schemas.openxmlformats.org/officeDocument/2006/relationships/oleObject" Target="../embeddings/oleObject193.bin"/><Relationship Id="rId13" Type="http://schemas.openxmlformats.org/officeDocument/2006/relationships/image" Target="../media/image151.wmf"/><Relationship Id="rId12" Type="http://schemas.openxmlformats.org/officeDocument/2006/relationships/oleObject" Target="../embeddings/oleObject192.bin"/><Relationship Id="rId11" Type="http://schemas.openxmlformats.org/officeDocument/2006/relationships/oleObject" Target="../embeddings/oleObject191.bin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8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5.bin"/><Relationship Id="rId8" Type="http://schemas.openxmlformats.org/officeDocument/2006/relationships/image" Target="../media/image158.wmf"/><Relationship Id="rId7" Type="http://schemas.openxmlformats.org/officeDocument/2006/relationships/oleObject" Target="../embeddings/oleObject204.bin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155.wmf"/><Relationship Id="rId32" Type="http://schemas.openxmlformats.org/officeDocument/2006/relationships/vmlDrawing" Target="../drawings/vmlDrawing20.vml"/><Relationship Id="rId31" Type="http://schemas.openxmlformats.org/officeDocument/2006/relationships/slideLayout" Target="../slideLayouts/slideLayout12.xml"/><Relationship Id="rId30" Type="http://schemas.openxmlformats.org/officeDocument/2006/relationships/oleObject" Target="../embeddings/oleObject219.bin"/><Relationship Id="rId3" Type="http://schemas.openxmlformats.org/officeDocument/2006/relationships/oleObject" Target="../embeddings/oleObject202.bin"/><Relationship Id="rId29" Type="http://schemas.openxmlformats.org/officeDocument/2006/relationships/oleObject" Target="../embeddings/oleObject218.bin"/><Relationship Id="rId28" Type="http://schemas.openxmlformats.org/officeDocument/2006/relationships/image" Target="../media/image166.wmf"/><Relationship Id="rId27" Type="http://schemas.openxmlformats.org/officeDocument/2006/relationships/oleObject" Target="../embeddings/oleObject217.bin"/><Relationship Id="rId26" Type="http://schemas.openxmlformats.org/officeDocument/2006/relationships/oleObject" Target="../embeddings/oleObject216.bin"/><Relationship Id="rId25" Type="http://schemas.openxmlformats.org/officeDocument/2006/relationships/oleObject" Target="../embeddings/oleObject215.bin"/><Relationship Id="rId24" Type="http://schemas.openxmlformats.org/officeDocument/2006/relationships/image" Target="../media/image165.wmf"/><Relationship Id="rId23" Type="http://schemas.openxmlformats.org/officeDocument/2006/relationships/oleObject" Target="../embeddings/oleObject214.bin"/><Relationship Id="rId22" Type="http://schemas.openxmlformats.org/officeDocument/2006/relationships/image" Target="../media/image164.wmf"/><Relationship Id="rId21" Type="http://schemas.openxmlformats.org/officeDocument/2006/relationships/oleObject" Target="../embeddings/oleObject213.bin"/><Relationship Id="rId20" Type="http://schemas.openxmlformats.org/officeDocument/2006/relationships/image" Target="../media/image163.wmf"/><Relationship Id="rId2" Type="http://schemas.openxmlformats.org/officeDocument/2006/relationships/image" Target="../media/image154.wmf"/><Relationship Id="rId19" Type="http://schemas.openxmlformats.org/officeDocument/2006/relationships/oleObject" Target="../embeddings/oleObject212.bin"/><Relationship Id="rId18" Type="http://schemas.openxmlformats.org/officeDocument/2006/relationships/oleObject" Target="../embeddings/oleObject211.bin"/><Relationship Id="rId17" Type="http://schemas.openxmlformats.org/officeDocument/2006/relationships/oleObject" Target="../embeddings/oleObject210.bin"/><Relationship Id="rId16" Type="http://schemas.openxmlformats.org/officeDocument/2006/relationships/image" Target="../media/image162.wmf"/><Relationship Id="rId15" Type="http://schemas.openxmlformats.org/officeDocument/2006/relationships/oleObject" Target="../embeddings/oleObject209.bin"/><Relationship Id="rId14" Type="http://schemas.openxmlformats.org/officeDocument/2006/relationships/image" Target="../media/image161.wmf"/><Relationship Id="rId13" Type="http://schemas.openxmlformats.org/officeDocument/2006/relationships/oleObject" Target="../embeddings/oleObject208.bin"/><Relationship Id="rId12" Type="http://schemas.openxmlformats.org/officeDocument/2006/relationships/oleObject" Target="../embeddings/oleObject207.bin"/><Relationship Id="rId11" Type="http://schemas.openxmlformats.org/officeDocument/2006/relationships/oleObject" Target="../embeddings/oleObject206.bin"/><Relationship Id="rId10" Type="http://schemas.openxmlformats.org/officeDocument/2006/relationships/image" Target="../media/image156.wmf"/><Relationship Id="rId1" Type="http://schemas.openxmlformats.org/officeDocument/2006/relationships/oleObject" Target="../embeddings/oleObject20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4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223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222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221.bin"/><Relationship Id="rId28" Type="http://schemas.openxmlformats.org/officeDocument/2006/relationships/vmlDrawing" Target="../drawings/vmlDrawing21.v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179.wmf"/><Relationship Id="rId25" Type="http://schemas.openxmlformats.org/officeDocument/2006/relationships/oleObject" Target="../embeddings/oleObject232.bin"/><Relationship Id="rId24" Type="http://schemas.openxmlformats.org/officeDocument/2006/relationships/image" Target="../media/image178.wmf"/><Relationship Id="rId23" Type="http://schemas.openxmlformats.org/officeDocument/2006/relationships/oleObject" Target="../embeddings/oleObject231.bin"/><Relationship Id="rId22" Type="http://schemas.openxmlformats.org/officeDocument/2006/relationships/image" Target="../media/image177.wmf"/><Relationship Id="rId21" Type="http://schemas.openxmlformats.org/officeDocument/2006/relationships/oleObject" Target="../embeddings/oleObject230.bin"/><Relationship Id="rId20" Type="http://schemas.openxmlformats.org/officeDocument/2006/relationships/image" Target="../media/image176.wmf"/><Relationship Id="rId2" Type="http://schemas.openxmlformats.org/officeDocument/2006/relationships/image" Target="../media/image167.wmf"/><Relationship Id="rId19" Type="http://schemas.openxmlformats.org/officeDocument/2006/relationships/oleObject" Target="../embeddings/oleObject229.bin"/><Relationship Id="rId18" Type="http://schemas.openxmlformats.org/officeDocument/2006/relationships/image" Target="../media/image175.wmf"/><Relationship Id="rId17" Type="http://schemas.openxmlformats.org/officeDocument/2006/relationships/oleObject" Target="../embeddings/oleObject228.bin"/><Relationship Id="rId16" Type="http://schemas.openxmlformats.org/officeDocument/2006/relationships/image" Target="../media/image174.wmf"/><Relationship Id="rId15" Type="http://schemas.openxmlformats.org/officeDocument/2006/relationships/oleObject" Target="../embeddings/oleObject227.bin"/><Relationship Id="rId14" Type="http://schemas.openxmlformats.org/officeDocument/2006/relationships/image" Target="../media/image173.wmf"/><Relationship Id="rId13" Type="http://schemas.openxmlformats.org/officeDocument/2006/relationships/oleObject" Target="../embeddings/oleObject226.bin"/><Relationship Id="rId12" Type="http://schemas.openxmlformats.org/officeDocument/2006/relationships/image" Target="../media/image172.wmf"/><Relationship Id="rId11" Type="http://schemas.openxmlformats.org/officeDocument/2006/relationships/oleObject" Target="../embeddings/oleObject225.bin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220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0.wmf"/><Relationship Id="rId1" Type="http://schemas.openxmlformats.org/officeDocument/2006/relationships/oleObject" Target="../embeddings/oleObject233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2.wmf"/><Relationship Id="rId3" Type="http://schemas.openxmlformats.org/officeDocument/2006/relationships/oleObject" Target="../embeddings/oleObject235.bin"/><Relationship Id="rId2" Type="http://schemas.openxmlformats.org/officeDocument/2006/relationships/image" Target="../media/image181.wmf"/><Relationship Id="rId1" Type="http://schemas.openxmlformats.org/officeDocument/2006/relationships/oleObject" Target="../embeddings/oleObject23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0.bin"/><Relationship Id="rId8" Type="http://schemas.openxmlformats.org/officeDocument/2006/relationships/image" Target="../media/image186.wmf"/><Relationship Id="rId7" Type="http://schemas.openxmlformats.org/officeDocument/2006/relationships/oleObject" Target="../embeddings/oleObject239.bin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237.bin"/><Relationship Id="rId25" Type="http://schemas.openxmlformats.org/officeDocument/2006/relationships/vmlDrawing" Target="../drawings/vmlDrawing24.v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93.wmf"/><Relationship Id="rId22" Type="http://schemas.openxmlformats.org/officeDocument/2006/relationships/oleObject" Target="../embeddings/oleObject247.bin"/><Relationship Id="rId21" Type="http://schemas.openxmlformats.org/officeDocument/2006/relationships/image" Target="../media/image192.wmf"/><Relationship Id="rId20" Type="http://schemas.openxmlformats.org/officeDocument/2006/relationships/oleObject" Target="../embeddings/oleObject246.bin"/><Relationship Id="rId2" Type="http://schemas.openxmlformats.org/officeDocument/2006/relationships/image" Target="../media/image183.wmf"/><Relationship Id="rId19" Type="http://schemas.openxmlformats.org/officeDocument/2006/relationships/image" Target="../media/image191.wmf"/><Relationship Id="rId18" Type="http://schemas.openxmlformats.org/officeDocument/2006/relationships/oleObject" Target="../embeddings/oleObject245.bin"/><Relationship Id="rId17" Type="http://schemas.openxmlformats.org/officeDocument/2006/relationships/image" Target="../media/image190.wmf"/><Relationship Id="rId16" Type="http://schemas.openxmlformats.org/officeDocument/2006/relationships/oleObject" Target="../embeddings/oleObject244.bin"/><Relationship Id="rId15" Type="http://schemas.openxmlformats.org/officeDocument/2006/relationships/image" Target="../media/image189.wmf"/><Relationship Id="rId14" Type="http://schemas.openxmlformats.org/officeDocument/2006/relationships/oleObject" Target="../embeddings/oleObject243.bin"/><Relationship Id="rId13" Type="http://schemas.openxmlformats.org/officeDocument/2006/relationships/image" Target="../media/image188.wmf"/><Relationship Id="rId12" Type="http://schemas.openxmlformats.org/officeDocument/2006/relationships/oleObject" Target="../embeddings/oleObject242.bin"/><Relationship Id="rId11" Type="http://schemas.openxmlformats.org/officeDocument/2006/relationships/oleObject" Target="../embeddings/oleObject241.bin"/><Relationship Id="rId10" Type="http://schemas.openxmlformats.org/officeDocument/2006/relationships/image" Target="../media/image187.wmf"/><Relationship Id="rId1" Type="http://schemas.openxmlformats.org/officeDocument/2006/relationships/oleObject" Target="../embeddings/oleObject236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横卷形 11"/>
          <p:cNvSpPr/>
          <p:nvPr>
            <p:custDataLst>
              <p:tags r:id="rId1"/>
            </p:custDataLst>
          </p:nvPr>
        </p:nvSpPr>
        <p:spPr>
          <a:xfrm>
            <a:off x="8851687" y="7263496"/>
            <a:ext cx="4661614" cy="1303672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5"/>
          </a:p>
        </p:txBody>
      </p:sp>
      <p:sp>
        <p:nvSpPr>
          <p:cNvPr id="10" name="文本框 9"/>
          <p:cNvSpPr txBox="1"/>
          <p:nvPr/>
        </p:nvSpPr>
        <p:spPr>
          <a:xfrm>
            <a:off x="5131981" y="378975"/>
            <a:ext cx="6315182" cy="65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65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解析函数</a:t>
            </a:r>
            <a:endParaRPr lang="zh-CN" altLang="en-US" sz="3665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3909164" y="3372123"/>
            <a:ext cx="3179445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5" dirty="0" smtClean="0">
                <a:latin typeface="+mn-ea"/>
              </a:rPr>
              <a:t>解析函数的概念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906029" y="5138693"/>
            <a:ext cx="5702562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3205" dirty="0" smtClean="0">
                <a:latin typeface="+mn-ea"/>
              </a:rPr>
              <a:t>C-R</a:t>
            </a:r>
            <a:r>
              <a:rPr lang="zh-CN" altLang="en-US" sz="3205" dirty="0" smtClean="0">
                <a:latin typeface="+mn-ea"/>
              </a:rPr>
              <a:t>条件</a:t>
            </a:r>
            <a:endParaRPr lang="zh-CN" altLang="en-US" sz="3205" dirty="0">
              <a:latin typeface="+mn-ea"/>
            </a:endParaRPr>
          </a:p>
        </p:txBody>
      </p:sp>
      <p:sp>
        <p:nvSpPr>
          <p:cNvPr id="8" name="文本框 8"/>
          <p:cNvSpPr txBox="1"/>
          <p:nvPr>
            <p:custDataLst>
              <p:tags r:id="rId4"/>
            </p:custDataLst>
          </p:nvPr>
        </p:nvSpPr>
        <p:spPr>
          <a:xfrm>
            <a:off x="4059882" y="6832636"/>
            <a:ext cx="1956435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5" dirty="0" smtClean="0">
                <a:latin typeface="+mn-ea"/>
              </a:rPr>
              <a:t>初等函数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954511" y="7698334"/>
            <a:ext cx="3851910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几类初等函数的性质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15" name="文本框 6"/>
          <p:cNvSpPr txBox="1"/>
          <p:nvPr>
            <p:custDataLst>
              <p:tags r:id="rId6"/>
            </p:custDataLst>
          </p:nvPr>
        </p:nvSpPr>
        <p:spPr>
          <a:xfrm>
            <a:off x="4925322" y="5943152"/>
            <a:ext cx="7306120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复变函数可导以及解析的充要条件</a:t>
            </a:r>
            <a:endParaRPr lang="zh-CN" altLang="en-US" sz="3205" dirty="0">
              <a:latin typeface="+mn-ea"/>
            </a:endParaRPr>
          </a:p>
        </p:txBody>
      </p:sp>
      <p:sp>
        <p:nvSpPr>
          <p:cNvPr id="11" name="文本框 8"/>
          <p:cNvSpPr txBox="1"/>
          <p:nvPr>
            <p:custDataLst>
              <p:tags r:id="rId7"/>
            </p:custDataLst>
          </p:nvPr>
        </p:nvSpPr>
        <p:spPr>
          <a:xfrm>
            <a:off x="9119021" y="7695043"/>
            <a:ext cx="2241249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对比学习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17" name="文本框 6"/>
          <p:cNvSpPr txBox="1"/>
          <p:nvPr>
            <p:custDataLst>
              <p:tags r:id="rId8"/>
            </p:custDataLst>
          </p:nvPr>
        </p:nvSpPr>
        <p:spPr>
          <a:xfrm>
            <a:off x="4925063" y="4255408"/>
            <a:ext cx="4662567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注意解析与可导的关系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2" name="文本框 2"/>
          <p:cNvSpPr txBox="1"/>
          <p:nvPr>
            <p:custDataLst>
              <p:tags r:id="rId9"/>
            </p:custDataLst>
          </p:nvPr>
        </p:nvSpPr>
        <p:spPr>
          <a:xfrm>
            <a:off x="3954884" y="1605553"/>
            <a:ext cx="4810125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 sz="3205" dirty="0" smtClean="0">
                <a:latin typeface="+mn-ea"/>
              </a:rPr>
              <a:t>复变函数的极限与</a:t>
            </a:r>
            <a:r>
              <a:rPr lang="zh-CN" altLang="en-US" sz="3205" dirty="0" smtClean="0">
                <a:latin typeface="+mn-ea"/>
              </a:rPr>
              <a:t>连续性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3" name="文本框 6"/>
          <p:cNvSpPr txBox="1"/>
          <p:nvPr>
            <p:custDataLst>
              <p:tags r:id="rId10"/>
            </p:custDataLst>
          </p:nvPr>
        </p:nvSpPr>
        <p:spPr>
          <a:xfrm>
            <a:off x="4909185" y="2488838"/>
            <a:ext cx="8863330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5" dirty="0" smtClean="0">
                <a:latin typeface="+mn-ea"/>
              </a:rPr>
              <a:t>复变函数的定义、复变函数的极限及</a:t>
            </a:r>
            <a:r>
              <a:rPr lang="zh-CN" altLang="en-US" sz="3205" dirty="0" smtClean="0">
                <a:latin typeface="+mn-ea"/>
              </a:rPr>
              <a:t>连续性</a:t>
            </a:r>
            <a:endParaRPr lang="zh-CN" altLang="en-US" sz="3205" dirty="0" smtClean="0"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6" grpId="0"/>
      <p:bldP spid="7" grpId="0"/>
      <p:bldP spid="8" grpId="0"/>
      <p:bldP spid="9" grpId="0"/>
      <p:bldP spid="15" grpId="0"/>
      <p:bldP spid="11" grpId="0"/>
      <p:bldP spid="17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131981" y="378975"/>
            <a:ext cx="6315182" cy="65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65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解析函数</a:t>
            </a:r>
            <a:endParaRPr lang="zh-CN" altLang="en-US" sz="3665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1"/>
            </p:custDataLst>
          </p:nvPr>
        </p:nvSpPr>
        <p:spPr>
          <a:xfrm>
            <a:off x="3954884" y="1605553"/>
            <a:ext cx="33877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600" b="1" dirty="0" smtClean="0">
                <a:latin typeface="+mn-ea"/>
              </a:rPr>
              <a:t>本章重难点内容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4" name="文本框 2"/>
          <p:cNvSpPr txBox="1"/>
          <p:nvPr>
            <p:custDataLst>
              <p:tags r:id="rId2"/>
            </p:custDataLst>
          </p:nvPr>
        </p:nvSpPr>
        <p:spPr>
          <a:xfrm>
            <a:off x="3954884" y="2821578"/>
            <a:ext cx="101136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1.</a:t>
            </a:r>
            <a:r>
              <a:rPr lang="zh-CN" altLang="en-US" sz="3600" b="1" dirty="0" smtClean="0">
                <a:latin typeface="+mn-ea"/>
              </a:rPr>
              <a:t>求复变函数的极限或者说明复变函数极限</a:t>
            </a:r>
            <a:r>
              <a:rPr lang="zh-CN" altLang="en-US" sz="3600" b="1" dirty="0" smtClean="0">
                <a:latin typeface="+mn-ea"/>
              </a:rPr>
              <a:t>不存在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5" name="文本框 2"/>
          <p:cNvSpPr txBox="1"/>
          <p:nvPr>
            <p:custDataLst>
              <p:tags r:id="rId3"/>
            </p:custDataLst>
          </p:nvPr>
        </p:nvSpPr>
        <p:spPr>
          <a:xfrm>
            <a:off x="3954884" y="4005218"/>
            <a:ext cx="51923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2. </a:t>
            </a:r>
            <a:r>
              <a:rPr lang="zh-CN" altLang="en-US" sz="3600" b="1" dirty="0" smtClean="0">
                <a:latin typeface="+mn-ea"/>
              </a:rPr>
              <a:t>判断复变函数的</a:t>
            </a:r>
            <a:r>
              <a:rPr lang="zh-CN" altLang="en-US" sz="3600" b="1" dirty="0" smtClean="0">
                <a:latin typeface="+mn-ea"/>
              </a:rPr>
              <a:t>连续性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13" name="文本框 2"/>
          <p:cNvSpPr txBox="1"/>
          <p:nvPr>
            <p:custDataLst>
              <p:tags r:id="rId4"/>
            </p:custDataLst>
          </p:nvPr>
        </p:nvSpPr>
        <p:spPr>
          <a:xfrm>
            <a:off x="3954884" y="5188858"/>
            <a:ext cx="7138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3.  </a:t>
            </a:r>
            <a:r>
              <a:rPr lang="zh-CN" altLang="en-US" sz="3600" b="1" dirty="0" smtClean="0">
                <a:latin typeface="+mn-ea"/>
              </a:rPr>
              <a:t>判断复变函数的可微性与解析</a:t>
            </a:r>
            <a:r>
              <a:rPr lang="zh-CN" altLang="en-US" sz="3600" b="1" dirty="0" smtClean="0">
                <a:latin typeface="+mn-ea"/>
              </a:rPr>
              <a:t>性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14" name="文本框 2"/>
          <p:cNvSpPr txBox="1"/>
          <p:nvPr>
            <p:custDataLst>
              <p:tags r:id="rId5"/>
            </p:custDataLst>
          </p:nvPr>
        </p:nvSpPr>
        <p:spPr>
          <a:xfrm>
            <a:off x="3954884" y="6372498"/>
            <a:ext cx="80543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4.  </a:t>
            </a:r>
            <a:r>
              <a:rPr lang="zh-CN" altLang="en-US" sz="3600" b="1" dirty="0" smtClean="0">
                <a:latin typeface="+mn-ea"/>
              </a:rPr>
              <a:t>用初等函数的定义式进行简单的</a:t>
            </a:r>
            <a:r>
              <a:rPr lang="zh-CN" altLang="en-US" sz="3600" b="1" dirty="0" smtClean="0">
                <a:latin typeface="+mn-ea"/>
              </a:rPr>
              <a:t>计算</a:t>
            </a:r>
            <a:endParaRPr lang="zh-CN" altLang="en-US" sz="3600" b="1" dirty="0" smtClean="0">
              <a:latin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379614" y="378961"/>
            <a:ext cx="7086010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 algn="ctr"/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复变函数的极限与连续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5706214" y="2573924"/>
            <a:ext cx="3902512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900" dirty="0" smtClean="0">
                <a:latin typeface="+mn-ea"/>
              </a:rPr>
              <a:t>复变函数的概念</a:t>
            </a:r>
            <a:endParaRPr lang="zh-CN" altLang="en-US" sz="39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30902" y="3971198"/>
            <a:ext cx="6398615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900" dirty="0" smtClean="0">
                <a:latin typeface="+mn-ea"/>
              </a:rPr>
              <a:t>复变函数的极限</a:t>
            </a:r>
            <a:endParaRPr lang="zh-CN" altLang="en-US" sz="3900" dirty="0">
              <a:latin typeface="+mn-ea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5721638" y="5495721"/>
            <a:ext cx="4402649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900" dirty="0" smtClean="0">
                <a:latin typeface="+mn-ea"/>
              </a:rPr>
              <a:t>复变函数的连续性</a:t>
            </a:r>
            <a:endParaRPr lang="zh-CN" altLang="en-US" sz="39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552957" y="206364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369415" y="2143865"/>
            <a:ext cx="2689038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设复平面点集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4026535" y="2202815"/>
          <a:ext cx="103505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469900" imgH="203200" progId="Equation.DSMT4">
                  <p:embed/>
                </p:oleObj>
              </mc:Choice>
              <mc:Fallback>
                <p:oleObj name="Equation" r:id="rId1" imgW="469900" imgH="2032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26535" y="2202815"/>
                        <a:ext cx="1035050" cy="483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9194499" y="2150929"/>
            <a:ext cx="464951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按照某一个对应法则  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5814890" y="2982928"/>
          <a:ext cx="484088" cy="473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3657600" imgH="3352800" progId="Equation.DSMT4">
                  <p:embed/>
                </p:oleObj>
              </mc:Choice>
              <mc:Fallback>
                <p:oleObj name="Equation" r:id="rId3" imgW="3657600" imgH="33528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14890" y="2982928"/>
                        <a:ext cx="484088" cy="47367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5225243" y="2143267"/>
            <a:ext cx="441226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若对于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内任意一点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6292394" y="2897685"/>
            <a:ext cx="227866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与之对应，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1651224" y="3671183"/>
            <a:ext cx="1047563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记作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4140044" y="3670996"/>
          <a:ext cx="2822160" cy="610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24079200" imgH="4876800" progId="Equation.DSMT4">
                  <p:embed/>
                </p:oleObj>
              </mc:Choice>
              <mc:Fallback>
                <p:oleObj name="Equation" r:id="rId5" imgW="24079200" imgH="48768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0044" y="3670996"/>
                        <a:ext cx="2822160" cy="61012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1629410" y="4675505"/>
          <a:ext cx="1028700" cy="4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444500" imgH="165100" progId="Equation.DSMT4">
                  <p:embed/>
                </p:oleObj>
              </mc:Choice>
              <mc:Fallback>
                <p:oleObj name="Equation" r:id="rId7" imgW="444500" imgH="165100" progId="Equation.DSMT4">
                  <p:embed/>
                  <p:pic>
                    <p:nvPicPr>
                      <p:cNvPr id="0" name="图片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29410" y="4675505"/>
                        <a:ext cx="1028700" cy="412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2631202" y="4578099"/>
            <a:ext cx="4330513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称为复变函数的定义域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1566740" y="5319510"/>
          <a:ext cx="4620174" cy="653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36880800" imgH="4876800" progId="Equation.DSMT4">
                  <p:embed/>
                </p:oleObj>
              </mc:Choice>
              <mc:Fallback>
                <p:oleObj name="Equation" r:id="rId9" imgW="36880800" imgH="4876800" progId="Equation.DSMT4">
                  <p:embed/>
                  <p:pic>
                    <p:nvPicPr>
                      <p:cNvPr id="0" name="图片 10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66740" y="5319510"/>
                        <a:ext cx="4620174" cy="6532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6256487" y="5277971"/>
            <a:ext cx="392014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称为复变函数的值域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454707" y="1248132"/>
            <a:ext cx="4531360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4000" b="1" dirty="0" smtClean="0">
                <a:latin typeface="+mn-ea"/>
              </a:rPr>
              <a:t>1</a:t>
            </a:r>
            <a:r>
              <a:rPr lang="zh-CN" altLang="en-US" sz="4000" b="1" dirty="0" smtClean="0">
                <a:latin typeface="+mn-ea"/>
              </a:rPr>
              <a:t>、复变函数的概念</a:t>
            </a:r>
            <a:endParaRPr lang="zh-CN" altLang="en-US" sz="4000" b="1" dirty="0">
              <a:latin typeface="+mn-ea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1650900" y="6762213"/>
          <a:ext cx="2751523" cy="732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1" imgW="21945600" imgH="5486400" progId="Equation.DSMT4">
                  <p:embed/>
                </p:oleObj>
              </mc:Choice>
              <mc:Fallback>
                <p:oleObj name="Equation" r:id="rId11" imgW="21945600" imgH="5486400" progId="Equation.DSMT4">
                  <p:embed/>
                  <p:pic>
                    <p:nvPicPr>
                      <p:cNvPr id="0" name="图片 10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50900" y="6762213"/>
                        <a:ext cx="2751523" cy="73209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4872895" y="6896806"/>
          <a:ext cx="2599864" cy="65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3" imgW="20726400" imgH="4876800" progId="Equation.DSMT4">
                  <p:embed/>
                </p:oleObj>
              </mc:Choice>
              <mc:Fallback>
                <p:oleObj name="Equation" r:id="rId13" imgW="20726400" imgH="4876800" progId="Equation.DSMT4">
                  <p:embed/>
                  <p:pic>
                    <p:nvPicPr>
                      <p:cNvPr id="0" name="图片 10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72895" y="6896806"/>
                        <a:ext cx="2599864" cy="651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7882987" y="6887718"/>
          <a:ext cx="3098171" cy="651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5" imgW="24688800" imgH="4876800" progId="Equation.DSMT4">
                  <p:embed/>
                </p:oleObj>
              </mc:Choice>
              <mc:Fallback>
                <p:oleObj name="Equation" r:id="rId15" imgW="24688800" imgH="4876800" progId="Equation.DSMT4">
                  <p:embed/>
                  <p:pic>
                    <p:nvPicPr>
                      <p:cNvPr id="0" name="图片 10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82987" y="6887718"/>
                        <a:ext cx="3098171" cy="6516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/>
        </p:nvGraphicFramePr>
        <p:xfrm>
          <a:off x="1647859" y="7844136"/>
          <a:ext cx="3172195" cy="65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7" imgW="25298400" imgH="4876800" progId="Equation.DSMT4">
                  <p:embed/>
                </p:oleObj>
              </mc:Choice>
              <mc:Fallback>
                <p:oleObj name="Equation" r:id="rId17" imgW="25298400" imgH="4876800" progId="Equation.DSMT4">
                  <p:embed/>
                  <p:pic>
                    <p:nvPicPr>
                      <p:cNvPr id="0" name="图片 10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47859" y="7844136"/>
                        <a:ext cx="3172195" cy="651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/>
          <p:cNvGraphicFramePr>
            <a:graphicFrameLocks noChangeAspect="1"/>
          </p:cNvGraphicFramePr>
          <p:nvPr/>
        </p:nvGraphicFramePr>
        <p:xfrm>
          <a:off x="5552771" y="7686019"/>
          <a:ext cx="2864040" cy="804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9" imgW="22250400" imgH="5791200" progId="Equation.DSMT4">
                  <p:embed/>
                </p:oleObj>
              </mc:Choice>
              <mc:Fallback>
                <p:oleObj name="Equation" r:id="rId19" imgW="22250400" imgH="5791200" progId="Equation.DSMT4">
                  <p:embed/>
                  <p:pic>
                    <p:nvPicPr>
                      <p:cNvPr id="0" name="图片 103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52771" y="7686019"/>
                        <a:ext cx="2864040" cy="8043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1773054" y="6949947"/>
            <a:ext cx="18683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单值函数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11835851" y="7934244"/>
            <a:ext cx="18683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多值函数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020008" y="6077550"/>
            <a:ext cx="1457932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例如，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314214" y="2913583"/>
            <a:ext cx="460302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都存在一个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或多个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复数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8185592" y="2913508"/>
            <a:ext cx="626694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则称在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3200" dirty="0" smtClean="0">
                <a:latin typeface="+mn-ea"/>
              </a:rPr>
              <a:t>上确定了一个复变函数，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8" grpId="0"/>
      <p:bldP spid="20" grpId="0"/>
      <p:bldP spid="21" grpId="0"/>
      <p:bldP spid="23" grpId="0"/>
      <p:bldP spid="25" grpId="0"/>
      <p:bldP spid="16" grpId="0"/>
      <p:bldP spid="27" grpId="0"/>
      <p:bldP spid="28" grpId="0"/>
      <p:bldP spid="29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358833" y="406020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3807973" y="1942017"/>
            <a:ext cx="638235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一个复变函数确定了两个二元函数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3542976" y="5228259"/>
          <a:ext cx="2392324" cy="676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2976" y="5228259"/>
                        <a:ext cx="2392324" cy="6760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2"/>
          <p:cNvGraphicFramePr>
            <a:graphicFrameLocks noChangeAspect="1"/>
          </p:cNvGraphicFramePr>
          <p:nvPr/>
        </p:nvGraphicFramePr>
        <p:xfrm>
          <a:off x="6222013" y="4991273"/>
          <a:ext cx="1655329" cy="56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2013" y="4991273"/>
                        <a:ext cx="1655329" cy="5619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11181499" y="4921606"/>
          <a:ext cx="3728229" cy="1427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81499" y="4921606"/>
                        <a:ext cx="3728229" cy="142775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3317071" y="3125797"/>
          <a:ext cx="1571827" cy="58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7071" y="3125797"/>
                        <a:ext cx="1571827" cy="5851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箭头 30"/>
          <p:cNvSpPr/>
          <p:nvPr/>
        </p:nvSpPr>
        <p:spPr>
          <a:xfrm>
            <a:off x="4978955" y="3353149"/>
            <a:ext cx="2460442" cy="2755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5417034" y="2947998"/>
          <a:ext cx="1609020" cy="546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14325600" imgH="4572000" progId="Equation.DSMT4">
                  <p:embed/>
                </p:oleObj>
              </mc:Choice>
              <mc:Fallback>
                <p:oleObj name="Equation" r:id="rId9" imgW="14325600" imgH="45720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7034" y="2947998"/>
                        <a:ext cx="1609020" cy="5461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7729399" y="3135709"/>
          <a:ext cx="3452522" cy="583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0" imgW="30784800" imgH="4876800" progId="Equation.DSMT4">
                  <p:embed/>
                </p:oleObj>
              </mc:Choice>
              <mc:Fallback>
                <p:oleObj name="Equation" r:id="rId10" imgW="30784800" imgH="48768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29399" y="3135709"/>
                        <a:ext cx="3452522" cy="5836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2157095" y="5354320"/>
          <a:ext cx="152781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2" imgW="469900" imgH="165100" progId="Equation.DSMT4">
                  <p:embed/>
                </p:oleObj>
              </mc:Choice>
              <mc:Fallback>
                <p:oleObj name="Equation" r:id="rId12" imgW="469900" imgH="1651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57095" y="5354320"/>
                        <a:ext cx="1527810" cy="561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2157307" y="4039526"/>
            <a:ext cx="1727236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例如，</a:t>
            </a:r>
            <a:endParaRPr lang="zh-CN" altLang="en-US" sz="3900" dirty="0">
              <a:latin typeface="+mn-ea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10537190" y="5596890"/>
            <a:ext cx="644525" cy="224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6" name="等于号 25"/>
          <p:cNvSpPr/>
          <p:nvPr/>
        </p:nvSpPr>
        <p:spPr>
          <a:xfrm>
            <a:off x="5783940" y="5435918"/>
            <a:ext cx="2408287" cy="38527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1230" name="Object 30"/>
          <p:cNvGraphicFramePr>
            <a:graphicFrameLocks noChangeAspect="1"/>
          </p:cNvGraphicFramePr>
          <p:nvPr/>
        </p:nvGraphicFramePr>
        <p:xfrm>
          <a:off x="8035726" y="5296797"/>
          <a:ext cx="2429541" cy="67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14" imgW="21031200" imgH="5486400" progId="Equation.DSMT4">
                  <p:embed/>
                </p:oleObj>
              </mc:Choice>
              <mc:Fallback>
                <p:oleObj name="Equation" r:id="rId14" imgW="21031200" imgH="5486400" progId="Equation.DSMT4">
                  <p:embed/>
                  <p:pic>
                    <p:nvPicPr>
                      <p:cNvPr id="0" name="图片 2063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35726" y="5296797"/>
                        <a:ext cx="2429541" cy="6768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七角星 29"/>
          <p:cNvSpPr/>
          <p:nvPr/>
        </p:nvSpPr>
        <p:spPr>
          <a:xfrm>
            <a:off x="2307704" y="1564176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2562840" y="3608705"/>
            <a:ext cx="2484755" cy="723900"/>
          </a:xfrm>
          <a:prstGeom prst="wedgeRoundRectCallout">
            <a:avLst>
              <a:gd name="adj1" fmla="val -53526"/>
              <a:gd name="adj2" fmla="val 15263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二元函数</a:t>
            </a:r>
            <a:endParaRPr lang="zh-CN" altLang="en-US" sz="32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 bldLvl="0" animBg="1"/>
      <p:bldP spid="18" grpId="0"/>
      <p:bldP spid="26" grpId="0" bldLvl="0" animBg="1"/>
      <p:bldP spid="25" grpId="0" bldLvl="0" animBg="1"/>
      <p:bldP spid="3" grpId="0" bldLvl="0" animBg="1"/>
      <p:bldP spid="3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560638" y="428245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647703" y="1603562"/>
            <a:ext cx="87344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1.</a:t>
            </a:r>
            <a:r>
              <a:rPr lang="zh-CN" altLang="en-US" sz="3200" dirty="0" smtClean="0">
                <a:latin typeface="+mn-ea"/>
              </a:rPr>
              <a:t>求复变函数                 对应的两个二元函数。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" name="对象 -2147482615"/>
          <p:cNvGraphicFramePr>
            <a:graphicFrameLocks noChangeAspect="1"/>
          </p:cNvGraphicFramePr>
          <p:nvPr/>
        </p:nvGraphicFramePr>
        <p:xfrm>
          <a:off x="4589145" y="1405573"/>
          <a:ext cx="1597660" cy="99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11200" imgH="444500" progId="Equation.3">
                  <p:embed/>
                </p:oleObj>
              </mc:Choice>
              <mc:Fallback>
                <p:oleObj name="" r:id="rId1" imgW="7112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89145" y="1405573"/>
                        <a:ext cx="1597660" cy="999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2292863" y="2800537"/>
            <a:ext cx="629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7" name="对象 -2147482615"/>
          <p:cNvGraphicFramePr>
            <a:graphicFrameLocks noChangeAspect="1"/>
          </p:cNvGraphicFramePr>
          <p:nvPr/>
        </p:nvGraphicFramePr>
        <p:xfrm>
          <a:off x="2922906" y="2859406"/>
          <a:ext cx="165481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736600" imgH="215900" progId="Equation.3">
                  <p:embed/>
                </p:oleObj>
              </mc:Choice>
              <mc:Fallback>
                <p:oleObj name="" r:id="rId3" imgW="7366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2906" y="2859406"/>
                        <a:ext cx="165481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615"/>
          <p:cNvGraphicFramePr>
            <a:graphicFrameLocks noChangeAspect="1"/>
          </p:cNvGraphicFramePr>
          <p:nvPr/>
        </p:nvGraphicFramePr>
        <p:xfrm>
          <a:off x="3638233" y="3580766"/>
          <a:ext cx="2880995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1282700" imgH="482600" progId="Equation.3">
                  <p:embed/>
                </p:oleObj>
              </mc:Choice>
              <mc:Fallback>
                <p:oleObj name="" r:id="rId5" imgW="1282700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8233" y="3580766"/>
                        <a:ext cx="2880995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615"/>
          <p:cNvGraphicFramePr>
            <a:graphicFrameLocks noChangeAspect="1"/>
          </p:cNvGraphicFramePr>
          <p:nvPr/>
        </p:nvGraphicFramePr>
        <p:xfrm>
          <a:off x="6770688" y="3601721"/>
          <a:ext cx="2795905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1244600" imgH="482600" progId="Equation.3">
                  <p:embed/>
                </p:oleObj>
              </mc:Choice>
              <mc:Fallback>
                <p:oleObj name="" r:id="rId7" imgW="1244600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0688" y="3601721"/>
                        <a:ext cx="2795905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-2147482615"/>
          <p:cNvGraphicFramePr>
            <a:graphicFrameLocks noChangeAspect="1"/>
          </p:cNvGraphicFramePr>
          <p:nvPr/>
        </p:nvGraphicFramePr>
        <p:xfrm>
          <a:off x="9712325" y="3601721"/>
          <a:ext cx="1711960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9" imgW="762000" imgH="508000" progId="Equation.3">
                  <p:embed/>
                </p:oleObj>
              </mc:Choice>
              <mc:Fallback>
                <p:oleObj name="" r:id="rId9" imgW="7620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2325" y="3601721"/>
                        <a:ext cx="1711960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-2147482615"/>
          <p:cNvGraphicFramePr>
            <a:graphicFrameLocks noChangeAspect="1"/>
          </p:cNvGraphicFramePr>
          <p:nvPr/>
        </p:nvGraphicFramePr>
        <p:xfrm>
          <a:off x="4649153" y="2859088"/>
          <a:ext cx="171259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1" imgW="762000" imgH="203200" progId="Equation.3">
                  <p:embed/>
                </p:oleObj>
              </mc:Choice>
              <mc:Fallback>
                <p:oleObj name="" r:id="rId11" imgW="762000" imgH="203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9153" y="2859088"/>
                        <a:ext cx="171259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615"/>
          <p:cNvGraphicFramePr>
            <a:graphicFrameLocks noChangeAspect="1"/>
          </p:cNvGraphicFramePr>
          <p:nvPr/>
        </p:nvGraphicFramePr>
        <p:xfrm>
          <a:off x="11401743" y="3601721"/>
          <a:ext cx="3367405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3" imgW="1498600" imgH="508000" progId="Equation.3">
                  <p:embed/>
                </p:oleObj>
              </mc:Choice>
              <mc:Fallback>
                <p:oleObj name="" r:id="rId13" imgW="14986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401743" y="3601721"/>
                        <a:ext cx="3367405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-2147482615"/>
          <p:cNvGraphicFramePr>
            <a:graphicFrameLocks noChangeAspect="1"/>
          </p:cNvGraphicFramePr>
          <p:nvPr/>
        </p:nvGraphicFramePr>
        <p:xfrm>
          <a:off x="2196148" y="3923348"/>
          <a:ext cx="1284605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15" imgW="571500" imgH="177165" progId="Equation.3">
                  <p:embed/>
                </p:oleObj>
              </mc:Choice>
              <mc:Fallback>
                <p:oleObj name="" r:id="rId15" imgW="571500" imgH="1771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96148" y="3923348"/>
                        <a:ext cx="1284605" cy="3987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2219838" y="4683312"/>
            <a:ext cx="59131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所以复变函数对应的二元函数为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29" name="对象 -2147482615"/>
          <p:cNvGraphicFramePr>
            <a:graphicFrameLocks noChangeAspect="1"/>
          </p:cNvGraphicFramePr>
          <p:nvPr/>
        </p:nvGraphicFramePr>
        <p:xfrm>
          <a:off x="2789555" y="5466081"/>
          <a:ext cx="6992620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17" imgW="3111500" imgH="508000" progId="Equation.3">
                  <p:embed/>
                </p:oleObj>
              </mc:Choice>
              <mc:Fallback>
                <p:oleObj name="" r:id="rId17" imgW="31115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89555" y="5466081"/>
                        <a:ext cx="6992620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729618" y="2196652"/>
            <a:ext cx="10363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1919483" y="7076627"/>
            <a:ext cx="85420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练习</a:t>
            </a:r>
            <a:r>
              <a:rPr lang="en-US" altLang="zh-CN" sz="3200" dirty="0" smtClean="0">
                <a:latin typeface="+mn-ea"/>
              </a:rPr>
              <a:t>.</a:t>
            </a:r>
            <a:r>
              <a:rPr lang="zh-CN" altLang="en-US" sz="3200" dirty="0" smtClean="0">
                <a:latin typeface="+mn-ea"/>
              </a:rPr>
              <a:t>求复变函数             对应的两个二元函数。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2" name="对象 -2147482615"/>
          <p:cNvGraphicFramePr>
            <a:graphicFrameLocks noChangeAspect="1"/>
          </p:cNvGraphicFramePr>
          <p:nvPr/>
        </p:nvGraphicFramePr>
        <p:xfrm>
          <a:off x="5088890" y="6878638"/>
          <a:ext cx="1141730" cy="99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19" imgW="508000" imgH="444500" progId="Equation.3">
                  <p:embed/>
                </p:oleObj>
              </mc:Choice>
              <mc:Fallback>
                <p:oleObj name="" r:id="rId19" imgW="5080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88890" y="6878638"/>
                        <a:ext cx="1141730" cy="999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" grpId="0"/>
      <p:bldP spid="27" grpId="0"/>
      <p:bldP spid="16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560638" y="428245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847215" y="1913890"/>
            <a:ext cx="1355661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2.</a:t>
            </a:r>
            <a:r>
              <a:rPr lang="zh-CN" altLang="en-US" sz="3200" dirty="0" smtClean="0">
                <a:latin typeface="+mn-ea"/>
              </a:rPr>
              <a:t>求复变函数                                               对应的两个二元函数。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" name="对象 -2147482615"/>
          <p:cNvGraphicFramePr>
            <a:graphicFrameLocks noChangeAspect="1"/>
          </p:cNvGraphicFramePr>
          <p:nvPr/>
        </p:nvGraphicFramePr>
        <p:xfrm>
          <a:off x="4732973" y="1344613"/>
          <a:ext cx="4506595" cy="174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05965" imgH="774065" progId="Equation.3">
                  <p:embed/>
                </p:oleObj>
              </mc:Choice>
              <mc:Fallback>
                <p:oleObj name="" r:id="rId1" imgW="2005965" imgH="7740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32973" y="1344613"/>
                        <a:ext cx="4506595" cy="174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2815468" y="3376482"/>
            <a:ext cx="629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5" name="对象 -2147482615"/>
          <p:cNvGraphicFramePr>
            <a:graphicFrameLocks noChangeAspect="1"/>
          </p:cNvGraphicFramePr>
          <p:nvPr/>
        </p:nvGraphicFramePr>
        <p:xfrm>
          <a:off x="3665221" y="3822383"/>
          <a:ext cx="3340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485900" imgH="228600" progId="Equation.3">
                  <p:embed/>
                </p:oleObj>
              </mc:Choice>
              <mc:Fallback>
                <p:oleObj name="" r:id="rId3" imgW="14859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65221" y="3822383"/>
                        <a:ext cx="334010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886463" y="3086287"/>
            <a:ext cx="10363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对象 -2147482615"/>
          <p:cNvGraphicFramePr>
            <a:graphicFrameLocks noChangeAspect="1"/>
          </p:cNvGraphicFramePr>
          <p:nvPr/>
        </p:nvGraphicFramePr>
        <p:xfrm>
          <a:off x="3622676" y="4808538"/>
          <a:ext cx="17983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800100" imgH="228600" progId="Equation.3">
                  <p:embed/>
                </p:oleObj>
              </mc:Choice>
              <mc:Fallback>
                <p:oleObj name="" r:id="rId5" imgW="8001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2676" y="4808538"/>
                        <a:ext cx="179832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2615"/>
          <p:cNvGraphicFramePr>
            <a:graphicFrameLocks noChangeAspect="1"/>
          </p:cNvGraphicFramePr>
          <p:nvPr/>
        </p:nvGraphicFramePr>
        <p:xfrm>
          <a:off x="3445193" y="5323206"/>
          <a:ext cx="505015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7" imgW="2247900" imgH="800100" progId="Equation.3">
                  <p:embed/>
                </p:oleObj>
              </mc:Choice>
              <mc:Fallback>
                <p:oleObj name="" r:id="rId7" imgW="2247900" imgH="800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5193" y="5323206"/>
                        <a:ext cx="5050155" cy="180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615"/>
          <p:cNvGraphicFramePr>
            <a:graphicFrameLocks noChangeAspect="1"/>
          </p:cNvGraphicFramePr>
          <p:nvPr/>
        </p:nvGraphicFramePr>
        <p:xfrm>
          <a:off x="7005003" y="3208973"/>
          <a:ext cx="2966085" cy="174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9" imgW="1320165" imgH="774065" progId="Equation.3">
                  <p:embed/>
                </p:oleObj>
              </mc:Choice>
              <mc:Fallback>
                <p:oleObj name="" r:id="rId9" imgW="1320165" imgH="7740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05003" y="3208973"/>
                        <a:ext cx="2966085" cy="174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/>
          <p:cNvSpPr/>
          <p:nvPr/>
        </p:nvSpPr>
        <p:spPr>
          <a:xfrm>
            <a:off x="5053296" y="5155229"/>
            <a:ext cx="886544" cy="203443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2" name="心形 41"/>
          <p:cNvSpPr/>
          <p:nvPr/>
        </p:nvSpPr>
        <p:spPr>
          <a:xfrm>
            <a:off x="12566755" y="4661436"/>
            <a:ext cx="1861741" cy="1836921"/>
          </a:xfrm>
          <a:prstGeom prst="hear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6358833" y="406020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3939" y="1349827"/>
            <a:ext cx="5415915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900" b="1" dirty="0" smtClean="0">
                <a:latin typeface="+mn-ea"/>
              </a:rPr>
              <a:t>2</a:t>
            </a:r>
            <a:r>
              <a:rPr lang="zh-CN" altLang="en-US" sz="3900" b="1" dirty="0" smtClean="0">
                <a:latin typeface="+mn-ea"/>
              </a:rPr>
              <a:t>、复变函数的几何意义</a:t>
            </a:r>
            <a:endParaRPr lang="zh-CN" altLang="en-US" sz="3900" b="1" dirty="0">
              <a:latin typeface="+mn-ea"/>
            </a:endParaRPr>
          </a:p>
        </p:txBody>
      </p:sp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3216056" y="2219166"/>
          <a:ext cx="1982257" cy="737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4020800" imgH="4876800" progId="Equation.DSMT4">
                  <p:embed/>
                </p:oleObj>
              </mc:Choice>
              <mc:Fallback>
                <p:oleObj name="Equation" r:id="rId1" imgW="14020800" imgH="4876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6056" y="2219166"/>
                        <a:ext cx="1982257" cy="7378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5231124" y="2274095"/>
            <a:ext cx="8854440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是</a:t>
            </a:r>
            <a:r>
              <a:rPr lang="en-US" altLang="zh-CN" sz="3900" dirty="0" smtClean="0">
                <a:latin typeface="+mn-ea"/>
              </a:rPr>
              <a:t>z</a:t>
            </a:r>
            <a:r>
              <a:rPr lang="zh-CN" altLang="en-US" sz="3900" dirty="0" smtClean="0">
                <a:latin typeface="+mn-ea"/>
              </a:rPr>
              <a:t>平面上的点集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3900" dirty="0" smtClean="0">
                <a:latin typeface="+mn-ea"/>
              </a:rPr>
              <a:t>到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900" dirty="0" smtClean="0">
                <a:latin typeface="+mn-ea"/>
              </a:rPr>
              <a:t>平面上的点集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3900" dirty="0" smtClean="0">
                <a:latin typeface="+mn-ea"/>
              </a:rPr>
              <a:t>的</a:t>
            </a:r>
            <a:endParaRPr lang="zh-CN" altLang="en-US" sz="3900" dirty="0">
              <a:latin typeface="+mn-ea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2068479" y="3177837"/>
            <a:ext cx="3727784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映射或者变换，</a:t>
            </a:r>
            <a:endParaRPr lang="zh-CN" altLang="en-US" sz="3900" dirty="0">
              <a:latin typeface="+mn-ea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5355062" y="3167575"/>
            <a:ext cx="5949546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与点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900" dirty="0" smtClean="0">
                <a:latin typeface="+mn-ea"/>
              </a:rPr>
              <a:t>对应的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900" dirty="0" smtClean="0">
                <a:latin typeface="+mn-ea"/>
              </a:rPr>
              <a:t>称为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900" dirty="0" smtClean="0">
                <a:latin typeface="+mn-ea"/>
              </a:rPr>
              <a:t>的像，</a:t>
            </a:r>
            <a:endParaRPr lang="zh-CN" altLang="en-US" sz="3900" dirty="0">
              <a:latin typeface="+mn-ea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0956658" y="3178486"/>
            <a:ext cx="338634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900" dirty="0" smtClean="0">
                <a:latin typeface="+mn-ea"/>
              </a:rPr>
              <a:t>称为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900" dirty="0" smtClean="0">
                <a:latin typeface="+mn-ea"/>
              </a:rPr>
              <a:t>的原像</a:t>
            </a:r>
            <a:r>
              <a:rPr lang="en-US" altLang="zh-CN" sz="3900" dirty="0" smtClean="0">
                <a:latin typeface="+mn-ea"/>
              </a:rPr>
              <a:t>.</a:t>
            </a:r>
            <a:endParaRPr lang="zh-CN" altLang="en-US" sz="3900" dirty="0">
              <a:latin typeface="+mn-ea"/>
            </a:endParaRPr>
          </a:p>
        </p:txBody>
      </p:sp>
      <p:grpSp>
        <p:nvGrpSpPr>
          <p:cNvPr id="21" name="组合 31"/>
          <p:cNvGrpSpPr/>
          <p:nvPr/>
        </p:nvGrpSpPr>
        <p:grpSpPr>
          <a:xfrm>
            <a:off x="3391029" y="4700575"/>
            <a:ext cx="3268741" cy="2469339"/>
            <a:chOff x="5613540" y="3007179"/>
            <a:chExt cx="3169644" cy="2259504"/>
          </a:xfrm>
        </p:grpSpPr>
        <p:cxnSp>
          <p:nvCxnSpPr>
            <p:cNvPr id="22" name="直接箭头连接符 21"/>
            <p:cNvCxnSpPr/>
            <p:nvPr/>
          </p:nvCxnSpPr>
          <p:spPr>
            <a:xfrm flipV="1">
              <a:off x="5613540" y="4673602"/>
              <a:ext cx="2906346" cy="689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rot="16200000" flipV="1">
              <a:off x="5342178" y="4135653"/>
              <a:ext cx="2233196" cy="288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4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3" imgW="3657600" imgH="4267200" progId="Equation.DSMT4">
                    <p:embed/>
                  </p:oleObj>
                </mc:Choice>
                <mc:Fallback>
                  <p:oleObj name="Equation" r:id="rId3" imgW="3657600" imgH="4267200" progId="Equation.DSMT4">
                    <p:embed/>
                    <p:pic>
                      <p:nvPicPr>
                        <p:cNvPr id="0" name="图片 30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5" imgW="3048000" imgH="3352800" progId="Equation.DSMT4">
                    <p:embed/>
                  </p:oleObj>
                </mc:Choice>
                <mc:Fallback>
                  <p:oleObj name="Equation" r:id="rId5" imgW="3048000" imgH="3352800" progId="Equation.DSMT4">
                    <p:embed/>
                    <p:pic>
                      <p:nvPicPr>
                        <p:cNvPr id="0" name="图片 30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7" imgW="3352800" imgH="3962400" progId="Equation.DSMT4">
                    <p:embed/>
                  </p:oleObj>
                </mc:Choice>
                <mc:Fallback>
                  <p:oleObj name="Equation" r:id="rId7" imgW="3352800" imgH="3962400" progId="Equation.DSMT4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1"/>
          <p:cNvGrpSpPr/>
          <p:nvPr/>
        </p:nvGrpSpPr>
        <p:grpSpPr>
          <a:xfrm>
            <a:off x="10372563" y="4805041"/>
            <a:ext cx="3375865" cy="2542643"/>
            <a:chOff x="5509663" y="3033486"/>
            <a:chExt cx="3273521" cy="2326579"/>
          </a:xfrm>
        </p:grpSpPr>
        <p:cxnSp>
          <p:nvCxnSpPr>
            <p:cNvPr id="36" name="直接箭头连接符 35"/>
            <p:cNvCxnSpPr/>
            <p:nvPr/>
          </p:nvCxnSpPr>
          <p:spPr>
            <a:xfrm flipV="1">
              <a:off x="5509663" y="4673602"/>
              <a:ext cx="3010223" cy="538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rot="16200000" flipV="1">
              <a:off x="5286532" y="4191300"/>
              <a:ext cx="2326579" cy="109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9" imgW="3657600" imgH="4267200" progId="Equation.DSMT4">
                    <p:embed/>
                  </p:oleObj>
                </mc:Choice>
                <mc:Fallback>
                  <p:oleObj name="Equation" r:id="rId9" imgW="3657600" imgH="42672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Equation" r:id="rId10" imgW="3048000" imgH="3352800" progId="Equation.DSMT4">
                    <p:embed/>
                  </p:oleObj>
                </mc:Choice>
                <mc:Fallback>
                  <p:oleObj name="Equation" r:id="rId10" imgW="3048000" imgH="3352800" progId="Equation.DSMT4">
                    <p:embed/>
                    <p:pic>
                      <p:nvPicPr>
                        <p:cNvPr id="0" name="图片 30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1"/>
            <p:cNvGraphicFramePr>
              <a:graphicFrameLocks noChangeAspect="1"/>
            </p:cNvGraphicFramePr>
            <p:nvPr/>
          </p:nvGraphicFramePr>
          <p:xfrm>
            <a:off x="5833489" y="3037195"/>
            <a:ext cx="498338" cy="337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12" imgW="2743200" imgH="3352800" progId="Equation.DSMT4">
                    <p:embed/>
                  </p:oleObj>
                </mc:Choice>
                <mc:Fallback>
                  <p:oleObj name="Equation" r:id="rId12" imgW="2743200" imgH="33528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833489" y="3037195"/>
                          <a:ext cx="498338" cy="3375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5165653" y="5825386"/>
          <a:ext cx="683186" cy="436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4" imgW="3657600" imgH="3962400" progId="Equation.DSMT4">
                  <p:embed/>
                </p:oleObj>
              </mc:Choice>
              <mc:Fallback>
                <p:oleObj name="Equation" r:id="rId14" imgW="3657600" imgH="39624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65653" y="5825386"/>
                        <a:ext cx="683186" cy="4361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25"/>
          <p:cNvGraphicFramePr>
            <a:graphicFrameLocks noChangeAspect="1"/>
          </p:cNvGraphicFramePr>
          <p:nvPr/>
        </p:nvGraphicFramePr>
        <p:xfrm>
          <a:off x="13148435" y="5305806"/>
          <a:ext cx="740287" cy="47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6" imgW="3962400" imgH="4267200" progId="Equation.DSMT4">
                  <p:embed/>
                </p:oleObj>
              </mc:Choice>
              <mc:Fallback>
                <p:oleObj name="Equation" r:id="rId16" imgW="3962400" imgH="42672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148435" y="5305806"/>
                        <a:ext cx="740287" cy="4707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上弧形箭头 44"/>
          <p:cNvSpPr/>
          <p:nvPr/>
        </p:nvSpPr>
        <p:spPr>
          <a:xfrm>
            <a:off x="5407919" y="4049129"/>
            <a:ext cx="7602114" cy="948086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1" grpId="0" animBg="1"/>
      <p:bldP spid="42" grpId="0" animBg="1"/>
      <p:bldP spid="45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椭圆 44"/>
          <p:cNvSpPr/>
          <p:nvPr/>
        </p:nvSpPr>
        <p:spPr>
          <a:xfrm>
            <a:off x="4765731" y="5365133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6116438" y="286681"/>
            <a:ext cx="4681220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</a:t>
            </a:r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2038556" y="1874622"/>
          <a:ext cx="2567077" cy="725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8556" y="1874622"/>
                        <a:ext cx="2567077" cy="7254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/>
          <p:cNvSpPr/>
          <p:nvPr/>
        </p:nvSpPr>
        <p:spPr>
          <a:xfrm>
            <a:off x="5209835" y="2141042"/>
            <a:ext cx="2748292" cy="2567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5736566" y="1617884"/>
          <a:ext cx="1776245" cy="602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36566" y="1617884"/>
                        <a:ext cx="1776245" cy="6029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8324916" y="1542638"/>
          <a:ext cx="4000568" cy="1532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24916" y="1542638"/>
                        <a:ext cx="4000568" cy="1532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772371" y="2422399"/>
          <a:ext cx="1851223" cy="523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4935200" imgH="3962400" progId="Equation.DSMT4">
                  <p:embed/>
                </p:oleObj>
              </mc:Choice>
              <mc:Fallback>
                <p:oleObj name="Equation" r:id="rId7" imgW="14935200" imgH="39624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72371" y="2422399"/>
                        <a:ext cx="1851223" cy="5234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3095593" y="3074387"/>
            <a:ext cx="32264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平面上的双曲线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8553463" y="3074642"/>
          <a:ext cx="22193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19507200" imgH="5791200" progId="Equation.DSMT4">
                  <p:embed/>
                </p:oleObj>
              </mc:Choice>
              <mc:Fallback>
                <p:oleObj name="Equation" r:id="rId9" imgW="19507200" imgH="57912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53463" y="3074642"/>
                        <a:ext cx="2219325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3809731" y="4025664"/>
            <a:ext cx="333946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200" dirty="0" smtClean="0">
                <a:latin typeface="+mn-ea"/>
              </a:rPr>
              <a:t>平面上两族直线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1" name="Object 14"/>
          <p:cNvGraphicFramePr>
            <a:graphicFrameLocks noChangeAspect="1"/>
          </p:cNvGraphicFramePr>
          <p:nvPr/>
        </p:nvGraphicFramePr>
        <p:xfrm>
          <a:off x="8318270" y="3939495"/>
          <a:ext cx="1361094" cy="724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10972800" imgH="5486400" progId="Equation.DSMT4">
                  <p:embed/>
                </p:oleObj>
              </mc:Choice>
              <mc:Fallback>
                <p:oleObj name="Equation" r:id="rId11" imgW="10972800" imgH="5486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18270" y="3939495"/>
                        <a:ext cx="1361094" cy="7249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/>
        </p:nvGraphicFramePr>
        <p:xfrm>
          <a:off x="12384793" y="3108724"/>
          <a:ext cx="1701813" cy="66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14935200" imgH="5486400" progId="Equation.DSMT4">
                  <p:embed/>
                </p:oleObj>
              </mc:Choice>
              <mc:Fallback>
                <p:oleObj name="Equation" r:id="rId13" imgW="14935200" imgH="54864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384793" y="3108724"/>
                        <a:ext cx="1701813" cy="6676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8"/>
          <p:cNvGraphicFramePr>
            <a:graphicFrameLocks noChangeAspect="1"/>
          </p:cNvGraphicFramePr>
          <p:nvPr/>
        </p:nvGraphicFramePr>
        <p:xfrm>
          <a:off x="10035333" y="3950125"/>
          <a:ext cx="1361094" cy="724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10972800" imgH="5486400" progId="Equation.DSMT4">
                  <p:embed/>
                </p:oleObj>
              </mc:Choice>
              <mc:Fallback>
                <p:oleObj name="Equation" r:id="rId15" imgW="10972800" imgH="5486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035333" y="3950125"/>
                        <a:ext cx="1361094" cy="7249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rot="16200000" flipV="1">
            <a:off x="2315623" y="6829625"/>
            <a:ext cx="3763959" cy="297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Object 9"/>
          <p:cNvGraphicFramePr>
            <a:graphicFrameLocks noChangeAspect="1"/>
          </p:cNvGraphicFramePr>
          <p:nvPr/>
        </p:nvGraphicFramePr>
        <p:xfrm>
          <a:off x="3769562" y="6772632"/>
          <a:ext cx="683615" cy="4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3657600" imgH="4267200" progId="Equation.DSMT4">
                  <p:embed/>
                </p:oleObj>
              </mc:Choice>
              <mc:Fallback>
                <p:oleObj name="Equation" r:id="rId17" imgW="3657600" imgH="42672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69562" y="6772632"/>
                        <a:ext cx="683615" cy="4701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0"/>
          <p:cNvGraphicFramePr>
            <a:graphicFrameLocks noChangeAspect="1"/>
          </p:cNvGraphicFramePr>
          <p:nvPr/>
        </p:nvGraphicFramePr>
        <p:xfrm>
          <a:off x="7155296" y="6825651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3048000" imgH="3352800" progId="Equation.DSMT4">
                  <p:embed/>
                </p:oleObj>
              </mc:Choice>
              <mc:Fallback>
                <p:oleObj name="Equation" r:id="rId19" imgW="3048000" imgH="3352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55296" y="6825651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1"/>
          <p:cNvGraphicFramePr>
            <a:graphicFrameLocks noChangeAspect="1"/>
          </p:cNvGraphicFramePr>
          <p:nvPr/>
        </p:nvGraphicFramePr>
        <p:xfrm>
          <a:off x="3697336" y="5112179"/>
          <a:ext cx="627022" cy="435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3352800" imgH="3962400" progId="Equation.DSMT4">
                  <p:embed/>
                </p:oleObj>
              </mc:Choice>
              <mc:Fallback>
                <p:oleObj name="Equation" r:id="rId21" imgW="3352800" imgH="3962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97336" y="5112179"/>
                        <a:ext cx="627022" cy="4354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椭圆 43"/>
          <p:cNvSpPr/>
          <p:nvPr/>
        </p:nvSpPr>
        <p:spPr>
          <a:xfrm>
            <a:off x="1974532" y="5447685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32056" y="5092150"/>
            <a:ext cx="975196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72684" y="6669003"/>
            <a:ext cx="956730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19917" y="5108610"/>
            <a:ext cx="1174673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63715" y="6764471"/>
            <a:ext cx="975199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246948" y="5332581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01345" y="4958882"/>
            <a:ext cx="975196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748" y="6803070"/>
            <a:ext cx="956730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1544108" y="5447768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76238" y="5189338"/>
            <a:ext cx="882848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83760" y="6608344"/>
            <a:ext cx="975199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397706" y="6790810"/>
            <a:ext cx="5939845" cy="7900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9553900" y="6672300"/>
            <a:ext cx="4802112" cy="395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rot="16200000" flipV="1">
            <a:off x="8970099" y="6607663"/>
            <a:ext cx="3549984" cy="556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Object 9"/>
          <p:cNvGraphicFramePr>
            <a:graphicFrameLocks noChangeAspect="1"/>
          </p:cNvGraphicFramePr>
          <p:nvPr/>
        </p:nvGraphicFramePr>
        <p:xfrm>
          <a:off x="10160818" y="6702391"/>
          <a:ext cx="683615" cy="47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3657600" imgH="4267200" progId="Equation.DSMT4">
                  <p:embed/>
                </p:oleObj>
              </mc:Choice>
              <mc:Fallback>
                <p:oleObj name="Equation" r:id="rId23" imgW="3657600" imgH="42672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60818" y="6702391"/>
                        <a:ext cx="683615" cy="470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0"/>
          <p:cNvGraphicFramePr>
            <a:graphicFrameLocks noChangeAspect="1"/>
          </p:cNvGraphicFramePr>
          <p:nvPr/>
        </p:nvGraphicFramePr>
        <p:xfrm>
          <a:off x="13917472" y="6802600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4" imgW="3048000" imgH="3352800" progId="Equation.DSMT4">
                  <p:embed/>
                </p:oleObj>
              </mc:Choice>
              <mc:Fallback>
                <p:oleObj name="Equation" r:id="rId24" imgW="3048000" imgH="33528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3917472" y="6802600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1"/>
          <p:cNvGraphicFramePr>
            <a:graphicFrameLocks noChangeAspect="1"/>
          </p:cNvGraphicFramePr>
          <p:nvPr/>
        </p:nvGraphicFramePr>
        <p:xfrm>
          <a:off x="10067659" y="4963919"/>
          <a:ext cx="513918" cy="368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6" imgW="2743200" imgH="3352800" progId="Equation.DSMT4">
                  <p:embed/>
                </p:oleObj>
              </mc:Choice>
              <mc:Fallback>
                <p:oleObj name="Equation" r:id="rId26" imgW="2743200" imgH="33528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067659" y="4963919"/>
                        <a:ext cx="513918" cy="3689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直接连接符 66"/>
          <p:cNvCxnSpPr/>
          <p:nvPr/>
        </p:nvCxnSpPr>
        <p:spPr>
          <a:xfrm rot="16200000" flipH="1">
            <a:off x="10182422" y="6551378"/>
            <a:ext cx="3397316" cy="443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16200000" flipH="1">
            <a:off x="10852408" y="6475766"/>
            <a:ext cx="3397316" cy="443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507992" y="6219969"/>
            <a:ext cx="4591878" cy="596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V="1">
            <a:off x="9501366" y="5736265"/>
            <a:ext cx="4591878" cy="596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9494740" y="5232682"/>
            <a:ext cx="4591878" cy="596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任意多边形 61"/>
          <p:cNvSpPr/>
          <p:nvPr/>
        </p:nvSpPr>
        <p:spPr>
          <a:xfrm>
            <a:off x="4453504" y="5295602"/>
            <a:ext cx="1729408" cy="1431235"/>
          </a:xfrm>
          <a:custGeom>
            <a:avLst/>
            <a:gdLst>
              <a:gd name="connsiteX0" fmla="*/ 0 w 2643808"/>
              <a:gd name="connsiteY0" fmla="*/ 0 h 3001617"/>
              <a:gd name="connsiteX1" fmla="*/ 39756 w 2643808"/>
              <a:gd name="connsiteY1" fmla="*/ 894522 h 3001617"/>
              <a:gd name="connsiteX2" fmla="*/ 59635 w 2643808"/>
              <a:gd name="connsiteY2" fmla="*/ 1033670 h 3001617"/>
              <a:gd name="connsiteX3" fmla="*/ 79513 w 2643808"/>
              <a:gd name="connsiteY3" fmla="*/ 1232452 h 3001617"/>
              <a:gd name="connsiteX4" fmla="*/ 99391 w 2643808"/>
              <a:gd name="connsiteY4" fmla="*/ 1292087 h 3001617"/>
              <a:gd name="connsiteX5" fmla="*/ 139148 w 2643808"/>
              <a:gd name="connsiteY5" fmla="*/ 1510748 h 3001617"/>
              <a:gd name="connsiteX6" fmla="*/ 178904 w 2643808"/>
              <a:gd name="connsiteY6" fmla="*/ 1630017 h 3001617"/>
              <a:gd name="connsiteX7" fmla="*/ 218661 w 2643808"/>
              <a:gd name="connsiteY7" fmla="*/ 1769165 h 3001617"/>
              <a:gd name="connsiteX8" fmla="*/ 258417 w 2643808"/>
              <a:gd name="connsiteY8" fmla="*/ 1888435 h 3001617"/>
              <a:gd name="connsiteX9" fmla="*/ 278295 w 2643808"/>
              <a:gd name="connsiteY9" fmla="*/ 1948070 h 3001617"/>
              <a:gd name="connsiteX10" fmla="*/ 318052 w 2643808"/>
              <a:gd name="connsiteY10" fmla="*/ 2007704 h 3001617"/>
              <a:gd name="connsiteX11" fmla="*/ 377687 w 2643808"/>
              <a:gd name="connsiteY11" fmla="*/ 2126974 h 3001617"/>
              <a:gd name="connsiteX12" fmla="*/ 437322 w 2643808"/>
              <a:gd name="connsiteY12" fmla="*/ 2246244 h 3001617"/>
              <a:gd name="connsiteX13" fmla="*/ 496956 w 2643808"/>
              <a:gd name="connsiteY13" fmla="*/ 2305878 h 3001617"/>
              <a:gd name="connsiteX14" fmla="*/ 576469 w 2643808"/>
              <a:gd name="connsiteY14" fmla="*/ 2425148 h 3001617"/>
              <a:gd name="connsiteX15" fmla="*/ 636104 w 2643808"/>
              <a:gd name="connsiteY15" fmla="*/ 2484783 h 3001617"/>
              <a:gd name="connsiteX16" fmla="*/ 675861 w 2643808"/>
              <a:gd name="connsiteY16" fmla="*/ 2544417 h 3001617"/>
              <a:gd name="connsiteX17" fmla="*/ 735495 w 2643808"/>
              <a:gd name="connsiteY17" fmla="*/ 2564296 h 3001617"/>
              <a:gd name="connsiteX18" fmla="*/ 795130 w 2643808"/>
              <a:gd name="connsiteY18" fmla="*/ 2604052 h 3001617"/>
              <a:gd name="connsiteX19" fmla="*/ 954156 w 2643808"/>
              <a:gd name="connsiteY19" fmla="*/ 2703444 h 3001617"/>
              <a:gd name="connsiteX20" fmla="*/ 1033669 w 2643808"/>
              <a:gd name="connsiteY20" fmla="*/ 2743200 h 3001617"/>
              <a:gd name="connsiteX21" fmla="*/ 1232452 w 2643808"/>
              <a:gd name="connsiteY21" fmla="*/ 2802835 h 3001617"/>
              <a:gd name="connsiteX22" fmla="*/ 1371600 w 2643808"/>
              <a:gd name="connsiteY22" fmla="*/ 2822713 h 3001617"/>
              <a:gd name="connsiteX23" fmla="*/ 1431235 w 2643808"/>
              <a:gd name="connsiteY23" fmla="*/ 2842591 h 3001617"/>
              <a:gd name="connsiteX24" fmla="*/ 1530626 w 2643808"/>
              <a:gd name="connsiteY24" fmla="*/ 2862470 h 3001617"/>
              <a:gd name="connsiteX25" fmla="*/ 1848678 w 2643808"/>
              <a:gd name="connsiteY25" fmla="*/ 2902226 h 3001617"/>
              <a:gd name="connsiteX26" fmla="*/ 1987826 w 2643808"/>
              <a:gd name="connsiteY26" fmla="*/ 2922104 h 3001617"/>
              <a:gd name="connsiteX27" fmla="*/ 2107095 w 2643808"/>
              <a:gd name="connsiteY27" fmla="*/ 2941983 h 3001617"/>
              <a:gd name="connsiteX28" fmla="*/ 2464904 w 2643808"/>
              <a:gd name="connsiteY28" fmla="*/ 2961861 h 3001617"/>
              <a:gd name="connsiteX29" fmla="*/ 2584174 w 2643808"/>
              <a:gd name="connsiteY29" fmla="*/ 2981739 h 3001617"/>
              <a:gd name="connsiteX30" fmla="*/ 2643808 w 2643808"/>
              <a:gd name="connsiteY30" fmla="*/ 3001617 h 3001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43808" h="3001617">
                <a:moveTo>
                  <a:pt x="0" y="0"/>
                </a:moveTo>
                <a:cubicBezTo>
                  <a:pt x="8080" y="226229"/>
                  <a:pt x="18596" y="640599"/>
                  <a:pt x="39756" y="894522"/>
                </a:cubicBezTo>
                <a:cubicBezTo>
                  <a:pt x="43647" y="941214"/>
                  <a:pt x="54160" y="987137"/>
                  <a:pt x="59635" y="1033670"/>
                </a:cubicBezTo>
                <a:cubicBezTo>
                  <a:pt x="67416" y="1099805"/>
                  <a:pt x="69387" y="1166635"/>
                  <a:pt x="79513" y="1232452"/>
                </a:cubicBezTo>
                <a:cubicBezTo>
                  <a:pt x="82699" y="1253162"/>
                  <a:pt x="94846" y="1271632"/>
                  <a:pt x="99391" y="1292087"/>
                </a:cubicBezTo>
                <a:cubicBezTo>
                  <a:pt x="117579" y="1373937"/>
                  <a:pt x="117437" y="1431140"/>
                  <a:pt x="139148" y="1510748"/>
                </a:cubicBezTo>
                <a:cubicBezTo>
                  <a:pt x="150174" y="1551178"/>
                  <a:pt x="165652" y="1590261"/>
                  <a:pt x="178904" y="1630017"/>
                </a:cubicBezTo>
                <a:cubicBezTo>
                  <a:pt x="245705" y="1830421"/>
                  <a:pt x="143784" y="1519577"/>
                  <a:pt x="218661" y="1769165"/>
                </a:cubicBezTo>
                <a:cubicBezTo>
                  <a:pt x="230703" y="1809305"/>
                  <a:pt x="245165" y="1848678"/>
                  <a:pt x="258417" y="1888435"/>
                </a:cubicBezTo>
                <a:cubicBezTo>
                  <a:pt x="265043" y="1908313"/>
                  <a:pt x="266672" y="1930636"/>
                  <a:pt x="278295" y="1948070"/>
                </a:cubicBezTo>
                <a:lnTo>
                  <a:pt x="318052" y="2007704"/>
                </a:lnTo>
                <a:cubicBezTo>
                  <a:pt x="368016" y="2157598"/>
                  <a:pt x="300618" y="1972835"/>
                  <a:pt x="377687" y="2126974"/>
                </a:cubicBezTo>
                <a:cubicBezTo>
                  <a:pt x="422515" y="2216629"/>
                  <a:pt x="366109" y="2160788"/>
                  <a:pt x="437322" y="2246244"/>
                </a:cubicBezTo>
                <a:cubicBezTo>
                  <a:pt x="455319" y="2267840"/>
                  <a:pt x="479697" y="2283688"/>
                  <a:pt x="496956" y="2305878"/>
                </a:cubicBezTo>
                <a:cubicBezTo>
                  <a:pt x="526291" y="2343594"/>
                  <a:pt x="542682" y="2391361"/>
                  <a:pt x="576469" y="2425148"/>
                </a:cubicBezTo>
                <a:cubicBezTo>
                  <a:pt x="596347" y="2445026"/>
                  <a:pt x="618107" y="2463187"/>
                  <a:pt x="636104" y="2484783"/>
                </a:cubicBezTo>
                <a:cubicBezTo>
                  <a:pt x="651398" y="2503136"/>
                  <a:pt x="657206" y="2529493"/>
                  <a:pt x="675861" y="2544417"/>
                </a:cubicBezTo>
                <a:cubicBezTo>
                  <a:pt x="692223" y="2557506"/>
                  <a:pt x="716754" y="2554925"/>
                  <a:pt x="735495" y="2564296"/>
                </a:cubicBezTo>
                <a:cubicBezTo>
                  <a:pt x="756863" y="2574980"/>
                  <a:pt x="775252" y="2590800"/>
                  <a:pt x="795130" y="2604052"/>
                </a:cubicBezTo>
                <a:cubicBezTo>
                  <a:pt x="871618" y="2718783"/>
                  <a:pt x="788568" y="2620651"/>
                  <a:pt x="954156" y="2703444"/>
                </a:cubicBezTo>
                <a:cubicBezTo>
                  <a:pt x="980660" y="2716696"/>
                  <a:pt x="1006156" y="2732195"/>
                  <a:pt x="1033669" y="2743200"/>
                </a:cubicBezTo>
                <a:cubicBezTo>
                  <a:pt x="1076894" y="2760490"/>
                  <a:pt x="1178754" y="2793072"/>
                  <a:pt x="1232452" y="2802835"/>
                </a:cubicBezTo>
                <a:cubicBezTo>
                  <a:pt x="1278550" y="2811216"/>
                  <a:pt x="1325217" y="2816087"/>
                  <a:pt x="1371600" y="2822713"/>
                </a:cubicBezTo>
                <a:cubicBezTo>
                  <a:pt x="1391478" y="2829339"/>
                  <a:pt x="1410907" y="2837509"/>
                  <a:pt x="1431235" y="2842591"/>
                </a:cubicBezTo>
                <a:cubicBezTo>
                  <a:pt x="1464013" y="2850786"/>
                  <a:pt x="1497299" y="2856915"/>
                  <a:pt x="1530626" y="2862470"/>
                </a:cubicBezTo>
                <a:cubicBezTo>
                  <a:pt x="1674389" y="2886431"/>
                  <a:pt x="1693364" y="2882812"/>
                  <a:pt x="1848678" y="2902226"/>
                </a:cubicBezTo>
                <a:cubicBezTo>
                  <a:pt x="1895170" y="2908037"/>
                  <a:pt x="1941517" y="2914979"/>
                  <a:pt x="1987826" y="2922104"/>
                </a:cubicBezTo>
                <a:cubicBezTo>
                  <a:pt x="2027662" y="2928233"/>
                  <a:pt x="2066929" y="2938636"/>
                  <a:pt x="2107095" y="2941983"/>
                </a:cubicBezTo>
                <a:cubicBezTo>
                  <a:pt x="2226136" y="2951903"/>
                  <a:pt x="2345634" y="2955235"/>
                  <a:pt x="2464904" y="2961861"/>
                </a:cubicBezTo>
                <a:cubicBezTo>
                  <a:pt x="2504661" y="2968487"/>
                  <a:pt x="2544829" y="2972996"/>
                  <a:pt x="2584174" y="2981739"/>
                </a:cubicBezTo>
                <a:cubicBezTo>
                  <a:pt x="2604628" y="2986284"/>
                  <a:pt x="2643808" y="3001617"/>
                  <a:pt x="2643808" y="3001617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2550602" y="7054857"/>
            <a:ext cx="1550504" cy="1371600"/>
          </a:xfrm>
          <a:custGeom>
            <a:avLst/>
            <a:gdLst>
              <a:gd name="connsiteX0" fmla="*/ 0 w 1630459"/>
              <a:gd name="connsiteY0" fmla="*/ 0 h 1649895"/>
              <a:gd name="connsiteX1" fmla="*/ 496957 w 1630459"/>
              <a:gd name="connsiteY1" fmla="*/ 39756 h 1649895"/>
              <a:gd name="connsiteX2" fmla="*/ 616226 w 1630459"/>
              <a:gd name="connsiteY2" fmla="*/ 79513 h 1649895"/>
              <a:gd name="connsiteX3" fmla="*/ 795131 w 1630459"/>
              <a:gd name="connsiteY3" fmla="*/ 139148 h 1649895"/>
              <a:gd name="connsiteX4" fmla="*/ 974035 w 1630459"/>
              <a:gd name="connsiteY4" fmla="*/ 198782 h 1649895"/>
              <a:gd name="connsiteX5" fmla="*/ 1033670 w 1630459"/>
              <a:gd name="connsiteY5" fmla="*/ 218661 h 1649895"/>
              <a:gd name="connsiteX6" fmla="*/ 1152939 w 1630459"/>
              <a:gd name="connsiteY6" fmla="*/ 298174 h 1649895"/>
              <a:gd name="connsiteX7" fmla="*/ 1252331 w 1630459"/>
              <a:gd name="connsiteY7" fmla="*/ 417443 h 1649895"/>
              <a:gd name="connsiteX8" fmla="*/ 1371600 w 1630459"/>
              <a:gd name="connsiteY8" fmla="*/ 596348 h 1649895"/>
              <a:gd name="connsiteX9" fmla="*/ 1451113 w 1630459"/>
              <a:gd name="connsiteY9" fmla="*/ 715617 h 1649895"/>
              <a:gd name="connsiteX10" fmla="*/ 1510748 w 1630459"/>
              <a:gd name="connsiteY10" fmla="*/ 894521 h 1649895"/>
              <a:gd name="connsiteX11" fmla="*/ 1530626 w 1630459"/>
              <a:gd name="connsiteY11" fmla="*/ 954156 h 1649895"/>
              <a:gd name="connsiteX12" fmla="*/ 1570383 w 1630459"/>
              <a:gd name="connsiteY12" fmla="*/ 1152939 h 1649895"/>
              <a:gd name="connsiteX13" fmla="*/ 1590261 w 1630459"/>
              <a:gd name="connsiteY13" fmla="*/ 1232452 h 1649895"/>
              <a:gd name="connsiteX14" fmla="*/ 1610139 w 1630459"/>
              <a:gd name="connsiteY14" fmla="*/ 1331843 h 1649895"/>
              <a:gd name="connsiteX15" fmla="*/ 1630018 w 1630459"/>
              <a:gd name="connsiteY15" fmla="*/ 1649895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30459" h="1649895">
                <a:moveTo>
                  <a:pt x="0" y="0"/>
                </a:moveTo>
                <a:cubicBezTo>
                  <a:pt x="96177" y="5062"/>
                  <a:pt x="356200" y="4567"/>
                  <a:pt x="496957" y="39756"/>
                </a:cubicBezTo>
                <a:cubicBezTo>
                  <a:pt x="537613" y="49920"/>
                  <a:pt x="576470" y="66261"/>
                  <a:pt x="616226" y="79513"/>
                </a:cubicBezTo>
                <a:lnTo>
                  <a:pt x="795131" y="139148"/>
                </a:lnTo>
                <a:lnTo>
                  <a:pt x="974035" y="198782"/>
                </a:lnTo>
                <a:cubicBezTo>
                  <a:pt x="993913" y="205408"/>
                  <a:pt x="1016236" y="207038"/>
                  <a:pt x="1033670" y="218661"/>
                </a:cubicBezTo>
                <a:lnTo>
                  <a:pt x="1152939" y="298174"/>
                </a:lnTo>
                <a:cubicBezTo>
                  <a:pt x="1295022" y="511293"/>
                  <a:pt x="1073745" y="187831"/>
                  <a:pt x="1252331" y="417443"/>
                </a:cubicBezTo>
                <a:cubicBezTo>
                  <a:pt x="1252345" y="417461"/>
                  <a:pt x="1351715" y="566521"/>
                  <a:pt x="1371600" y="596348"/>
                </a:cubicBezTo>
                <a:lnTo>
                  <a:pt x="1451113" y="715617"/>
                </a:lnTo>
                <a:lnTo>
                  <a:pt x="1510748" y="894521"/>
                </a:lnTo>
                <a:cubicBezTo>
                  <a:pt x="1517374" y="914399"/>
                  <a:pt x="1525544" y="933828"/>
                  <a:pt x="1530626" y="954156"/>
                </a:cubicBezTo>
                <a:cubicBezTo>
                  <a:pt x="1576796" y="1138828"/>
                  <a:pt x="1521649" y="909267"/>
                  <a:pt x="1570383" y="1152939"/>
                </a:cubicBezTo>
                <a:cubicBezTo>
                  <a:pt x="1575741" y="1179729"/>
                  <a:pt x="1584335" y="1205783"/>
                  <a:pt x="1590261" y="1232452"/>
                </a:cubicBezTo>
                <a:cubicBezTo>
                  <a:pt x="1597590" y="1265434"/>
                  <a:pt x="1603513" y="1298713"/>
                  <a:pt x="1610139" y="1331843"/>
                </a:cubicBezTo>
                <a:cubicBezTo>
                  <a:pt x="1630459" y="1636628"/>
                  <a:pt x="1630018" y="1530405"/>
                  <a:pt x="1630018" y="1649895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4717331" y="4947761"/>
            <a:ext cx="1908313" cy="1530626"/>
          </a:xfrm>
          <a:custGeom>
            <a:avLst/>
            <a:gdLst>
              <a:gd name="connsiteX0" fmla="*/ 0 w 2643808"/>
              <a:gd name="connsiteY0" fmla="*/ 0 h 3001617"/>
              <a:gd name="connsiteX1" fmla="*/ 39756 w 2643808"/>
              <a:gd name="connsiteY1" fmla="*/ 894522 h 3001617"/>
              <a:gd name="connsiteX2" fmla="*/ 59635 w 2643808"/>
              <a:gd name="connsiteY2" fmla="*/ 1033670 h 3001617"/>
              <a:gd name="connsiteX3" fmla="*/ 79513 w 2643808"/>
              <a:gd name="connsiteY3" fmla="*/ 1232452 h 3001617"/>
              <a:gd name="connsiteX4" fmla="*/ 99391 w 2643808"/>
              <a:gd name="connsiteY4" fmla="*/ 1292087 h 3001617"/>
              <a:gd name="connsiteX5" fmla="*/ 139148 w 2643808"/>
              <a:gd name="connsiteY5" fmla="*/ 1510748 h 3001617"/>
              <a:gd name="connsiteX6" fmla="*/ 178904 w 2643808"/>
              <a:gd name="connsiteY6" fmla="*/ 1630017 h 3001617"/>
              <a:gd name="connsiteX7" fmla="*/ 218661 w 2643808"/>
              <a:gd name="connsiteY7" fmla="*/ 1769165 h 3001617"/>
              <a:gd name="connsiteX8" fmla="*/ 258417 w 2643808"/>
              <a:gd name="connsiteY8" fmla="*/ 1888435 h 3001617"/>
              <a:gd name="connsiteX9" fmla="*/ 278295 w 2643808"/>
              <a:gd name="connsiteY9" fmla="*/ 1948070 h 3001617"/>
              <a:gd name="connsiteX10" fmla="*/ 318052 w 2643808"/>
              <a:gd name="connsiteY10" fmla="*/ 2007704 h 3001617"/>
              <a:gd name="connsiteX11" fmla="*/ 377687 w 2643808"/>
              <a:gd name="connsiteY11" fmla="*/ 2126974 h 3001617"/>
              <a:gd name="connsiteX12" fmla="*/ 437322 w 2643808"/>
              <a:gd name="connsiteY12" fmla="*/ 2246244 h 3001617"/>
              <a:gd name="connsiteX13" fmla="*/ 496956 w 2643808"/>
              <a:gd name="connsiteY13" fmla="*/ 2305878 h 3001617"/>
              <a:gd name="connsiteX14" fmla="*/ 576469 w 2643808"/>
              <a:gd name="connsiteY14" fmla="*/ 2425148 h 3001617"/>
              <a:gd name="connsiteX15" fmla="*/ 636104 w 2643808"/>
              <a:gd name="connsiteY15" fmla="*/ 2484783 h 3001617"/>
              <a:gd name="connsiteX16" fmla="*/ 675861 w 2643808"/>
              <a:gd name="connsiteY16" fmla="*/ 2544417 h 3001617"/>
              <a:gd name="connsiteX17" fmla="*/ 735495 w 2643808"/>
              <a:gd name="connsiteY17" fmla="*/ 2564296 h 3001617"/>
              <a:gd name="connsiteX18" fmla="*/ 795130 w 2643808"/>
              <a:gd name="connsiteY18" fmla="*/ 2604052 h 3001617"/>
              <a:gd name="connsiteX19" fmla="*/ 954156 w 2643808"/>
              <a:gd name="connsiteY19" fmla="*/ 2703444 h 3001617"/>
              <a:gd name="connsiteX20" fmla="*/ 1033669 w 2643808"/>
              <a:gd name="connsiteY20" fmla="*/ 2743200 h 3001617"/>
              <a:gd name="connsiteX21" fmla="*/ 1232452 w 2643808"/>
              <a:gd name="connsiteY21" fmla="*/ 2802835 h 3001617"/>
              <a:gd name="connsiteX22" fmla="*/ 1371600 w 2643808"/>
              <a:gd name="connsiteY22" fmla="*/ 2822713 h 3001617"/>
              <a:gd name="connsiteX23" fmla="*/ 1431235 w 2643808"/>
              <a:gd name="connsiteY23" fmla="*/ 2842591 h 3001617"/>
              <a:gd name="connsiteX24" fmla="*/ 1530626 w 2643808"/>
              <a:gd name="connsiteY24" fmla="*/ 2862470 h 3001617"/>
              <a:gd name="connsiteX25" fmla="*/ 1848678 w 2643808"/>
              <a:gd name="connsiteY25" fmla="*/ 2902226 h 3001617"/>
              <a:gd name="connsiteX26" fmla="*/ 1987826 w 2643808"/>
              <a:gd name="connsiteY26" fmla="*/ 2922104 h 3001617"/>
              <a:gd name="connsiteX27" fmla="*/ 2107095 w 2643808"/>
              <a:gd name="connsiteY27" fmla="*/ 2941983 h 3001617"/>
              <a:gd name="connsiteX28" fmla="*/ 2464904 w 2643808"/>
              <a:gd name="connsiteY28" fmla="*/ 2961861 h 3001617"/>
              <a:gd name="connsiteX29" fmla="*/ 2584174 w 2643808"/>
              <a:gd name="connsiteY29" fmla="*/ 2981739 h 3001617"/>
              <a:gd name="connsiteX30" fmla="*/ 2643808 w 2643808"/>
              <a:gd name="connsiteY30" fmla="*/ 3001617 h 3001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43808" h="3001617">
                <a:moveTo>
                  <a:pt x="0" y="0"/>
                </a:moveTo>
                <a:cubicBezTo>
                  <a:pt x="8080" y="226229"/>
                  <a:pt x="18596" y="640599"/>
                  <a:pt x="39756" y="894522"/>
                </a:cubicBezTo>
                <a:cubicBezTo>
                  <a:pt x="43647" y="941214"/>
                  <a:pt x="54160" y="987137"/>
                  <a:pt x="59635" y="1033670"/>
                </a:cubicBezTo>
                <a:cubicBezTo>
                  <a:pt x="67416" y="1099805"/>
                  <a:pt x="69387" y="1166635"/>
                  <a:pt x="79513" y="1232452"/>
                </a:cubicBezTo>
                <a:cubicBezTo>
                  <a:pt x="82699" y="1253162"/>
                  <a:pt x="94846" y="1271632"/>
                  <a:pt x="99391" y="1292087"/>
                </a:cubicBezTo>
                <a:cubicBezTo>
                  <a:pt x="117579" y="1373937"/>
                  <a:pt x="117437" y="1431140"/>
                  <a:pt x="139148" y="1510748"/>
                </a:cubicBezTo>
                <a:cubicBezTo>
                  <a:pt x="150174" y="1551178"/>
                  <a:pt x="165652" y="1590261"/>
                  <a:pt x="178904" y="1630017"/>
                </a:cubicBezTo>
                <a:cubicBezTo>
                  <a:pt x="245705" y="1830421"/>
                  <a:pt x="143784" y="1519577"/>
                  <a:pt x="218661" y="1769165"/>
                </a:cubicBezTo>
                <a:cubicBezTo>
                  <a:pt x="230703" y="1809305"/>
                  <a:pt x="245165" y="1848678"/>
                  <a:pt x="258417" y="1888435"/>
                </a:cubicBezTo>
                <a:cubicBezTo>
                  <a:pt x="265043" y="1908313"/>
                  <a:pt x="266672" y="1930636"/>
                  <a:pt x="278295" y="1948070"/>
                </a:cubicBezTo>
                <a:lnTo>
                  <a:pt x="318052" y="2007704"/>
                </a:lnTo>
                <a:cubicBezTo>
                  <a:pt x="368016" y="2157598"/>
                  <a:pt x="300618" y="1972835"/>
                  <a:pt x="377687" y="2126974"/>
                </a:cubicBezTo>
                <a:cubicBezTo>
                  <a:pt x="422515" y="2216629"/>
                  <a:pt x="366109" y="2160788"/>
                  <a:pt x="437322" y="2246244"/>
                </a:cubicBezTo>
                <a:cubicBezTo>
                  <a:pt x="455319" y="2267840"/>
                  <a:pt x="479697" y="2283688"/>
                  <a:pt x="496956" y="2305878"/>
                </a:cubicBezTo>
                <a:cubicBezTo>
                  <a:pt x="526291" y="2343594"/>
                  <a:pt x="542682" y="2391361"/>
                  <a:pt x="576469" y="2425148"/>
                </a:cubicBezTo>
                <a:cubicBezTo>
                  <a:pt x="596347" y="2445026"/>
                  <a:pt x="618107" y="2463187"/>
                  <a:pt x="636104" y="2484783"/>
                </a:cubicBezTo>
                <a:cubicBezTo>
                  <a:pt x="651398" y="2503136"/>
                  <a:pt x="657206" y="2529493"/>
                  <a:pt x="675861" y="2544417"/>
                </a:cubicBezTo>
                <a:cubicBezTo>
                  <a:pt x="692223" y="2557506"/>
                  <a:pt x="716754" y="2554925"/>
                  <a:pt x="735495" y="2564296"/>
                </a:cubicBezTo>
                <a:cubicBezTo>
                  <a:pt x="756863" y="2574980"/>
                  <a:pt x="775252" y="2590800"/>
                  <a:pt x="795130" y="2604052"/>
                </a:cubicBezTo>
                <a:cubicBezTo>
                  <a:pt x="871618" y="2718783"/>
                  <a:pt x="788568" y="2620651"/>
                  <a:pt x="954156" y="2703444"/>
                </a:cubicBezTo>
                <a:cubicBezTo>
                  <a:pt x="980660" y="2716696"/>
                  <a:pt x="1006156" y="2732195"/>
                  <a:pt x="1033669" y="2743200"/>
                </a:cubicBezTo>
                <a:cubicBezTo>
                  <a:pt x="1076894" y="2760490"/>
                  <a:pt x="1178754" y="2793072"/>
                  <a:pt x="1232452" y="2802835"/>
                </a:cubicBezTo>
                <a:cubicBezTo>
                  <a:pt x="1278550" y="2811216"/>
                  <a:pt x="1325217" y="2816087"/>
                  <a:pt x="1371600" y="2822713"/>
                </a:cubicBezTo>
                <a:cubicBezTo>
                  <a:pt x="1391478" y="2829339"/>
                  <a:pt x="1410907" y="2837509"/>
                  <a:pt x="1431235" y="2842591"/>
                </a:cubicBezTo>
                <a:cubicBezTo>
                  <a:pt x="1464013" y="2850786"/>
                  <a:pt x="1497299" y="2856915"/>
                  <a:pt x="1530626" y="2862470"/>
                </a:cubicBezTo>
                <a:cubicBezTo>
                  <a:pt x="1674389" y="2886431"/>
                  <a:pt x="1693364" y="2882812"/>
                  <a:pt x="1848678" y="2902226"/>
                </a:cubicBezTo>
                <a:cubicBezTo>
                  <a:pt x="1895170" y="2908037"/>
                  <a:pt x="1941517" y="2914979"/>
                  <a:pt x="1987826" y="2922104"/>
                </a:cubicBezTo>
                <a:cubicBezTo>
                  <a:pt x="2027662" y="2928233"/>
                  <a:pt x="2066929" y="2938636"/>
                  <a:pt x="2107095" y="2941983"/>
                </a:cubicBezTo>
                <a:cubicBezTo>
                  <a:pt x="2226136" y="2951903"/>
                  <a:pt x="2345634" y="2955235"/>
                  <a:pt x="2464904" y="2961861"/>
                </a:cubicBezTo>
                <a:cubicBezTo>
                  <a:pt x="2504661" y="2968487"/>
                  <a:pt x="2544829" y="2972996"/>
                  <a:pt x="2584174" y="2981739"/>
                </a:cubicBezTo>
                <a:cubicBezTo>
                  <a:pt x="2604628" y="2986284"/>
                  <a:pt x="2643808" y="3001617"/>
                  <a:pt x="2643808" y="3001617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/>
        </p:nvSpPr>
        <p:spPr>
          <a:xfrm>
            <a:off x="2325315" y="7306648"/>
            <a:ext cx="1550504" cy="1371600"/>
          </a:xfrm>
          <a:custGeom>
            <a:avLst/>
            <a:gdLst>
              <a:gd name="connsiteX0" fmla="*/ 0 w 1630459"/>
              <a:gd name="connsiteY0" fmla="*/ 0 h 1649895"/>
              <a:gd name="connsiteX1" fmla="*/ 496957 w 1630459"/>
              <a:gd name="connsiteY1" fmla="*/ 39756 h 1649895"/>
              <a:gd name="connsiteX2" fmla="*/ 616226 w 1630459"/>
              <a:gd name="connsiteY2" fmla="*/ 79513 h 1649895"/>
              <a:gd name="connsiteX3" fmla="*/ 795131 w 1630459"/>
              <a:gd name="connsiteY3" fmla="*/ 139148 h 1649895"/>
              <a:gd name="connsiteX4" fmla="*/ 974035 w 1630459"/>
              <a:gd name="connsiteY4" fmla="*/ 198782 h 1649895"/>
              <a:gd name="connsiteX5" fmla="*/ 1033670 w 1630459"/>
              <a:gd name="connsiteY5" fmla="*/ 218661 h 1649895"/>
              <a:gd name="connsiteX6" fmla="*/ 1152939 w 1630459"/>
              <a:gd name="connsiteY6" fmla="*/ 298174 h 1649895"/>
              <a:gd name="connsiteX7" fmla="*/ 1252331 w 1630459"/>
              <a:gd name="connsiteY7" fmla="*/ 417443 h 1649895"/>
              <a:gd name="connsiteX8" fmla="*/ 1371600 w 1630459"/>
              <a:gd name="connsiteY8" fmla="*/ 596348 h 1649895"/>
              <a:gd name="connsiteX9" fmla="*/ 1451113 w 1630459"/>
              <a:gd name="connsiteY9" fmla="*/ 715617 h 1649895"/>
              <a:gd name="connsiteX10" fmla="*/ 1510748 w 1630459"/>
              <a:gd name="connsiteY10" fmla="*/ 894521 h 1649895"/>
              <a:gd name="connsiteX11" fmla="*/ 1530626 w 1630459"/>
              <a:gd name="connsiteY11" fmla="*/ 954156 h 1649895"/>
              <a:gd name="connsiteX12" fmla="*/ 1570383 w 1630459"/>
              <a:gd name="connsiteY12" fmla="*/ 1152939 h 1649895"/>
              <a:gd name="connsiteX13" fmla="*/ 1590261 w 1630459"/>
              <a:gd name="connsiteY13" fmla="*/ 1232452 h 1649895"/>
              <a:gd name="connsiteX14" fmla="*/ 1610139 w 1630459"/>
              <a:gd name="connsiteY14" fmla="*/ 1331843 h 1649895"/>
              <a:gd name="connsiteX15" fmla="*/ 1630018 w 1630459"/>
              <a:gd name="connsiteY15" fmla="*/ 1649895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30459" h="1649895">
                <a:moveTo>
                  <a:pt x="0" y="0"/>
                </a:moveTo>
                <a:cubicBezTo>
                  <a:pt x="96177" y="5062"/>
                  <a:pt x="356200" y="4567"/>
                  <a:pt x="496957" y="39756"/>
                </a:cubicBezTo>
                <a:cubicBezTo>
                  <a:pt x="537613" y="49920"/>
                  <a:pt x="576470" y="66261"/>
                  <a:pt x="616226" y="79513"/>
                </a:cubicBezTo>
                <a:lnTo>
                  <a:pt x="795131" y="139148"/>
                </a:lnTo>
                <a:lnTo>
                  <a:pt x="974035" y="198782"/>
                </a:lnTo>
                <a:cubicBezTo>
                  <a:pt x="993913" y="205408"/>
                  <a:pt x="1016236" y="207038"/>
                  <a:pt x="1033670" y="218661"/>
                </a:cubicBezTo>
                <a:lnTo>
                  <a:pt x="1152939" y="298174"/>
                </a:lnTo>
                <a:cubicBezTo>
                  <a:pt x="1295022" y="511293"/>
                  <a:pt x="1073745" y="187831"/>
                  <a:pt x="1252331" y="417443"/>
                </a:cubicBezTo>
                <a:cubicBezTo>
                  <a:pt x="1252345" y="417461"/>
                  <a:pt x="1351715" y="566521"/>
                  <a:pt x="1371600" y="596348"/>
                </a:cubicBezTo>
                <a:lnTo>
                  <a:pt x="1451113" y="715617"/>
                </a:lnTo>
                <a:lnTo>
                  <a:pt x="1510748" y="894521"/>
                </a:lnTo>
                <a:cubicBezTo>
                  <a:pt x="1517374" y="914399"/>
                  <a:pt x="1525544" y="933828"/>
                  <a:pt x="1530626" y="954156"/>
                </a:cubicBezTo>
                <a:cubicBezTo>
                  <a:pt x="1576796" y="1138828"/>
                  <a:pt x="1521649" y="909267"/>
                  <a:pt x="1570383" y="1152939"/>
                </a:cubicBezTo>
                <a:cubicBezTo>
                  <a:pt x="1575741" y="1179729"/>
                  <a:pt x="1584335" y="1205783"/>
                  <a:pt x="1590261" y="1232452"/>
                </a:cubicBezTo>
                <a:cubicBezTo>
                  <a:pt x="1597590" y="1265434"/>
                  <a:pt x="1603513" y="1298713"/>
                  <a:pt x="1610139" y="1331843"/>
                </a:cubicBezTo>
                <a:cubicBezTo>
                  <a:pt x="1630459" y="1636628"/>
                  <a:pt x="1630018" y="1530405"/>
                  <a:pt x="1630018" y="1649895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 65"/>
          <p:cNvSpPr/>
          <p:nvPr/>
        </p:nvSpPr>
        <p:spPr>
          <a:xfrm>
            <a:off x="5068513" y="4583326"/>
            <a:ext cx="1908313" cy="1530626"/>
          </a:xfrm>
          <a:custGeom>
            <a:avLst/>
            <a:gdLst>
              <a:gd name="connsiteX0" fmla="*/ 0 w 2643808"/>
              <a:gd name="connsiteY0" fmla="*/ 0 h 3001617"/>
              <a:gd name="connsiteX1" fmla="*/ 39756 w 2643808"/>
              <a:gd name="connsiteY1" fmla="*/ 894522 h 3001617"/>
              <a:gd name="connsiteX2" fmla="*/ 59635 w 2643808"/>
              <a:gd name="connsiteY2" fmla="*/ 1033670 h 3001617"/>
              <a:gd name="connsiteX3" fmla="*/ 79513 w 2643808"/>
              <a:gd name="connsiteY3" fmla="*/ 1232452 h 3001617"/>
              <a:gd name="connsiteX4" fmla="*/ 99391 w 2643808"/>
              <a:gd name="connsiteY4" fmla="*/ 1292087 h 3001617"/>
              <a:gd name="connsiteX5" fmla="*/ 139148 w 2643808"/>
              <a:gd name="connsiteY5" fmla="*/ 1510748 h 3001617"/>
              <a:gd name="connsiteX6" fmla="*/ 178904 w 2643808"/>
              <a:gd name="connsiteY6" fmla="*/ 1630017 h 3001617"/>
              <a:gd name="connsiteX7" fmla="*/ 218661 w 2643808"/>
              <a:gd name="connsiteY7" fmla="*/ 1769165 h 3001617"/>
              <a:gd name="connsiteX8" fmla="*/ 258417 w 2643808"/>
              <a:gd name="connsiteY8" fmla="*/ 1888435 h 3001617"/>
              <a:gd name="connsiteX9" fmla="*/ 278295 w 2643808"/>
              <a:gd name="connsiteY9" fmla="*/ 1948070 h 3001617"/>
              <a:gd name="connsiteX10" fmla="*/ 318052 w 2643808"/>
              <a:gd name="connsiteY10" fmla="*/ 2007704 h 3001617"/>
              <a:gd name="connsiteX11" fmla="*/ 377687 w 2643808"/>
              <a:gd name="connsiteY11" fmla="*/ 2126974 h 3001617"/>
              <a:gd name="connsiteX12" fmla="*/ 437322 w 2643808"/>
              <a:gd name="connsiteY12" fmla="*/ 2246244 h 3001617"/>
              <a:gd name="connsiteX13" fmla="*/ 496956 w 2643808"/>
              <a:gd name="connsiteY13" fmla="*/ 2305878 h 3001617"/>
              <a:gd name="connsiteX14" fmla="*/ 576469 w 2643808"/>
              <a:gd name="connsiteY14" fmla="*/ 2425148 h 3001617"/>
              <a:gd name="connsiteX15" fmla="*/ 636104 w 2643808"/>
              <a:gd name="connsiteY15" fmla="*/ 2484783 h 3001617"/>
              <a:gd name="connsiteX16" fmla="*/ 675861 w 2643808"/>
              <a:gd name="connsiteY16" fmla="*/ 2544417 h 3001617"/>
              <a:gd name="connsiteX17" fmla="*/ 735495 w 2643808"/>
              <a:gd name="connsiteY17" fmla="*/ 2564296 h 3001617"/>
              <a:gd name="connsiteX18" fmla="*/ 795130 w 2643808"/>
              <a:gd name="connsiteY18" fmla="*/ 2604052 h 3001617"/>
              <a:gd name="connsiteX19" fmla="*/ 954156 w 2643808"/>
              <a:gd name="connsiteY19" fmla="*/ 2703444 h 3001617"/>
              <a:gd name="connsiteX20" fmla="*/ 1033669 w 2643808"/>
              <a:gd name="connsiteY20" fmla="*/ 2743200 h 3001617"/>
              <a:gd name="connsiteX21" fmla="*/ 1232452 w 2643808"/>
              <a:gd name="connsiteY21" fmla="*/ 2802835 h 3001617"/>
              <a:gd name="connsiteX22" fmla="*/ 1371600 w 2643808"/>
              <a:gd name="connsiteY22" fmla="*/ 2822713 h 3001617"/>
              <a:gd name="connsiteX23" fmla="*/ 1431235 w 2643808"/>
              <a:gd name="connsiteY23" fmla="*/ 2842591 h 3001617"/>
              <a:gd name="connsiteX24" fmla="*/ 1530626 w 2643808"/>
              <a:gd name="connsiteY24" fmla="*/ 2862470 h 3001617"/>
              <a:gd name="connsiteX25" fmla="*/ 1848678 w 2643808"/>
              <a:gd name="connsiteY25" fmla="*/ 2902226 h 3001617"/>
              <a:gd name="connsiteX26" fmla="*/ 1987826 w 2643808"/>
              <a:gd name="connsiteY26" fmla="*/ 2922104 h 3001617"/>
              <a:gd name="connsiteX27" fmla="*/ 2107095 w 2643808"/>
              <a:gd name="connsiteY27" fmla="*/ 2941983 h 3001617"/>
              <a:gd name="connsiteX28" fmla="*/ 2464904 w 2643808"/>
              <a:gd name="connsiteY28" fmla="*/ 2961861 h 3001617"/>
              <a:gd name="connsiteX29" fmla="*/ 2584174 w 2643808"/>
              <a:gd name="connsiteY29" fmla="*/ 2981739 h 3001617"/>
              <a:gd name="connsiteX30" fmla="*/ 2643808 w 2643808"/>
              <a:gd name="connsiteY30" fmla="*/ 3001617 h 3001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43808" h="3001617">
                <a:moveTo>
                  <a:pt x="0" y="0"/>
                </a:moveTo>
                <a:cubicBezTo>
                  <a:pt x="8080" y="226229"/>
                  <a:pt x="18596" y="640599"/>
                  <a:pt x="39756" y="894522"/>
                </a:cubicBezTo>
                <a:cubicBezTo>
                  <a:pt x="43647" y="941214"/>
                  <a:pt x="54160" y="987137"/>
                  <a:pt x="59635" y="1033670"/>
                </a:cubicBezTo>
                <a:cubicBezTo>
                  <a:pt x="67416" y="1099805"/>
                  <a:pt x="69387" y="1166635"/>
                  <a:pt x="79513" y="1232452"/>
                </a:cubicBezTo>
                <a:cubicBezTo>
                  <a:pt x="82699" y="1253162"/>
                  <a:pt x="94846" y="1271632"/>
                  <a:pt x="99391" y="1292087"/>
                </a:cubicBezTo>
                <a:cubicBezTo>
                  <a:pt x="117579" y="1373937"/>
                  <a:pt x="117437" y="1431140"/>
                  <a:pt x="139148" y="1510748"/>
                </a:cubicBezTo>
                <a:cubicBezTo>
                  <a:pt x="150174" y="1551178"/>
                  <a:pt x="165652" y="1590261"/>
                  <a:pt x="178904" y="1630017"/>
                </a:cubicBezTo>
                <a:cubicBezTo>
                  <a:pt x="245705" y="1830421"/>
                  <a:pt x="143784" y="1519577"/>
                  <a:pt x="218661" y="1769165"/>
                </a:cubicBezTo>
                <a:cubicBezTo>
                  <a:pt x="230703" y="1809305"/>
                  <a:pt x="245165" y="1848678"/>
                  <a:pt x="258417" y="1888435"/>
                </a:cubicBezTo>
                <a:cubicBezTo>
                  <a:pt x="265043" y="1908313"/>
                  <a:pt x="266672" y="1930636"/>
                  <a:pt x="278295" y="1948070"/>
                </a:cubicBezTo>
                <a:lnTo>
                  <a:pt x="318052" y="2007704"/>
                </a:lnTo>
                <a:cubicBezTo>
                  <a:pt x="368016" y="2157598"/>
                  <a:pt x="300618" y="1972835"/>
                  <a:pt x="377687" y="2126974"/>
                </a:cubicBezTo>
                <a:cubicBezTo>
                  <a:pt x="422515" y="2216629"/>
                  <a:pt x="366109" y="2160788"/>
                  <a:pt x="437322" y="2246244"/>
                </a:cubicBezTo>
                <a:cubicBezTo>
                  <a:pt x="455319" y="2267840"/>
                  <a:pt x="479697" y="2283688"/>
                  <a:pt x="496956" y="2305878"/>
                </a:cubicBezTo>
                <a:cubicBezTo>
                  <a:pt x="526291" y="2343594"/>
                  <a:pt x="542682" y="2391361"/>
                  <a:pt x="576469" y="2425148"/>
                </a:cubicBezTo>
                <a:cubicBezTo>
                  <a:pt x="596347" y="2445026"/>
                  <a:pt x="618107" y="2463187"/>
                  <a:pt x="636104" y="2484783"/>
                </a:cubicBezTo>
                <a:cubicBezTo>
                  <a:pt x="651398" y="2503136"/>
                  <a:pt x="657206" y="2529493"/>
                  <a:pt x="675861" y="2544417"/>
                </a:cubicBezTo>
                <a:cubicBezTo>
                  <a:pt x="692223" y="2557506"/>
                  <a:pt x="716754" y="2554925"/>
                  <a:pt x="735495" y="2564296"/>
                </a:cubicBezTo>
                <a:cubicBezTo>
                  <a:pt x="756863" y="2574980"/>
                  <a:pt x="775252" y="2590800"/>
                  <a:pt x="795130" y="2604052"/>
                </a:cubicBezTo>
                <a:cubicBezTo>
                  <a:pt x="871618" y="2718783"/>
                  <a:pt x="788568" y="2620651"/>
                  <a:pt x="954156" y="2703444"/>
                </a:cubicBezTo>
                <a:cubicBezTo>
                  <a:pt x="980660" y="2716696"/>
                  <a:pt x="1006156" y="2732195"/>
                  <a:pt x="1033669" y="2743200"/>
                </a:cubicBezTo>
                <a:cubicBezTo>
                  <a:pt x="1076894" y="2760490"/>
                  <a:pt x="1178754" y="2793072"/>
                  <a:pt x="1232452" y="2802835"/>
                </a:cubicBezTo>
                <a:cubicBezTo>
                  <a:pt x="1278550" y="2811216"/>
                  <a:pt x="1325217" y="2816087"/>
                  <a:pt x="1371600" y="2822713"/>
                </a:cubicBezTo>
                <a:cubicBezTo>
                  <a:pt x="1391478" y="2829339"/>
                  <a:pt x="1410907" y="2837509"/>
                  <a:pt x="1431235" y="2842591"/>
                </a:cubicBezTo>
                <a:cubicBezTo>
                  <a:pt x="1464013" y="2850786"/>
                  <a:pt x="1497299" y="2856915"/>
                  <a:pt x="1530626" y="2862470"/>
                </a:cubicBezTo>
                <a:cubicBezTo>
                  <a:pt x="1674389" y="2886431"/>
                  <a:pt x="1693364" y="2882812"/>
                  <a:pt x="1848678" y="2902226"/>
                </a:cubicBezTo>
                <a:cubicBezTo>
                  <a:pt x="1895170" y="2908037"/>
                  <a:pt x="1941517" y="2914979"/>
                  <a:pt x="1987826" y="2922104"/>
                </a:cubicBezTo>
                <a:cubicBezTo>
                  <a:pt x="2027662" y="2928233"/>
                  <a:pt x="2066929" y="2938636"/>
                  <a:pt x="2107095" y="2941983"/>
                </a:cubicBezTo>
                <a:cubicBezTo>
                  <a:pt x="2226136" y="2951903"/>
                  <a:pt x="2345634" y="2955235"/>
                  <a:pt x="2464904" y="2961861"/>
                </a:cubicBezTo>
                <a:cubicBezTo>
                  <a:pt x="2504661" y="2968487"/>
                  <a:pt x="2544829" y="2972996"/>
                  <a:pt x="2584174" y="2981739"/>
                </a:cubicBezTo>
                <a:cubicBezTo>
                  <a:pt x="2604628" y="2986284"/>
                  <a:pt x="2643808" y="3001617"/>
                  <a:pt x="2643808" y="3001617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2114689" y="7715250"/>
            <a:ext cx="1550504" cy="1371600"/>
          </a:xfrm>
          <a:custGeom>
            <a:avLst/>
            <a:gdLst>
              <a:gd name="connsiteX0" fmla="*/ 0 w 1630459"/>
              <a:gd name="connsiteY0" fmla="*/ 0 h 1649895"/>
              <a:gd name="connsiteX1" fmla="*/ 496957 w 1630459"/>
              <a:gd name="connsiteY1" fmla="*/ 39756 h 1649895"/>
              <a:gd name="connsiteX2" fmla="*/ 616226 w 1630459"/>
              <a:gd name="connsiteY2" fmla="*/ 79513 h 1649895"/>
              <a:gd name="connsiteX3" fmla="*/ 795131 w 1630459"/>
              <a:gd name="connsiteY3" fmla="*/ 139148 h 1649895"/>
              <a:gd name="connsiteX4" fmla="*/ 974035 w 1630459"/>
              <a:gd name="connsiteY4" fmla="*/ 198782 h 1649895"/>
              <a:gd name="connsiteX5" fmla="*/ 1033670 w 1630459"/>
              <a:gd name="connsiteY5" fmla="*/ 218661 h 1649895"/>
              <a:gd name="connsiteX6" fmla="*/ 1152939 w 1630459"/>
              <a:gd name="connsiteY6" fmla="*/ 298174 h 1649895"/>
              <a:gd name="connsiteX7" fmla="*/ 1252331 w 1630459"/>
              <a:gd name="connsiteY7" fmla="*/ 417443 h 1649895"/>
              <a:gd name="connsiteX8" fmla="*/ 1371600 w 1630459"/>
              <a:gd name="connsiteY8" fmla="*/ 596348 h 1649895"/>
              <a:gd name="connsiteX9" fmla="*/ 1451113 w 1630459"/>
              <a:gd name="connsiteY9" fmla="*/ 715617 h 1649895"/>
              <a:gd name="connsiteX10" fmla="*/ 1510748 w 1630459"/>
              <a:gd name="connsiteY10" fmla="*/ 894521 h 1649895"/>
              <a:gd name="connsiteX11" fmla="*/ 1530626 w 1630459"/>
              <a:gd name="connsiteY11" fmla="*/ 954156 h 1649895"/>
              <a:gd name="connsiteX12" fmla="*/ 1570383 w 1630459"/>
              <a:gd name="connsiteY12" fmla="*/ 1152939 h 1649895"/>
              <a:gd name="connsiteX13" fmla="*/ 1590261 w 1630459"/>
              <a:gd name="connsiteY13" fmla="*/ 1232452 h 1649895"/>
              <a:gd name="connsiteX14" fmla="*/ 1610139 w 1630459"/>
              <a:gd name="connsiteY14" fmla="*/ 1331843 h 1649895"/>
              <a:gd name="connsiteX15" fmla="*/ 1630018 w 1630459"/>
              <a:gd name="connsiteY15" fmla="*/ 1649895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30459" h="1649895">
                <a:moveTo>
                  <a:pt x="0" y="0"/>
                </a:moveTo>
                <a:cubicBezTo>
                  <a:pt x="96177" y="5062"/>
                  <a:pt x="356200" y="4567"/>
                  <a:pt x="496957" y="39756"/>
                </a:cubicBezTo>
                <a:cubicBezTo>
                  <a:pt x="537613" y="49920"/>
                  <a:pt x="576470" y="66261"/>
                  <a:pt x="616226" y="79513"/>
                </a:cubicBezTo>
                <a:lnTo>
                  <a:pt x="795131" y="139148"/>
                </a:lnTo>
                <a:lnTo>
                  <a:pt x="974035" y="198782"/>
                </a:lnTo>
                <a:cubicBezTo>
                  <a:pt x="993913" y="205408"/>
                  <a:pt x="1016236" y="207038"/>
                  <a:pt x="1033670" y="218661"/>
                </a:cubicBezTo>
                <a:lnTo>
                  <a:pt x="1152939" y="298174"/>
                </a:lnTo>
                <a:cubicBezTo>
                  <a:pt x="1295022" y="511293"/>
                  <a:pt x="1073745" y="187831"/>
                  <a:pt x="1252331" y="417443"/>
                </a:cubicBezTo>
                <a:cubicBezTo>
                  <a:pt x="1252345" y="417461"/>
                  <a:pt x="1351715" y="566521"/>
                  <a:pt x="1371600" y="596348"/>
                </a:cubicBezTo>
                <a:lnTo>
                  <a:pt x="1451113" y="715617"/>
                </a:lnTo>
                <a:lnTo>
                  <a:pt x="1510748" y="894521"/>
                </a:lnTo>
                <a:cubicBezTo>
                  <a:pt x="1517374" y="914399"/>
                  <a:pt x="1525544" y="933828"/>
                  <a:pt x="1530626" y="954156"/>
                </a:cubicBezTo>
                <a:cubicBezTo>
                  <a:pt x="1576796" y="1138828"/>
                  <a:pt x="1521649" y="909267"/>
                  <a:pt x="1570383" y="1152939"/>
                </a:cubicBezTo>
                <a:cubicBezTo>
                  <a:pt x="1575741" y="1179729"/>
                  <a:pt x="1584335" y="1205783"/>
                  <a:pt x="1590261" y="1232452"/>
                </a:cubicBezTo>
                <a:cubicBezTo>
                  <a:pt x="1597590" y="1265434"/>
                  <a:pt x="1603513" y="1298713"/>
                  <a:pt x="1610139" y="1331843"/>
                </a:cubicBezTo>
                <a:cubicBezTo>
                  <a:pt x="1630459" y="1636628"/>
                  <a:pt x="1630018" y="1530405"/>
                  <a:pt x="1630018" y="1649895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2"/>
          <p:cNvSpPr txBox="1"/>
          <p:nvPr/>
        </p:nvSpPr>
        <p:spPr>
          <a:xfrm>
            <a:off x="1764553" y="1404603"/>
            <a:ext cx="102616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3  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14438" y="3074653"/>
            <a:ext cx="12268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sz="3200" dirty="0" smtClean="0">
                <a:latin typeface="+mn-ea"/>
              </a:rPr>
              <a:t>）</a:t>
            </a:r>
            <a:endParaRPr lang="zh-CN" sz="3200" dirty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70" grpId="0"/>
      <p:bldP spid="19" grpId="0" animBg="1"/>
      <p:bldP spid="45" grpId="0" animBg="1"/>
      <p:bldP spid="44" grpId="0" animBg="1"/>
      <p:bldP spid="47" grpId="0" animBg="1"/>
      <p:bldP spid="48" grpId="0" animBg="1"/>
      <p:bldP spid="49" grpId="0" animBg="1"/>
      <p:bldP spid="50" grpId="0" animBg="1"/>
      <p:bldP spid="54" grpId="0" animBg="1"/>
      <p:bldP spid="55" grpId="0" animBg="1"/>
      <p:bldP spid="56" grpId="0" animBg="1"/>
      <p:bldP spid="53" grpId="0" animBg="1"/>
      <p:bldP spid="52" grpId="0" animBg="1"/>
      <p:bldP spid="5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9" grpId="0" animBg="1"/>
      <p:bldP spid="30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681220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</a:t>
            </a:r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2569085" y="1688496"/>
          <a:ext cx="2500478" cy="70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9085" y="1688496"/>
                        <a:ext cx="2500478" cy="706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/>
          <p:cNvSpPr/>
          <p:nvPr/>
        </p:nvSpPr>
        <p:spPr>
          <a:xfrm>
            <a:off x="5740365" y="2034429"/>
            <a:ext cx="2489235" cy="210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6267097" y="1431757"/>
          <a:ext cx="1730163" cy="5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7097" y="1431757"/>
                        <a:ext cx="1730163" cy="587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9364081" y="1336827"/>
          <a:ext cx="3896780" cy="1492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64081" y="1336827"/>
                        <a:ext cx="3896780" cy="14923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198088" y="2205549"/>
          <a:ext cx="1803196" cy="509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14935200" imgH="3962400" progId="Equation.DSMT4">
                  <p:embed/>
                </p:oleObj>
              </mc:Choice>
              <mc:Fallback>
                <p:oleObj name="Equation" r:id="rId7" imgW="14935200" imgH="39624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8088" y="2205549"/>
                        <a:ext cx="1803196" cy="5098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3812467" y="2771126"/>
            <a:ext cx="32264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平面上的直线族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3" name="Object 14"/>
          <p:cNvGraphicFramePr>
            <a:graphicFrameLocks noChangeAspect="1"/>
          </p:cNvGraphicFramePr>
          <p:nvPr/>
        </p:nvGraphicFramePr>
        <p:xfrm>
          <a:off x="7963024" y="2701785"/>
          <a:ext cx="1402223" cy="747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10972800" imgH="5486400" progId="Equation.DSMT4">
                  <p:embed/>
                </p:oleObj>
              </mc:Choice>
              <mc:Fallback>
                <p:oleObj name="Equation" r:id="rId9" imgW="10972800" imgH="54864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63024" y="2701785"/>
                        <a:ext cx="1402223" cy="7479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3851785" y="3553785"/>
            <a:ext cx="415226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200" dirty="0" smtClean="0">
                <a:latin typeface="+mn-ea"/>
              </a:rPr>
              <a:t>平面上的两族抛物线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6" name="Object 14"/>
          <p:cNvGraphicFramePr>
            <a:graphicFrameLocks noChangeAspect="1"/>
          </p:cNvGraphicFramePr>
          <p:nvPr/>
        </p:nvGraphicFramePr>
        <p:xfrm>
          <a:off x="4219918" y="4085938"/>
          <a:ext cx="3351358" cy="1325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22250400" imgH="10972800" progId="Equation.DSMT4">
                  <p:embed/>
                </p:oleObj>
              </mc:Choice>
              <mc:Fallback>
                <p:oleObj name="Equation" r:id="rId11" imgW="22250400" imgH="10972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9918" y="4085938"/>
                        <a:ext cx="3351358" cy="13257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1" name="Object 23"/>
          <p:cNvGraphicFramePr>
            <a:graphicFrameLocks noChangeAspect="1"/>
          </p:cNvGraphicFramePr>
          <p:nvPr/>
        </p:nvGraphicFramePr>
        <p:xfrm>
          <a:off x="9521530" y="2692629"/>
          <a:ext cx="1285015" cy="649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1582400" imgH="5486400" progId="Equation.DSMT4">
                  <p:embed/>
                </p:oleObj>
              </mc:Choice>
              <mc:Fallback>
                <p:oleObj name="Equation" r:id="rId13" imgW="11582400" imgH="54864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21530" y="2692629"/>
                        <a:ext cx="1285015" cy="6492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2" name="Object 24"/>
          <p:cNvGraphicFramePr>
            <a:graphicFrameLocks noChangeAspect="1"/>
          </p:cNvGraphicFramePr>
          <p:nvPr/>
        </p:nvGraphicFramePr>
        <p:xfrm>
          <a:off x="7991570" y="3978675"/>
          <a:ext cx="3061154" cy="133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21031200" imgH="10972800" progId="Equation.DSMT4">
                  <p:embed/>
                </p:oleObj>
              </mc:Choice>
              <mc:Fallback>
                <p:oleObj name="Equation" r:id="rId15" imgW="21031200" imgH="109728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91570" y="3978675"/>
                        <a:ext cx="3061154" cy="13349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2963234" y="2732459"/>
            <a:ext cx="728566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(2)</a:t>
            </a:r>
            <a:endParaRPr lang="zh-CN" altLang="en-US" sz="3200" dirty="0">
              <a:latin typeface="+mn-ea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rot="16200000" flipV="1">
            <a:off x="3220056" y="7129725"/>
            <a:ext cx="3763959" cy="297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4673995" y="7072732"/>
          <a:ext cx="683615" cy="4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7" imgW="3657600" imgH="4267200" progId="Equation.DSMT4">
                  <p:embed/>
                </p:oleObj>
              </mc:Choice>
              <mc:Fallback>
                <p:oleObj name="Equation" r:id="rId17" imgW="3657600" imgH="42672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73995" y="7072732"/>
                        <a:ext cx="683615" cy="4701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7980989" y="7122576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19" imgW="3048000" imgH="3352800" progId="Equation.DSMT4">
                  <p:embed/>
                </p:oleObj>
              </mc:Choice>
              <mc:Fallback>
                <p:oleObj name="Equation" r:id="rId19" imgW="3048000" imgH="33528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80989" y="7122576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/>
          <p:cNvGraphicFramePr>
            <a:graphicFrameLocks noChangeAspect="1"/>
          </p:cNvGraphicFramePr>
          <p:nvPr/>
        </p:nvGraphicFramePr>
        <p:xfrm>
          <a:off x="4622724" y="5412279"/>
          <a:ext cx="627022" cy="435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21" imgW="3352800" imgH="3962400" progId="Equation.DSMT4">
                  <p:embed/>
                </p:oleObj>
              </mc:Choice>
              <mc:Fallback>
                <p:oleObj name="Equation" r:id="rId21" imgW="3352800" imgH="396240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22724" y="5412279"/>
                        <a:ext cx="627022" cy="4354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flipV="1">
            <a:off x="2302139" y="7090910"/>
            <a:ext cx="5939845" cy="7900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10232385" y="7031455"/>
            <a:ext cx="4802112" cy="395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rot="16200000" flipV="1">
            <a:off x="9648584" y="6966818"/>
            <a:ext cx="3549984" cy="556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9"/>
          <p:cNvGraphicFramePr>
            <a:graphicFrameLocks noChangeAspect="1"/>
          </p:cNvGraphicFramePr>
          <p:nvPr/>
        </p:nvGraphicFramePr>
        <p:xfrm>
          <a:off x="10866319" y="7091044"/>
          <a:ext cx="683615" cy="47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23" imgW="3657600" imgH="4267200" progId="Equation.DSMT4">
                  <p:embed/>
                </p:oleObj>
              </mc:Choice>
              <mc:Fallback>
                <p:oleObj name="Equation" r:id="rId23" imgW="3657600" imgH="4267200" progId="Equation.DSMT4">
                  <p:embed/>
                  <p:pic>
                    <p:nvPicPr>
                      <p:cNvPr id="0" name="图片 513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866319" y="7091044"/>
                        <a:ext cx="683615" cy="470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/>
        </p:nvGraphicFramePr>
        <p:xfrm>
          <a:off x="14825980" y="7338695"/>
          <a:ext cx="5746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24" imgW="127000" imgH="139700" progId="Equation.DSMT4">
                  <p:embed/>
                </p:oleObj>
              </mc:Choice>
              <mc:Fallback>
                <p:oleObj name="Equation" r:id="rId24" imgW="127000" imgH="139700" progId="Equation.DSMT4">
                  <p:embed/>
                  <p:pic>
                    <p:nvPicPr>
                      <p:cNvPr id="0" name="图片 513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825980" y="7338695"/>
                        <a:ext cx="574675" cy="377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1"/>
          <p:cNvGraphicFramePr>
            <a:graphicFrameLocks noChangeAspect="1"/>
          </p:cNvGraphicFramePr>
          <p:nvPr/>
        </p:nvGraphicFramePr>
        <p:xfrm>
          <a:off x="11544300" y="5133340"/>
          <a:ext cx="594360" cy="42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26" imgW="114300" imgH="139700" progId="Equation.DSMT4">
                  <p:embed/>
                </p:oleObj>
              </mc:Choice>
              <mc:Fallback>
                <p:oleObj name="Equation" r:id="rId26" imgW="114300" imgH="139700" progId="Equation.DSMT4">
                  <p:embed/>
                  <p:pic>
                    <p:nvPicPr>
                      <p:cNvPr id="0" name="图片 5133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544300" y="5133340"/>
                        <a:ext cx="594360" cy="4248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连接符 43"/>
          <p:cNvCxnSpPr/>
          <p:nvPr/>
        </p:nvCxnSpPr>
        <p:spPr>
          <a:xfrm rot="16200000" flipH="1">
            <a:off x="4031677" y="7107381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16200000" flipH="1">
            <a:off x="4724406" y="7135092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rot="16200000" flipH="1">
            <a:off x="1946572" y="7121241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rot="16200000" flipH="1">
            <a:off x="2722425" y="7148950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12076719" y="7041746"/>
            <a:ext cx="103909" cy="62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1397839" y="7942298"/>
            <a:ext cx="103909" cy="62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9728373" y="5462328"/>
            <a:ext cx="2410692" cy="3304309"/>
          </a:xfrm>
          <a:custGeom>
            <a:avLst/>
            <a:gdLst>
              <a:gd name="connsiteX0" fmla="*/ 145473 w 2223655"/>
              <a:gd name="connsiteY0" fmla="*/ 9412 h 3770921"/>
              <a:gd name="connsiteX1" fmla="*/ 290946 w 2223655"/>
              <a:gd name="connsiteY1" fmla="*/ 71757 h 3770921"/>
              <a:gd name="connsiteX2" fmla="*/ 353291 w 2223655"/>
              <a:gd name="connsiteY2" fmla="*/ 92539 h 3770921"/>
              <a:gd name="connsiteX3" fmla="*/ 540328 w 2223655"/>
              <a:gd name="connsiteY3" fmla="*/ 196448 h 3770921"/>
              <a:gd name="connsiteX4" fmla="*/ 685800 w 2223655"/>
              <a:gd name="connsiteY4" fmla="*/ 279575 h 3770921"/>
              <a:gd name="connsiteX5" fmla="*/ 810491 w 2223655"/>
              <a:gd name="connsiteY5" fmla="*/ 362703 h 3770921"/>
              <a:gd name="connsiteX6" fmla="*/ 893619 w 2223655"/>
              <a:gd name="connsiteY6" fmla="*/ 404266 h 3770921"/>
              <a:gd name="connsiteX7" fmla="*/ 1080655 w 2223655"/>
              <a:gd name="connsiteY7" fmla="*/ 508175 h 3770921"/>
              <a:gd name="connsiteX8" fmla="*/ 1226128 w 2223655"/>
              <a:gd name="connsiteY8" fmla="*/ 632866 h 3770921"/>
              <a:gd name="connsiteX9" fmla="*/ 1350819 w 2223655"/>
              <a:gd name="connsiteY9" fmla="*/ 715994 h 3770921"/>
              <a:gd name="connsiteX10" fmla="*/ 1413164 w 2223655"/>
              <a:gd name="connsiteY10" fmla="*/ 778339 h 3770921"/>
              <a:gd name="connsiteX11" fmla="*/ 1475510 w 2223655"/>
              <a:gd name="connsiteY11" fmla="*/ 819903 h 3770921"/>
              <a:gd name="connsiteX12" fmla="*/ 1558637 w 2223655"/>
              <a:gd name="connsiteY12" fmla="*/ 882248 h 3770921"/>
              <a:gd name="connsiteX13" fmla="*/ 1620982 w 2223655"/>
              <a:gd name="connsiteY13" fmla="*/ 923812 h 3770921"/>
              <a:gd name="connsiteX14" fmla="*/ 1683328 w 2223655"/>
              <a:gd name="connsiteY14" fmla="*/ 986157 h 3770921"/>
              <a:gd name="connsiteX15" fmla="*/ 1808019 w 2223655"/>
              <a:gd name="connsiteY15" fmla="*/ 1069284 h 3770921"/>
              <a:gd name="connsiteX16" fmla="*/ 1849582 w 2223655"/>
              <a:gd name="connsiteY16" fmla="*/ 1131630 h 3770921"/>
              <a:gd name="connsiteX17" fmla="*/ 1911928 w 2223655"/>
              <a:gd name="connsiteY17" fmla="*/ 1152412 h 3770921"/>
              <a:gd name="connsiteX18" fmla="*/ 1932710 w 2223655"/>
              <a:gd name="connsiteY18" fmla="*/ 1214757 h 3770921"/>
              <a:gd name="connsiteX19" fmla="*/ 2015837 w 2223655"/>
              <a:gd name="connsiteY19" fmla="*/ 1339448 h 3770921"/>
              <a:gd name="connsiteX20" fmla="*/ 2057400 w 2223655"/>
              <a:gd name="connsiteY20" fmla="*/ 1401794 h 3770921"/>
              <a:gd name="connsiteX21" fmla="*/ 2098964 w 2223655"/>
              <a:gd name="connsiteY21" fmla="*/ 1464139 h 3770921"/>
              <a:gd name="connsiteX22" fmla="*/ 2161310 w 2223655"/>
              <a:gd name="connsiteY22" fmla="*/ 1651175 h 3770921"/>
              <a:gd name="connsiteX23" fmla="*/ 2182091 w 2223655"/>
              <a:gd name="connsiteY23" fmla="*/ 1713521 h 3770921"/>
              <a:gd name="connsiteX24" fmla="*/ 2223655 w 2223655"/>
              <a:gd name="connsiteY24" fmla="*/ 1858994 h 3770921"/>
              <a:gd name="connsiteX25" fmla="*/ 2182091 w 2223655"/>
              <a:gd name="connsiteY25" fmla="*/ 2129157 h 3770921"/>
              <a:gd name="connsiteX26" fmla="*/ 2161310 w 2223655"/>
              <a:gd name="connsiteY26" fmla="*/ 2191503 h 3770921"/>
              <a:gd name="connsiteX27" fmla="*/ 2119746 w 2223655"/>
              <a:gd name="connsiteY27" fmla="*/ 2253848 h 3770921"/>
              <a:gd name="connsiteX28" fmla="*/ 2098964 w 2223655"/>
              <a:gd name="connsiteY28" fmla="*/ 2316194 h 3770921"/>
              <a:gd name="connsiteX29" fmla="*/ 2015837 w 2223655"/>
              <a:gd name="connsiteY29" fmla="*/ 2440884 h 3770921"/>
              <a:gd name="connsiteX30" fmla="*/ 1995055 w 2223655"/>
              <a:gd name="connsiteY30" fmla="*/ 2503230 h 3770921"/>
              <a:gd name="connsiteX31" fmla="*/ 1932710 w 2223655"/>
              <a:gd name="connsiteY31" fmla="*/ 2544794 h 3770921"/>
              <a:gd name="connsiteX32" fmla="*/ 1828800 w 2223655"/>
              <a:gd name="connsiteY32" fmla="*/ 2731830 h 3770921"/>
              <a:gd name="connsiteX33" fmla="*/ 1766455 w 2223655"/>
              <a:gd name="connsiteY33" fmla="*/ 2773394 h 3770921"/>
              <a:gd name="connsiteX34" fmla="*/ 1662546 w 2223655"/>
              <a:gd name="connsiteY34" fmla="*/ 2856521 h 3770921"/>
              <a:gd name="connsiteX35" fmla="*/ 1600200 w 2223655"/>
              <a:gd name="connsiteY35" fmla="*/ 2918866 h 3770921"/>
              <a:gd name="connsiteX36" fmla="*/ 1537855 w 2223655"/>
              <a:gd name="connsiteY36" fmla="*/ 2939648 h 3770921"/>
              <a:gd name="connsiteX37" fmla="*/ 1413164 w 2223655"/>
              <a:gd name="connsiteY37" fmla="*/ 3022775 h 3770921"/>
              <a:gd name="connsiteX38" fmla="*/ 1371600 w 2223655"/>
              <a:gd name="connsiteY38" fmla="*/ 3085121 h 3770921"/>
              <a:gd name="connsiteX39" fmla="*/ 1309255 w 2223655"/>
              <a:gd name="connsiteY39" fmla="*/ 3105903 h 3770921"/>
              <a:gd name="connsiteX40" fmla="*/ 1184564 w 2223655"/>
              <a:gd name="connsiteY40" fmla="*/ 3168248 h 3770921"/>
              <a:gd name="connsiteX41" fmla="*/ 1059873 w 2223655"/>
              <a:gd name="connsiteY41" fmla="*/ 3251375 h 3770921"/>
              <a:gd name="connsiteX42" fmla="*/ 997528 w 2223655"/>
              <a:gd name="connsiteY42" fmla="*/ 3272157 h 3770921"/>
              <a:gd name="connsiteX43" fmla="*/ 810491 w 2223655"/>
              <a:gd name="connsiteY43" fmla="*/ 3396848 h 3770921"/>
              <a:gd name="connsiteX44" fmla="*/ 748146 w 2223655"/>
              <a:gd name="connsiteY44" fmla="*/ 3438412 h 3770921"/>
              <a:gd name="connsiteX45" fmla="*/ 623455 w 2223655"/>
              <a:gd name="connsiteY45" fmla="*/ 3500757 h 3770921"/>
              <a:gd name="connsiteX46" fmla="*/ 498764 w 2223655"/>
              <a:gd name="connsiteY46" fmla="*/ 3542321 h 3770921"/>
              <a:gd name="connsiteX47" fmla="*/ 374073 w 2223655"/>
              <a:gd name="connsiteY47" fmla="*/ 3604666 h 3770921"/>
              <a:gd name="connsiteX48" fmla="*/ 311728 w 2223655"/>
              <a:gd name="connsiteY48" fmla="*/ 3646230 h 3770921"/>
              <a:gd name="connsiteX49" fmla="*/ 187037 w 2223655"/>
              <a:gd name="connsiteY49" fmla="*/ 3687794 h 3770921"/>
              <a:gd name="connsiteX50" fmla="*/ 124691 w 2223655"/>
              <a:gd name="connsiteY50" fmla="*/ 3729357 h 3770921"/>
              <a:gd name="connsiteX51" fmla="*/ 0 w 2223655"/>
              <a:gd name="connsiteY51" fmla="*/ 3770921 h 377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223655" h="3770921">
                <a:moveTo>
                  <a:pt x="145473" y="9412"/>
                </a:moveTo>
                <a:cubicBezTo>
                  <a:pt x="318476" y="52663"/>
                  <a:pt x="147430" y="0"/>
                  <a:pt x="290946" y="71757"/>
                </a:cubicBezTo>
                <a:cubicBezTo>
                  <a:pt x="310539" y="81554"/>
                  <a:pt x="334142" y="81901"/>
                  <a:pt x="353291" y="92539"/>
                </a:cubicBezTo>
                <a:cubicBezTo>
                  <a:pt x="567666" y="211636"/>
                  <a:pt x="399256" y="149424"/>
                  <a:pt x="540328" y="196448"/>
                </a:cubicBezTo>
                <a:cubicBezTo>
                  <a:pt x="755985" y="340222"/>
                  <a:pt x="422145" y="121382"/>
                  <a:pt x="685800" y="279575"/>
                </a:cubicBezTo>
                <a:cubicBezTo>
                  <a:pt x="728635" y="305276"/>
                  <a:pt x="765811" y="340364"/>
                  <a:pt x="810491" y="362703"/>
                </a:cubicBezTo>
                <a:cubicBezTo>
                  <a:pt x="838200" y="376557"/>
                  <a:pt x="867054" y="388327"/>
                  <a:pt x="893619" y="404266"/>
                </a:cubicBezTo>
                <a:cubicBezTo>
                  <a:pt x="1072269" y="511456"/>
                  <a:pt x="955250" y="466375"/>
                  <a:pt x="1080655" y="508175"/>
                </a:cubicBezTo>
                <a:cubicBezTo>
                  <a:pt x="1271969" y="635720"/>
                  <a:pt x="974150" y="431284"/>
                  <a:pt x="1226128" y="632866"/>
                </a:cubicBezTo>
                <a:cubicBezTo>
                  <a:pt x="1265135" y="664072"/>
                  <a:pt x="1315497" y="680672"/>
                  <a:pt x="1350819" y="715994"/>
                </a:cubicBezTo>
                <a:cubicBezTo>
                  <a:pt x="1371601" y="736776"/>
                  <a:pt x="1390586" y="759524"/>
                  <a:pt x="1413164" y="778339"/>
                </a:cubicBezTo>
                <a:cubicBezTo>
                  <a:pt x="1432352" y="794329"/>
                  <a:pt x="1455185" y="805386"/>
                  <a:pt x="1475510" y="819903"/>
                </a:cubicBezTo>
                <a:cubicBezTo>
                  <a:pt x="1503695" y="840035"/>
                  <a:pt x="1530452" y="862116"/>
                  <a:pt x="1558637" y="882248"/>
                </a:cubicBezTo>
                <a:cubicBezTo>
                  <a:pt x="1578961" y="896765"/>
                  <a:pt x="1601794" y="907822"/>
                  <a:pt x="1620982" y="923812"/>
                </a:cubicBezTo>
                <a:cubicBezTo>
                  <a:pt x="1643560" y="942627"/>
                  <a:pt x="1660129" y="968113"/>
                  <a:pt x="1683328" y="986157"/>
                </a:cubicBezTo>
                <a:cubicBezTo>
                  <a:pt x="1722759" y="1016825"/>
                  <a:pt x="1808019" y="1069284"/>
                  <a:pt x="1808019" y="1069284"/>
                </a:cubicBezTo>
                <a:cubicBezTo>
                  <a:pt x="1821873" y="1090066"/>
                  <a:pt x="1830079" y="1116027"/>
                  <a:pt x="1849582" y="1131630"/>
                </a:cubicBezTo>
                <a:cubicBezTo>
                  <a:pt x="1866688" y="1145315"/>
                  <a:pt x="1896438" y="1136922"/>
                  <a:pt x="1911928" y="1152412"/>
                </a:cubicBezTo>
                <a:cubicBezTo>
                  <a:pt x="1927418" y="1167902"/>
                  <a:pt x="1922072" y="1195608"/>
                  <a:pt x="1932710" y="1214757"/>
                </a:cubicBezTo>
                <a:cubicBezTo>
                  <a:pt x="1956969" y="1258424"/>
                  <a:pt x="1988128" y="1297884"/>
                  <a:pt x="2015837" y="1339448"/>
                </a:cubicBezTo>
                <a:lnTo>
                  <a:pt x="2057400" y="1401794"/>
                </a:lnTo>
                <a:cubicBezTo>
                  <a:pt x="2071254" y="1422576"/>
                  <a:pt x="2091066" y="1440444"/>
                  <a:pt x="2098964" y="1464139"/>
                </a:cubicBezTo>
                <a:lnTo>
                  <a:pt x="2161310" y="1651175"/>
                </a:lnTo>
                <a:cubicBezTo>
                  <a:pt x="2168237" y="1671957"/>
                  <a:pt x="2176778" y="1692269"/>
                  <a:pt x="2182091" y="1713521"/>
                </a:cubicBezTo>
                <a:cubicBezTo>
                  <a:pt x="2208186" y="1817900"/>
                  <a:pt x="2193841" y="1769552"/>
                  <a:pt x="2223655" y="1858994"/>
                </a:cubicBezTo>
                <a:cubicBezTo>
                  <a:pt x="2211035" y="1959952"/>
                  <a:pt x="2205893" y="2033948"/>
                  <a:pt x="2182091" y="2129157"/>
                </a:cubicBezTo>
                <a:cubicBezTo>
                  <a:pt x="2176778" y="2150409"/>
                  <a:pt x="2171107" y="2171910"/>
                  <a:pt x="2161310" y="2191503"/>
                </a:cubicBezTo>
                <a:cubicBezTo>
                  <a:pt x="2150140" y="2213843"/>
                  <a:pt x="2133601" y="2233066"/>
                  <a:pt x="2119746" y="2253848"/>
                </a:cubicBezTo>
                <a:cubicBezTo>
                  <a:pt x="2112819" y="2274630"/>
                  <a:pt x="2109603" y="2297045"/>
                  <a:pt x="2098964" y="2316194"/>
                </a:cubicBezTo>
                <a:cubicBezTo>
                  <a:pt x="2074705" y="2359861"/>
                  <a:pt x="2031634" y="2393494"/>
                  <a:pt x="2015837" y="2440884"/>
                </a:cubicBezTo>
                <a:cubicBezTo>
                  <a:pt x="2008910" y="2461666"/>
                  <a:pt x="2008740" y="2486124"/>
                  <a:pt x="1995055" y="2503230"/>
                </a:cubicBezTo>
                <a:cubicBezTo>
                  <a:pt x="1979452" y="2522734"/>
                  <a:pt x="1953492" y="2530939"/>
                  <a:pt x="1932710" y="2544794"/>
                </a:cubicBezTo>
                <a:cubicBezTo>
                  <a:pt x="1911053" y="2609763"/>
                  <a:pt x="1890051" y="2690995"/>
                  <a:pt x="1828800" y="2731830"/>
                </a:cubicBezTo>
                <a:lnTo>
                  <a:pt x="1766455" y="2773394"/>
                </a:lnTo>
                <a:cubicBezTo>
                  <a:pt x="1673499" y="2912825"/>
                  <a:pt x="1783002" y="2776217"/>
                  <a:pt x="1662546" y="2856521"/>
                </a:cubicBezTo>
                <a:cubicBezTo>
                  <a:pt x="1638092" y="2872824"/>
                  <a:pt x="1624654" y="2902563"/>
                  <a:pt x="1600200" y="2918866"/>
                </a:cubicBezTo>
                <a:cubicBezTo>
                  <a:pt x="1581973" y="2931017"/>
                  <a:pt x="1557004" y="2929010"/>
                  <a:pt x="1537855" y="2939648"/>
                </a:cubicBezTo>
                <a:cubicBezTo>
                  <a:pt x="1494188" y="2963907"/>
                  <a:pt x="1413164" y="3022775"/>
                  <a:pt x="1413164" y="3022775"/>
                </a:cubicBezTo>
                <a:cubicBezTo>
                  <a:pt x="1399309" y="3043557"/>
                  <a:pt x="1391104" y="3069518"/>
                  <a:pt x="1371600" y="3085121"/>
                </a:cubicBezTo>
                <a:cubicBezTo>
                  <a:pt x="1354494" y="3098806"/>
                  <a:pt x="1328848" y="3096106"/>
                  <a:pt x="1309255" y="3105903"/>
                </a:cubicBezTo>
                <a:cubicBezTo>
                  <a:pt x="1148113" y="3186474"/>
                  <a:pt x="1341270" y="3116013"/>
                  <a:pt x="1184564" y="3168248"/>
                </a:cubicBezTo>
                <a:cubicBezTo>
                  <a:pt x="1143000" y="3195957"/>
                  <a:pt x="1107263" y="3235578"/>
                  <a:pt x="1059873" y="3251375"/>
                </a:cubicBezTo>
                <a:cubicBezTo>
                  <a:pt x="1039091" y="3258302"/>
                  <a:pt x="1016677" y="3261519"/>
                  <a:pt x="997528" y="3272157"/>
                </a:cubicBezTo>
                <a:cubicBezTo>
                  <a:pt x="997527" y="3272157"/>
                  <a:pt x="841664" y="3376066"/>
                  <a:pt x="810491" y="3396848"/>
                </a:cubicBezTo>
                <a:cubicBezTo>
                  <a:pt x="789709" y="3410703"/>
                  <a:pt x="771841" y="3430514"/>
                  <a:pt x="748146" y="3438412"/>
                </a:cubicBezTo>
                <a:cubicBezTo>
                  <a:pt x="520772" y="3514203"/>
                  <a:pt x="865169" y="3393329"/>
                  <a:pt x="623455" y="3500757"/>
                </a:cubicBezTo>
                <a:cubicBezTo>
                  <a:pt x="583419" y="3518551"/>
                  <a:pt x="535218" y="3518019"/>
                  <a:pt x="498764" y="3542321"/>
                </a:cubicBezTo>
                <a:cubicBezTo>
                  <a:pt x="418192" y="3596035"/>
                  <a:pt x="460114" y="3575986"/>
                  <a:pt x="374073" y="3604666"/>
                </a:cubicBezTo>
                <a:cubicBezTo>
                  <a:pt x="353291" y="3618521"/>
                  <a:pt x="334552" y="3636086"/>
                  <a:pt x="311728" y="3646230"/>
                </a:cubicBezTo>
                <a:cubicBezTo>
                  <a:pt x="271692" y="3664024"/>
                  <a:pt x="223491" y="3663492"/>
                  <a:pt x="187037" y="3687794"/>
                </a:cubicBezTo>
                <a:cubicBezTo>
                  <a:pt x="166255" y="3701648"/>
                  <a:pt x="147515" y="3719213"/>
                  <a:pt x="124691" y="3729357"/>
                </a:cubicBezTo>
                <a:cubicBezTo>
                  <a:pt x="84655" y="3747151"/>
                  <a:pt x="0" y="3770921"/>
                  <a:pt x="0" y="3770921"/>
                </a:cubicBezTo>
              </a:path>
            </a:pathLst>
          </a:cu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>
            <a:off x="10232332" y="5133109"/>
            <a:ext cx="2563093" cy="3803073"/>
          </a:xfrm>
          <a:custGeom>
            <a:avLst/>
            <a:gdLst>
              <a:gd name="connsiteX0" fmla="*/ 145473 w 2223655"/>
              <a:gd name="connsiteY0" fmla="*/ 9412 h 3770921"/>
              <a:gd name="connsiteX1" fmla="*/ 290946 w 2223655"/>
              <a:gd name="connsiteY1" fmla="*/ 71757 h 3770921"/>
              <a:gd name="connsiteX2" fmla="*/ 353291 w 2223655"/>
              <a:gd name="connsiteY2" fmla="*/ 92539 h 3770921"/>
              <a:gd name="connsiteX3" fmla="*/ 540328 w 2223655"/>
              <a:gd name="connsiteY3" fmla="*/ 196448 h 3770921"/>
              <a:gd name="connsiteX4" fmla="*/ 685800 w 2223655"/>
              <a:gd name="connsiteY4" fmla="*/ 279575 h 3770921"/>
              <a:gd name="connsiteX5" fmla="*/ 810491 w 2223655"/>
              <a:gd name="connsiteY5" fmla="*/ 362703 h 3770921"/>
              <a:gd name="connsiteX6" fmla="*/ 893619 w 2223655"/>
              <a:gd name="connsiteY6" fmla="*/ 404266 h 3770921"/>
              <a:gd name="connsiteX7" fmla="*/ 1080655 w 2223655"/>
              <a:gd name="connsiteY7" fmla="*/ 508175 h 3770921"/>
              <a:gd name="connsiteX8" fmla="*/ 1226128 w 2223655"/>
              <a:gd name="connsiteY8" fmla="*/ 632866 h 3770921"/>
              <a:gd name="connsiteX9" fmla="*/ 1350819 w 2223655"/>
              <a:gd name="connsiteY9" fmla="*/ 715994 h 3770921"/>
              <a:gd name="connsiteX10" fmla="*/ 1413164 w 2223655"/>
              <a:gd name="connsiteY10" fmla="*/ 778339 h 3770921"/>
              <a:gd name="connsiteX11" fmla="*/ 1475510 w 2223655"/>
              <a:gd name="connsiteY11" fmla="*/ 819903 h 3770921"/>
              <a:gd name="connsiteX12" fmla="*/ 1558637 w 2223655"/>
              <a:gd name="connsiteY12" fmla="*/ 882248 h 3770921"/>
              <a:gd name="connsiteX13" fmla="*/ 1620982 w 2223655"/>
              <a:gd name="connsiteY13" fmla="*/ 923812 h 3770921"/>
              <a:gd name="connsiteX14" fmla="*/ 1683328 w 2223655"/>
              <a:gd name="connsiteY14" fmla="*/ 986157 h 3770921"/>
              <a:gd name="connsiteX15" fmla="*/ 1808019 w 2223655"/>
              <a:gd name="connsiteY15" fmla="*/ 1069284 h 3770921"/>
              <a:gd name="connsiteX16" fmla="*/ 1849582 w 2223655"/>
              <a:gd name="connsiteY16" fmla="*/ 1131630 h 3770921"/>
              <a:gd name="connsiteX17" fmla="*/ 1911928 w 2223655"/>
              <a:gd name="connsiteY17" fmla="*/ 1152412 h 3770921"/>
              <a:gd name="connsiteX18" fmla="*/ 1932710 w 2223655"/>
              <a:gd name="connsiteY18" fmla="*/ 1214757 h 3770921"/>
              <a:gd name="connsiteX19" fmla="*/ 2015837 w 2223655"/>
              <a:gd name="connsiteY19" fmla="*/ 1339448 h 3770921"/>
              <a:gd name="connsiteX20" fmla="*/ 2057400 w 2223655"/>
              <a:gd name="connsiteY20" fmla="*/ 1401794 h 3770921"/>
              <a:gd name="connsiteX21" fmla="*/ 2098964 w 2223655"/>
              <a:gd name="connsiteY21" fmla="*/ 1464139 h 3770921"/>
              <a:gd name="connsiteX22" fmla="*/ 2161310 w 2223655"/>
              <a:gd name="connsiteY22" fmla="*/ 1651175 h 3770921"/>
              <a:gd name="connsiteX23" fmla="*/ 2182091 w 2223655"/>
              <a:gd name="connsiteY23" fmla="*/ 1713521 h 3770921"/>
              <a:gd name="connsiteX24" fmla="*/ 2223655 w 2223655"/>
              <a:gd name="connsiteY24" fmla="*/ 1858994 h 3770921"/>
              <a:gd name="connsiteX25" fmla="*/ 2182091 w 2223655"/>
              <a:gd name="connsiteY25" fmla="*/ 2129157 h 3770921"/>
              <a:gd name="connsiteX26" fmla="*/ 2161310 w 2223655"/>
              <a:gd name="connsiteY26" fmla="*/ 2191503 h 3770921"/>
              <a:gd name="connsiteX27" fmla="*/ 2119746 w 2223655"/>
              <a:gd name="connsiteY27" fmla="*/ 2253848 h 3770921"/>
              <a:gd name="connsiteX28" fmla="*/ 2098964 w 2223655"/>
              <a:gd name="connsiteY28" fmla="*/ 2316194 h 3770921"/>
              <a:gd name="connsiteX29" fmla="*/ 2015837 w 2223655"/>
              <a:gd name="connsiteY29" fmla="*/ 2440884 h 3770921"/>
              <a:gd name="connsiteX30" fmla="*/ 1995055 w 2223655"/>
              <a:gd name="connsiteY30" fmla="*/ 2503230 h 3770921"/>
              <a:gd name="connsiteX31" fmla="*/ 1932710 w 2223655"/>
              <a:gd name="connsiteY31" fmla="*/ 2544794 h 3770921"/>
              <a:gd name="connsiteX32" fmla="*/ 1828800 w 2223655"/>
              <a:gd name="connsiteY32" fmla="*/ 2731830 h 3770921"/>
              <a:gd name="connsiteX33" fmla="*/ 1766455 w 2223655"/>
              <a:gd name="connsiteY33" fmla="*/ 2773394 h 3770921"/>
              <a:gd name="connsiteX34" fmla="*/ 1662546 w 2223655"/>
              <a:gd name="connsiteY34" fmla="*/ 2856521 h 3770921"/>
              <a:gd name="connsiteX35" fmla="*/ 1600200 w 2223655"/>
              <a:gd name="connsiteY35" fmla="*/ 2918866 h 3770921"/>
              <a:gd name="connsiteX36" fmla="*/ 1537855 w 2223655"/>
              <a:gd name="connsiteY36" fmla="*/ 2939648 h 3770921"/>
              <a:gd name="connsiteX37" fmla="*/ 1413164 w 2223655"/>
              <a:gd name="connsiteY37" fmla="*/ 3022775 h 3770921"/>
              <a:gd name="connsiteX38" fmla="*/ 1371600 w 2223655"/>
              <a:gd name="connsiteY38" fmla="*/ 3085121 h 3770921"/>
              <a:gd name="connsiteX39" fmla="*/ 1309255 w 2223655"/>
              <a:gd name="connsiteY39" fmla="*/ 3105903 h 3770921"/>
              <a:gd name="connsiteX40" fmla="*/ 1184564 w 2223655"/>
              <a:gd name="connsiteY40" fmla="*/ 3168248 h 3770921"/>
              <a:gd name="connsiteX41" fmla="*/ 1059873 w 2223655"/>
              <a:gd name="connsiteY41" fmla="*/ 3251375 h 3770921"/>
              <a:gd name="connsiteX42" fmla="*/ 997528 w 2223655"/>
              <a:gd name="connsiteY42" fmla="*/ 3272157 h 3770921"/>
              <a:gd name="connsiteX43" fmla="*/ 810491 w 2223655"/>
              <a:gd name="connsiteY43" fmla="*/ 3396848 h 3770921"/>
              <a:gd name="connsiteX44" fmla="*/ 748146 w 2223655"/>
              <a:gd name="connsiteY44" fmla="*/ 3438412 h 3770921"/>
              <a:gd name="connsiteX45" fmla="*/ 623455 w 2223655"/>
              <a:gd name="connsiteY45" fmla="*/ 3500757 h 3770921"/>
              <a:gd name="connsiteX46" fmla="*/ 498764 w 2223655"/>
              <a:gd name="connsiteY46" fmla="*/ 3542321 h 3770921"/>
              <a:gd name="connsiteX47" fmla="*/ 374073 w 2223655"/>
              <a:gd name="connsiteY47" fmla="*/ 3604666 h 3770921"/>
              <a:gd name="connsiteX48" fmla="*/ 311728 w 2223655"/>
              <a:gd name="connsiteY48" fmla="*/ 3646230 h 3770921"/>
              <a:gd name="connsiteX49" fmla="*/ 187037 w 2223655"/>
              <a:gd name="connsiteY49" fmla="*/ 3687794 h 3770921"/>
              <a:gd name="connsiteX50" fmla="*/ 124691 w 2223655"/>
              <a:gd name="connsiteY50" fmla="*/ 3729357 h 3770921"/>
              <a:gd name="connsiteX51" fmla="*/ 0 w 2223655"/>
              <a:gd name="connsiteY51" fmla="*/ 3770921 h 377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223655" h="3770921">
                <a:moveTo>
                  <a:pt x="145473" y="9412"/>
                </a:moveTo>
                <a:cubicBezTo>
                  <a:pt x="318476" y="52663"/>
                  <a:pt x="147430" y="0"/>
                  <a:pt x="290946" y="71757"/>
                </a:cubicBezTo>
                <a:cubicBezTo>
                  <a:pt x="310539" y="81554"/>
                  <a:pt x="334142" y="81901"/>
                  <a:pt x="353291" y="92539"/>
                </a:cubicBezTo>
                <a:cubicBezTo>
                  <a:pt x="567666" y="211636"/>
                  <a:pt x="399256" y="149424"/>
                  <a:pt x="540328" y="196448"/>
                </a:cubicBezTo>
                <a:cubicBezTo>
                  <a:pt x="755985" y="340222"/>
                  <a:pt x="422145" y="121382"/>
                  <a:pt x="685800" y="279575"/>
                </a:cubicBezTo>
                <a:cubicBezTo>
                  <a:pt x="728635" y="305276"/>
                  <a:pt x="765811" y="340364"/>
                  <a:pt x="810491" y="362703"/>
                </a:cubicBezTo>
                <a:cubicBezTo>
                  <a:pt x="838200" y="376557"/>
                  <a:pt x="867054" y="388327"/>
                  <a:pt x="893619" y="404266"/>
                </a:cubicBezTo>
                <a:cubicBezTo>
                  <a:pt x="1072269" y="511456"/>
                  <a:pt x="955250" y="466375"/>
                  <a:pt x="1080655" y="508175"/>
                </a:cubicBezTo>
                <a:cubicBezTo>
                  <a:pt x="1271969" y="635720"/>
                  <a:pt x="974150" y="431284"/>
                  <a:pt x="1226128" y="632866"/>
                </a:cubicBezTo>
                <a:cubicBezTo>
                  <a:pt x="1265135" y="664072"/>
                  <a:pt x="1315497" y="680672"/>
                  <a:pt x="1350819" y="715994"/>
                </a:cubicBezTo>
                <a:cubicBezTo>
                  <a:pt x="1371601" y="736776"/>
                  <a:pt x="1390586" y="759524"/>
                  <a:pt x="1413164" y="778339"/>
                </a:cubicBezTo>
                <a:cubicBezTo>
                  <a:pt x="1432352" y="794329"/>
                  <a:pt x="1455185" y="805386"/>
                  <a:pt x="1475510" y="819903"/>
                </a:cubicBezTo>
                <a:cubicBezTo>
                  <a:pt x="1503695" y="840035"/>
                  <a:pt x="1530452" y="862116"/>
                  <a:pt x="1558637" y="882248"/>
                </a:cubicBezTo>
                <a:cubicBezTo>
                  <a:pt x="1578961" y="896765"/>
                  <a:pt x="1601794" y="907822"/>
                  <a:pt x="1620982" y="923812"/>
                </a:cubicBezTo>
                <a:cubicBezTo>
                  <a:pt x="1643560" y="942627"/>
                  <a:pt x="1660129" y="968113"/>
                  <a:pt x="1683328" y="986157"/>
                </a:cubicBezTo>
                <a:cubicBezTo>
                  <a:pt x="1722759" y="1016825"/>
                  <a:pt x="1808019" y="1069284"/>
                  <a:pt x="1808019" y="1069284"/>
                </a:cubicBezTo>
                <a:cubicBezTo>
                  <a:pt x="1821873" y="1090066"/>
                  <a:pt x="1830079" y="1116027"/>
                  <a:pt x="1849582" y="1131630"/>
                </a:cubicBezTo>
                <a:cubicBezTo>
                  <a:pt x="1866688" y="1145315"/>
                  <a:pt x="1896438" y="1136922"/>
                  <a:pt x="1911928" y="1152412"/>
                </a:cubicBezTo>
                <a:cubicBezTo>
                  <a:pt x="1927418" y="1167902"/>
                  <a:pt x="1922072" y="1195608"/>
                  <a:pt x="1932710" y="1214757"/>
                </a:cubicBezTo>
                <a:cubicBezTo>
                  <a:pt x="1956969" y="1258424"/>
                  <a:pt x="1988128" y="1297884"/>
                  <a:pt x="2015837" y="1339448"/>
                </a:cubicBezTo>
                <a:lnTo>
                  <a:pt x="2057400" y="1401794"/>
                </a:lnTo>
                <a:cubicBezTo>
                  <a:pt x="2071254" y="1422576"/>
                  <a:pt x="2091066" y="1440444"/>
                  <a:pt x="2098964" y="1464139"/>
                </a:cubicBezTo>
                <a:lnTo>
                  <a:pt x="2161310" y="1651175"/>
                </a:lnTo>
                <a:cubicBezTo>
                  <a:pt x="2168237" y="1671957"/>
                  <a:pt x="2176778" y="1692269"/>
                  <a:pt x="2182091" y="1713521"/>
                </a:cubicBezTo>
                <a:cubicBezTo>
                  <a:pt x="2208186" y="1817900"/>
                  <a:pt x="2193841" y="1769552"/>
                  <a:pt x="2223655" y="1858994"/>
                </a:cubicBezTo>
                <a:cubicBezTo>
                  <a:pt x="2211035" y="1959952"/>
                  <a:pt x="2205893" y="2033948"/>
                  <a:pt x="2182091" y="2129157"/>
                </a:cubicBezTo>
                <a:cubicBezTo>
                  <a:pt x="2176778" y="2150409"/>
                  <a:pt x="2171107" y="2171910"/>
                  <a:pt x="2161310" y="2191503"/>
                </a:cubicBezTo>
                <a:cubicBezTo>
                  <a:pt x="2150140" y="2213843"/>
                  <a:pt x="2133601" y="2233066"/>
                  <a:pt x="2119746" y="2253848"/>
                </a:cubicBezTo>
                <a:cubicBezTo>
                  <a:pt x="2112819" y="2274630"/>
                  <a:pt x="2109603" y="2297045"/>
                  <a:pt x="2098964" y="2316194"/>
                </a:cubicBezTo>
                <a:cubicBezTo>
                  <a:pt x="2074705" y="2359861"/>
                  <a:pt x="2031634" y="2393494"/>
                  <a:pt x="2015837" y="2440884"/>
                </a:cubicBezTo>
                <a:cubicBezTo>
                  <a:pt x="2008910" y="2461666"/>
                  <a:pt x="2008740" y="2486124"/>
                  <a:pt x="1995055" y="2503230"/>
                </a:cubicBezTo>
                <a:cubicBezTo>
                  <a:pt x="1979452" y="2522734"/>
                  <a:pt x="1953492" y="2530939"/>
                  <a:pt x="1932710" y="2544794"/>
                </a:cubicBezTo>
                <a:cubicBezTo>
                  <a:pt x="1911053" y="2609763"/>
                  <a:pt x="1890051" y="2690995"/>
                  <a:pt x="1828800" y="2731830"/>
                </a:cubicBezTo>
                <a:lnTo>
                  <a:pt x="1766455" y="2773394"/>
                </a:lnTo>
                <a:cubicBezTo>
                  <a:pt x="1673499" y="2912825"/>
                  <a:pt x="1783002" y="2776217"/>
                  <a:pt x="1662546" y="2856521"/>
                </a:cubicBezTo>
                <a:cubicBezTo>
                  <a:pt x="1638092" y="2872824"/>
                  <a:pt x="1624654" y="2902563"/>
                  <a:pt x="1600200" y="2918866"/>
                </a:cubicBezTo>
                <a:cubicBezTo>
                  <a:pt x="1581973" y="2931017"/>
                  <a:pt x="1557004" y="2929010"/>
                  <a:pt x="1537855" y="2939648"/>
                </a:cubicBezTo>
                <a:cubicBezTo>
                  <a:pt x="1494188" y="2963907"/>
                  <a:pt x="1413164" y="3022775"/>
                  <a:pt x="1413164" y="3022775"/>
                </a:cubicBezTo>
                <a:cubicBezTo>
                  <a:pt x="1399309" y="3043557"/>
                  <a:pt x="1391104" y="3069518"/>
                  <a:pt x="1371600" y="3085121"/>
                </a:cubicBezTo>
                <a:cubicBezTo>
                  <a:pt x="1354494" y="3098806"/>
                  <a:pt x="1328848" y="3096106"/>
                  <a:pt x="1309255" y="3105903"/>
                </a:cubicBezTo>
                <a:cubicBezTo>
                  <a:pt x="1148113" y="3186474"/>
                  <a:pt x="1341270" y="3116013"/>
                  <a:pt x="1184564" y="3168248"/>
                </a:cubicBezTo>
                <a:cubicBezTo>
                  <a:pt x="1143000" y="3195957"/>
                  <a:pt x="1107263" y="3235578"/>
                  <a:pt x="1059873" y="3251375"/>
                </a:cubicBezTo>
                <a:cubicBezTo>
                  <a:pt x="1039091" y="3258302"/>
                  <a:pt x="1016677" y="3261519"/>
                  <a:pt x="997528" y="3272157"/>
                </a:cubicBezTo>
                <a:cubicBezTo>
                  <a:pt x="997527" y="3272157"/>
                  <a:pt x="841664" y="3376066"/>
                  <a:pt x="810491" y="3396848"/>
                </a:cubicBezTo>
                <a:cubicBezTo>
                  <a:pt x="789709" y="3410703"/>
                  <a:pt x="771841" y="3430514"/>
                  <a:pt x="748146" y="3438412"/>
                </a:cubicBezTo>
                <a:cubicBezTo>
                  <a:pt x="520772" y="3514203"/>
                  <a:pt x="865169" y="3393329"/>
                  <a:pt x="623455" y="3500757"/>
                </a:cubicBezTo>
                <a:cubicBezTo>
                  <a:pt x="583419" y="3518551"/>
                  <a:pt x="535218" y="3518019"/>
                  <a:pt x="498764" y="3542321"/>
                </a:cubicBezTo>
                <a:cubicBezTo>
                  <a:pt x="418192" y="3596035"/>
                  <a:pt x="460114" y="3575986"/>
                  <a:pt x="374073" y="3604666"/>
                </a:cubicBezTo>
                <a:cubicBezTo>
                  <a:pt x="353291" y="3618521"/>
                  <a:pt x="334552" y="3636086"/>
                  <a:pt x="311728" y="3646230"/>
                </a:cubicBezTo>
                <a:cubicBezTo>
                  <a:pt x="271692" y="3664024"/>
                  <a:pt x="223491" y="3663492"/>
                  <a:pt x="187037" y="3687794"/>
                </a:cubicBezTo>
                <a:cubicBezTo>
                  <a:pt x="166255" y="3701648"/>
                  <a:pt x="147515" y="3719213"/>
                  <a:pt x="124691" y="3729357"/>
                </a:cubicBezTo>
                <a:cubicBezTo>
                  <a:pt x="84655" y="3747151"/>
                  <a:pt x="0" y="3770921"/>
                  <a:pt x="0" y="3770921"/>
                </a:cubicBezTo>
              </a:path>
            </a:pathLst>
          </a:cu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/>
          <p:cNvCxnSpPr/>
          <p:nvPr/>
        </p:nvCxnSpPr>
        <p:spPr>
          <a:xfrm flipV="1">
            <a:off x="3054931" y="6525491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3165767" y="5992091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3061858" y="7716982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103422" y="8298873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任意多边形 62"/>
          <p:cNvSpPr/>
          <p:nvPr/>
        </p:nvSpPr>
        <p:spPr>
          <a:xfrm>
            <a:off x="10879310" y="5690927"/>
            <a:ext cx="2984651" cy="2535384"/>
          </a:xfrm>
          <a:custGeom>
            <a:avLst/>
            <a:gdLst>
              <a:gd name="connsiteX0" fmla="*/ 2527450 w 2527450"/>
              <a:gd name="connsiteY0" fmla="*/ 23201 h 4121044"/>
              <a:gd name="connsiteX1" fmla="*/ 2465104 w 2527450"/>
              <a:gd name="connsiteY1" fmla="*/ 2419 h 4121044"/>
              <a:gd name="connsiteX2" fmla="*/ 2340413 w 2527450"/>
              <a:gd name="connsiteY2" fmla="*/ 43983 h 4121044"/>
              <a:gd name="connsiteX3" fmla="*/ 2215722 w 2527450"/>
              <a:gd name="connsiteY3" fmla="*/ 85547 h 4121044"/>
              <a:gd name="connsiteX4" fmla="*/ 2153377 w 2527450"/>
              <a:gd name="connsiteY4" fmla="*/ 106328 h 4121044"/>
              <a:gd name="connsiteX5" fmla="*/ 2091031 w 2527450"/>
              <a:gd name="connsiteY5" fmla="*/ 127110 h 4121044"/>
              <a:gd name="connsiteX6" fmla="*/ 2028686 w 2527450"/>
              <a:gd name="connsiteY6" fmla="*/ 168674 h 4121044"/>
              <a:gd name="connsiteX7" fmla="*/ 1903995 w 2527450"/>
              <a:gd name="connsiteY7" fmla="*/ 210238 h 4121044"/>
              <a:gd name="connsiteX8" fmla="*/ 1779304 w 2527450"/>
              <a:gd name="connsiteY8" fmla="*/ 272583 h 4121044"/>
              <a:gd name="connsiteX9" fmla="*/ 1633831 w 2527450"/>
              <a:gd name="connsiteY9" fmla="*/ 334928 h 4121044"/>
              <a:gd name="connsiteX10" fmla="*/ 1446795 w 2527450"/>
              <a:gd name="connsiteY10" fmla="*/ 438838 h 4121044"/>
              <a:gd name="connsiteX11" fmla="*/ 1322104 w 2527450"/>
              <a:gd name="connsiteY11" fmla="*/ 521965 h 4121044"/>
              <a:gd name="connsiteX12" fmla="*/ 1197413 w 2527450"/>
              <a:gd name="connsiteY12" fmla="*/ 605092 h 4121044"/>
              <a:gd name="connsiteX13" fmla="*/ 1093504 w 2527450"/>
              <a:gd name="connsiteY13" fmla="*/ 688219 h 4121044"/>
              <a:gd name="connsiteX14" fmla="*/ 1031159 w 2527450"/>
              <a:gd name="connsiteY14" fmla="*/ 750565 h 4121044"/>
              <a:gd name="connsiteX15" fmla="*/ 906468 w 2527450"/>
              <a:gd name="connsiteY15" fmla="*/ 833692 h 4121044"/>
              <a:gd name="connsiteX16" fmla="*/ 844122 w 2527450"/>
              <a:gd name="connsiteY16" fmla="*/ 875256 h 4121044"/>
              <a:gd name="connsiteX17" fmla="*/ 781777 w 2527450"/>
              <a:gd name="connsiteY17" fmla="*/ 916819 h 4121044"/>
              <a:gd name="connsiteX18" fmla="*/ 740213 w 2527450"/>
              <a:gd name="connsiteY18" fmla="*/ 979165 h 4121044"/>
              <a:gd name="connsiteX19" fmla="*/ 615522 w 2527450"/>
              <a:gd name="connsiteY19" fmla="*/ 1062292 h 4121044"/>
              <a:gd name="connsiteX20" fmla="*/ 511613 w 2527450"/>
              <a:gd name="connsiteY20" fmla="*/ 1166201 h 4121044"/>
              <a:gd name="connsiteX21" fmla="*/ 407704 w 2527450"/>
              <a:gd name="connsiteY21" fmla="*/ 1270110 h 4121044"/>
              <a:gd name="connsiteX22" fmla="*/ 324577 w 2527450"/>
              <a:gd name="connsiteY22" fmla="*/ 1374019 h 4121044"/>
              <a:gd name="connsiteX23" fmla="*/ 303795 w 2527450"/>
              <a:gd name="connsiteY23" fmla="*/ 1436365 h 4121044"/>
              <a:gd name="connsiteX24" fmla="*/ 220668 w 2527450"/>
              <a:gd name="connsiteY24" fmla="*/ 1561056 h 4121044"/>
              <a:gd name="connsiteX25" fmla="*/ 179104 w 2527450"/>
              <a:gd name="connsiteY25" fmla="*/ 1623401 h 4121044"/>
              <a:gd name="connsiteX26" fmla="*/ 137540 w 2527450"/>
              <a:gd name="connsiteY26" fmla="*/ 1748092 h 4121044"/>
              <a:gd name="connsiteX27" fmla="*/ 95977 w 2527450"/>
              <a:gd name="connsiteY27" fmla="*/ 1810438 h 4121044"/>
              <a:gd name="connsiteX28" fmla="*/ 33631 w 2527450"/>
              <a:gd name="connsiteY28" fmla="*/ 2039038 h 4121044"/>
              <a:gd name="connsiteX29" fmla="*/ 33631 w 2527450"/>
              <a:gd name="connsiteY29" fmla="*/ 2558583 h 4121044"/>
              <a:gd name="connsiteX30" fmla="*/ 137540 w 2527450"/>
              <a:gd name="connsiteY30" fmla="*/ 2745619 h 4121044"/>
              <a:gd name="connsiteX31" fmla="*/ 220668 w 2527450"/>
              <a:gd name="connsiteY31" fmla="*/ 2849528 h 4121044"/>
              <a:gd name="connsiteX32" fmla="*/ 303795 w 2527450"/>
              <a:gd name="connsiteY32" fmla="*/ 2932656 h 4121044"/>
              <a:gd name="connsiteX33" fmla="*/ 386922 w 2527450"/>
              <a:gd name="connsiteY33" fmla="*/ 3015783 h 4121044"/>
              <a:gd name="connsiteX34" fmla="*/ 553177 w 2527450"/>
              <a:gd name="connsiteY34" fmla="*/ 3161256 h 4121044"/>
              <a:gd name="connsiteX35" fmla="*/ 802559 w 2527450"/>
              <a:gd name="connsiteY35" fmla="*/ 3327510 h 4121044"/>
              <a:gd name="connsiteX36" fmla="*/ 927250 w 2527450"/>
              <a:gd name="connsiteY36" fmla="*/ 3410638 h 4121044"/>
              <a:gd name="connsiteX37" fmla="*/ 989595 w 2527450"/>
              <a:gd name="connsiteY37" fmla="*/ 3452201 h 4121044"/>
              <a:gd name="connsiteX38" fmla="*/ 1135068 w 2527450"/>
              <a:gd name="connsiteY38" fmla="*/ 3556110 h 4121044"/>
              <a:gd name="connsiteX39" fmla="*/ 1197413 w 2527450"/>
              <a:gd name="connsiteY39" fmla="*/ 3576892 h 4121044"/>
              <a:gd name="connsiteX40" fmla="*/ 1259759 w 2527450"/>
              <a:gd name="connsiteY40" fmla="*/ 3618456 h 4121044"/>
              <a:gd name="connsiteX41" fmla="*/ 1322104 w 2527450"/>
              <a:gd name="connsiteY41" fmla="*/ 3639238 h 4121044"/>
              <a:gd name="connsiteX42" fmla="*/ 1467577 w 2527450"/>
              <a:gd name="connsiteY42" fmla="*/ 3722365 h 4121044"/>
              <a:gd name="connsiteX43" fmla="*/ 1529922 w 2527450"/>
              <a:gd name="connsiteY43" fmla="*/ 3743147 h 4121044"/>
              <a:gd name="connsiteX44" fmla="*/ 1592268 w 2527450"/>
              <a:gd name="connsiteY44" fmla="*/ 3784710 h 4121044"/>
              <a:gd name="connsiteX45" fmla="*/ 1654613 w 2527450"/>
              <a:gd name="connsiteY45" fmla="*/ 3805492 h 4121044"/>
              <a:gd name="connsiteX46" fmla="*/ 1841650 w 2527450"/>
              <a:gd name="connsiteY46" fmla="*/ 3909401 h 4121044"/>
              <a:gd name="connsiteX47" fmla="*/ 1987122 w 2527450"/>
              <a:gd name="connsiteY47" fmla="*/ 3971747 h 4121044"/>
              <a:gd name="connsiteX48" fmla="*/ 2049468 w 2527450"/>
              <a:gd name="connsiteY48" fmla="*/ 4013310 h 4121044"/>
              <a:gd name="connsiteX49" fmla="*/ 2257286 w 2527450"/>
              <a:gd name="connsiteY49" fmla="*/ 4075656 h 4121044"/>
              <a:gd name="connsiteX50" fmla="*/ 2402759 w 2527450"/>
              <a:gd name="connsiteY50" fmla="*/ 4117219 h 4121044"/>
              <a:gd name="connsiteX51" fmla="*/ 2506668 w 2527450"/>
              <a:gd name="connsiteY51" fmla="*/ 4117219 h 412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527450" h="4121044">
                <a:moveTo>
                  <a:pt x="2527450" y="23201"/>
                </a:moveTo>
                <a:cubicBezTo>
                  <a:pt x="2506668" y="16274"/>
                  <a:pt x="2486876" y="0"/>
                  <a:pt x="2465104" y="2419"/>
                </a:cubicBezTo>
                <a:cubicBezTo>
                  <a:pt x="2421560" y="7257"/>
                  <a:pt x="2381977" y="30128"/>
                  <a:pt x="2340413" y="43983"/>
                </a:cubicBezTo>
                <a:lnTo>
                  <a:pt x="2215722" y="85547"/>
                </a:lnTo>
                <a:lnTo>
                  <a:pt x="2153377" y="106328"/>
                </a:lnTo>
                <a:lnTo>
                  <a:pt x="2091031" y="127110"/>
                </a:lnTo>
                <a:cubicBezTo>
                  <a:pt x="2070249" y="140965"/>
                  <a:pt x="2051510" y="158530"/>
                  <a:pt x="2028686" y="168674"/>
                </a:cubicBezTo>
                <a:cubicBezTo>
                  <a:pt x="1988650" y="186468"/>
                  <a:pt x="1940449" y="185936"/>
                  <a:pt x="1903995" y="210238"/>
                </a:cubicBezTo>
                <a:cubicBezTo>
                  <a:pt x="1784180" y="290114"/>
                  <a:pt x="1899763" y="220957"/>
                  <a:pt x="1779304" y="272583"/>
                </a:cubicBezTo>
                <a:cubicBezTo>
                  <a:pt x="1599555" y="349619"/>
                  <a:pt x="1780034" y="286196"/>
                  <a:pt x="1633831" y="334928"/>
                </a:cubicBezTo>
                <a:cubicBezTo>
                  <a:pt x="1490913" y="430207"/>
                  <a:pt x="1556530" y="402259"/>
                  <a:pt x="1446795" y="438838"/>
                </a:cubicBezTo>
                <a:cubicBezTo>
                  <a:pt x="1308435" y="577198"/>
                  <a:pt x="1457445" y="446776"/>
                  <a:pt x="1322104" y="521965"/>
                </a:cubicBezTo>
                <a:cubicBezTo>
                  <a:pt x="1278437" y="546224"/>
                  <a:pt x="1197413" y="605092"/>
                  <a:pt x="1197413" y="605092"/>
                </a:cubicBezTo>
                <a:cubicBezTo>
                  <a:pt x="1104459" y="744527"/>
                  <a:pt x="1213961" y="607914"/>
                  <a:pt x="1093504" y="688219"/>
                </a:cubicBezTo>
                <a:cubicBezTo>
                  <a:pt x="1069050" y="704522"/>
                  <a:pt x="1054358" y="732521"/>
                  <a:pt x="1031159" y="750565"/>
                </a:cubicBezTo>
                <a:cubicBezTo>
                  <a:pt x="991728" y="781233"/>
                  <a:pt x="948032" y="805983"/>
                  <a:pt x="906468" y="833692"/>
                </a:cubicBezTo>
                <a:lnTo>
                  <a:pt x="844122" y="875256"/>
                </a:lnTo>
                <a:lnTo>
                  <a:pt x="781777" y="916819"/>
                </a:lnTo>
                <a:cubicBezTo>
                  <a:pt x="767922" y="937601"/>
                  <a:pt x="759010" y="962718"/>
                  <a:pt x="740213" y="979165"/>
                </a:cubicBezTo>
                <a:cubicBezTo>
                  <a:pt x="702619" y="1012059"/>
                  <a:pt x="615522" y="1062292"/>
                  <a:pt x="615522" y="1062292"/>
                </a:cubicBezTo>
                <a:cubicBezTo>
                  <a:pt x="504687" y="1228548"/>
                  <a:pt x="650158" y="1027656"/>
                  <a:pt x="511613" y="1166201"/>
                </a:cubicBezTo>
                <a:cubicBezTo>
                  <a:pt x="373068" y="1304746"/>
                  <a:pt x="573960" y="1159275"/>
                  <a:pt x="407704" y="1270110"/>
                </a:cubicBezTo>
                <a:cubicBezTo>
                  <a:pt x="355467" y="1426820"/>
                  <a:pt x="432007" y="1239731"/>
                  <a:pt x="324577" y="1374019"/>
                </a:cubicBezTo>
                <a:cubicBezTo>
                  <a:pt x="310892" y="1391125"/>
                  <a:pt x="314434" y="1417216"/>
                  <a:pt x="303795" y="1436365"/>
                </a:cubicBezTo>
                <a:cubicBezTo>
                  <a:pt x="279536" y="1480032"/>
                  <a:pt x="248377" y="1519492"/>
                  <a:pt x="220668" y="1561056"/>
                </a:cubicBezTo>
                <a:lnTo>
                  <a:pt x="179104" y="1623401"/>
                </a:lnTo>
                <a:cubicBezTo>
                  <a:pt x="165249" y="1664965"/>
                  <a:pt x="161842" y="1711638"/>
                  <a:pt x="137540" y="1748092"/>
                </a:cubicBezTo>
                <a:cubicBezTo>
                  <a:pt x="123686" y="1768874"/>
                  <a:pt x="106121" y="1787614"/>
                  <a:pt x="95977" y="1810438"/>
                </a:cubicBezTo>
                <a:cubicBezTo>
                  <a:pt x="57624" y="1896733"/>
                  <a:pt x="51411" y="1950140"/>
                  <a:pt x="33631" y="2039038"/>
                </a:cubicBezTo>
                <a:cubicBezTo>
                  <a:pt x="9870" y="2300414"/>
                  <a:pt x="0" y="2272713"/>
                  <a:pt x="33631" y="2558583"/>
                </a:cubicBezTo>
                <a:cubicBezTo>
                  <a:pt x="45026" y="2655438"/>
                  <a:pt x="99691" y="2632073"/>
                  <a:pt x="137540" y="2745619"/>
                </a:cubicBezTo>
                <a:cubicBezTo>
                  <a:pt x="166220" y="2831660"/>
                  <a:pt x="140095" y="2795814"/>
                  <a:pt x="220668" y="2849528"/>
                </a:cubicBezTo>
                <a:cubicBezTo>
                  <a:pt x="276086" y="3015783"/>
                  <a:pt x="192959" y="2821820"/>
                  <a:pt x="303795" y="2932656"/>
                </a:cubicBezTo>
                <a:cubicBezTo>
                  <a:pt x="414631" y="3043492"/>
                  <a:pt x="220669" y="2960364"/>
                  <a:pt x="386922" y="3015783"/>
                </a:cubicBezTo>
                <a:cubicBezTo>
                  <a:pt x="456195" y="3119691"/>
                  <a:pt x="407705" y="3064274"/>
                  <a:pt x="553177" y="3161256"/>
                </a:cubicBezTo>
                <a:lnTo>
                  <a:pt x="802559" y="3327510"/>
                </a:lnTo>
                <a:lnTo>
                  <a:pt x="927250" y="3410638"/>
                </a:lnTo>
                <a:cubicBezTo>
                  <a:pt x="948032" y="3424492"/>
                  <a:pt x="969614" y="3437215"/>
                  <a:pt x="989595" y="3452201"/>
                </a:cubicBezTo>
                <a:cubicBezTo>
                  <a:pt x="1008431" y="3466328"/>
                  <a:pt x="1104672" y="3540912"/>
                  <a:pt x="1135068" y="3556110"/>
                </a:cubicBezTo>
                <a:cubicBezTo>
                  <a:pt x="1154661" y="3565907"/>
                  <a:pt x="1177820" y="3567095"/>
                  <a:pt x="1197413" y="3576892"/>
                </a:cubicBezTo>
                <a:cubicBezTo>
                  <a:pt x="1219753" y="3588062"/>
                  <a:pt x="1237419" y="3607286"/>
                  <a:pt x="1259759" y="3618456"/>
                </a:cubicBezTo>
                <a:cubicBezTo>
                  <a:pt x="1279352" y="3628253"/>
                  <a:pt x="1301969" y="3630609"/>
                  <a:pt x="1322104" y="3639238"/>
                </a:cubicBezTo>
                <a:cubicBezTo>
                  <a:pt x="1577130" y="3748535"/>
                  <a:pt x="1258874" y="3618013"/>
                  <a:pt x="1467577" y="3722365"/>
                </a:cubicBezTo>
                <a:cubicBezTo>
                  <a:pt x="1487170" y="3732162"/>
                  <a:pt x="1510329" y="3733350"/>
                  <a:pt x="1529922" y="3743147"/>
                </a:cubicBezTo>
                <a:cubicBezTo>
                  <a:pt x="1552262" y="3754317"/>
                  <a:pt x="1569928" y="3773540"/>
                  <a:pt x="1592268" y="3784710"/>
                </a:cubicBezTo>
                <a:cubicBezTo>
                  <a:pt x="1611861" y="3794507"/>
                  <a:pt x="1635464" y="3794854"/>
                  <a:pt x="1654613" y="3805492"/>
                </a:cubicBezTo>
                <a:cubicBezTo>
                  <a:pt x="1868988" y="3924589"/>
                  <a:pt x="1700578" y="3862377"/>
                  <a:pt x="1841650" y="3909401"/>
                </a:cubicBezTo>
                <a:cubicBezTo>
                  <a:pt x="1998164" y="4013745"/>
                  <a:pt x="1799254" y="3891233"/>
                  <a:pt x="1987122" y="3971747"/>
                </a:cubicBezTo>
                <a:cubicBezTo>
                  <a:pt x="2010079" y="3981586"/>
                  <a:pt x="2026644" y="4003166"/>
                  <a:pt x="2049468" y="4013310"/>
                </a:cubicBezTo>
                <a:cubicBezTo>
                  <a:pt x="2138368" y="4052821"/>
                  <a:pt x="2172653" y="4051475"/>
                  <a:pt x="2257286" y="4075656"/>
                </a:cubicBezTo>
                <a:cubicBezTo>
                  <a:pt x="2307446" y="4089988"/>
                  <a:pt x="2349596" y="4111312"/>
                  <a:pt x="2402759" y="4117219"/>
                </a:cubicBezTo>
                <a:cubicBezTo>
                  <a:pt x="2437184" y="4121044"/>
                  <a:pt x="2472032" y="4117219"/>
                  <a:pt x="2506668" y="4117219"/>
                </a:cubicBezTo>
              </a:path>
            </a:pathLst>
          </a:cu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10345909" y="5462327"/>
            <a:ext cx="3019281" cy="3075709"/>
          </a:xfrm>
          <a:custGeom>
            <a:avLst/>
            <a:gdLst>
              <a:gd name="connsiteX0" fmla="*/ 2527450 w 2527450"/>
              <a:gd name="connsiteY0" fmla="*/ 23201 h 4121044"/>
              <a:gd name="connsiteX1" fmla="*/ 2465104 w 2527450"/>
              <a:gd name="connsiteY1" fmla="*/ 2419 h 4121044"/>
              <a:gd name="connsiteX2" fmla="*/ 2340413 w 2527450"/>
              <a:gd name="connsiteY2" fmla="*/ 43983 h 4121044"/>
              <a:gd name="connsiteX3" fmla="*/ 2215722 w 2527450"/>
              <a:gd name="connsiteY3" fmla="*/ 85547 h 4121044"/>
              <a:gd name="connsiteX4" fmla="*/ 2153377 w 2527450"/>
              <a:gd name="connsiteY4" fmla="*/ 106328 h 4121044"/>
              <a:gd name="connsiteX5" fmla="*/ 2091031 w 2527450"/>
              <a:gd name="connsiteY5" fmla="*/ 127110 h 4121044"/>
              <a:gd name="connsiteX6" fmla="*/ 2028686 w 2527450"/>
              <a:gd name="connsiteY6" fmla="*/ 168674 h 4121044"/>
              <a:gd name="connsiteX7" fmla="*/ 1903995 w 2527450"/>
              <a:gd name="connsiteY7" fmla="*/ 210238 h 4121044"/>
              <a:gd name="connsiteX8" fmla="*/ 1779304 w 2527450"/>
              <a:gd name="connsiteY8" fmla="*/ 272583 h 4121044"/>
              <a:gd name="connsiteX9" fmla="*/ 1633831 w 2527450"/>
              <a:gd name="connsiteY9" fmla="*/ 334928 h 4121044"/>
              <a:gd name="connsiteX10" fmla="*/ 1446795 w 2527450"/>
              <a:gd name="connsiteY10" fmla="*/ 438838 h 4121044"/>
              <a:gd name="connsiteX11" fmla="*/ 1322104 w 2527450"/>
              <a:gd name="connsiteY11" fmla="*/ 521965 h 4121044"/>
              <a:gd name="connsiteX12" fmla="*/ 1197413 w 2527450"/>
              <a:gd name="connsiteY12" fmla="*/ 605092 h 4121044"/>
              <a:gd name="connsiteX13" fmla="*/ 1093504 w 2527450"/>
              <a:gd name="connsiteY13" fmla="*/ 688219 h 4121044"/>
              <a:gd name="connsiteX14" fmla="*/ 1031159 w 2527450"/>
              <a:gd name="connsiteY14" fmla="*/ 750565 h 4121044"/>
              <a:gd name="connsiteX15" fmla="*/ 906468 w 2527450"/>
              <a:gd name="connsiteY15" fmla="*/ 833692 h 4121044"/>
              <a:gd name="connsiteX16" fmla="*/ 844122 w 2527450"/>
              <a:gd name="connsiteY16" fmla="*/ 875256 h 4121044"/>
              <a:gd name="connsiteX17" fmla="*/ 781777 w 2527450"/>
              <a:gd name="connsiteY17" fmla="*/ 916819 h 4121044"/>
              <a:gd name="connsiteX18" fmla="*/ 740213 w 2527450"/>
              <a:gd name="connsiteY18" fmla="*/ 979165 h 4121044"/>
              <a:gd name="connsiteX19" fmla="*/ 615522 w 2527450"/>
              <a:gd name="connsiteY19" fmla="*/ 1062292 h 4121044"/>
              <a:gd name="connsiteX20" fmla="*/ 511613 w 2527450"/>
              <a:gd name="connsiteY20" fmla="*/ 1166201 h 4121044"/>
              <a:gd name="connsiteX21" fmla="*/ 407704 w 2527450"/>
              <a:gd name="connsiteY21" fmla="*/ 1270110 h 4121044"/>
              <a:gd name="connsiteX22" fmla="*/ 324577 w 2527450"/>
              <a:gd name="connsiteY22" fmla="*/ 1374019 h 4121044"/>
              <a:gd name="connsiteX23" fmla="*/ 303795 w 2527450"/>
              <a:gd name="connsiteY23" fmla="*/ 1436365 h 4121044"/>
              <a:gd name="connsiteX24" fmla="*/ 220668 w 2527450"/>
              <a:gd name="connsiteY24" fmla="*/ 1561056 h 4121044"/>
              <a:gd name="connsiteX25" fmla="*/ 179104 w 2527450"/>
              <a:gd name="connsiteY25" fmla="*/ 1623401 h 4121044"/>
              <a:gd name="connsiteX26" fmla="*/ 137540 w 2527450"/>
              <a:gd name="connsiteY26" fmla="*/ 1748092 h 4121044"/>
              <a:gd name="connsiteX27" fmla="*/ 95977 w 2527450"/>
              <a:gd name="connsiteY27" fmla="*/ 1810438 h 4121044"/>
              <a:gd name="connsiteX28" fmla="*/ 33631 w 2527450"/>
              <a:gd name="connsiteY28" fmla="*/ 2039038 h 4121044"/>
              <a:gd name="connsiteX29" fmla="*/ 33631 w 2527450"/>
              <a:gd name="connsiteY29" fmla="*/ 2558583 h 4121044"/>
              <a:gd name="connsiteX30" fmla="*/ 137540 w 2527450"/>
              <a:gd name="connsiteY30" fmla="*/ 2745619 h 4121044"/>
              <a:gd name="connsiteX31" fmla="*/ 220668 w 2527450"/>
              <a:gd name="connsiteY31" fmla="*/ 2849528 h 4121044"/>
              <a:gd name="connsiteX32" fmla="*/ 303795 w 2527450"/>
              <a:gd name="connsiteY32" fmla="*/ 2932656 h 4121044"/>
              <a:gd name="connsiteX33" fmla="*/ 386922 w 2527450"/>
              <a:gd name="connsiteY33" fmla="*/ 3015783 h 4121044"/>
              <a:gd name="connsiteX34" fmla="*/ 553177 w 2527450"/>
              <a:gd name="connsiteY34" fmla="*/ 3161256 h 4121044"/>
              <a:gd name="connsiteX35" fmla="*/ 802559 w 2527450"/>
              <a:gd name="connsiteY35" fmla="*/ 3327510 h 4121044"/>
              <a:gd name="connsiteX36" fmla="*/ 927250 w 2527450"/>
              <a:gd name="connsiteY36" fmla="*/ 3410638 h 4121044"/>
              <a:gd name="connsiteX37" fmla="*/ 989595 w 2527450"/>
              <a:gd name="connsiteY37" fmla="*/ 3452201 h 4121044"/>
              <a:gd name="connsiteX38" fmla="*/ 1135068 w 2527450"/>
              <a:gd name="connsiteY38" fmla="*/ 3556110 h 4121044"/>
              <a:gd name="connsiteX39" fmla="*/ 1197413 w 2527450"/>
              <a:gd name="connsiteY39" fmla="*/ 3576892 h 4121044"/>
              <a:gd name="connsiteX40" fmla="*/ 1259759 w 2527450"/>
              <a:gd name="connsiteY40" fmla="*/ 3618456 h 4121044"/>
              <a:gd name="connsiteX41" fmla="*/ 1322104 w 2527450"/>
              <a:gd name="connsiteY41" fmla="*/ 3639238 h 4121044"/>
              <a:gd name="connsiteX42" fmla="*/ 1467577 w 2527450"/>
              <a:gd name="connsiteY42" fmla="*/ 3722365 h 4121044"/>
              <a:gd name="connsiteX43" fmla="*/ 1529922 w 2527450"/>
              <a:gd name="connsiteY43" fmla="*/ 3743147 h 4121044"/>
              <a:gd name="connsiteX44" fmla="*/ 1592268 w 2527450"/>
              <a:gd name="connsiteY44" fmla="*/ 3784710 h 4121044"/>
              <a:gd name="connsiteX45" fmla="*/ 1654613 w 2527450"/>
              <a:gd name="connsiteY45" fmla="*/ 3805492 h 4121044"/>
              <a:gd name="connsiteX46" fmla="*/ 1841650 w 2527450"/>
              <a:gd name="connsiteY46" fmla="*/ 3909401 h 4121044"/>
              <a:gd name="connsiteX47" fmla="*/ 1987122 w 2527450"/>
              <a:gd name="connsiteY47" fmla="*/ 3971747 h 4121044"/>
              <a:gd name="connsiteX48" fmla="*/ 2049468 w 2527450"/>
              <a:gd name="connsiteY48" fmla="*/ 4013310 h 4121044"/>
              <a:gd name="connsiteX49" fmla="*/ 2257286 w 2527450"/>
              <a:gd name="connsiteY49" fmla="*/ 4075656 h 4121044"/>
              <a:gd name="connsiteX50" fmla="*/ 2402759 w 2527450"/>
              <a:gd name="connsiteY50" fmla="*/ 4117219 h 4121044"/>
              <a:gd name="connsiteX51" fmla="*/ 2506668 w 2527450"/>
              <a:gd name="connsiteY51" fmla="*/ 4117219 h 412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527450" h="4121044">
                <a:moveTo>
                  <a:pt x="2527450" y="23201"/>
                </a:moveTo>
                <a:cubicBezTo>
                  <a:pt x="2506668" y="16274"/>
                  <a:pt x="2486876" y="0"/>
                  <a:pt x="2465104" y="2419"/>
                </a:cubicBezTo>
                <a:cubicBezTo>
                  <a:pt x="2421560" y="7257"/>
                  <a:pt x="2381977" y="30128"/>
                  <a:pt x="2340413" y="43983"/>
                </a:cubicBezTo>
                <a:lnTo>
                  <a:pt x="2215722" y="85547"/>
                </a:lnTo>
                <a:lnTo>
                  <a:pt x="2153377" y="106328"/>
                </a:lnTo>
                <a:lnTo>
                  <a:pt x="2091031" y="127110"/>
                </a:lnTo>
                <a:cubicBezTo>
                  <a:pt x="2070249" y="140965"/>
                  <a:pt x="2051510" y="158530"/>
                  <a:pt x="2028686" y="168674"/>
                </a:cubicBezTo>
                <a:cubicBezTo>
                  <a:pt x="1988650" y="186468"/>
                  <a:pt x="1940449" y="185936"/>
                  <a:pt x="1903995" y="210238"/>
                </a:cubicBezTo>
                <a:cubicBezTo>
                  <a:pt x="1784180" y="290114"/>
                  <a:pt x="1899763" y="220957"/>
                  <a:pt x="1779304" y="272583"/>
                </a:cubicBezTo>
                <a:cubicBezTo>
                  <a:pt x="1599555" y="349619"/>
                  <a:pt x="1780034" y="286196"/>
                  <a:pt x="1633831" y="334928"/>
                </a:cubicBezTo>
                <a:cubicBezTo>
                  <a:pt x="1490913" y="430207"/>
                  <a:pt x="1556530" y="402259"/>
                  <a:pt x="1446795" y="438838"/>
                </a:cubicBezTo>
                <a:cubicBezTo>
                  <a:pt x="1308435" y="577198"/>
                  <a:pt x="1457445" y="446776"/>
                  <a:pt x="1322104" y="521965"/>
                </a:cubicBezTo>
                <a:cubicBezTo>
                  <a:pt x="1278437" y="546224"/>
                  <a:pt x="1197413" y="605092"/>
                  <a:pt x="1197413" y="605092"/>
                </a:cubicBezTo>
                <a:cubicBezTo>
                  <a:pt x="1104459" y="744527"/>
                  <a:pt x="1213961" y="607914"/>
                  <a:pt x="1093504" y="688219"/>
                </a:cubicBezTo>
                <a:cubicBezTo>
                  <a:pt x="1069050" y="704522"/>
                  <a:pt x="1054358" y="732521"/>
                  <a:pt x="1031159" y="750565"/>
                </a:cubicBezTo>
                <a:cubicBezTo>
                  <a:pt x="991728" y="781233"/>
                  <a:pt x="948032" y="805983"/>
                  <a:pt x="906468" y="833692"/>
                </a:cubicBezTo>
                <a:lnTo>
                  <a:pt x="844122" y="875256"/>
                </a:lnTo>
                <a:lnTo>
                  <a:pt x="781777" y="916819"/>
                </a:lnTo>
                <a:cubicBezTo>
                  <a:pt x="767922" y="937601"/>
                  <a:pt x="759010" y="962718"/>
                  <a:pt x="740213" y="979165"/>
                </a:cubicBezTo>
                <a:cubicBezTo>
                  <a:pt x="702619" y="1012059"/>
                  <a:pt x="615522" y="1062292"/>
                  <a:pt x="615522" y="1062292"/>
                </a:cubicBezTo>
                <a:cubicBezTo>
                  <a:pt x="504687" y="1228548"/>
                  <a:pt x="650158" y="1027656"/>
                  <a:pt x="511613" y="1166201"/>
                </a:cubicBezTo>
                <a:cubicBezTo>
                  <a:pt x="373068" y="1304746"/>
                  <a:pt x="573960" y="1159275"/>
                  <a:pt x="407704" y="1270110"/>
                </a:cubicBezTo>
                <a:cubicBezTo>
                  <a:pt x="355467" y="1426820"/>
                  <a:pt x="432007" y="1239731"/>
                  <a:pt x="324577" y="1374019"/>
                </a:cubicBezTo>
                <a:cubicBezTo>
                  <a:pt x="310892" y="1391125"/>
                  <a:pt x="314434" y="1417216"/>
                  <a:pt x="303795" y="1436365"/>
                </a:cubicBezTo>
                <a:cubicBezTo>
                  <a:pt x="279536" y="1480032"/>
                  <a:pt x="248377" y="1519492"/>
                  <a:pt x="220668" y="1561056"/>
                </a:cubicBezTo>
                <a:lnTo>
                  <a:pt x="179104" y="1623401"/>
                </a:lnTo>
                <a:cubicBezTo>
                  <a:pt x="165249" y="1664965"/>
                  <a:pt x="161842" y="1711638"/>
                  <a:pt x="137540" y="1748092"/>
                </a:cubicBezTo>
                <a:cubicBezTo>
                  <a:pt x="123686" y="1768874"/>
                  <a:pt x="106121" y="1787614"/>
                  <a:pt x="95977" y="1810438"/>
                </a:cubicBezTo>
                <a:cubicBezTo>
                  <a:pt x="57624" y="1896733"/>
                  <a:pt x="51411" y="1950140"/>
                  <a:pt x="33631" y="2039038"/>
                </a:cubicBezTo>
                <a:cubicBezTo>
                  <a:pt x="9870" y="2300414"/>
                  <a:pt x="0" y="2272713"/>
                  <a:pt x="33631" y="2558583"/>
                </a:cubicBezTo>
                <a:cubicBezTo>
                  <a:pt x="45026" y="2655438"/>
                  <a:pt x="99691" y="2632073"/>
                  <a:pt x="137540" y="2745619"/>
                </a:cubicBezTo>
                <a:cubicBezTo>
                  <a:pt x="166220" y="2831660"/>
                  <a:pt x="140095" y="2795814"/>
                  <a:pt x="220668" y="2849528"/>
                </a:cubicBezTo>
                <a:cubicBezTo>
                  <a:pt x="276086" y="3015783"/>
                  <a:pt x="192959" y="2821820"/>
                  <a:pt x="303795" y="2932656"/>
                </a:cubicBezTo>
                <a:cubicBezTo>
                  <a:pt x="414631" y="3043492"/>
                  <a:pt x="220669" y="2960364"/>
                  <a:pt x="386922" y="3015783"/>
                </a:cubicBezTo>
                <a:cubicBezTo>
                  <a:pt x="456195" y="3119691"/>
                  <a:pt x="407705" y="3064274"/>
                  <a:pt x="553177" y="3161256"/>
                </a:cubicBezTo>
                <a:lnTo>
                  <a:pt x="802559" y="3327510"/>
                </a:lnTo>
                <a:lnTo>
                  <a:pt x="927250" y="3410638"/>
                </a:lnTo>
                <a:cubicBezTo>
                  <a:pt x="948032" y="3424492"/>
                  <a:pt x="969614" y="3437215"/>
                  <a:pt x="989595" y="3452201"/>
                </a:cubicBezTo>
                <a:cubicBezTo>
                  <a:pt x="1008431" y="3466328"/>
                  <a:pt x="1104672" y="3540912"/>
                  <a:pt x="1135068" y="3556110"/>
                </a:cubicBezTo>
                <a:cubicBezTo>
                  <a:pt x="1154661" y="3565907"/>
                  <a:pt x="1177820" y="3567095"/>
                  <a:pt x="1197413" y="3576892"/>
                </a:cubicBezTo>
                <a:cubicBezTo>
                  <a:pt x="1219753" y="3588062"/>
                  <a:pt x="1237419" y="3607286"/>
                  <a:pt x="1259759" y="3618456"/>
                </a:cubicBezTo>
                <a:cubicBezTo>
                  <a:pt x="1279352" y="3628253"/>
                  <a:pt x="1301969" y="3630609"/>
                  <a:pt x="1322104" y="3639238"/>
                </a:cubicBezTo>
                <a:cubicBezTo>
                  <a:pt x="1577130" y="3748535"/>
                  <a:pt x="1258874" y="3618013"/>
                  <a:pt x="1467577" y="3722365"/>
                </a:cubicBezTo>
                <a:cubicBezTo>
                  <a:pt x="1487170" y="3732162"/>
                  <a:pt x="1510329" y="3733350"/>
                  <a:pt x="1529922" y="3743147"/>
                </a:cubicBezTo>
                <a:cubicBezTo>
                  <a:pt x="1552262" y="3754317"/>
                  <a:pt x="1569928" y="3773540"/>
                  <a:pt x="1592268" y="3784710"/>
                </a:cubicBezTo>
                <a:cubicBezTo>
                  <a:pt x="1611861" y="3794507"/>
                  <a:pt x="1635464" y="3794854"/>
                  <a:pt x="1654613" y="3805492"/>
                </a:cubicBezTo>
                <a:cubicBezTo>
                  <a:pt x="1868988" y="3924589"/>
                  <a:pt x="1700578" y="3862377"/>
                  <a:pt x="1841650" y="3909401"/>
                </a:cubicBezTo>
                <a:cubicBezTo>
                  <a:pt x="1998164" y="4013745"/>
                  <a:pt x="1799254" y="3891233"/>
                  <a:pt x="1987122" y="3971747"/>
                </a:cubicBezTo>
                <a:cubicBezTo>
                  <a:pt x="2010079" y="3981586"/>
                  <a:pt x="2026644" y="4003166"/>
                  <a:pt x="2049468" y="4013310"/>
                </a:cubicBezTo>
                <a:cubicBezTo>
                  <a:pt x="2138368" y="4052821"/>
                  <a:pt x="2172653" y="4051475"/>
                  <a:pt x="2257286" y="4075656"/>
                </a:cubicBezTo>
                <a:cubicBezTo>
                  <a:pt x="2307446" y="4089988"/>
                  <a:pt x="2349596" y="4111312"/>
                  <a:pt x="2402759" y="4117219"/>
                </a:cubicBezTo>
                <a:cubicBezTo>
                  <a:pt x="2437184" y="4121044"/>
                  <a:pt x="2472032" y="4117219"/>
                  <a:pt x="2506668" y="4117219"/>
                </a:cubicBezTo>
              </a:path>
            </a:pathLst>
          </a:cu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5" grpId="0"/>
      <p:bldP spid="54" grpId="0" animBg="1"/>
      <p:bldP spid="55" grpId="0" bldLvl="0" animBg="1"/>
      <p:bldP spid="63" grpId="0" animBg="1"/>
      <p:bldP spid="64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1574642" y="1169770"/>
            <a:ext cx="5279390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4000" b="1" dirty="0" smtClean="0">
                <a:latin typeface="+mn-ea"/>
              </a:rPr>
              <a:t>1. </a:t>
            </a:r>
            <a:r>
              <a:rPr lang="zh-CN" altLang="en-US" sz="4000" b="1" dirty="0" smtClean="0">
                <a:latin typeface="+mn-ea"/>
              </a:rPr>
              <a:t>复变函数极限的定义</a:t>
            </a:r>
            <a:endParaRPr lang="zh-CN" altLang="en-US" sz="4000" b="1" dirty="0">
              <a:latin typeface="+mn-ea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3896411" y="2011905"/>
          <a:ext cx="4170593" cy="89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30175200" imgH="7010400" progId="Equation.DSMT4">
                  <p:embed/>
                </p:oleObj>
              </mc:Choice>
              <mc:Fallback>
                <p:oleObj name="Equation" r:id="rId1" imgW="30175200" imgH="70104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96411" y="2011905"/>
                        <a:ext cx="4170593" cy="89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8"/>
          <p:cNvGraphicFramePr>
            <a:graphicFrameLocks noChangeAspect="1"/>
          </p:cNvGraphicFramePr>
          <p:nvPr/>
        </p:nvGraphicFramePr>
        <p:xfrm>
          <a:off x="3494610" y="2864270"/>
          <a:ext cx="1499622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2496800" imgH="4876800" progId="Equation.DSMT4">
                  <p:embed/>
                </p:oleObj>
              </mc:Choice>
              <mc:Fallback>
                <p:oleObj name="Equation" r:id="rId3" imgW="12496800" imgH="4876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4610" y="2864270"/>
                        <a:ext cx="1499622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左右箭头 47"/>
          <p:cNvSpPr/>
          <p:nvPr/>
        </p:nvSpPr>
        <p:spPr>
          <a:xfrm>
            <a:off x="2151018" y="3064395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817" name="Object 25"/>
          <p:cNvGraphicFramePr>
            <a:graphicFrameLocks noChangeAspect="1"/>
          </p:cNvGraphicFramePr>
          <p:nvPr/>
        </p:nvGraphicFramePr>
        <p:xfrm>
          <a:off x="5167769" y="2874456"/>
          <a:ext cx="1425417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1887200" imgH="4876800" progId="Equation.DSMT4">
                  <p:embed/>
                </p:oleObj>
              </mc:Choice>
              <mc:Fallback>
                <p:oleObj name="Equation" r:id="rId5" imgW="11887200" imgH="48768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67769" y="2874456"/>
                        <a:ext cx="1425417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465570" y="2792095"/>
            <a:ext cx="4842510" cy="729615"/>
            <a:chOff x="10182" y="4397"/>
            <a:chExt cx="7626" cy="1149"/>
          </a:xfrm>
        </p:grpSpPr>
        <p:sp>
          <p:nvSpPr>
            <p:cNvPr id="49" name="文本框 2"/>
            <p:cNvSpPr txBox="1"/>
            <p:nvPr/>
          </p:nvSpPr>
          <p:spPr>
            <a:xfrm>
              <a:off x="10182" y="4397"/>
              <a:ext cx="7627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         时</a:t>
              </a:r>
              <a:r>
                <a:rPr lang="en-US" altLang="zh-CN" sz="3900" dirty="0" smtClean="0">
                  <a:latin typeface="+mn-ea"/>
                </a:rPr>
                <a:t>,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33818" name="Object 26"/>
            <p:cNvGraphicFramePr>
              <a:graphicFrameLocks noChangeAspect="1"/>
            </p:cNvGraphicFramePr>
            <p:nvPr/>
          </p:nvGraphicFramePr>
          <p:xfrm>
            <a:off x="11220" y="4440"/>
            <a:ext cx="4030" cy="1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7" imgW="21336000" imgH="5486400" progId="Equation.DSMT4">
                    <p:embed/>
                  </p:oleObj>
                </mc:Choice>
                <mc:Fallback>
                  <p:oleObj name="Equation" r:id="rId7" imgW="21336000" imgH="5486400" progId="Equation.DSMT4">
                    <p:embed/>
                    <p:pic>
                      <p:nvPicPr>
                        <p:cNvPr id="0" name="图片 71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220" y="4440"/>
                          <a:ext cx="4030" cy="11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19" name="Object 27"/>
          <p:cNvGraphicFramePr>
            <a:graphicFrameLocks noChangeAspect="1"/>
          </p:cNvGraphicFramePr>
          <p:nvPr/>
        </p:nvGraphicFramePr>
        <p:xfrm>
          <a:off x="10760048" y="2815096"/>
          <a:ext cx="2448750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20421600" imgH="4876800" progId="Equation.DSMT4">
                  <p:embed/>
                </p:oleObj>
              </mc:Choice>
              <mc:Fallback>
                <p:oleObj name="Equation" r:id="rId9" imgW="20421600" imgH="4876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60048" y="2815096"/>
                        <a:ext cx="2448750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1987433" y="2026511"/>
            <a:ext cx="1784291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900" dirty="0" smtClean="0">
                <a:solidFill>
                  <a:schemeClr val="tx1"/>
                </a:solidFill>
                <a:latin typeface="+mn-ea"/>
              </a:rPr>
              <a:t>回顾</a:t>
            </a:r>
            <a:endParaRPr lang="zh-CN" altLang="en-US" sz="3900" dirty="0" smtClean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3719631" y="3900421"/>
          <a:ext cx="4045010" cy="89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29260800" imgH="7010400" progId="Equation.DSMT4">
                  <p:embed/>
                </p:oleObj>
              </mc:Choice>
              <mc:Fallback>
                <p:oleObj name="Equation" r:id="rId11" imgW="29260800" imgH="70104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9631" y="3900421"/>
                        <a:ext cx="4045010" cy="89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3801208" y="4617381"/>
          <a:ext cx="1499622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2496800" imgH="4876800" progId="Equation.DSMT4">
                  <p:embed/>
                </p:oleObj>
              </mc:Choice>
              <mc:Fallback>
                <p:oleObj name="Equation" r:id="rId13" imgW="12496800" imgH="4876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01208" y="4617381"/>
                        <a:ext cx="1499622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左右箭头 52"/>
          <p:cNvSpPr/>
          <p:nvPr/>
        </p:nvSpPr>
        <p:spPr>
          <a:xfrm>
            <a:off x="2280308" y="4817506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5341386" y="4647317"/>
          <a:ext cx="1425417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11887200" imgH="4876800" progId="Equation.DSMT4">
                  <p:embed/>
                </p:oleObj>
              </mc:Choice>
              <mc:Fallback>
                <p:oleObj name="Equation" r:id="rId15" imgW="11887200" imgH="4876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41386" y="4647317"/>
                        <a:ext cx="1425417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646545" y="4545330"/>
            <a:ext cx="4842510" cy="749300"/>
            <a:chOff x="10467" y="7158"/>
            <a:chExt cx="7626" cy="1180"/>
          </a:xfrm>
        </p:grpSpPr>
        <p:sp>
          <p:nvSpPr>
            <p:cNvPr id="55" name="文本框 2"/>
            <p:cNvSpPr txBox="1"/>
            <p:nvPr/>
          </p:nvSpPr>
          <p:spPr>
            <a:xfrm>
              <a:off x="10467" y="7158"/>
              <a:ext cx="7627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          时</a:t>
              </a:r>
              <a:r>
                <a:rPr lang="en-US" altLang="zh-CN" sz="3900" dirty="0" smtClean="0">
                  <a:latin typeface="+mn-ea"/>
                </a:rPr>
                <a:t>,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56" name="Object 26"/>
            <p:cNvGraphicFramePr>
              <a:graphicFrameLocks noChangeAspect="1"/>
            </p:cNvGraphicFramePr>
            <p:nvPr/>
          </p:nvGraphicFramePr>
          <p:xfrm>
            <a:off x="11715" y="7232"/>
            <a:ext cx="4030" cy="1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17" imgW="21336000" imgH="5486400" progId="Equation.DSMT4">
                    <p:embed/>
                  </p:oleObj>
                </mc:Choice>
                <mc:Fallback>
                  <p:oleObj name="Equation" r:id="rId17" imgW="21336000" imgH="5486400" progId="Equation.DSMT4">
                    <p:embed/>
                    <p:pic>
                      <p:nvPicPr>
                        <p:cNvPr id="0" name="图片 71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715" y="7232"/>
                          <a:ext cx="4030" cy="11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27"/>
          <p:cNvGraphicFramePr>
            <a:graphicFrameLocks noChangeAspect="1"/>
          </p:cNvGraphicFramePr>
          <p:nvPr/>
        </p:nvGraphicFramePr>
        <p:xfrm>
          <a:off x="11165814" y="4548009"/>
          <a:ext cx="2446692" cy="63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9" imgW="20116800" imgH="4876800" progId="Equation.DSMT4">
                  <p:embed/>
                </p:oleObj>
              </mc:Choice>
              <mc:Fallback>
                <p:oleObj name="Equation" r:id="rId19" imgW="20116800" imgH="48768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65814" y="4548009"/>
                        <a:ext cx="2446692" cy="6332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2"/>
          <p:cNvSpPr txBox="1"/>
          <p:nvPr/>
        </p:nvSpPr>
        <p:spPr>
          <a:xfrm>
            <a:off x="2012814" y="3874870"/>
            <a:ext cx="1699330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900" dirty="0" smtClean="0">
                <a:solidFill>
                  <a:schemeClr val="tx1"/>
                </a:solidFill>
                <a:latin typeface="+mn-ea"/>
              </a:rPr>
              <a:t>定义</a:t>
            </a:r>
            <a:endParaRPr lang="zh-CN" altLang="en-US" sz="39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文本框 2"/>
          <p:cNvSpPr txBox="1"/>
          <p:nvPr/>
        </p:nvSpPr>
        <p:spPr>
          <a:xfrm>
            <a:off x="2995593" y="5641427"/>
            <a:ext cx="969391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(1)</a:t>
            </a:r>
            <a:r>
              <a:rPr lang="zh-CN" altLang="en-US" sz="3200" dirty="0" smtClean="0">
                <a:latin typeface="+mn-ea"/>
              </a:rPr>
              <a:t>复变函数极限定义与一元函数极限定义完全相同；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3148137" y="6422815"/>
            <a:ext cx="268351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(2)</a:t>
            </a:r>
            <a:r>
              <a:rPr lang="zh-CN" altLang="en-US" sz="3200" dirty="0" smtClean="0">
                <a:latin typeface="+mn-ea"/>
              </a:rPr>
              <a:t>可类似定义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3825" name="Object 33"/>
          <p:cNvGraphicFramePr>
            <a:graphicFrameLocks noChangeAspect="1"/>
          </p:cNvGraphicFramePr>
          <p:nvPr/>
        </p:nvGraphicFramePr>
        <p:xfrm>
          <a:off x="5855970" y="6423025"/>
          <a:ext cx="2292985" cy="72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1" imgW="19507200" imgH="6705600" progId="Equation.DSMT4">
                  <p:embed/>
                </p:oleObj>
              </mc:Choice>
              <mc:Fallback>
                <p:oleObj name="Equation" r:id="rId21" imgW="19507200" imgH="67056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55970" y="6423025"/>
                        <a:ext cx="2292985" cy="725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6" name="Object 34"/>
          <p:cNvGraphicFramePr>
            <a:graphicFrameLocks noChangeAspect="1"/>
          </p:cNvGraphicFramePr>
          <p:nvPr/>
        </p:nvGraphicFramePr>
        <p:xfrm>
          <a:off x="8546465" y="6419850"/>
          <a:ext cx="2574925" cy="804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3" imgW="876300" imgH="292100" progId="Equation.DSMT4">
                  <p:embed/>
                </p:oleObj>
              </mc:Choice>
              <mc:Fallback>
                <p:oleObj name="Equation" r:id="rId23" imgW="876300" imgH="2921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546465" y="6419850"/>
                        <a:ext cx="2574925" cy="804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七角星 23"/>
          <p:cNvSpPr/>
          <p:nvPr/>
        </p:nvSpPr>
        <p:spPr>
          <a:xfrm>
            <a:off x="1825913" y="5354089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95593" y="8326842"/>
            <a:ext cx="1050671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(4)</a:t>
            </a:r>
            <a:r>
              <a:rPr lang="zh-CN" altLang="en-US" sz="3200" dirty="0" smtClean="0">
                <a:latin typeface="+mn-ea"/>
              </a:rPr>
              <a:t>复变函数极限运算法则与一元函数极限运算</a:t>
            </a:r>
            <a:r>
              <a:rPr lang="zh-CN" altLang="en-US" sz="3200" dirty="0" smtClean="0">
                <a:latin typeface="+mn-ea"/>
              </a:rPr>
              <a:t>法则一致。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Object 33"/>
          <p:cNvGraphicFramePr>
            <a:graphicFrameLocks noChangeAspect="1"/>
          </p:cNvGraphicFramePr>
          <p:nvPr/>
        </p:nvGraphicFramePr>
        <p:xfrm>
          <a:off x="3717290" y="7302500"/>
          <a:ext cx="1661795" cy="74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5" imgW="609600" imgH="292100" progId="Equation.DSMT4">
                  <p:embed/>
                </p:oleObj>
              </mc:Choice>
              <mc:Fallback>
                <p:oleObj name="Equation" r:id="rId25" imgW="609600" imgH="2921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17290" y="7302500"/>
                        <a:ext cx="1661795" cy="743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3"/>
          <p:cNvGraphicFramePr>
            <a:graphicFrameLocks noChangeAspect="1"/>
          </p:cNvGraphicFramePr>
          <p:nvPr/>
        </p:nvGraphicFramePr>
        <p:xfrm>
          <a:off x="5800408" y="7285673"/>
          <a:ext cx="2181860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7" imgW="800100" imgH="304800" progId="Equation.DSMT4">
                  <p:embed/>
                </p:oleObj>
              </mc:Choice>
              <mc:Fallback>
                <p:oleObj name="Equation" r:id="rId27" imgW="800100" imgH="3048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800408" y="7285673"/>
                        <a:ext cx="2181860" cy="775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183890" y="7384415"/>
            <a:ext cx="718185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5" dirty="0" smtClean="0">
                <a:latin typeface="+mn-ea"/>
              </a:rPr>
              <a:t>(3)</a:t>
            </a:r>
            <a:endParaRPr lang="en-US" altLang="zh-CN" sz="3205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8" grpId="0" bldLvl="0" animBg="1"/>
      <p:bldP spid="50" grpId="0"/>
      <p:bldP spid="53" grpId="0" bldLvl="0" animBg="1"/>
      <p:bldP spid="58" grpId="0"/>
      <p:bldP spid="59" grpId="0"/>
      <p:bldP spid="21" grpId="0"/>
      <p:bldP spid="24" grpId="0" bldLvl="0" animBg="1"/>
      <p:bldP spid="24" grpId="1" bldLvl="0" animBg="1"/>
      <p:bldP spid="3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2074387" y="1512115"/>
            <a:ext cx="7064375" cy="665480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4000" b="1" dirty="0" smtClean="0">
                <a:solidFill>
                  <a:srgbClr val="0070C0"/>
                </a:solidFill>
                <a:latin typeface="+mn-ea"/>
                <a:sym typeface="+mn-ea"/>
              </a:rPr>
              <a:t>2. </a:t>
            </a:r>
            <a:r>
              <a:rPr lang="en-US" altLang="zh-CN" sz="4000" b="1" dirty="0" smtClean="0">
                <a:solidFill>
                  <a:srgbClr val="0070C0"/>
                </a:solidFill>
                <a:latin typeface="+mn-ea"/>
                <a:sym typeface="+mn-ea"/>
              </a:rPr>
              <a:t>复变函数极限的性质及运算法则</a:t>
            </a:r>
            <a:endParaRPr lang="en-US" altLang="zh-CN" sz="4000" b="1" dirty="0" smtClean="0">
              <a:solidFill>
                <a:srgbClr val="0070C0"/>
              </a:solidFill>
              <a:latin typeface="+mn-ea"/>
              <a:sym typeface="+mn-ea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2882036" y="3220653"/>
            <a:ext cx="143388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性质</a:t>
            </a:r>
            <a:r>
              <a:rPr lang="en-US" altLang="zh-CN" sz="3200" dirty="0" smtClean="0">
                <a:latin typeface="+mn-ea"/>
              </a:rPr>
              <a:t>1.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8" name="文本框 2"/>
          <p:cNvSpPr txBox="1"/>
          <p:nvPr/>
        </p:nvSpPr>
        <p:spPr>
          <a:xfrm>
            <a:off x="4207745" y="3197610"/>
            <a:ext cx="3756638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极限的存在唯一性</a:t>
            </a:r>
            <a:r>
              <a:rPr lang="en-US" altLang="zh-CN" sz="3200" dirty="0" smtClean="0">
                <a:latin typeface="+mn-ea"/>
              </a:rPr>
              <a:t>)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314825" y="4142105"/>
            <a:ext cx="6278880" cy="824230"/>
            <a:chOff x="6795" y="6523"/>
            <a:chExt cx="9888" cy="1298"/>
          </a:xfrm>
        </p:grpSpPr>
        <p:sp>
          <p:nvSpPr>
            <p:cNvPr id="27" name="文本框 2"/>
            <p:cNvSpPr txBox="1"/>
            <p:nvPr/>
          </p:nvSpPr>
          <p:spPr>
            <a:xfrm>
              <a:off x="6795" y="6555"/>
              <a:ext cx="9888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如果                存在，则极限唯一。       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8382" name="Object 14"/>
            <p:cNvGraphicFramePr>
              <a:graphicFrameLocks noChangeAspect="1"/>
            </p:cNvGraphicFramePr>
            <p:nvPr/>
          </p:nvGraphicFramePr>
          <p:xfrm>
            <a:off x="8338" y="6523"/>
            <a:ext cx="2231" cy="1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7" name="Equation" r:id="rId1" imgW="13716000" imgH="7010400" progId="Equation.DSMT4">
                    <p:embed/>
                  </p:oleObj>
                </mc:Choice>
                <mc:Fallback>
                  <p:oleObj name="Equation" r:id="rId1" imgW="13716000" imgH="7010400" progId="Equation.DSMT4">
                    <p:embed/>
                    <p:pic>
                      <p:nvPicPr>
                        <p:cNvPr id="0" name="图片 143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338" y="6523"/>
                          <a:ext cx="2231" cy="12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文本框 2"/>
          <p:cNvSpPr txBox="1"/>
          <p:nvPr/>
        </p:nvSpPr>
        <p:spPr>
          <a:xfrm>
            <a:off x="3011325" y="5429562"/>
            <a:ext cx="143388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性质</a:t>
            </a:r>
            <a:r>
              <a:rPr lang="en-US" altLang="zh-CN" sz="3200" dirty="0" smtClean="0">
                <a:latin typeface="+mn-ea"/>
              </a:rPr>
              <a:t>2.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4316080" y="5406519"/>
            <a:ext cx="2525532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局部有界性</a:t>
            </a:r>
            <a:r>
              <a:rPr lang="en-US" altLang="zh-CN" sz="3200" dirty="0" smtClean="0">
                <a:latin typeface="+mn-ea"/>
              </a:rPr>
              <a:t>)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2621992" y="2369062"/>
            <a:ext cx="128206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latin typeface="+mn-ea"/>
              </a:rPr>
              <a:t> 性质</a:t>
            </a:r>
            <a:endParaRPr lang="zh-CN" altLang="en-US" sz="3200" b="1" dirty="0" smtClean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92450" y="6417310"/>
            <a:ext cx="10198735" cy="784225"/>
            <a:chOff x="4870" y="10106"/>
            <a:chExt cx="16061" cy="1235"/>
          </a:xfrm>
        </p:grpSpPr>
        <p:sp>
          <p:nvSpPr>
            <p:cNvPr id="28" name="文本框 2"/>
            <p:cNvSpPr txBox="1"/>
            <p:nvPr/>
          </p:nvSpPr>
          <p:spPr>
            <a:xfrm>
              <a:off x="4870" y="10220"/>
              <a:ext cx="6858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如果            存在，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9" name="Object 14"/>
            <p:cNvGraphicFramePr>
              <a:graphicFrameLocks noChangeAspect="1"/>
            </p:cNvGraphicFramePr>
            <p:nvPr/>
          </p:nvGraphicFramePr>
          <p:xfrm>
            <a:off x="6411" y="10247"/>
            <a:ext cx="1876" cy="10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8" name="Equation" r:id="rId3" imgW="13716000" imgH="7010400" progId="Equation.DSMT4">
                    <p:embed/>
                  </p:oleObj>
                </mc:Choice>
                <mc:Fallback>
                  <p:oleObj name="Equation" r:id="rId3" imgW="13716000" imgH="7010400" progId="Equation.DSMT4">
                    <p:embed/>
                    <p:pic>
                      <p:nvPicPr>
                        <p:cNvPr id="0" name="图片 143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11" y="10247"/>
                          <a:ext cx="1876" cy="1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2"/>
            <p:cNvSpPr txBox="1"/>
            <p:nvPr/>
          </p:nvSpPr>
          <p:spPr>
            <a:xfrm>
              <a:off x="9857" y="10203"/>
              <a:ext cx="11074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则          在      的某个去心邻域内有界。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10556" y="10227"/>
            <a:ext cx="1479" cy="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9" name="Equation" r:id="rId5" imgW="7924800" imgH="4876800" progId="Equation.DSMT4">
                    <p:embed/>
                  </p:oleObj>
                </mc:Choice>
                <mc:Fallback>
                  <p:oleObj name="Equation" r:id="rId5" imgW="7924800" imgH="4876800" progId="Equation.DSMT4">
                    <p:embed/>
                    <p:pic>
                      <p:nvPicPr>
                        <p:cNvPr id="0" name="图片 143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556" y="10227"/>
                          <a:ext cx="1479" cy="9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2966" y="10106"/>
            <a:ext cx="864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0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143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66" y="10106"/>
                          <a:ext cx="864" cy="11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0" grpId="0"/>
      <p:bldP spid="58" grpId="0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5645785" y="2247900"/>
          <a:ext cx="2639060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20726400" imgH="7010400" progId="Equation.DSMT4">
                  <p:embed/>
                </p:oleObj>
              </mc:Choice>
              <mc:Fallback>
                <p:oleObj name="Equation" r:id="rId1" imgW="20726400" imgH="70104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45785" y="2247900"/>
                        <a:ext cx="2639060" cy="824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3029930" y="2284822"/>
            <a:ext cx="14211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定理1.</a:t>
            </a:r>
            <a:endParaRPr lang="en-US" altLang="zh-CN" sz="3200" b="1" dirty="0" smtClean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8" name="文本框 2"/>
          <p:cNvSpPr txBox="1"/>
          <p:nvPr/>
        </p:nvSpPr>
        <p:spPr>
          <a:xfrm>
            <a:off x="11760703" y="2182772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629301" y="1498674"/>
            <a:ext cx="199390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latin typeface="+mn-ea"/>
              </a:rPr>
              <a:t>运算法则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4779168" y="2261777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8650605" y="2199005"/>
          <a:ext cx="2586990" cy="82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0421600" imgH="7010400" progId="Equation.DSMT4">
                  <p:embed/>
                </p:oleObj>
              </mc:Choice>
              <mc:Fallback>
                <p:oleObj name="Equation" r:id="rId3" imgW="20421600" imgH="70104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0605" y="2199005"/>
                        <a:ext cx="2586990" cy="820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/>
        </p:nvSpPr>
        <p:spPr>
          <a:xfrm>
            <a:off x="3260062" y="3285582"/>
            <a:ext cx="6972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333" name="Object 13"/>
          <p:cNvGraphicFramePr>
            <a:graphicFrameLocks noChangeAspect="1"/>
          </p:cNvGraphicFramePr>
          <p:nvPr/>
        </p:nvGraphicFramePr>
        <p:xfrm>
          <a:off x="4538980" y="3285490"/>
          <a:ext cx="4852035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38100000" imgH="7010400" progId="Equation.DSMT4">
                  <p:embed/>
                </p:oleObj>
              </mc:Choice>
              <mc:Fallback>
                <p:oleObj name="Equation" r:id="rId5" imgW="38100000" imgH="7010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8980" y="3285490"/>
                        <a:ext cx="4852035" cy="824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3264658" y="4368641"/>
            <a:ext cx="6972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13"/>
          <p:cNvGraphicFramePr>
            <a:graphicFrameLocks noChangeAspect="1"/>
          </p:cNvGraphicFramePr>
          <p:nvPr/>
        </p:nvGraphicFramePr>
        <p:xfrm>
          <a:off x="4712335" y="4349115"/>
          <a:ext cx="3997960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31394400" imgH="7010400" progId="Equation.DSMT4">
                  <p:embed/>
                </p:oleObj>
              </mc:Choice>
              <mc:Fallback>
                <p:oleObj name="Equation" r:id="rId7" imgW="31394400" imgH="7010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2335" y="4349115"/>
                        <a:ext cx="3997960" cy="824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3216636" y="5510956"/>
            <a:ext cx="6972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13"/>
          <p:cNvGraphicFramePr>
            <a:graphicFrameLocks noChangeAspect="1"/>
          </p:cNvGraphicFramePr>
          <p:nvPr/>
        </p:nvGraphicFramePr>
        <p:xfrm>
          <a:off x="4623435" y="5297805"/>
          <a:ext cx="4074160" cy="118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32004000" imgH="10058400" progId="Equation.DSMT4">
                  <p:embed/>
                </p:oleObj>
              </mc:Choice>
              <mc:Fallback>
                <p:oleObj name="Equation" r:id="rId9" imgW="32004000" imgH="100584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3435" y="5297805"/>
                        <a:ext cx="4074160" cy="1183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七角星 30"/>
          <p:cNvSpPr/>
          <p:nvPr/>
        </p:nvSpPr>
        <p:spPr>
          <a:xfrm>
            <a:off x="1403581" y="6481154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9786" y="6760919"/>
            <a:ext cx="75387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一元函数极限的其他运算法则也都适用：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46101" y="6761554"/>
            <a:ext cx="4693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复合函数极限运算法则，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29301" y="7645474"/>
            <a:ext cx="22555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夹逼定理，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78776" y="7645474"/>
            <a:ext cx="4693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等价无穷小的替代定理，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0781" y="7645474"/>
            <a:ext cx="38811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两个重要极限等等。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22" grpId="0"/>
      <p:bldP spid="24" grpId="0"/>
      <p:bldP spid="26" grpId="0"/>
      <p:bldP spid="28" grpId="0"/>
      <p:bldP spid="31" grpId="0" bldLvl="0" animBg="1"/>
      <p:bldP spid="31" grpId="1" bldLvl="0" animBg="1"/>
      <p:bldP spid="50" grpId="0"/>
      <p:bldP spid="3" grpId="0"/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2625090" y="6483350"/>
          <a:ext cx="2185035" cy="104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825500" imgH="419100" progId="Equation.DSMT4">
                  <p:embed/>
                </p:oleObj>
              </mc:Choice>
              <mc:Fallback>
                <p:oleObj name="Equation" r:id="rId1" imgW="825500" imgH="4191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5090" y="6483350"/>
                        <a:ext cx="2185035" cy="1040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2430546" y="2105734"/>
            <a:ext cx="318008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求下列极限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对象 -2147482618"/>
          <p:cNvGraphicFramePr>
            <a:graphicFrameLocks noChangeAspect="1"/>
          </p:cNvGraphicFramePr>
          <p:nvPr/>
        </p:nvGraphicFramePr>
        <p:xfrm>
          <a:off x="2625090" y="4955540"/>
          <a:ext cx="2232025" cy="94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990600" imgH="419100" progId="Equation.3">
                  <p:embed/>
                </p:oleObj>
              </mc:Choice>
              <mc:Fallback>
                <p:oleObj name="" r:id="rId3" imgW="9906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5090" y="4955540"/>
                        <a:ext cx="2232025" cy="944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18"/>
          <p:cNvGraphicFramePr>
            <a:graphicFrameLocks noChangeAspect="1"/>
          </p:cNvGraphicFramePr>
          <p:nvPr/>
        </p:nvGraphicFramePr>
        <p:xfrm>
          <a:off x="2625090" y="3106420"/>
          <a:ext cx="2174875" cy="94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965200" imgH="419100" progId="Equation.3">
                  <p:embed/>
                </p:oleObj>
              </mc:Choice>
              <mc:Fallback>
                <p:oleObj name="" r:id="rId5" imgW="9652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5090" y="3106420"/>
                        <a:ext cx="2174875" cy="944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857115" y="2961640"/>
            <a:ext cx="5347335" cy="1252220"/>
            <a:chOff x="7649" y="4664"/>
            <a:chExt cx="8421" cy="1972"/>
          </a:xfrm>
        </p:grpSpPr>
        <p:graphicFrame>
          <p:nvGraphicFramePr>
            <p:cNvPr id="12" name="对象 -2147482618"/>
            <p:cNvGraphicFramePr>
              <a:graphicFrameLocks noChangeAspect="1"/>
            </p:cNvGraphicFramePr>
            <p:nvPr/>
          </p:nvGraphicFramePr>
          <p:xfrm>
            <a:off x="8465" y="5598"/>
            <a:ext cx="2749" cy="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7" imgW="774065" imgH="292100" progId="Equation.3">
                    <p:embed/>
                  </p:oleObj>
                </mc:Choice>
                <mc:Fallback>
                  <p:oleObj name="" r:id="rId7" imgW="774065" imgH="292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65" y="5598"/>
                          <a:ext cx="2749" cy="10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-2147482618"/>
            <p:cNvGraphicFramePr>
              <a:graphicFrameLocks noChangeAspect="1"/>
            </p:cNvGraphicFramePr>
            <p:nvPr/>
          </p:nvGraphicFramePr>
          <p:xfrm>
            <a:off x="12780" y="5598"/>
            <a:ext cx="587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" r:id="rId9" imgW="165100" imgH="177165" progId="Equation.3">
                    <p:embed/>
                  </p:oleObj>
                </mc:Choice>
                <mc:Fallback>
                  <p:oleObj name="" r:id="rId9" imgW="165100" imgH="17716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780" y="5598"/>
                          <a:ext cx="587" cy="6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-2147482618"/>
            <p:cNvGraphicFramePr>
              <a:graphicFrameLocks noChangeAspect="1"/>
            </p:cNvGraphicFramePr>
            <p:nvPr/>
          </p:nvGraphicFramePr>
          <p:xfrm>
            <a:off x="7649" y="4664"/>
            <a:ext cx="3440" cy="1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" r:id="rId11" imgW="914400" imgH="482600" progId="Equation.3">
                    <p:embed/>
                  </p:oleObj>
                </mc:Choice>
                <mc:Fallback>
                  <p:oleObj name="" r:id="rId11" imgW="914400" imgH="482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649" y="4664"/>
                          <a:ext cx="3440" cy="17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-2147482618"/>
            <p:cNvGraphicFramePr>
              <a:graphicFrameLocks noChangeAspect="1"/>
            </p:cNvGraphicFramePr>
            <p:nvPr/>
          </p:nvGraphicFramePr>
          <p:xfrm>
            <a:off x="11845" y="4825"/>
            <a:ext cx="2103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" r:id="rId13" imgW="711200" imgH="431800" progId="Equation.3">
                    <p:embed/>
                  </p:oleObj>
                </mc:Choice>
                <mc:Fallback>
                  <p:oleObj name="" r:id="rId13" imgW="711200" imgH="4318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845" y="4825"/>
                          <a:ext cx="2103" cy="15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-2147482618"/>
            <p:cNvGraphicFramePr>
              <a:graphicFrameLocks noChangeAspect="1"/>
            </p:cNvGraphicFramePr>
            <p:nvPr/>
          </p:nvGraphicFramePr>
          <p:xfrm>
            <a:off x="14354" y="5221"/>
            <a:ext cx="1716" cy="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" name="" r:id="rId15" imgW="241300" imgH="177165" progId="Equation.3">
                    <p:embed/>
                  </p:oleObj>
                </mc:Choice>
                <mc:Fallback>
                  <p:oleObj name="" r:id="rId15" imgW="241300" imgH="17716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354" y="5221"/>
                          <a:ext cx="1716" cy="7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799965" y="4955540"/>
            <a:ext cx="5634990" cy="944880"/>
            <a:chOff x="7559" y="7804"/>
            <a:chExt cx="8874" cy="1488"/>
          </a:xfrm>
        </p:grpSpPr>
        <p:graphicFrame>
          <p:nvGraphicFramePr>
            <p:cNvPr id="43" name="对象 -2147482618"/>
            <p:cNvGraphicFramePr>
              <a:graphicFrameLocks noChangeAspect="1"/>
            </p:cNvGraphicFramePr>
            <p:nvPr/>
          </p:nvGraphicFramePr>
          <p:xfrm>
            <a:off x="7559" y="7804"/>
            <a:ext cx="4237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" r:id="rId17" imgW="1193800" imgH="419100" progId="Equation.3">
                    <p:embed/>
                  </p:oleObj>
                </mc:Choice>
                <mc:Fallback>
                  <p:oleObj name="" r:id="rId17" imgW="1193800" imgH="419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59" y="7804"/>
                          <a:ext cx="4237" cy="1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-2147482618"/>
            <p:cNvGraphicFramePr>
              <a:graphicFrameLocks noChangeAspect="1"/>
            </p:cNvGraphicFramePr>
            <p:nvPr/>
          </p:nvGraphicFramePr>
          <p:xfrm>
            <a:off x="11845" y="7804"/>
            <a:ext cx="3020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" name="" r:id="rId19" imgW="850900" imgH="419100" progId="Equation.3">
                    <p:embed/>
                  </p:oleObj>
                </mc:Choice>
                <mc:Fallback>
                  <p:oleObj name="" r:id="rId19" imgW="850900" imgH="419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845" y="7804"/>
                          <a:ext cx="3020" cy="1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-2147482618"/>
            <p:cNvGraphicFramePr>
              <a:graphicFrameLocks noChangeAspect="1"/>
            </p:cNvGraphicFramePr>
            <p:nvPr/>
          </p:nvGraphicFramePr>
          <p:xfrm>
            <a:off x="15125" y="7849"/>
            <a:ext cx="1308" cy="1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" name="" r:id="rId21" imgW="368300" imgH="393700" progId="Equation.3">
                    <p:embed/>
                  </p:oleObj>
                </mc:Choice>
                <mc:Fallback>
                  <p:oleObj name="" r:id="rId21" imgW="368300" imgH="3937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5125" y="7849"/>
                          <a:ext cx="1308" cy="13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5153661" y="6483350"/>
          <a:ext cx="1983105" cy="104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3" imgW="749300" imgH="419100" progId="Equation.DSMT4">
                  <p:embed/>
                </p:oleObj>
              </mc:Choice>
              <mc:Fallback>
                <p:oleObj name="Equation" r:id="rId23" imgW="749300" imgH="4191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3661" y="6483350"/>
                        <a:ext cx="1983105" cy="1040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63764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935155" y="4051162"/>
            <a:ext cx="2260687" cy="9283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2"/>
          <p:cNvSpPr txBox="1"/>
          <p:nvPr/>
        </p:nvSpPr>
        <p:spPr>
          <a:xfrm>
            <a:off x="5188859" y="4167475"/>
            <a:ext cx="6763872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从任意方向趋于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dirty="0" smtClean="0">
                <a:latin typeface="+mn-ea"/>
              </a:rPr>
              <a:t>都趋于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900" dirty="0" smtClean="0">
                <a:latin typeface="+mn-ea"/>
              </a:rPr>
              <a:t>.</a:t>
            </a:r>
            <a:endParaRPr lang="zh-CN" altLang="en-US" sz="3900" dirty="0">
              <a:latin typeface="+mn-ea"/>
            </a:endParaRPr>
          </a:p>
        </p:txBody>
      </p:sp>
      <p:sp>
        <p:nvSpPr>
          <p:cNvPr id="21" name="左右箭头 20"/>
          <p:cNvSpPr/>
          <p:nvPr/>
        </p:nvSpPr>
        <p:spPr>
          <a:xfrm>
            <a:off x="3800116" y="4481179"/>
            <a:ext cx="1137067" cy="21106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8226425" y="4109720"/>
          <a:ext cx="601980" cy="77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3962400" imgH="5486400" progId="Equation.DSMT4">
                  <p:embed/>
                </p:oleObj>
              </mc:Choice>
              <mc:Fallback>
                <p:oleObj name="Equation" r:id="rId1" imgW="3962400" imgH="5486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26425" y="4109720"/>
                        <a:ext cx="601980" cy="772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圆角矩形标注 22"/>
          <p:cNvSpPr/>
          <p:nvPr/>
        </p:nvSpPr>
        <p:spPr>
          <a:xfrm>
            <a:off x="8798733" y="3422069"/>
            <a:ext cx="3767813" cy="691314"/>
          </a:xfrm>
          <a:prstGeom prst="wedgeRoundRectCallout">
            <a:avLst>
              <a:gd name="adj1" fmla="val -76169"/>
              <a:gd name="adj2" fmla="val 3945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r>
              <a:rPr lang="zh-CN" altLang="en-US" sz="3200" b="1" dirty="0" smtClean="0">
                <a:solidFill>
                  <a:schemeClr val="tx1"/>
                </a:solidFill>
              </a:rPr>
              <a:t>有无穷多个方向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15210" y="5609590"/>
            <a:ext cx="8050530" cy="708660"/>
            <a:chOff x="3646" y="8834"/>
            <a:chExt cx="12678" cy="1116"/>
          </a:xfrm>
        </p:grpSpPr>
        <p:sp>
          <p:nvSpPr>
            <p:cNvPr id="24" name="文本框 2"/>
            <p:cNvSpPr txBox="1"/>
            <p:nvPr/>
          </p:nvSpPr>
          <p:spPr>
            <a:xfrm>
              <a:off x="3646" y="8998"/>
              <a:ext cx="12678" cy="951"/>
            </a:xfrm>
            <a:prstGeom prst="rect">
              <a:avLst/>
            </a:prstGeom>
            <a:noFill/>
          </p:spPr>
          <p:txBody>
            <a:bodyPr wrap="non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若</a:t>
              </a:r>
              <a:r>
                <a:rPr lang="en-US" altLang="zh-CN" sz="3200" dirty="0" smtClean="0">
                  <a:latin typeface="+mn-ea"/>
                </a:rPr>
                <a:t>z</a:t>
              </a:r>
              <a:r>
                <a:rPr lang="zh-CN" altLang="en-US" sz="3200" dirty="0" smtClean="0">
                  <a:latin typeface="+mn-ea"/>
                </a:rPr>
                <a:t>沿不同方向趋于      时，</a:t>
              </a:r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f(z)</a:t>
              </a:r>
              <a:r>
                <a:rPr lang="zh-CN" altLang="en-US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的极限不同，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5" name="Object 4"/>
            <p:cNvGraphicFramePr>
              <a:graphicFrameLocks noChangeAspect="1"/>
            </p:cNvGraphicFramePr>
            <p:nvPr/>
          </p:nvGraphicFramePr>
          <p:xfrm>
            <a:off x="9221" y="8834"/>
            <a:ext cx="870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221" y="8834"/>
                          <a:ext cx="870" cy="11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"/>
          <p:cNvSpPr txBox="1"/>
          <p:nvPr/>
        </p:nvSpPr>
        <p:spPr>
          <a:xfrm>
            <a:off x="10234520" y="5713937"/>
            <a:ext cx="446087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或者若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沿某个方向趋于      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2256231" y="6525755"/>
          <a:ext cx="646477" cy="8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6231" y="6525755"/>
                        <a:ext cx="646477" cy="8287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6619875" y="6638290"/>
            <a:ext cx="4124960" cy="854710"/>
            <a:chOff x="10425" y="10454"/>
            <a:chExt cx="6496" cy="1346"/>
          </a:xfrm>
        </p:grpSpPr>
        <p:sp>
          <p:nvSpPr>
            <p:cNvPr id="28" name="文本框 2"/>
            <p:cNvSpPr txBox="1"/>
            <p:nvPr/>
          </p:nvSpPr>
          <p:spPr>
            <a:xfrm>
              <a:off x="10425" y="10454"/>
              <a:ext cx="6497" cy="954"/>
            </a:xfrm>
            <a:prstGeom prst="rect">
              <a:avLst/>
            </a:prstGeom>
            <a:noFill/>
          </p:spPr>
          <p:txBody>
            <a:bodyPr wrap="non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                  不存在。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9" name="Object 9"/>
            <p:cNvGraphicFramePr>
              <a:graphicFrameLocks noChangeAspect="1"/>
            </p:cNvGraphicFramePr>
            <p:nvPr/>
          </p:nvGraphicFramePr>
          <p:xfrm>
            <a:off x="11254" y="10454"/>
            <a:ext cx="3020" cy="1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6" name="Equation" r:id="rId7" imgW="13716000" imgH="7010400" progId="Equation.DSMT4">
                    <p:embed/>
                  </p:oleObj>
                </mc:Choice>
                <mc:Fallback>
                  <p:oleObj name="Equation" r:id="rId7" imgW="13716000" imgH="7010400" progId="Equation.DSMT4">
                    <p:embed/>
                    <p:pic>
                      <p:nvPicPr>
                        <p:cNvPr id="0" name="图片 81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254" y="10454"/>
                          <a:ext cx="3020" cy="134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七角星 30"/>
          <p:cNvSpPr/>
          <p:nvPr/>
        </p:nvSpPr>
        <p:spPr>
          <a:xfrm>
            <a:off x="1087351" y="5361649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aphicFrame>
        <p:nvGraphicFramePr>
          <p:cNvPr id="30" name="Object 14"/>
          <p:cNvGraphicFramePr>
            <a:graphicFrameLocks noChangeAspect="1"/>
          </p:cNvGraphicFramePr>
          <p:nvPr/>
        </p:nvGraphicFramePr>
        <p:xfrm>
          <a:off x="1861820" y="2856865"/>
          <a:ext cx="1819275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800100" imgH="292100" progId="Equation.DSMT4">
                  <p:embed/>
                </p:oleObj>
              </mc:Choice>
              <mc:Fallback>
                <p:oleObj name="Equation" r:id="rId9" imgW="800100" imgH="2921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1820" y="2856865"/>
                        <a:ext cx="1819275" cy="708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8"/>
          <p:cNvGraphicFramePr>
            <a:graphicFrameLocks noChangeAspect="1"/>
          </p:cNvGraphicFramePr>
          <p:nvPr/>
        </p:nvGraphicFramePr>
        <p:xfrm>
          <a:off x="5114925" y="2865120"/>
          <a:ext cx="1289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12496800" imgH="4876800" progId="Equation.DSMT4">
                  <p:embed/>
                </p:oleObj>
              </mc:Choice>
              <mc:Fallback>
                <p:oleObj name="Equation" r:id="rId11" imgW="12496800" imgH="4876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14925" y="2865120"/>
                        <a:ext cx="1289050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左右箭头 32"/>
          <p:cNvSpPr/>
          <p:nvPr/>
        </p:nvSpPr>
        <p:spPr>
          <a:xfrm>
            <a:off x="3836670" y="3012440"/>
            <a:ext cx="1082040" cy="2413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" name="Object 25"/>
          <p:cNvGraphicFramePr>
            <a:graphicFrameLocks noChangeAspect="1"/>
          </p:cNvGraphicFramePr>
          <p:nvPr/>
        </p:nvGraphicFramePr>
        <p:xfrm>
          <a:off x="6679565" y="2856865"/>
          <a:ext cx="122491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1887200" imgH="4876800" progId="Equation.DSMT4">
                  <p:embed/>
                </p:oleObj>
              </mc:Choice>
              <mc:Fallback>
                <p:oleObj name="Equation" r:id="rId13" imgW="118872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79565" y="2856865"/>
                        <a:ext cx="1224915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7908461" y="2830349"/>
            <a:ext cx="484286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当                        时</a:t>
            </a:r>
            <a:r>
              <a:rPr lang="en-US" altLang="zh-CN" sz="3200" dirty="0" smtClean="0">
                <a:latin typeface="+mn-ea"/>
              </a:rPr>
              <a:t>,</a:t>
            </a:r>
            <a:r>
              <a:rPr lang="zh-CN" altLang="en-US" sz="3200" dirty="0" smtClean="0">
                <a:latin typeface="+mn-ea"/>
              </a:rPr>
              <a:t>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6" name="Object 26"/>
          <p:cNvGraphicFramePr>
            <a:graphicFrameLocks noChangeAspect="1"/>
          </p:cNvGraphicFramePr>
          <p:nvPr/>
        </p:nvGraphicFramePr>
        <p:xfrm>
          <a:off x="8381365" y="2834640"/>
          <a:ext cx="233489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21336000" imgH="5486400" progId="Equation.DSMT4">
                  <p:embed/>
                </p:oleObj>
              </mc:Choice>
              <mc:Fallback>
                <p:oleObj name="Equation" r:id="rId15" imgW="21336000" imgH="54864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81365" y="2834640"/>
                        <a:ext cx="2334895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7"/>
          <p:cNvGraphicFramePr>
            <a:graphicFrameLocks noChangeAspect="1"/>
          </p:cNvGraphicFramePr>
          <p:nvPr/>
        </p:nvGraphicFramePr>
        <p:xfrm>
          <a:off x="11819890" y="2865755"/>
          <a:ext cx="2105025" cy="54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20116800" imgH="4876800" progId="Equation.DSMT4">
                  <p:embed/>
                </p:oleObj>
              </mc:Choice>
              <mc:Fallback>
                <p:oleObj name="Equation" r:id="rId17" imgW="20116800" imgH="48768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819890" y="2865755"/>
                        <a:ext cx="2105025" cy="5448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706595" y="6638497"/>
            <a:ext cx="401637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的极限不存在，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441292" y="1650465"/>
            <a:ext cx="7822565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en-US" altLang="zh-CN" sz="4000" b="1" dirty="0" smtClean="0">
                <a:solidFill>
                  <a:srgbClr val="0070C0"/>
                </a:solidFill>
                <a:latin typeface="+mn-ea"/>
              </a:rPr>
              <a:t>3. </a:t>
            </a:r>
            <a:r>
              <a:rPr lang="zh-CN" altLang="en-US" sz="4000" b="1" dirty="0" smtClean="0">
                <a:solidFill>
                  <a:srgbClr val="0070C0"/>
                </a:solidFill>
                <a:latin typeface="+mn-ea"/>
              </a:rPr>
              <a:t>证明复变函数极限不存在的方法</a:t>
            </a:r>
            <a:endParaRPr lang="zh-CN" altLang="en-US" sz="4000" b="1" dirty="0" smtClean="0">
              <a:solidFill>
                <a:srgbClr val="0070C0"/>
              </a:solidFill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 bldLvl="0" animBg="1"/>
      <p:bldP spid="31" grpId="1" bldLvl="0" animBg="1"/>
      <p:bldP spid="3" grpId="0"/>
      <p:bldP spid="33" grpId="0" bldLvl="0" animBg="1"/>
      <p:bldP spid="35" grpId="0"/>
      <p:bldP spid="21" grpId="0" bldLvl="0" animBg="1"/>
      <p:bldP spid="19" grpId="0"/>
      <p:bldP spid="23" grpId="0" bldLvl="0" animBg="1"/>
      <p:bldP spid="18" grpId="0" bldLvl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980305" y="2647315"/>
            <a:ext cx="1136015" cy="6737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083375" y="4828055"/>
            <a:ext cx="50260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例2.</a:t>
            </a:r>
            <a:r>
              <a:rPr lang="en-US" altLang="zh-CN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           不存在。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3992880" y="4495800"/>
          <a:ext cx="950595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9144000" imgH="9448800" progId="Equation.DSMT4">
                  <p:embed/>
                </p:oleObj>
              </mc:Choice>
              <mc:Fallback>
                <p:oleObj name="Equation" r:id="rId1" imgW="9144000" imgH="9448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2880" y="4495800"/>
                        <a:ext cx="950595" cy="960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2991785" y="5664263"/>
            <a:ext cx="409326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当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沿虚轴趋于 </a:t>
            </a:r>
            <a:r>
              <a:rPr lang="en-US" altLang="zh-CN" sz="3200" dirty="0" smtClean="0">
                <a:latin typeface="+mn-ea"/>
              </a:rPr>
              <a:t>0</a:t>
            </a:r>
            <a:r>
              <a:rPr lang="zh-CN" altLang="en-US" sz="3200" dirty="0" smtClean="0">
                <a:latin typeface="+mn-ea"/>
              </a:rPr>
              <a:t>时，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6904990" y="5455920"/>
          <a:ext cx="1332865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2801600" imgH="10058400" progId="Equation.DSMT4">
                  <p:embed/>
                </p:oleObj>
              </mc:Choice>
              <mc:Fallback>
                <p:oleObj name="Equation" r:id="rId3" imgW="12801600" imgH="100584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04990" y="5455920"/>
                        <a:ext cx="1332865" cy="1022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8386445" y="5829300"/>
          <a:ext cx="476250" cy="3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4572000" imgH="3352800" progId="Equation.DSMT4">
                  <p:embed/>
                </p:oleObj>
              </mc:Choice>
              <mc:Fallback>
                <p:oleObj name="Equation" r:id="rId5" imgW="4572000" imgH="33528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6445" y="5829300"/>
                        <a:ext cx="476250" cy="340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9032240" y="5768975"/>
          <a:ext cx="570865" cy="49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5486400" imgH="4876800" progId="Equation.DSMT4">
                  <p:embed/>
                </p:oleObj>
              </mc:Choice>
              <mc:Fallback>
                <p:oleObj name="Equation" r:id="rId7" imgW="5486400" imgH="487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32240" y="5768975"/>
                        <a:ext cx="570865" cy="495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2988090" y="6586032"/>
            <a:ext cx="409326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当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沿实轴趋于 </a:t>
            </a:r>
            <a:r>
              <a:rPr lang="en-US" altLang="zh-CN" sz="3200" dirty="0" smtClean="0">
                <a:latin typeface="+mn-ea"/>
              </a:rPr>
              <a:t>0</a:t>
            </a:r>
            <a:r>
              <a:rPr lang="zh-CN" altLang="en-US" sz="3200" dirty="0" smtClean="0">
                <a:latin typeface="+mn-ea"/>
              </a:rPr>
              <a:t>时，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6868795" y="6489700"/>
          <a:ext cx="1047115" cy="961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10058400" imgH="9448800" progId="Equation.DSMT4">
                  <p:embed/>
                </p:oleObj>
              </mc:Choice>
              <mc:Fallback>
                <p:oleObj name="Equation" r:id="rId9" imgW="10058400" imgH="9448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8795" y="6489700"/>
                        <a:ext cx="1047115" cy="961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7891145" y="6851015"/>
          <a:ext cx="476250" cy="3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4572000" imgH="3352800" progId="Equation.DSMT4">
                  <p:embed/>
                </p:oleObj>
              </mc:Choice>
              <mc:Fallback>
                <p:oleObj name="Equation" r:id="rId11" imgW="4572000" imgH="33528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1145" y="6851015"/>
                        <a:ext cx="476250" cy="340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8721725" y="6772910"/>
          <a:ext cx="31813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3048000" imgH="4876800" progId="Equation.DSMT4">
                  <p:embed/>
                </p:oleObj>
              </mc:Choice>
              <mc:Fallback>
                <p:oleObj name="Equation" r:id="rId13" imgW="3048000" imgH="48768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21725" y="6772910"/>
                        <a:ext cx="318135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3174177" y="7604836"/>
            <a:ext cx="40035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所以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4135120" y="7270115"/>
          <a:ext cx="950595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9144000" imgH="9448800" progId="Equation.DSMT4">
                  <p:embed/>
                </p:oleObj>
              </mc:Choice>
              <mc:Fallback>
                <p:oleObj name="Equation" r:id="rId15" imgW="9144000" imgH="94488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35120" y="7270115"/>
                        <a:ext cx="950595" cy="960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2196423" y="1723589"/>
            <a:ext cx="80505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沿不同方向趋于  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的极限不同，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5736859" y="1619343"/>
          <a:ext cx="646477" cy="8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6" imgW="3962400" imgH="5486400" progId="Equation.DSMT4">
                  <p:embed/>
                </p:oleObj>
              </mc:Choice>
              <mc:Fallback>
                <p:oleObj name="Equation" r:id="rId16" imgW="3962400" imgH="5486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36859" y="1619343"/>
                        <a:ext cx="646477" cy="8287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2408954" y="2595741"/>
            <a:ext cx="92697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或者若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沿某个方向趋于  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的极限不存在，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6761095" y="2492524"/>
          <a:ext cx="646477" cy="8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8" imgW="3962400" imgH="5486400" progId="Equation.DSMT4">
                  <p:embed/>
                </p:oleObj>
              </mc:Choice>
              <mc:Fallback>
                <p:oleObj name="Equation" r:id="rId18" imgW="3962400" imgH="54864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61095" y="2492524"/>
                        <a:ext cx="646477" cy="8287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11678793" y="2161144"/>
            <a:ext cx="33731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3" name="Object 9"/>
          <p:cNvGraphicFramePr>
            <a:graphicFrameLocks noChangeAspect="1"/>
          </p:cNvGraphicFramePr>
          <p:nvPr/>
        </p:nvGraphicFramePr>
        <p:xfrm>
          <a:off x="11880850" y="2202815"/>
          <a:ext cx="1428750" cy="63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20" imgW="13716000" imgH="7010400" progId="Equation.DSMT4">
                  <p:embed/>
                </p:oleObj>
              </mc:Choice>
              <mc:Fallback>
                <p:oleObj name="Equation" r:id="rId20" imgW="13716000" imgH="70104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880850" y="2202815"/>
                        <a:ext cx="1428750" cy="637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七角星 33"/>
          <p:cNvSpPr/>
          <p:nvPr/>
        </p:nvSpPr>
        <p:spPr>
          <a:xfrm>
            <a:off x="968780" y="1371598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4977" y="5661101"/>
            <a:ext cx="10363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证明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11343640" y="1867535"/>
            <a:ext cx="196850" cy="1190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标注 22"/>
          <p:cNvSpPr/>
          <p:nvPr/>
        </p:nvSpPr>
        <p:spPr>
          <a:xfrm>
            <a:off x="6904990" y="3320415"/>
            <a:ext cx="3938905" cy="1645920"/>
          </a:xfrm>
          <a:prstGeom prst="wedgeRoundRectCallout">
            <a:avLst>
              <a:gd name="adj1" fmla="val -77600"/>
              <a:gd name="adj2" fmla="val -6677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p>
            <a:pPr algn="l"/>
            <a:r>
              <a:rPr lang="zh-CN" altLang="en-US" sz="3200" b="1" dirty="0" smtClean="0">
                <a:solidFill>
                  <a:schemeClr val="tx1"/>
                </a:solidFill>
              </a:rPr>
              <a:t>坐标轴方向，  </a:t>
            </a:r>
            <a:endParaRPr lang="zh-CN" altLang="en-US" sz="3200" b="1" dirty="0" smtClean="0">
              <a:solidFill>
                <a:schemeClr val="tx1"/>
              </a:solidFill>
            </a:endParaRPr>
          </a:p>
          <a:p>
            <a:pPr algn="l"/>
            <a:r>
              <a:rPr lang="zh-CN" altLang="en-US" sz="3200" b="1" dirty="0" smtClean="0">
                <a:solidFill>
                  <a:schemeClr val="tx1"/>
                </a:solidFill>
              </a:rPr>
              <a:t>平行于坐标轴方向</a:t>
            </a:r>
            <a:endParaRPr lang="zh-CN" altLang="en-US" sz="3200" b="1" dirty="0" smtClean="0">
              <a:solidFill>
                <a:schemeClr val="tx1"/>
              </a:solidFill>
            </a:endParaRPr>
          </a:p>
          <a:p>
            <a:pPr algn="l"/>
            <a:r>
              <a:rPr lang="zh-CN" altLang="en-US" sz="3200" b="1" dirty="0" smtClean="0">
                <a:solidFill>
                  <a:schemeClr val="tx1"/>
                </a:solidFill>
              </a:rPr>
              <a:t>角平分线</a:t>
            </a:r>
            <a:endParaRPr lang="zh-CN" altLang="en-US" sz="32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9" grpId="0"/>
      <p:bldP spid="3" grpId="0"/>
      <p:bldP spid="23" grpId="0" bldLvl="0" animBg="1"/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2304892" y="1373851"/>
            <a:ext cx="38868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华文中宋" panose="02010600040101010101" charset="-122"/>
                <a:ea typeface="华文中宋" panose="02010600040101010101" charset="-122"/>
              </a:rPr>
              <a:t>复变函数极限的定义</a:t>
            </a:r>
            <a:endParaRPr lang="zh-CN" altLang="en-US" sz="32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2600355" y="2411256"/>
          <a:ext cx="4045010" cy="89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29260800" imgH="7010400" progId="Equation.DSMT4">
                  <p:embed/>
                </p:oleObj>
              </mc:Choice>
              <mc:Fallback>
                <p:oleObj name="Equation" r:id="rId1" imgW="29260800" imgH="7010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0355" y="2411256"/>
                        <a:ext cx="4045010" cy="89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4199004" y="3490166"/>
          <a:ext cx="1499622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2496800" imgH="4876800" progId="Equation.DSMT4">
                  <p:embed/>
                </p:oleObj>
              </mc:Choice>
              <mc:Fallback>
                <p:oleObj name="Equation" r:id="rId3" imgW="12496800" imgH="4876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9004" y="3490166"/>
                        <a:ext cx="1499622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左右箭头 52"/>
          <p:cNvSpPr/>
          <p:nvPr/>
        </p:nvSpPr>
        <p:spPr>
          <a:xfrm>
            <a:off x="2678105" y="3690291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5739183" y="3520103"/>
          <a:ext cx="1425417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1887200" imgH="4876800" progId="Equation.DSMT4">
                  <p:embed/>
                </p:oleObj>
              </mc:Choice>
              <mc:Fallback>
                <p:oleObj name="Equation" r:id="rId5" imgW="11887200" imgH="4876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9183" y="3520103"/>
                        <a:ext cx="1425417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文本框 2"/>
          <p:cNvSpPr txBox="1"/>
          <p:nvPr/>
        </p:nvSpPr>
        <p:spPr>
          <a:xfrm>
            <a:off x="7280617" y="3418153"/>
            <a:ext cx="4842865" cy="71183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当                      时</a:t>
            </a:r>
            <a:r>
              <a:rPr lang="en-US" altLang="zh-CN" sz="3900" dirty="0" smtClean="0">
                <a:latin typeface="+mn-ea"/>
              </a:rPr>
              <a:t>,</a:t>
            </a:r>
            <a:r>
              <a:rPr lang="zh-CN" altLang="en-US" sz="3900" dirty="0" smtClean="0">
                <a:latin typeface="+mn-ea"/>
              </a:rPr>
              <a:t>有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56" name="Object 26"/>
          <p:cNvGraphicFramePr>
            <a:graphicFrameLocks noChangeAspect="1"/>
          </p:cNvGraphicFramePr>
          <p:nvPr/>
        </p:nvGraphicFramePr>
        <p:xfrm>
          <a:off x="8072847" y="3464859"/>
          <a:ext cx="2559194" cy="702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21336000" imgH="5486400" progId="Equation.DSMT4">
                  <p:embed/>
                </p:oleObj>
              </mc:Choice>
              <mc:Fallback>
                <p:oleObj name="Equation" r:id="rId7" imgW="21336000" imgH="54864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72847" y="3464859"/>
                        <a:ext cx="2559194" cy="7028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7"/>
          <p:cNvGraphicFramePr>
            <a:graphicFrameLocks noChangeAspect="1"/>
          </p:cNvGraphicFramePr>
          <p:nvPr/>
        </p:nvGraphicFramePr>
        <p:xfrm>
          <a:off x="11740776" y="3420794"/>
          <a:ext cx="2446692" cy="63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20116800" imgH="4876800" progId="Equation.DSMT4">
                  <p:embed/>
                </p:oleObj>
              </mc:Choice>
              <mc:Fallback>
                <p:oleObj name="Equation" r:id="rId9" imgW="20116800" imgH="48768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740776" y="3420794"/>
                        <a:ext cx="2446692" cy="6332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左右箭头 23"/>
          <p:cNvSpPr/>
          <p:nvPr/>
        </p:nvSpPr>
        <p:spPr>
          <a:xfrm>
            <a:off x="2652247" y="4694343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218305" y="4461510"/>
            <a:ext cx="5055870" cy="768350"/>
            <a:chOff x="6643" y="7026"/>
            <a:chExt cx="7962" cy="1210"/>
          </a:xfrm>
        </p:grpSpPr>
        <p:sp>
          <p:nvSpPr>
            <p:cNvPr id="25" name="文本框 2"/>
            <p:cNvSpPr txBox="1"/>
            <p:nvPr/>
          </p:nvSpPr>
          <p:spPr>
            <a:xfrm>
              <a:off x="6643" y="7026"/>
              <a:ext cx="5817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时</a:t>
              </a:r>
              <a:r>
                <a:rPr lang="en-US" altLang="zh-CN" sz="3900" dirty="0" smtClean="0">
                  <a:latin typeface="+mn-ea"/>
                </a:rPr>
                <a:t>,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7922" y="7132"/>
            <a:ext cx="2014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Equation" r:id="rId11" imgW="10668000" imgH="5486400" progId="Equation.DSMT4">
                    <p:embed/>
                  </p:oleObj>
                </mc:Choice>
                <mc:Fallback>
                  <p:oleObj name="Equation" r:id="rId11" imgW="10668000" imgH="5486400" progId="Equation.DSMT4">
                    <p:embed/>
                    <p:pic>
                      <p:nvPicPr>
                        <p:cNvPr id="0" name="图片 102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922" y="7132"/>
                          <a:ext cx="2014" cy="11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5" name="Object 15"/>
            <p:cNvGraphicFramePr>
              <a:graphicFrameLocks noChangeAspect="1"/>
            </p:cNvGraphicFramePr>
            <p:nvPr/>
          </p:nvGraphicFramePr>
          <p:xfrm>
            <a:off x="11747" y="7092"/>
            <a:ext cx="2858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Equation" r:id="rId13" imgW="14935200" imgH="4876800" progId="Equation.DSMT4">
                    <p:embed/>
                  </p:oleObj>
                </mc:Choice>
                <mc:Fallback>
                  <p:oleObj name="Equation" r:id="rId13" imgW="14935200" imgH="4876800" progId="Equation.DSMT4">
                    <p:embed/>
                    <p:pic>
                      <p:nvPicPr>
                        <p:cNvPr id="0" name="图片 102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747" y="7092"/>
                          <a:ext cx="2858" cy="99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左右箭头 27"/>
          <p:cNvSpPr/>
          <p:nvPr/>
        </p:nvSpPr>
        <p:spPr>
          <a:xfrm>
            <a:off x="2670717" y="5737899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236720" y="5505450"/>
            <a:ext cx="5721350" cy="767715"/>
            <a:chOff x="6672" y="8670"/>
            <a:chExt cx="9010" cy="1209"/>
          </a:xfrm>
        </p:grpSpPr>
        <p:sp>
          <p:nvSpPr>
            <p:cNvPr id="29" name="文本框 2"/>
            <p:cNvSpPr txBox="1"/>
            <p:nvPr/>
          </p:nvSpPr>
          <p:spPr>
            <a:xfrm>
              <a:off x="6672" y="8670"/>
              <a:ext cx="5817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时</a:t>
              </a:r>
              <a:r>
                <a:rPr lang="en-US" altLang="zh-CN" sz="3900" dirty="0" smtClean="0">
                  <a:latin typeface="+mn-ea"/>
                </a:rPr>
                <a:t>,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30" name="Object 26"/>
            <p:cNvGraphicFramePr>
              <a:graphicFrameLocks noChangeAspect="1"/>
            </p:cNvGraphicFramePr>
            <p:nvPr/>
          </p:nvGraphicFramePr>
          <p:xfrm>
            <a:off x="7951" y="8775"/>
            <a:ext cx="2014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Equation" r:id="rId15" imgW="10668000" imgH="5486400" progId="Equation.DSMT4">
                    <p:embed/>
                  </p:oleObj>
                </mc:Choice>
                <mc:Fallback>
                  <p:oleObj name="Equation" r:id="rId15" imgW="10668000" imgH="5486400" progId="Equation.DSMT4">
                    <p:embed/>
                    <p:pic>
                      <p:nvPicPr>
                        <p:cNvPr id="0" name="图片 102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951" y="8775"/>
                          <a:ext cx="2014" cy="11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5"/>
            <p:cNvGraphicFramePr>
              <a:graphicFrameLocks noChangeAspect="1"/>
            </p:cNvGraphicFramePr>
            <p:nvPr/>
          </p:nvGraphicFramePr>
          <p:xfrm>
            <a:off x="11600" y="8756"/>
            <a:ext cx="4082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name="Equation" r:id="rId16" imgW="21336000" imgH="4876800" progId="Equation.DSMT4">
                    <p:embed/>
                  </p:oleObj>
                </mc:Choice>
                <mc:Fallback>
                  <p:oleObj name="Equation" r:id="rId16" imgW="21336000" imgH="4876800" progId="Equation.DSMT4">
                    <p:embed/>
                    <p:pic>
                      <p:nvPicPr>
                        <p:cNvPr id="0" name="图片 102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600" y="8756"/>
                          <a:ext cx="4082" cy="99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2"/>
          <p:cNvSpPr txBox="1"/>
          <p:nvPr/>
        </p:nvSpPr>
        <p:spPr>
          <a:xfrm>
            <a:off x="3745523" y="6548821"/>
            <a:ext cx="1507250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假设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21" name="Object 26"/>
          <p:cNvGraphicFramePr>
            <a:graphicFrameLocks noChangeAspect="1"/>
          </p:cNvGraphicFramePr>
          <p:nvPr/>
        </p:nvGraphicFramePr>
        <p:xfrm>
          <a:off x="5286981" y="6515775"/>
          <a:ext cx="6430097" cy="70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8" imgW="53644800" imgH="5486400" progId="Equation.DSMT4">
                  <p:embed/>
                </p:oleObj>
              </mc:Choice>
              <mc:Fallback>
                <p:oleObj name="Equation" r:id="rId18" imgW="53644800" imgH="54864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86981" y="6515775"/>
                        <a:ext cx="6430097" cy="7015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左右箭头 21"/>
          <p:cNvSpPr/>
          <p:nvPr/>
        </p:nvSpPr>
        <p:spPr>
          <a:xfrm>
            <a:off x="2622696" y="7641895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66870" y="7406640"/>
            <a:ext cx="6073140" cy="721995"/>
            <a:chOff x="6562" y="11664"/>
            <a:chExt cx="9564" cy="1137"/>
          </a:xfrm>
        </p:grpSpPr>
        <p:sp>
          <p:nvSpPr>
            <p:cNvPr id="27" name="文本框 2"/>
            <p:cNvSpPr txBox="1"/>
            <p:nvPr/>
          </p:nvSpPr>
          <p:spPr>
            <a:xfrm>
              <a:off x="6562" y="11681"/>
              <a:ext cx="9564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           时</a:t>
              </a:r>
              <a:r>
                <a:rPr lang="en-US" altLang="zh-CN" sz="3900" dirty="0" smtClean="0">
                  <a:latin typeface="+mn-ea"/>
                </a:rPr>
                <a:t>,  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32" name="Object 26"/>
            <p:cNvGraphicFramePr>
              <a:graphicFrameLocks noChangeAspect="1"/>
            </p:cNvGraphicFramePr>
            <p:nvPr/>
          </p:nvGraphicFramePr>
          <p:xfrm>
            <a:off x="7455" y="11664"/>
            <a:ext cx="4548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1" name="Equation" r:id="rId20" imgW="24688800" imgH="5486400" progId="Equation.DSMT4">
                    <p:embed/>
                  </p:oleObj>
                </mc:Choice>
                <mc:Fallback>
                  <p:oleObj name="Equation" r:id="rId20" imgW="24688800" imgH="5486400" progId="Equation.DSMT4">
                    <p:embed/>
                    <p:pic>
                      <p:nvPicPr>
                        <p:cNvPr id="0" name="图片 102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7455" y="11664"/>
                          <a:ext cx="4548" cy="11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15"/>
          <p:cNvGraphicFramePr>
            <a:graphicFrameLocks noChangeAspect="1"/>
          </p:cNvGraphicFramePr>
          <p:nvPr/>
        </p:nvGraphicFramePr>
        <p:xfrm>
          <a:off x="9081770" y="7458075"/>
          <a:ext cx="2264410" cy="691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2" imgW="800100" imgH="228600" progId="Equation.DSMT4">
                  <p:embed/>
                </p:oleObj>
              </mc:Choice>
              <mc:Fallback>
                <p:oleObj name="Equation" r:id="rId22" imgW="800100" imgH="2286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081770" y="7458075"/>
                        <a:ext cx="2264410" cy="691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3" name="Object 23"/>
          <p:cNvGraphicFramePr>
            <a:graphicFrameLocks noChangeAspect="1"/>
          </p:cNvGraphicFramePr>
          <p:nvPr/>
        </p:nvGraphicFramePr>
        <p:xfrm>
          <a:off x="11346304" y="7435036"/>
          <a:ext cx="2259609" cy="71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24" imgW="18592800" imgH="5486400" progId="Equation.DSMT4">
                  <p:embed/>
                </p:oleObj>
              </mc:Choice>
              <mc:Fallback>
                <p:oleObj name="Equation" r:id="rId24" imgW="18592800" imgH="5486400" progId="Equation.DSMT4">
                  <p:embed/>
                  <p:pic>
                    <p:nvPicPr>
                      <p:cNvPr id="0" name="图片 1025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346304" y="7435036"/>
                        <a:ext cx="2259609" cy="7142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 animBg="1"/>
      <p:bldP spid="20" grpId="0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710038" y="331766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1435578" y="1475437"/>
            <a:ext cx="60293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b="1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4. </a:t>
            </a:r>
            <a:r>
              <a:rPr lang="zh-CN" altLang="en-US" sz="3200" b="1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复变函数极限存在的充要条件</a:t>
            </a:r>
            <a:endParaRPr lang="zh-CN" altLang="en-US" sz="3200" b="1" dirty="0" smtClean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3733165" y="2683510"/>
          <a:ext cx="455549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42367200" imgH="4876800" progId="Equation.DSMT4">
                  <p:embed/>
                </p:oleObj>
              </mc:Choice>
              <mc:Fallback>
                <p:oleObj name="Equation" r:id="rId1" imgW="42367200" imgH="487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165" y="2683510"/>
                        <a:ext cx="455549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8"/>
          <p:cNvGraphicFramePr>
            <a:graphicFrameLocks noChangeAspect="1"/>
          </p:cNvGraphicFramePr>
          <p:nvPr/>
        </p:nvGraphicFramePr>
        <p:xfrm>
          <a:off x="8382635" y="2671445"/>
          <a:ext cx="205549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8592800" imgH="5486400" progId="Equation.DSMT4">
                  <p:embed/>
                </p:oleObj>
              </mc:Choice>
              <mc:Fallback>
                <p:oleObj name="Equation" r:id="rId3" imgW="18592800" imgH="54864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635" y="2671445"/>
                        <a:ext cx="2055495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25"/>
          <p:cNvGraphicFramePr>
            <a:graphicFrameLocks noChangeAspect="1"/>
          </p:cNvGraphicFramePr>
          <p:nvPr/>
        </p:nvGraphicFramePr>
        <p:xfrm>
          <a:off x="10499090" y="2640330"/>
          <a:ext cx="212153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9202400" imgH="5486400" progId="Equation.DSMT4">
                  <p:embed/>
                </p:oleObj>
              </mc:Choice>
              <mc:Fallback>
                <p:oleObj name="Equation" r:id="rId5" imgW="19202400" imgH="54864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99090" y="2640330"/>
                        <a:ext cx="2121535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/>
        </p:nvSpPr>
        <p:spPr>
          <a:xfrm>
            <a:off x="1959705" y="3428523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1774997" y="2678785"/>
            <a:ext cx="1271270" cy="542290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endParaRPr lang="en-US" altLang="zh-CN" sz="2800" b="1" dirty="0" smtClean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3130550" y="4265930"/>
          <a:ext cx="2308225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19812000" imgH="7010400" progId="Equation.DSMT4">
                  <p:embed/>
                </p:oleObj>
              </mc:Choice>
              <mc:Fallback>
                <p:oleObj name="Equation" r:id="rId7" imgW="19812000" imgH="70104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0550" y="4265930"/>
                        <a:ext cx="2308225" cy="754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6734810" y="3858895"/>
          <a:ext cx="527685" cy="1351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4572000" imgH="10972800" progId="Equation.DSMT4">
                  <p:embed/>
                </p:oleObj>
              </mc:Choice>
              <mc:Fallback>
                <p:oleObj name="Equation" r:id="rId9" imgW="4572000" imgH="10972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34810" y="3858895"/>
                        <a:ext cx="527685" cy="1351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左右箭头 52"/>
          <p:cNvSpPr/>
          <p:nvPr/>
        </p:nvSpPr>
        <p:spPr>
          <a:xfrm>
            <a:off x="5438815" y="4527126"/>
            <a:ext cx="1060468" cy="16015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2"/>
          <p:cNvSpPr txBox="1"/>
          <p:nvPr/>
        </p:nvSpPr>
        <p:spPr>
          <a:xfrm>
            <a:off x="3103821" y="2655741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8380" name="Object 12"/>
          <p:cNvGraphicFramePr>
            <a:graphicFrameLocks noChangeAspect="1"/>
          </p:cNvGraphicFramePr>
          <p:nvPr/>
        </p:nvGraphicFramePr>
        <p:xfrm>
          <a:off x="7033260" y="3743960"/>
          <a:ext cx="361823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31394400" imgH="7010400" progId="Equation.DSMT4">
                  <p:embed/>
                </p:oleObj>
              </mc:Choice>
              <mc:Fallback>
                <p:oleObj name="Equation" r:id="rId11" imgW="31394400" imgH="70104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33260" y="3743960"/>
                        <a:ext cx="3618230" cy="746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13"/>
          <p:cNvGraphicFramePr>
            <a:graphicFrameLocks noChangeAspect="1"/>
          </p:cNvGraphicFramePr>
          <p:nvPr/>
        </p:nvGraphicFramePr>
        <p:xfrm>
          <a:off x="7092950" y="4745990"/>
          <a:ext cx="3582035" cy="74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31089600" imgH="7010400" progId="Equation.DSMT4">
                  <p:embed/>
                </p:oleObj>
              </mc:Choice>
              <mc:Fallback>
                <p:oleObj name="Equation" r:id="rId13" imgW="31089600" imgH="70104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92950" y="4745990"/>
                        <a:ext cx="3582035" cy="744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5" name="Object 17"/>
          <p:cNvGraphicFramePr>
            <a:graphicFrameLocks noChangeAspect="1"/>
          </p:cNvGraphicFramePr>
          <p:nvPr/>
        </p:nvGraphicFramePr>
        <p:xfrm>
          <a:off x="2585720" y="6049010"/>
          <a:ext cx="1901825" cy="73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16764000" imgH="7010400" progId="Equation.DSMT4">
                  <p:embed/>
                </p:oleObj>
              </mc:Choice>
              <mc:Fallback>
                <p:oleObj name="Equation" r:id="rId15" imgW="16764000" imgH="70104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85720" y="6049010"/>
                        <a:ext cx="1901825" cy="734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6" name="Object 18"/>
          <p:cNvGraphicFramePr>
            <a:graphicFrameLocks noChangeAspect="1"/>
          </p:cNvGraphicFramePr>
          <p:nvPr/>
        </p:nvGraphicFramePr>
        <p:xfrm>
          <a:off x="4230370" y="6076950"/>
          <a:ext cx="2862580" cy="74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24993600" imgH="7010400" progId="Equation.DSMT4">
                  <p:embed/>
                </p:oleObj>
              </mc:Choice>
              <mc:Fallback>
                <p:oleObj name="Equation" r:id="rId17" imgW="24993600" imgH="70104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30370" y="6076950"/>
                        <a:ext cx="2862580" cy="741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7" name="Object 19"/>
          <p:cNvGraphicFramePr>
            <a:graphicFrameLocks noChangeAspect="1"/>
          </p:cNvGraphicFramePr>
          <p:nvPr/>
        </p:nvGraphicFramePr>
        <p:xfrm>
          <a:off x="7807325" y="6125845"/>
          <a:ext cx="2812415" cy="73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24688800" imgH="7010400" progId="Equation.DSMT4">
                  <p:embed/>
                </p:oleObj>
              </mc:Choice>
              <mc:Fallback>
                <p:oleObj name="Equation" r:id="rId19" imgW="24688800" imgH="70104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07325" y="6125845"/>
                        <a:ext cx="2812415" cy="737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8" name="Object 20"/>
          <p:cNvGraphicFramePr>
            <a:graphicFrameLocks noChangeAspect="1"/>
          </p:cNvGraphicFramePr>
          <p:nvPr/>
        </p:nvGraphicFramePr>
        <p:xfrm>
          <a:off x="7143750" y="6165215"/>
          <a:ext cx="422910" cy="45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3352800" imgH="3352800" progId="Equation.DSMT4">
                  <p:embed/>
                </p:oleObj>
              </mc:Choice>
              <mc:Fallback>
                <p:oleObj name="Equation" r:id="rId21" imgW="3352800" imgH="33528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43750" y="6165215"/>
                        <a:ext cx="422910" cy="453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9" name="Object 21"/>
          <p:cNvGraphicFramePr>
            <a:graphicFrameLocks noChangeAspect="1"/>
          </p:cNvGraphicFramePr>
          <p:nvPr/>
        </p:nvGraphicFramePr>
        <p:xfrm>
          <a:off x="7655560" y="6188710"/>
          <a:ext cx="225425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23" imgW="2133600" imgH="3962400" progId="Equation.DSMT4">
                  <p:embed/>
                </p:oleObj>
              </mc:Choice>
              <mc:Fallback>
                <p:oleObj name="Equation" r:id="rId23" imgW="2133600" imgH="39624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655560" y="6188710"/>
                        <a:ext cx="225425" cy="449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七角星 24"/>
          <p:cNvSpPr/>
          <p:nvPr/>
        </p:nvSpPr>
        <p:spPr>
          <a:xfrm>
            <a:off x="1343314" y="5809500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361565" y="7360285"/>
            <a:ext cx="12021185" cy="824230"/>
            <a:chOff x="3719" y="11591"/>
            <a:chExt cx="18931" cy="1298"/>
          </a:xfrm>
        </p:grpSpPr>
        <p:sp>
          <p:nvSpPr>
            <p:cNvPr id="26" name="文本框 2"/>
            <p:cNvSpPr txBox="1"/>
            <p:nvPr/>
          </p:nvSpPr>
          <p:spPr>
            <a:xfrm>
              <a:off x="3719" y="11739"/>
              <a:ext cx="17676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若                        或                          不存在，则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7" name="Object 23"/>
            <p:cNvGraphicFramePr>
              <a:graphicFrameLocks noChangeAspect="1"/>
            </p:cNvGraphicFramePr>
            <p:nvPr/>
          </p:nvGraphicFramePr>
          <p:xfrm>
            <a:off x="4423" y="11591"/>
            <a:ext cx="3929" cy="1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name="Equation" r:id="rId25" imgW="24993600" imgH="7010400" progId="Equation.DSMT4">
                    <p:embed/>
                  </p:oleObj>
                </mc:Choice>
                <mc:Fallback>
                  <p:oleObj name="Equation" r:id="rId25" imgW="24993600" imgH="7010400" progId="Equation.DSMT4">
                    <p:embed/>
                    <p:pic>
                      <p:nvPicPr>
                        <p:cNvPr id="0" name="图片 112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23" y="11591"/>
                          <a:ext cx="3929" cy="120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4"/>
            <p:cNvGraphicFramePr>
              <a:graphicFrameLocks noChangeAspect="1"/>
            </p:cNvGraphicFramePr>
            <p:nvPr/>
          </p:nvGraphicFramePr>
          <p:xfrm>
            <a:off x="9177" y="11672"/>
            <a:ext cx="3881" cy="1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Equation" r:id="rId27" imgW="24688800" imgH="7010400" progId="Equation.DSMT4">
                    <p:embed/>
                  </p:oleObj>
                </mc:Choice>
                <mc:Fallback>
                  <p:oleObj name="Equation" r:id="rId27" imgW="24688800" imgH="7010400" progId="Equation.DSMT4">
                    <p:embed/>
                    <p:pic>
                      <p:nvPicPr>
                        <p:cNvPr id="0" name="图片 112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9177" y="11672"/>
                          <a:ext cx="3881" cy="120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5"/>
            <p:cNvGraphicFramePr>
              <a:graphicFrameLocks noChangeAspect="1"/>
            </p:cNvGraphicFramePr>
            <p:nvPr/>
          </p:nvGraphicFramePr>
          <p:xfrm>
            <a:off x="16562" y="11769"/>
            <a:ext cx="3430" cy="1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9" name="Equation" r:id="rId29" imgW="19812000" imgH="7010400" progId="Equation.DSMT4">
                    <p:embed/>
                  </p:oleObj>
                </mc:Choice>
                <mc:Fallback>
                  <p:oleObj name="Equation" r:id="rId29" imgW="19812000" imgH="7010400" progId="Equation.DSMT4">
                    <p:embed/>
                    <p:pic>
                      <p:nvPicPr>
                        <p:cNvPr id="0" name="图片 112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6562" y="11769"/>
                          <a:ext cx="3430" cy="112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"/>
            <p:cNvSpPr txBox="1"/>
            <p:nvPr/>
          </p:nvSpPr>
          <p:spPr>
            <a:xfrm>
              <a:off x="19708" y="11718"/>
              <a:ext cx="2942" cy="954"/>
            </a:xfrm>
            <a:prstGeom prst="rect">
              <a:avLst/>
            </a:prstGeom>
            <a:noFill/>
          </p:spPr>
          <p:txBody>
            <a:bodyPr wrap="non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不存在。</a:t>
              </a:r>
              <a:endParaRPr lang="zh-CN" altLang="en-US" sz="3200" dirty="0">
                <a:latin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9" grpId="0"/>
      <p:bldP spid="50" grpId="0"/>
      <p:bldP spid="53" grpId="0" bldLvl="0" animBg="1"/>
      <p:bldP spid="58" grpId="0"/>
      <p:bldP spid="25" grpId="0" bldLvl="0" animBg="1"/>
      <p:bldP spid="25" grpId="1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4121785" y="1508125"/>
          <a:ext cx="1503045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1" imgW="647700" imgH="419100" progId="Equation.DSMT4">
                  <p:embed/>
                </p:oleObj>
              </mc:Choice>
              <mc:Fallback>
                <p:oleObj name="Equation" r:id="rId1" imgW="6477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1785" y="1508125"/>
                        <a:ext cx="1503045" cy="947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1807460" y="1677425"/>
            <a:ext cx="223329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求极限</a:t>
            </a:r>
            <a:endParaRPr lang="zh-CN" altLang="en-US" sz="32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7210" y="268795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1280" y="267716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52470" y="2773998"/>
          <a:ext cx="147256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634365" imgH="190500" progId="Equation.DSMT4">
                  <p:embed/>
                </p:oleObj>
              </mc:Choice>
              <mc:Fallback>
                <p:oleObj name="Equation" r:id="rId3" imgW="634365" imgH="190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2470" y="2773998"/>
                        <a:ext cx="1472565" cy="431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25035" y="269557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356543" y="2419350"/>
          <a:ext cx="624713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2691765" imgH="495300" progId="Equation.DSMT4">
                  <p:embed/>
                </p:oleObj>
              </mc:Choice>
              <mc:Fallback>
                <p:oleObj name="Equation" r:id="rId5" imgW="2691765" imgH="4953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56543" y="2419350"/>
                        <a:ext cx="624713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45335" y="379730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880043" y="3539490"/>
          <a:ext cx="562991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2425700" imgH="495300" progId="Equation.DSMT4">
                  <p:embed/>
                </p:oleObj>
              </mc:Choice>
              <mc:Fallback>
                <p:oleObj name="Equation" r:id="rId7" imgW="2425700" imgH="4953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0043" y="3539490"/>
                        <a:ext cx="562991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045335" y="494601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且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2620963" y="4797425"/>
          <a:ext cx="504063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9" imgW="2171700" imgH="495300" progId="Equation.DSMT4">
                  <p:embed/>
                </p:oleObj>
              </mc:Choice>
              <mc:Fallback>
                <p:oleObj name="Equation" r:id="rId9" imgW="2171700" imgH="4953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0963" y="4797425"/>
                        <a:ext cx="504063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7529830" y="5118100"/>
            <a:ext cx="2075815" cy="43243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7853045" y="4674236"/>
          <a:ext cx="156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673100" imgH="177165" progId="Equation.DSMT4">
                  <p:embed/>
                </p:oleObj>
              </mc:Choice>
              <mc:Fallback>
                <p:oleObj name="Equation" r:id="rId11" imgW="6731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53045" y="4674236"/>
                        <a:ext cx="1562735" cy="40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7853045" y="5549584"/>
          <a:ext cx="1533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3" imgW="660400" imgH="203200" progId="Equation.DSMT4">
                  <p:embed/>
                </p:oleObj>
              </mc:Choice>
              <mc:Fallback>
                <p:oleObj name="Equation" r:id="rId13" imgW="6604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53045" y="5549584"/>
                        <a:ext cx="1533525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9886316" y="4864418"/>
          <a:ext cx="1886585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5" imgW="812800" imgH="419100" progId="Equation.DSMT4">
                  <p:embed/>
                </p:oleObj>
              </mc:Choice>
              <mc:Fallback>
                <p:oleObj name="Equation" r:id="rId15" imgW="8128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86316" y="4864418"/>
                        <a:ext cx="1886585" cy="948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11772901" y="5075238"/>
          <a:ext cx="1975485" cy="66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7" imgW="850900" imgH="292100" progId="Equation.DSMT4">
                  <p:embed/>
                </p:oleObj>
              </mc:Choice>
              <mc:Fallback>
                <p:oleObj name="Equation" r:id="rId17" imgW="850900" imgH="292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772901" y="5075238"/>
                        <a:ext cx="1975485" cy="661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/>
          <p:cNvGraphicFramePr>
            <a:graphicFrameLocks noChangeAspect="1"/>
          </p:cNvGraphicFramePr>
          <p:nvPr/>
        </p:nvGraphicFramePr>
        <p:xfrm>
          <a:off x="13748385" y="5117465"/>
          <a:ext cx="560705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9" imgW="241300" imgH="177165" progId="Equation.DSMT4">
                  <p:embed/>
                </p:oleObj>
              </mc:Choice>
              <mc:Fallback>
                <p:oleObj name="Equation" r:id="rId19" imgW="2413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748385" y="5117465"/>
                        <a:ext cx="560705" cy="393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1872933" y="6338253"/>
          <a:ext cx="504063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1" imgW="2171700" imgH="469900" progId="Equation.DSMT4">
                  <p:embed/>
                </p:oleObj>
              </mc:Choice>
              <mc:Fallback>
                <p:oleObj name="Equation" r:id="rId21" imgW="2171700" imgH="4699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72933" y="6338253"/>
                        <a:ext cx="5040630" cy="1063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等于号 34"/>
          <p:cNvSpPr/>
          <p:nvPr/>
        </p:nvSpPr>
        <p:spPr>
          <a:xfrm>
            <a:off x="6781800" y="6602730"/>
            <a:ext cx="2208530" cy="46037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/>
        </p:nvGraphicFramePr>
        <p:xfrm>
          <a:off x="7105015" y="6186806"/>
          <a:ext cx="156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3" imgW="673100" imgH="177165" progId="Equation.DSMT4">
                  <p:embed/>
                </p:oleObj>
              </mc:Choice>
              <mc:Fallback>
                <p:oleObj name="Equation" r:id="rId23" imgW="6731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05015" y="6186806"/>
                        <a:ext cx="1562735" cy="40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/>
        </p:nvGraphicFramePr>
        <p:xfrm>
          <a:off x="7105015" y="7062154"/>
          <a:ext cx="1533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4" imgW="660400" imgH="203200" progId="Equation.DSMT4">
                  <p:embed/>
                </p:oleObj>
              </mc:Choice>
              <mc:Fallback>
                <p:oleObj name="Equation" r:id="rId24" imgW="6604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05015" y="7062154"/>
                        <a:ext cx="1533525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/>
        </p:nvGraphicFramePr>
        <p:xfrm>
          <a:off x="8857934" y="6376988"/>
          <a:ext cx="2447290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5" imgW="1054100" imgH="419100" progId="Equation.DSMT4">
                  <p:embed/>
                </p:oleObj>
              </mc:Choice>
              <mc:Fallback>
                <p:oleObj name="Equation" r:id="rId25" imgW="10541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857934" y="6376988"/>
                        <a:ext cx="2447290" cy="948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5"/>
          <p:cNvGraphicFramePr>
            <a:graphicFrameLocks noChangeAspect="1"/>
          </p:cNvGraphicFramePr>
          <p:nvPr/>
        </p:nvGraphicFramePr>
        <p:xfrm>
          <a:off x="11414761" y="6602096"/>
          <a:ext cx="2534285" cy="63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27" imgW="1091565" imgH="279400" progId="Equation.DSMT4">
                  <p:embed/>
                </p:oleObj>
              </mc:Choice>
              <mc:Fallback>
                <p:oleObj name="Equation" r:id="rId27" imgW="1091565" imgH="279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414761" y="6602096"/>
                        <a:ext cx="2534285" cy="632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/>
        </p:nvGraphicFramePr>
        <p:xfrm>
          <a:off x="14112240" y="6588125"/>
          <a:ext cx="560705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9" imgW="241300" imgH="177165" progId="Equation.DSMT4">
                  <p:embed/>
                </p:oleObj>
              </mc:Choice>
              <mc:Fallback>
                <p:oleObj name="Equation" r:id="rId29" imgW="2413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112240" y="6588125"/>
                        <a:ext cx="560705" cy="393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/>
        </p:nvGraphicFramePr>
        <p:xfrm>
          <a:off x="3068003" y="7658735"/>
          <a:ext cx="2092960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901700" imgH="419100" progId="Equation.DSMT4">
                  <p:embed/>
                </p:oleObj>
              </mc:Choice>
              <mc:Fallback>
                <p:oleObj name="Equation" r:id="rId30" imgW="9017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068003" y="7658735"/>
                        <a:ext cx="2092960" cy="947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1873250" y="7830185"/>
            <a:ext cx="137922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</a:t>
            </a:r>
            <a:endParaRPr lang="zh-CN" altLang="en-US" sz="32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  <p:bldP spid="7" grpId="0"/>
      <p:bldP spid="12" grpId="0"/>
      <p:bldP spid="15" grpId="0"/>
      <p:bldP spid="18" grpId="0" animBg="1"/>
      <p:bldP spid="35" grpId="0" animBg="1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772285" y="1264285"/>
            <a:ext cx="4468495" cy="1022350"/>
            <a:chOff x="2791" y="1991"/>
            <a:chExt cx="7037" cy="1610"/>
          </a:xfrm>
        </p:grpSpPr>
        <p:sp>
          <p:nvSpPr>
            <p:cNvPr id="9" name="文本框 2"/>
            <p:cNvSpPr txBox="1"/>
            <p:nvPr/>
          </p:nvSpPr>
          <p:spPr>
            <a:xfrm>
              <a:off x="2791" y="2321"/>
              <a:ext cx="7037" cy="951"/>
            </a:xfrm>
            <a:prstGeom prst="rect">
              <a:avLst/>
            </a:prstGeom>
            <a:noFill/>
          </p:spPr>
          <p:txBody>
            <a:bodyPr wrap="none" lIns="112316" tIns="56158" rIns="112316" bIns="56158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2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例</a:t>
              </a:r>
              <a:r>
                <a:rPr lang="en-US" altLang="zh-CN" sz="3200" b="1" dirty="0">
                  <a:solidFill>
                    <a:schemeClr val="tx2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4</a:t>
              </a:r>
              <a:r>
                <a:rPr lang="zh-CN" altLang="en-US" sz="3200" b="1" dirty="0">
                  <a:solidFill>
                    <a:schemeClr val="tx2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.</a:t>
              </a:r>
              <a:r>
                <a:rPr lang="zh-CN" altLang="en-US" sz="3200" dirty="0" smtClean="0">
                  <a:latin typeface="+mn-ea"/>
                </a:rPr>
                <a:t>证明          不存在。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5301" name="Object 5"/>
            <p:cNvGraphicFramePr>
              <a:graphicFrameLocks noChangeAspect="1"/>
            </p:cNvGraphicFramePr>
            <p:nvPr/>
          </p:nvGraphicFramePr>
          <p:xfrm>
            <a:off x="5496" y="1991"/>
            <a:ext cx="1593" cy="1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" name="Equation" r:id="rId1" imgW="9144000" imgH="9448800" progId="Equation.DSMT4">
                    <p:embed/>
                  </p:oleObj>
                </mc:Choice>
                <mc:Fallback>
                  <p:oleObj name="Equation" r:id="rId1" imgW="9144000" imgH="94488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496" y="1991"/>
                          <a:ext cx="1593" cy="16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761490" y="2551430"/>
            <a:ext cx="140335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证明</a:t>
            </a:r>
            <a:r>
              <a:rPr lang="zh-CN" altLang="en-US" sz="3200" dirty="0" smtClean="0">
                <a:latin typeface="+mn-ea"/>
              </a:rPr>
              <a:t>：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14650" y="255143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503930" y="2648268"/>
          <a:ext cx="147256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634365" imgH="190500" progId="Equation.DSMT4">
                  <p:embed/>
                </p:oleObj>
              </mc:Choice>
              <mc:Fallback>
                <p:oleObj name="Equation" r:id="rId3" imgW="634365" imgH="190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3930" y="2648268"/>
                        <a:ext cx="1472565" cy="431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018405" y="256984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651500" y="2286635"/>
          <a:ext cx="7508240" cy="109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2984500" imgH="444500" progId="Equation.DSMT4">
                  <p:embed/>
                </p:oleObj>
              </mc:Choice>
              <mc:Fallback>
                <p:oleObj name="Equation" r:id="rId5" imgW="2984500" imgH="444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1500" y="2286635"/>
                        <a:ext cx="7508240" cy="1090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45335" y="367157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753043" y="3470275"/>
          <a:ext cx="5335270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2298700" imgH="444500" progId="Equation.DSMT4">
                  <p:embed/>
                </p:oleObj>
              </mc:Choice>
              <mc:Fallback>
                <p:oleObj name="Equation" r:id="rId7" imgW="2298700" imgH="444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3043" y="3470275"/>
                        <a:ext cx="5335270" cy="1005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045335" y="482028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且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2562860" y="4728845"/>
          <a:ext cx="4351020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9" imgW="2057400" imgH="444500" progId="Equation.DSMT4">
                  <p:embed/>
                </p:oleObj>
              </mc:Choice>
              <mc:Fallback>
                <p:oleObj name="Equation" r:id="rId9" imgW="2057400" imgH="444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62860" y="4728845"/>
                        <a:ext cx="4351020" cy="1005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6782435" y="4992370"/>
            <a:ext cx="2075815" cy="43243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7203440" y="4548506"/>
          <a:ext cx="156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673100" imgH="177165" progId="Equation.DSMT4">
                  <p:embed/>
                </p:oleObj>
              </mc:Choice>
              <mc:Fallback>
                <p:oleObj name="Equation" r:id="rId11" imgW="6731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03440" y="4548506"/>
                        <a:ext cx="1562735" cy="40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7203440" y="5423854"/>
          <a:ext cx="1533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3" imgW="660400" imgH="203200" progId="Equation.DSMT4">
                  <p:embed/>
                </p:oleObj>
              </mc:Choice>
              <mc:Fallback>
                <p:oleObj name="Equation" r:id="rId13" imgW="6604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03440" y="5423854"/>
                        <a:ext cx="1533525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8857934" y="4734243"/>
          <a:ext cx="3213100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5" imgW="1384300" imgH="419100" progId="Equation.DSMT4">
                  <p:embed/>
                </p:oleObj>
              </mc:Choice>
              <mc:Fallback>
                <p:oleObj name="Equation" r:id="rId15" imgW="13843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857934" y="4734243"/>
                        <a:ext cx="3213100" cy="948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8358506" y="5884228"/>
          <a:ext cx="3096895" cy="66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7" imgW="1333500" imgH="292100" progId="Equation.DSMT4">
                  <p:embed/>
                </p:oleObj>
              </mc:Choice>
              <mc:Fallback>
                <p:oleObj name="Equation" r:id="rId17" imgW="1333500" imgH="292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358506" y="5884228"/>
                        <a:ext cx="3096895" cy="661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2196465" y="6852285"/>
            <a:ext cx="589216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极限值会随   变化而变化，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032625" y="6784340"/>
            <a:ext cx="733679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                      不存在。</a:t>
            </a:r>
            <a:r>
              <a:rPr lang="zh-CN" altLang="en-US" sz="3200" dirty="0" smtClean="0">
                <a:latin typeface="+mn-ea"/>
              </a:rPr>
              <a:t>   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57" name="Object 5"/>
          <p:cNvGraphicFramePr>
            <a:graphicFrameLocks noChangeAspect="1"/>
          </p:cNvGraphicFramePr>
          <p:nvPr/>
        </p:nvGraphicFramePr>
        <p:xfrm>
          <a:off x="11455084" y="5884228"/>
          <a:ext cx="235966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9" imgW="1016000" imgH="203200" progId="Equation.DSMT4">
                  <p:embed/>
                </p:oleObj>
              </mc:Choice>
              <mc:Fallback>
                <p:oleObj name="Equation" r:id="rId19" imgW="10160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455084" y="5884228"/>
                        <a:ext cx="2359660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"/>
          <p:cNvGraphicFramePr>
            <a:graphicFrameLocks noChangeAspect="1"/>
          </p:cNvGraphicFramePr>
          <p:nvPr/>
        </p:nvGraphicFramePr>
        <p:xfrm>
          <a:off x="4358959" y="6953251"/>
          <a:ext cx="29591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21" imgW="127000" imgH="177165" progId="Equation.DSMT4">
                  <p:embed/>
                </p:oleObj>
              </mc:Choice>
              <mc:Fallback>
                <p:oleObj name="Equation" r:id="rId21" imgW="1270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58959" y="6953251"/>
                        <a:ext cx="295910" cy="402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252345" y="7745095"/>
            <a:ext cx="474408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故</a:t>
            </a:r>
            <a:r>
              <a:rPr lang="zh-CN" altLang="en-US" sz="3200" dirty="0" smtClean="0">
                <a:latin typeface="+mn-ea"/>
              </a:rPr>
              <a:t>           不存在。</a:t>
            </a:r>
            <a:r>
              <a:rPr lang="zh-CN" altLang="en-US" sz="3200" dirty="0" smtClean="0">
                <a:latin typeface="+mn-ea"/>
              </a:rPr>
              <a:t>   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2829560" y="7535545"/>
          <a:ext cx="101155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9144000" imgH="9448800" progId="Equation.DSMT4">
                  <p:embed/>
                </p:oleObj>
              </mc:Choice>
              <mc:Fallback>
                <p:oleObj name="Equation" r:id="rId23" imgW="9144000" imgH="9448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9560" y="7535545"/>
                        <a:ext cx="1011555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8088630" y="6755448"/>
          <a:ext cx="2015490" cy="66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4" imgW="952500" imgH="292100" progId="Equation.DSMT4">
                  <p:embed/>
                </p:oleObj>
              </mc:Choice>
              <mc:Fallback>
                <p:oleObj name="Equation" r:id="rId24" imgW="952500" imgH="292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088630" y="6755448"/>
                        <a:ext cx="2015490" cy="661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2" grpId="0"/>
      <p:bldP spid="15" grpId="0"/>
      <p:bldP spid="18" grpId="0" bldLvl="0" animBg="1"/>
      <p:bldP spid="49" grpId="0"/>
      <p:bldP spid="50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3775710" y="3862705"/>
          <a:ext cx="232600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1" imgW="21336000" imgH="9448800" progId="Equation.DSMT4">
                  <p:embed/>
                </p:oleObj>
              </mc:Choice>
              <mc:Fallback>
                <p:oleObj name="Equation" r:id="rId1" imgW="21336000" imgH="9448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5710" y="3862705"/>
                        <a:ext cx="2326005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2963843" y="2931917"/>
            <a:ext cx="86112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  求下列极限</a:t>
            </a:r>
            <a:r>
              <a:rPr lang="en-US" altLang="zh-CN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r>
              <a:rPr lang="zh-CN" altLang="en-US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若极限不存在，请进行证明</a:t>
            </a:r>
            <a:r>
              <a:rPr lang="en-US" altLang="zh-CN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en-US" altLang="zh-CN" sz="32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5"/>
          <p:cNvGraphicFramePr>
            <a:graphicFrameLocks noChangeAspect="1"/>
          </p:cNvGraphicFramePr>
          <p:nvPr/>
        </p:nvGraphicFramePr>
        <p:xfrm>
          <a:off x="6859905" y="3862705"/>
          <a:ext cx="3009265" cy="1023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3" imgW="27127200" imgH="9448800" progId="Equation.DSMT4">
                  <p:embed/>
                </p:oleObj>
              </mc:Choice>
              <mc:Fallback>
                <p:oleObj name="Equation" r:id="rId3" imgW="27127200" imgH="9448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9905" y="3862705"/>
                        <a:ext cx="3009265" cy="1023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4255" y="1617345"/>
            <a:ext cx="5503545" cy="637540"/>
          </a:xfrm>
        </p:spPr>
        <p:txBody>
          <a:bodyPr/>
          <a:p>
            <a:r>
              <a:rPr lang="zh-CN" altLang="en-US" sz="4800"/>
              <a:t>复变函数的连续性</a:t>
            </a:r>
            <a:endParaRPr lang="zh-CN" altLang="en-US" sz="4800"/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5079365" y="3168015"/>
            <a:ext cx="2338070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1.</a:t>
            </a:r>
            <a:r>
              <a:rPr lang="zh-CN" altLang="en-US" sz="4800"/>
              <a:t>定义</a:t>
            </a:r>
            <a:endParaRPr lang="zh-CN" altLang="en-US" sz="4800"/>
          </a:p>
        </p:txBody>
      </p:sp>
      <p:sp>
        <p:nvSpPr>
          <p:cNvPr id="6" name="副标题 2"/>
          <p:cNvSpPr>
            <a:spLocks noGrp="1"/>
          </p:cNvSpPr>
          <p:nvPr/>
        </p:nvSpPr>
        <p:spPr>
          <a:xfrm>
            <a:off x="5079365" y="4166235"/>
            <a:ext cx="4420235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2.</a:t>
            </a:r>
            <a:r>
              <a:rPr lang="zh-CN" altLang="en-US" sz="4800"/>
              <a:t>充要条件</a:t>
            </a:r>
            <a:endParaRPr lang="zh-CN" altLang="en-US" sz="4800"/>
          </a:p>
        </p:txBody>
      </p:sp>
      <p:sp>
        <p:nvSpPr>
          <p:cNvPr id="7" name="副标题 2"/>
          <p:cNvSpPr>
            <a:spLocks noGrp="1"/>
          </p:cNvSpPr>
          <p:nvPr/>
        </p:nvSpPr>
        <p:spPr>
          <a:xfrm>
            <a:off x="5079365" y="5313045"/>
            <a:ext cx="5418455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3.</a:t>
            </a:r>
            <a:r>
              <a:rPr lang="zh-CN" altLang="en-US" sz="4800"/>
              <a:t>连续函数的运算</a:t>
            </a:r>
            <a:endParaRPr lang="zh-CN" altLang="en-US" sz="4800"/>
          </a:p>
        </p:txBody>
      </p:sp>
      <p:sp>
        <p:nvSpPr>
          <p:cNvPr id="8" name="副标题 2"/>
          <p:cNvSpPr>
            <a:spLocks noGrp="1"/>
          </p:cNvSpPr>
          <p:nvPr/>
        </p:nvSpPr>
        <p:spPr>
          <a:xfrm>
            <a:off x="5079365" y="6459855"/>
            <a:ext cx="7925435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4.</a:t>
            </a:r>
            <a:r>
              <a:rPr lang="zh-CN" altLang="en-US" sz="4800"/>
              <a:t>闭区域上连续函数的性质</a:t>
            </a:r>
            <a:endParaRPr lang="zh-CN" altLang="en-US" sz="4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194418" y="284776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3434" y="1227673"/>
            <a:ext cx="3014786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3200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、定义</a:t>
            </a:r>
            <a:endParaRPr lang="zh-CN" altLang="en-US" sz="3200" dirty="0" smtClean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/>
        </p:nvGraphicFramePr>
        <p:xfrm>
          <a:off x="1837690" y="1820545"/>
          <a:ext cx="1332230" cy="58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14020800" imgH="4876800" progId="Equation.DSMT4">
                  <p:embed/>
                </p:oleObj>
              </mc:Choice>
              <mc:Fallback>
                <p:oleObj name="Equation" r:id="rId1" imgW="14020800" imgH="48768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7690" y="1820545"/>
                        <a:ext cx="1332230" cy="588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7021652" y="1812388"/>
          <a:ext cx="2983927" cy="754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25603200" imgH="7010400" progId="Equation.DSMT4">
                  <p:embed/>
                </p:oleObj>
              </mc:Choice>
              <mc:Fallback>
                <p:oleObj name="Equation" r:id="rId3" imgW="25603200" imgH="70104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1652" y="1812388"/>
                        <a:ext cx="2983927" cy="7548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068955" y="1706245"/>
            <a:ext cx="3014980" cy="732790"/>
            <a:chOff x="4833" y="2687"/>
            <a:chExt cx="4748" cy="1154"/>
          </a:xfrm>
        </p:grpSpPr>
        <p:sp>
          <p:nvSpPr>
            <p:cNvPr id="7" name="文本框 2"/>
            <p:cNvSpPr txBox="1"/>
            <p:nvPr/>
          </p:nvSpPr>
          <p:spPr>
            <a:xfrm>
              <a:off x="4833" y="2836"/>
              <a:ext cx="4748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在点    连续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7347" name="Object 3"/>
            <p:cNvGraphicFramePr>
              <a:graphicFrameLocks noChangeAspect="1"/>
            </p:cNvGraphicFramePr>
            <p:nvPr/>
          </p:nvGraphicFramePr>
          <p:xfrm>
            <a:off x="6242" y="2687"/>
            <a:ext cx="654" cy="1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7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163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42" y="2687"/>
                          <a:ext cx="654" cy="11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左右箭头 9"/>
          <p:cNvSpPr/>
          <p:nvPr/>
        </p:nvSpPr>
        <p:spPr>
          <a:xfrm>
            <a:off x="6315026" y="6739605"/>
            <a:ext cx="1396306" cy="2370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sz="3200"/>
          </a:p>
        </p:txBody>
      </p:sp>
      <p:grpSp>
        <p:nvGrpSpPr>
          <p:cNvPr id="24" name="组合 23"/>
          <p:cNvGrpSpPr/>
          <p:nvPr/>
        </p:nvGrpSpPr>
        <p:grpSpPr>
          <a:xfrm>
            <a:off x="1769745" y="6528435"/>
            <a:ext cx="4545330" cy="603250"/>
            <a:chOff x="2787" y="10281"/>
            <a:chExt cx="7158" cy="950"/>
          </a:xfrm>
        </p:grpSpPr>
        <p:graphicFrame>
          <p:nvGraphicFramePr>
            <p:cNvPr id="9" name="Object 14"/>
            <p:cNvGraphicFramePr>
              <a:graphicFrameLocks noChangeAspect="1"/>
            </p:cNvGraphicFramePr>
            <p:nvPr/>
          </p:nvGraphicFramePr>
          <p:xfrm>
            <a:off x="2787" y="10344"/>
            <a:ext cx="1977" cy="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8" name="Equation" r:id="rId7" imgW="14020800" imgH="4876800" progId="Equation.DSMT4">
                    <p:embed/>
                  </p:oleObj>
                </mc:Choice>
                <mc:Fallback>
                  <p:oleObj name="Equation" r:id="rId7" imgW="14020800" imgH="4876800" progId="Equation.DSMT4">
                    <p:embed/>
                    <p:pic>
                      <p:nvPicPr>
                        <p:cNvPr id="0" name="图片 163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87" y="10344"/>
                          <a:ext cx="1977" cy="8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2"/>
            <p:cNvSpPr txBox="1"/>
            <p:nvPr/>
          </p:nvSpPr>
          <p:spPr>
            <a:xfrm>
              <a:off x="4901" y="10281"/>
              <a:ext cx="5045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在集合    内连续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3" name="Object 3"/>
            <p:cNvGraphicFramePr>
              <a:graphicFrameLocks noChangeAspect="1"/>
            </p:cNvGraphicFramePr>
            <p:nvPr/>
          </p:nvGraphicFramePr>
          <p:xfrm>
            <a:off x="7012" y="10313"/>
            <a:ext cx="542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9" name="Equation" r:id="rId9" imgW="3657600" imgH="3962400" progId="Equation.DSMT4">
                    <p:embed/>
                  </p:oleObj>
                </mc:Choice>
                <mc:Fallback>
                  <p:oleObj name="Equation" r:id="rId9" imgW="3657600" imgH="3962400" progId="Equation.DSMT4">
                    <p:embed/>
                    <p:pic>
                      <p:nvPicPr>
                        <p:cNvPr id="0" name="图片 163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12" y="10313"/>
                          <a:ext cx="542" cy="7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7886065" y="6602730"/>
            <a:ext cx="4937760" cy="641350"/>
            <a:chOff x="12419" y="10398"/>
            <a:chExt cx="7776" cy="1010"/>
          </a:xfrm>
        </p:grpSpPr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12419" y="10398"/>
            <a:ext cx="2288" cy="1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0" name="Equation" r:id="rId11" imgW="14020800" imgH="4876800" progId="Equation.DSMT4">
                    <p:embed/>
                  </p:oleObj>
                </mc:Choice>
                <mc:Fallback>
                  <p:oleObj name="Equation" r:id="rId11" imgW="14020800" imgH="4876800" progId="Equation.DSMT4">
                    <p:embed/>
                    <p:pic>
                      <p:nvPicPr>
                        <p:cNvPr id="0" name="图片 163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19" y="10398"/>
                          <a:ext cx="2288" cy="10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2"/>
            <p:cNvSpPr txBox="1"/>
            <p:nvPr/>
          </p:nvSpPr>
          <p:spPr>
            <a:xfrm>
              <a:off x="14439" y="10416"/>
              <a:ext cx="5757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    内处处连续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6" name="Object 3"/>
            <p:cNvGraphicFramePr>
              <a:graphicFrameLocks noChangeAspect="1"/>
            </p:cNvGraphicFramePr>
            <p:nvPr/>
          </p:nvGraphicFramePr>
          <p:xfrm>
            <a:off x="15357" y="10510"/>
            <a:ext cx="512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1" name="Equation" r:id="rId12" imgW="3657600" imgH="3962400" progId="Equation.DSMT4">
                    <p:embed/>
                  </p:oleObj>
                </mc:Choice>
                <mc:Fallback>
                  <p:oleObj name="Equation" r:id="rId12" imgW="3657600" imgH="3962400" progId="Equation.DSMT4">
                    <p:embed/>
                    <p:pic>
                      <p:nvPicPr>
                        <p:cNvPr id="0" name="图片 163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5357" y="10510"/>
                          <a:ext cx="512" cy="7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2"/>
          <p:cNvSpPr txBox="1"/>
          <p:nvPr/>
        </p:nvSpPr>
        <p:spPr>
          <a:xfrm>
            <a:off x="1624520" y="7402616"/>
            <a:ext cx="1233895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</a:t>
            </a:r>
            <a:r>
              <a:rPr lang="en-US" altLang="zh-CN" sz="3200" dirty="0" smtClean="0">
                <a:latin typeface="+mn-ea"/>
              </a:rPr>
              <a:t>.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2588758" y="7468970"/>
          <a:ext cx="1803262" cy="575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4" imgW="14935200" imgH="4876800" progId="Equation.DSMT4">
                  <p:embed/>
                </p:oleObj>
              </mc:Choice>
              <mc:Fallback>
                <p:oleObj name="Equation" r:id="rId14" imgW="14935200" imgH="48768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88758" y="7468970"/>
                        <a:ext cx="1803262" cy="5758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12"/>
          <p:cNvGraphicFramePr>
            <a:graphicFrameLocks noChangeAspect="1"/>
          </p:cNvGraphicFramePr>
          <p:nvPr/>
        </p:nvGraphicFramePr>
        <p:xfrm>
          <a:off x="5040721" y="7391780"/>
          <a:ext cx="1765527" cy="648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6" imgW="14630400" imgH="5486400" progId="Equation.DSMT4">
                  <p:embed/>
                </p:oleObj>
              </mc:Choice>
              <mc:Fallback>
                <p:oleObj name="Equation" r:id="rId16" imgW="14630400" imgH="54864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40721" y="7391780"/>
                        <a:ext cx="1765527" cy="6486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2717165" y="2940685"/>
            <a:ext cx="3989070" cy="768350"/>
            <a:chOff x="4279" y="4631"/>
            <a:chExt cx="6282" cy="1210"/>
          </a:xfrm>
        </p:grpSpPr>
        <p:graphicFrame>
          <p:nvGraphicFramePr>
            <p:cNvPr id="57360" name="Object 16"/>
            <p:cNvGraphicFramePr>
              <a:graphicFrameLocks noChangeAspect="1"/>
            </p:cNvGraphicFramePr>
            <p:nvPr/>
          </p:nvGraphicFramePr>
          <p:xfrm>
            <a:off x="4279" y="4865"/>
            <a:ext cx="2209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name="Equation" r:id="rId18" imgW="14020800" imgH="4876800" progId="Equation.DSMT4">
                    <p:embed/>
                  </p:oleObj>
                </mc:Choice>
                <mc:Fallback>
                  <p:oleObj name="Equation" r:id="rId18" imgW="14020800" imgH="4876800" progId="Equation.DSMT4">
                    <p:embed/>
                    <p:pic>
                      <p:nvPicPr>
                        <p:cNvPr id="0" name="图片 174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279" y="4865"/>
                          <a:ext cx="2209" cy="9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"/>
            <p:cNvSpPr txBox="1"/>
            <p:nvPr/>
          </p:nvSpPr>
          <p:spPr>
            <a:xfrm>
              <a:off x="6517" y="4824"/>
              <a:ext cx="4044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在点      连续</a:t>
              </a:r>
              <a:r>
                <a:rPr lang="en-US" altLang="zh-CN" sz="3200" dirty="0" smtClean="0">
                  <a:latin typeface="+mn-ea"/>
                </a:rPr>
                <a:t>,</a:t>
              </a:r>
              <a:endParaRPr lang="en-US" altLang="zh-CN" sz="3200" dirty="0" smtClean="0">
                <a:latin typeface="+mn-ea"/>
              </a:endParaRPr>
            </a:p>
          </p:txBody>
        </p:sp>
        <p:graphicFrame>
          <p:nvGraphicFramePr>
            <p:cNvPr id="26" name="Object 3"/>
            <p:cNvGraphicFramePr>
              <a:graphicFrameLocks noChangeAspect="1"/>
            </p:cNvGraphicFramePr>
            <p:nvPr/>
          </p:nvGraphicFramePr>
          <p:xfrm>
            <a:off x="8090" y="4631"/>
            <a:ext cx="658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name="Equation" r:id="rId20" imgW="3962400" imgH="5486400" progId="Equation.DSMT4">
                    <p:embed/>
                  </p:oleObj>
                </mc:Choice>
                <mc:Fallback>
                  <p:oleObj name="Equation" r:id="rId20" imgW="3962400" imgH="5486400" progId="Equation.DSMT4">
                    <p:embed/>
                    <p:pic>
                      <p:nvPicPr>
                        <p:cNvPr id="0" name="图片 174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090" y="4631"/>
                          <a:ext cx="658" cy="11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1913255" y="4505325"/>
            <a:ext cx="4051300" cy="773430"/>
            <a:chOff x="3013" y="7095"/>
            <a:chExt cx="6380" cy="1218"/>
          </a:xfrm>
        </p:grpSpPr>
        <p:sp>
          <p:nvSpPr>
            <p:cNvPr id="33" name="文本框 2"/>
            <p:cNvSpPr txBox="1"/>
            <p:nvPr/>
          </p:nvSpPr>
          <p:spPr>
            <a:xfrm>
              <a:off x="4079" y="7175"/>
              <a:ext cx="5315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                 存在；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7359" name="Object 15"/>
            <p:cNvGraphicFramePr>
              <a:graphicFrameLocks noChangeAspect="1"/>
            </p:cNvGraphicFramePr>
            <p:nvPr/>
          </p:nvGraphicFramePr>
          <p:xfrm>
            <a:off x="4542" y="7095"/>
            <a:ext cx="2574" cy="1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name="Equation" r:id="rId22" imgW="13716000" imgH="7010400" progId="Equation.DSMT4">
                    <p:embed/>
                  </p:oleObj>
                </mc:Choice>
                <mc:Fallback>
                  <p:oleObj name="Equation" r:id="rId22" imgW="13716000" imgH="7010400" progId="Equation.DSMT4">
                    <p:embed/>
                    <p:pic>
                      <p:nvPicPr>
                        <p:cNvPr id="0" name="图片 174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542" y="7095"/>
                          <a:ext cx="2574" cy="12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2"/>
            <p:cNvSpPr txBox="1"/>
            <p:nvPr/>
          </p:nvSpPr>
          <p:spPr>
            <a:xfrm>
              <a:off x="3013" y="7095"/>
              <a:ext cx="1822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（</a:t>
              </a:r>
              <a:r>
                <a:rPr lang="en-US" altLang="zh-CN" sz="3200" dirty="0" smtClean="0">
                  <a:latin typeface="+mn-ea"/>
                </a:rPr>
                <a:t>2</a:t>
              </a:r>
              <a:r>
                <a:rPr lang="zh-CN" altLang="en-US" sz="3200" dirty="0" smtClean="0">
                  <a:latin typeface="+mn-ea"/>
                </a:rPr>
                <a:t>）</a:t>
              </a:r>
              <a:endParaRPr lang="zh-CN" altLang="en-US" sz="3200" dirty="0">
                <a:latin typeface="+mn-ea"/>
              </a:endParaRPr>
            </a:p>
          </p:txBody>
        </p:sp>
      </p:grpSp>
      <p:sp>
        <p:nvSpPr>
          <p:cNvPr id="36" name="文本框 2"/>
          <p:cNvSpPr txBox="1"/>
          <p:nvPr/>
        </p:nvSpPr>
        <p:spPr>
          <a:xfrm>
            <a:off x="1911483" y="5369390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5" name="七角星 44"/>
          <p:cNvSpPr/>
          <p:nvPr/>
        </p:nvSpPr>
        <p:spPr>
          <a:xfrm>
            <a:off x="1364099" y="2688877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878330" y="3719195"/>
            <a:ext cx="5603875" cy="737870"/>
            <a:chOff x="2958" y="5857"/>
            <a:chExt cx="8825" cy="1162"/>
          </a:xfrm>
        </p:grpSpPr>
        <p:sp>
          <p:nvSpPr>
            <p:cNvPr id="27" name="文本框 2"/>
            <p:cNvSpPr txBox="1"/>
            <p:nvPr/>
          </p:nvSpPr>
          <p:spPr>
            <a:xfrm>
              <a:off x="2958" y="5970"/>
              <a:ext cx="1822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（</a:t>
              </a:r>
              <a:r>
                <a:rPr lang="en-US" altLang="zh-CN" sz="3200" dirty="0" smtClean="0">
                  <a:latin typeface="+mn-ea"/>
                </a:rPr>
                <a:t>1</a:t>
              </a:r>
              <a:r>
                <a:rPr lang="zh-CN" altLang="en-US" sz="3200" dirty="0" smtClean="0">
                  <a:latin typeface="+mn-ea"/>
                </a:rPr>
                <a:t>）</a:t>
              </a:r>
              <a:endParaRPr lang="zh-CN" altLang="en-US" sz="3200" dirty="0">
                <a:latin typeface="+mn-ea"/>
              </a:endParaRPr>
            </a:p>
          </p:txBody>
        </p:sp>
        <p:sp>
          <p:nvSpPr>
            <p:cNvPr id="29" name="文本框 2"/>
            <p:cNvSpPr txBox="1"/>
            <p:nvPr/>
          </p:nvSpPr>
          <p:spPr>
            <a:xfrm>
              <a:off x="6873" y="5973"/>
              <a:ext cx="4911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在点       有</a:t>
              </a:r>
              <a:r>
                <a:rPr lang="zh-CN" altLang="en-US" sz="3200" dirty="0" smtClean="0">
                  <a:latin typeface="+mn-ea"/>
                </a:rPr>
                <a:t>定义；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72730" name="Object 26"/>
            <p:cNvGraphicFramePr>
              <a:graphicFrameLocks noChangeAspect="1"/>
            </p:cNvGraphicFramePr>
            <p:nvPr/>
          </p:nvGraphicFramePr>
          <p:xfrm>
            <a:off x="4542" y="5979"/>
            <a:ext cx="2210" cy="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name="Equation" r:id="rId24" imgW="14020800" imgH="4876800" progId="Equation.DSMT4">
                    <p:embed/>
                  </p:oleObj>
                </mc:Choice>
                <mc:Fallback>
                  <p:oleObj name="Equation" r:id="rId24" imgW="14020800" imgH="4876800" progId="Equation.DSMT4">
                    <p:embed/>
                    <p:pic>
                      <p:nvPicPr>
                        <p:cNvPr id="0" name="图片 174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542" y="5979"/>
                          <a:ext cx="2210" cy="9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4" name="Object 30"/>
            <p:cNvGraphicFramePr>
              <a:graphicFrameLocks noChangeAspect="1"/>
            </p:cNvGraphicFramePr>
            <p:nvPr/>
          </p:nvGraphicFramePr>
          <p:xfrm>
            <a:off x="8551" y="5857"/>
            <a:ext cx="657" cy="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name="Equation" r:id="rId26" imgW="3962400" imgH="5486400" progId="Equation.DSMT4">
                    <p:embed/>
                  </p:oleObj>
                </mc:Choice>
                <mc:Fallback>
                  <p:oleObj name="Equation" r:id="rId26" imgW="3962400" imgH="5486400" progId="Equation.DSMT4">
                    <p:embed/>
                    <p:pic>
                      <p:nvPicPr>
                        <p:cNvPr id="0" name="图片 174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8551" y="5857"/>
                          <a:ext cx="657" cy="11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2"/>
          <p:cNvSpPr txBox="1"/>
          <p:nvPr/>
        </p:nvSpPr>
        <p:spPr>
          <a:xfrm>
            <a:off x="6706235" y="3007995"/>
            <a:ext cx="613791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当且仅当以下三条同时成立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11" name="左右箭头 10"/>
          <p:cNvSpPr/>
          <p:nvPr/>
        </p:nvSpPr>
        <p:spPr>
          <a:xfrm>
            <a:off x="5332046" y="1996155"/>
            <a:ext cx="1396306" cy="2370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p>
            <a:pPr algn="ctr"/>
            <a:endParaRPr lang="zh-CN" altLang="en-US" sz="3200"/>
          </a:p>
        </p:txBody>
      </p:sp>
      <p:sp>
        <p:nvSpPr>
          <p:cNvPr id="19" name="文本框 2"/>
          <p:cNvSpPr txBox="1"/>
          <p:nvPr/>
        </p:nvSpPr>
        <p:spPr>
          <a:xfrm>
            <a:off x="6929755" y="7468870"/>
            <a:ext cx="442023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>
                <a:latin typeface="+mn-ea"/>
              </a:rPr>
              <a:t>在复平面内任意点连续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7021830" y="8072755"/>
            <a:ext cx="34004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>
                <a:latin typeface="+mn-ea"/>
              </a:rPr>
              <a:t>在复平面内连续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901950" y="5259070"/>
            <a:ext cx="2842895" cy="798830"/>
            <a:chOff x="4570" y="8282"/>
            <a:chExt cx="4477" cy="1258"/>
          </a:xfrm>
        </p:grpSpPr>
        <p:graphicFrame>
          <p:nvGraphicFramePr>
            <p:cNvPr id="57369" name="Object 25"/>
            <p:cNvGraphicFramePr>
              <a:graphicFrameLocks noChangeAspect="1"/>
            </p:cNvGraphicFramePr>
            <p:nvPr/>
          </p:nvGraphicFramePr>
          <p:xfrm>
            <a:off x="4570" y="8327"/>
            <a:ext cx="4477" cy="1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5" name="Equation" r:id="rId28" imgW="1104900" imgH="292100" progId="Equation.DSMT4">
                    <p:embed/>
                  </p:oleObj>
                </mc:Choice>
                <mc:Fallback>
                  <p:oleObj name="Equation" r:id="rId28" imgW="1104900" imgH="292100" progId="Equation.DSMT4">
                    <p:embed/>
                    <p:pic>
                      <p:nvPicPr>
                        <p:cNvPr id="0" name="图片 174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570" y="8327"/>
                          <a:ext cx="4477" cy="12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6752" y="8282"/>
                  <a:ext cx="803" cy="724"/>
                </a:xfrm>
                <a:prstGeom prst="rect">
                  <a:avLst/>
                </a:prstGeom>
                <a:solidFill>
                  <a:srgbClr val="F3FAFE"/>
                </a:solidFill>
              </p:spPr>
              <p:txBody>
                <a:bodyPr wrap="squar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5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3205" dirty="0" smtClean="0">
                    <a:latin typeface="+mn-ea"/>
                  </a:endParaRPr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2" y="8282"/>
                  <a:ext cx="803" cy="724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bldLvl="0" animBg="1"/>
      <p:bldP spid="45" grpId="1" bldLvl="0" animBg="1"/>
      <p:bldP spid="45" grpId="2" bldLvl="0" animBg="1"/>
      <p:bldP spid="11" grpId="0" animBg="1"/>
      <p:bldP spid="8" grpId="0"/>
      <p:bldP spid="36" grpId="0"/>
      <p:bldP spid="17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357613" y="24223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90165" y="1692910"/>
            <a:ext cx="7995920" cy="737870"/>
            <a:chOff x="4117" y="3720"/>
            <a:chExt cx="12592" cy="1162"/>
          </a:xfrm>
        </p:grpSpPr>
        <p:sp>
          <p:nvSpPr>
            <p:cNvPr id="23" name="文本框 2"/>
            <p:cNvSpPr txBox="1"/>
            <p:nvPr/>
          </p:nvSpPr>
          <p:spPr>
            <a:xfrm>
              <a:off x="4117" y="3819"/>
              <a:ext cx="1822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若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7360" name="Object 16"/>
            <p:cNvGraphicFramePr>
              <a:graphicFrameLocks noChangeAspect="1"/>
            </p:cNvGraphicFramePr>
            <p:nvPr/>
          </p:nvGraphicFramePr>
          <p:xfrm>
            <a:off x="5397" y="3844"/>
            <a:ext cx="2209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name="Equation" r:id="rId1" imgW="14020800" imgH="4876800" progId="Equation.DSMT4">
                    <p:embed/>
                  </p:oleObj>
                </mc:Choice>
                <mc:Fallback>
                  <p:oleObj name="Equation" r:id="rId1" imgW="14020800" imgH="4876800" progId="Equation.DSMT4">
                    <p:embed/>
                    <p:pic>
                      <p:nvPicPr>
                        <p:cNvPr id="0" name="图片 174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397" y="3844"/>
                          <a:ext cx="2209" cy="9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"/>
            <p:cNvSpPr txBox="1"/>
            <p:nvPr/>
          </p:nvSpPr>
          <p:spPr>
            <a:xfrm>
              <a:off x="7635" y="3803"/>
              <a:ext cx="9074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在点      属于下列三种情况之一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6" name="Object 3"/>
            <p:cNvGraphicFramePr>
              <a:graphicFrameLocks noChangeAspect="1"/>
            </p:cNvGraphicFramePr>
            <p:nvPr/>
          </p:nvGraphicFramePr>
          <p:xfrm>
            <a:off x="9208" y="3720"/>
            <a:ext cx="658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174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208" y="3720"/>
                          <a:ext cx="658" cy="11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七角星 44"/>
          <p:cNvSpPr/>
          <p:nvPr/>
        </p:nvSpPr>
        <p:spPr>
          <a:xfrm>
            <a:off x="1442204" y="1371252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56435" y="2364740"/>
            <a:ext cx="5954395" cy="737870"/>
            <a:chOff x="3119" y="4778"/>
            <a:chExt cx="9377" cy="1162"/>
          </a:xfrm>
        </p:grpSpPr>
        <p:sp>
          <p:nvSpPr>
            <p:cNvPr id="27" name="文本框 2"/>
            <p:cNvSpPr txBox="1"/>
            <p:nvPr/>
          </p:nvSpPr>
          <p:spPr>
            <a:xfrm>
              <a:off x="3119" y="4949"/>
              <a:ext cx="1822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（</a:t>
              </a:r>
              <a:r>
                <a:rPr lang="en-US" altLang="zh-CN" sz="3200" dirty="0" smtClean="0">
                  <a:latin typeface="+mn-ea"/>
                </a:rPr>
                <a:t>1</a:t>
              </a:r>
              <a:r>
                <a:rPr lang="zh-CN" altLang="en-US" sz="3200" dirty="0" smtClean="0">
                  <a:latin typeface="+mn-ea"/>
                </a:rPr>
                <a:t>）</a:t>
              </a:r>
              <a:endParaRPr lang="zh-CN" altLang="en-US" sz="3200" dirty="0">
                <a:latin typeface="+mn-ea"/>
              </a:endParaRPr>
            </a:p>
          </p:txBody>
        </p:sp>
        <p:sp>
          <p:nvSpPr>
            <p:cNvPr id="29" name="文本框 2"/>
            <p:cNvSpPr txBox="1"/>
            <p:nvPr/>
          </p:nvSpPr>
          <p:spPr>
            <a:xfrm>
              <a:off x="7586" y="4894"/>
              <a:ext cx="4911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在点       无定义；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72730" name="Object 26"/>
            <p:cNvGraphicFramePr>
              <a:graphicFrameLocks noChangeAspect="1"/>
            </p:cNvGraphicFramePr>
            <p:nvPr/>
          </p:nvGraphicFramePr>
          <p:xfrm>
            <a:off x="5255" y="4900"/>
            <a:ext cx="2210" cy="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name="Equation" r:id="rId5" imgW="14020800" imgH="4876800" progId="Equation.DSMT4">
                    <p:embed/>
                  </p:oleObj>
                </mc:Choice>
                <mc:Fallback>
                  <p:oleObj name="Equation" r:id="rId5" imgW="14020800" imgH="4876800" progId="Equation.DSMT4">
                    <p:embed/>
                    <p:pic>
                      <p:nvPicPr>
                        <p:cNvPr id="0" name="图片 174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55" y="4900"/>
                          <a:ext cx="2210" cy="9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4" name="Object 30"/>
            <p:cNvGraphicFramePr>
              <a:graphicFrameLocks noChangeAspect="1"/>
            </p:cNvGraphicFramePr>
            <p:nvPr/>
          </p:nvGraphicFramePr>
          <p:xfrm>
            <a:off x="9264" y="4778"/>
            <a:ext cx="657" cy="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174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264" y="4778"/>
                          <a:ext cx="657" cy="11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1991360" y="3077845"/>
            <a:ext cx="10346690" cy="848360"/>
            <a:chOff x="3174" y="5901"/>
            <a:chExt cx="16294" cy="1336"/>
          </a:xfrm>
        </p:grpSpPr>
        <p:sp>
          <p:nvSpPr>
            <p:cNvPr id="33" name="文本框 2"/>
            <p:cNvSpPr txBox="1"/>
            <p:nvPr/>
          </p:nvSpPr>
          <p:spPr>
            <a:xfrm>
              <a:off x="7642" y="5987"/>
              <a:ext cx="11826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在点      有定义，但是                 不存在；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7359" name="Object 15"/>
            <p:cNvGraphicFramePr>
              <a:graphicFrameLocks noChangeAspect="1"/>
            </p:cNvGraphicFramePr>
            <p:nvPr/>
          </p:nvGraphicFramePr>
          <p:xfrm>
            <a:off x="13891" y="6019"/>
            <a:ext cx="2574" cy="1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name="Equation" r:id="rId9" imgW="13716000" imgH="7010400" progId="Equation.DSMT4">
                    <p:embed/>
                  </p:oleObj>
                </mc:Choice>
                <mc:Fallback>
                  <p:oleObj name="Equation" r:id="rId9" imgW="13716000" imgH="7010400" progId="Equation.DSMT4">
                    <p:embed/>
                    <p:pic>
                      <p:nvPicPr>
                        <p:cNvPr id="0" name="图片 174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891" y="6019"/>
                          <a:ext cx="2574" cy="12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2"/>
            <p:cNvSpPr txBox="1"/>
            <p:nvPr/>
          </p:nvSpPr>
          <p:spPr>
            <a:xfrm>
              <a:off x="3174" y="6206"/>
              <a:ext cx="1822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（</a:t>
              </a:r>
              <a:r>
                <a:rPr lang="en-US" altLang="zh-CN" sz="3200" dirty="0" smtClean="0">
                  <a:latin typeface="+mn-ea"/>
                </a:rPr>
                <a:t>2</a:t>
              </a:r>
              <a:r>
                <a:rPr lang="zh-CN" altLang="en-US" sz="3200" dirty="0" smtClean="0">
                  <a:latin typeface="+mn-ea"/>
                </a:rPr>
                <a:t>）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72731" name="Object 27"/>
            <p:cNvGraphicFramePr>
              <a:graphicFrameLocks noChangeAspect="1"/>
            </p:cNvGraphicFramePr>
            <p:nvPr/>
          </p:nvGraphicFramePr>
          <p:xfrm>
            <a:off x="5300" y="6089"/>
            <a:ext cx="2210" cy="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7" name="Equation" r:id="rId11" imgW="14020800" imgH="4876800" progId="Equation.DSMT4">
                    <p:embed/>
                  </p:oleObj>
                </mc:Choice>
                <mc:Fallback>
                  <p:oleObj name="Equation" r:id="rId11" imgW="14020800" imgH="4876800" progId="Equation.DSMT4">
                    <p:embed/>
                    <p:pic>
                      <p:nvPicPr>
                        <p:cNvPr id="0" name="图片 174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00" y="6089"/>
                          <a:ext cx="2210" cy="9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5" name="Object 31"/>
            <p:cNvGraphicFramePr>
              <a:graphicFrameLocks noChangeAspect="1"/>
            </p:cNvGraphicFramePr>
            <p:nvPr/>
          </p:nvGraphicFramePr>
          <p:xfrm>
            <a:off x="9244" y="5901"/>
            <a:ext cx="658" cy="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1" name="Equation" r:id="rId12" imgW="3962400" imgH="5486400" progId="Equation.DSMT4">
                    <p:embed/>
                  </p:oleObj>
                </mc:Choice>
                <mc:Fallback>
                  <p:oleObj name="Equation" r:id="rId12" imgW="3962400" imgH="5486400" progId="Equation.DSMT4">
                    <p:embed/>
                    <p:pic>
                      <p:nvPicPr>
                        <p:cNvPr id="0" name="图片 174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244" y="5901"/>
                          <a:ext cx="658" cy="11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1989455" y="3874770"/>
            <a:ext cx="13152755" cy="854710"/>
            <a:chOff x="3171" y="7156"/>
            <a:chExt cx="20713" cy="1346"/>
          </a:xfrm>
        </p:grpSpPr>
        <p:sp>
          <p:nvSpPr>
            <p:cNvPr id="38" name="文本框 2"/>
            <p:cNvSpPr txBox="1"/>
            <p:nvPr/>
          </p:nvSpPr>
          <p:spPr>
            <a:xfrm>
              <a:off x="7228" y="7262"/>
              <a:ext cx="16657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在点      有定义，               存在，但是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35" name="Object 15"/>
            <p:cNvGraphicFramePr>
              <a:graphicFrameLocks noChangeAspect="1"/>
            </p:cNvGraphicFramePr>
            <p:nvPr/>
          </p:nvGraphicFramePr>
          <p:xfrm>
            <a:off x="11807" y="7284"/>
            <a:ext cx="2574" cy="1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4" name="Equation" r:id="rId13" imgW="13716000" imgH="7010400" progId="Equation.DSMT4">
                    <p:embed/>
                  </p:oleObj>
                </mc:Choice>
                <mc:Fallback>
                  <p:oleObj name="Equation" r:id="rId13" imgW="13716000" imgH="7010400" progId="Equation.DSMT4">
                    <p:embed/>
                    <p:pic>
                      <p:nvPicPr>
                        <p:cNvPr id="0" name="图片 174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807" y="7284"/>
                          <a:ext cx="2574" cy="12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文本框 2"/>
            <p:cNvSpPr txBox="1"/>
            <p:nvPr/>
          </p:nvSpPr>
          <p:spPr>
            <a:xfrm>
              <a:off x="3171" y="7369"/>
              <a:ext cx="1822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（</a:t>
              </a:r>
              <a:r>
                <a:rPr lang="en-US" altLang="zh-CN" sz="3200" dirty="0" smtClean="0">
                  <a:latin typeface="+mn-ea"/>
                </a:rPr>
                <a:t>3</a:t>
              </a:r>
              <a:r>
                <a:rPr lang="zh-CN" altLang="en-US" sz="3200" dirty="0" smtClean="0">
                  <a:latin typeface="+mn-ea"/>
                </a:rPr>
                <a:t>）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7369" name="Object 25"/>
            <p:cNvGraphicFramePr>
              <a:graphicFrameLocks noChangeAspect="1"/>
            </p:cNvGraphicFramePr>
            <p:nvPr/>
          </p:nvGraphicFramePr>
          <p:xfrm>
            <a:off x="17934" y="7227"/>
            <a:ext cx="4604" cy="1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5" name="Equation" r:id="rId15" imgW="26517600" imgH="7010400" progId="Equation.DSMT4">
                    <p:embed/>
                  </p:oleObj>
                </mc:Choice>
                <mc:Fallback>
                  <p:oleObj name="Equation" r:id="rId15" imgW="26517600" imgH="7010400" progId="Equation.DSMT4">
                    <p:embed/>
                    <p:pic>
                      <p:nvPicPr>
                        <p:cNvPr id="0" name="图片 174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934" y="7227"/>
                          <a:ext cx="4604" cy="12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2" name="Object 28"/>
            <p:cNvGraphicFramePr>
              <a:graphicFrameLocks noChangeAspect="1"/>
            </p:cNvGraphicFramePr>
            <p:nvPr/>
          </p:nvGraphicFramePr>
          <p:xfrm>
            <a:off x="5018" y="7311"/>
            <a:ext cx="2210" cy="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name="Equation" r:id="rId17" imgW="14020800" imgH="4876800" progId="Equation.DSMT4">
                    <p:embed/>
                  </p:oleObj>
                </mc:Choice>
                <mc:Fallback>
                  <p:oleObj name="Equation" r:id="rId17" imgW="14020800" imgH="4876800" progId="Equation.DSMT4">
                    <p:embed/>
                    <p:pic>
                      <p:nvPicPr>
                        <p:cNvPr id="0" name="图片 174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18" y="7311"/>
                          <a:ext cx="2210" cy="9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6" name="Object 32"/>
            <p:cNvGraphicFramePr>
              <a:graphicFrameLocks noChangeAspect="1"/>
            </p:cNvGraphicFramePr>
            <p:nvPr/>
          </p:nvGraphicFramePr>
          <p:xfrm>
            <a:off x="8897" y="7156"/>
            <a:ext cx="658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2" name="Equation" r:id="rId18" imgW="3962400" imgH="5486400" progId="Equation.DSMT4">
                    <p:embed/>
                  </p:oleObj>
                </mc:Choice>
                <mc:Fallback>
                  <p:oleObj name="Equation" r:id="rId18" imgW="3962400" imgH="5486400" progId="Equation.DSMT4">
                    <p:embed/>
                    <p:pic>
                      <p:nvPicPr>
                        <p:cNvPr id="0" name="图片 174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897" y="7156"/>
                          <a:ext cx="658" cy="11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57" name="Object 13"/>
          <p:cNvGraphicFramePr>
            <a:graphicFrameLocks noChangeAspect="1"/>
          </p:cNvGraphicFramePr>
          <p:nvPr/>
        </p:nvGraphicFramePr>
        <p:xfrm>
          <a:off x="5799621" y="5902067"/>
          <a:ext cx="2997267" cy="143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9" imgW="32918400" imgH="15240000" progId="Equation.DSMT4">
                  <p:embed/>
                </p:oleObj>
              </mc:Choice>
              <mc:Fallback>
                <p:oleObj name="Equation" r:id="rId19" imgW="32918400" imgH="152400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99621" y="5902067"/>
                        <a:ext cx="2997267" cy="14361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/>
          <p:cNvGraphicFramePr>
            <a:graphicFrameLocks noChangeAspect="1"/>
          </p:cNvGraphicFramePr>
          <p:nvPr/>
        </p:nvGraphicFramePr>
        <p:xfrm>
          <a:off x="2527935" y="6082030"/>
          <a:ext cx="2312670" cy="107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21" imgW="19812000" imgH="9448800" progId="Equation.DSMT4">
                  <p:embed/>
                </p:oleObj>
              </mc:Choice>
              <mc:Fallback>
                <p:oleObj name="Equation" r:id="rId21" imgW="19812000" imgH="9448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27935" y="6082030"/>
                        <a:ext cx="2312670" cy="10775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2129672" y="5571091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72738" name="Object 34"/>
          <p:cNvGraphicFramePr>
            <a:graphicFrameLocks noChangeAspect="1"/>
          </p:cNvGraphicFramePr>
          <p:nvPr/>
        </p:nvGraphicFramePr>
        <p:xfrm>
          <a:off x="10337456" y="5830917"/>
          <a:ext cx="3380797" cy="1573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23" imgW="40538400" imgH="15240000" progId="Equation.DSMT4">
                  <p:embed/>
                </p:oleObj>
              </mc:Choice>
              <mc:Fallback>
                <p:oleObj name="Equation" r:id="rId23" imgW="40538400" imgH="152400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337456" y="5830917"/>
                        <a:ext cx="3380797" cy="15739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291715" y="4729480"/>
            <a:ext cx="5619750" cy="740410"/>
            <a:chOff x="3647" y="8502"/>
            <a:chExt cx="8850" cy="1166"/>
          </a:xfrm>
        </p:grpSpPr>
        <p:sp>
          <p:nvSpPr>
            <p:cNvPr id="42" name="文本框 2"/>
            <p:cNvSpPr txBox="1"/>
            <p:nvPr/>
          </p:nvSpPr>
          <p:spPr>
            <a:xfrm>
              <a:off x="3647" y="8718"/>
              <a:ext cx="8850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则称                在点    不连续。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72733" name="Object 29"/>
            <p:cNvGraphicFramePr>
              <a:graphicFrameLocks noChangeAspect="1"/>
            </p:cNvGraphicFramePr>
            <p:nvPr/>
          </p:nvGraphicFramePr>
          <p:xfrm>
            <a:off x="5194" y="8665"/>
            <a:ext cx="2209" cy="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9" name="Equation" r:id="rId25" imgW="14020800" imgH="4876800" progId="Equation.DSMT4">
                    <p:embed/>
                  </p:oleObj>
                </mc:Choice>
                <mc:Fallback>
                  <p:oleObj name="Equation" r:id="rId25" imgW="14020800" imgH="4876800" progId="Equation.DSMT4">
                    <p:embed/>
                    <p:pic>
                      <p:nvPicPr>
                        <p:cNvPr id="0" name="图片 174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4" y="8665"/>
                          <a:ext cx="2209" cy="9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32"/>
            <p:cNvGraphicFramePr>
              <a:graphicFrameLocks noChangeAspect="1"/>
            </p:cNvGraphicFramePr>
            <p:nvPr/>
          </p:nvGraphicFramePr>
          <p:xfrm>
            <a:off x="8897" y="8502"/>
            <a:ext cx="658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26" imgW="3962400" imgH="5486400" progId="Equation.DSMT4">
                    <p:embed/>
                  </p:oleObj>
                </mc:Choice>
                <mc:Fallback>
                  <p:oleObj name="Equation" r:id="rId26" imgW="3962400" imgH="5486400" progId="Equation.DSMT4">
                    <p:embed/>
                    <p:pic>
                      <p:nvPicPr>
                        <p:cNvPr id="0" name="图片 174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897" y="8502"/>
                          <a:ext cx="658" cy="11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9"/>
          <p:cNvGraphicFramePr>
            <a:graphicFrameLocks noChangeAspect="1"/>
          </p:cNvGraphicFramePr>
          <p:nvPr/>
        </p:nvGraphicFramePr>
        <p:xfrm>
          <a:off x="3274060" y="7435215"/>
          <a:ext cx="79946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7" imgW="342900" imgH="177165" progId="Equation.DSMT4">
                  <p:embed/>
                </p:oleObj>
              </mc:Choice>
              <mc:Fallback>
                <p:oleObj name="Equation" r:id="rId27" imgW="342900" imgH="177165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74060" y="7435215"/>
                        <a:ext cx="79946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/>
          <p:cNvGraphicFramePr>
            <a:graphicFrameLocks noChangeAspect="1"/>
          </p:cNvGraphicFramePr>
          <p:nvPr/>
        </p:nvGraphicFramePr>
        <p:xfrm>
          <a:off x="6898640" y="7573010"/>
          <a:ext cx="79946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9" imgW="342900" imgH="177165" progId="Equation.DSMT4">
                  <p:embed/>
                </p:oleObj>
              </mc:Choice>
              <mc:Fallback>
                <p:oleObj name="Equation" r:id="rId29" imgW="342900" imgH="177165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98640" y="7573010"/>
                        <a:ext cx="79946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9"/>
          <p:cNvGraphicFramePr>
            <a:graphicFrameLocks noChangeAspect="1"/>
          </p:cNvGraphicFramePr>
          <p:nvPr/>
        </p:nvGraphicFramePr>
        <p:xfrm>
          <a:off x="11311255" y="7595870"/>
          <a:ext cx="79946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0" imgW="342900" imgH="177165" progId="Equation.DSMT4">
                  <p:embed/>
                </p:oleObj>
              </mc:Choice>
              <mc:Fallback>
                <p:oleObj name="Equation" r:id="rId30" imgW="342900" imgH="177165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311255" y="7595870"/>
                        <a:ext cx="79946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 bldLvl="0" animBg="1"/>
      <p:bldP spid="45" grpId="2" bldLvl="0" animBg="1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5642" y="1212188"/>
            <a:ext cx="4255948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b="1" dirty="0" smtClean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3200" b="1" dirty="0" smtClean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、充要条件</a:t>
            </a:r>
            <a:endParaRPr lang="zh-CN" altLang="en-US" sz="3200" b="1" dirty="0" smtClean="0">
              <a:solidFill>
                <a:schemeClr val="tx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左右箭头 4"/>
          <p:cNvSpPr/>
          <p:nvPr/>
        </p:nvSpPr>
        <p:spPr>
          <a:xfrm>
            <a:off x="3070225" y="2505710"/>
            <a:ext cx="975360" cy="21336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sz="3200"/>
          </a:p>
        </p:txBody>
      </p:sp>
      <p:grpSp>
        <p:nvGrpSpPr>
          <p:cNvPr id="16" name="组合 15"/>
          <p:cNvGrpSpPr/>
          <p:nvPr/>
        </p:nvGrpSpPr>
        <p:grpSpPr>
          <a:xfrm>
            <a:off x="4071620" y="1779270"/>
            <a:ext cx="7573010" cy="603250"/>
            <a:chOff x="6412" y="2802"/>
            <a:chExt cx="11926" cy="950"/>
          </a:xfrm>
        </p:grpSpPr>
        <p:graphicFrame>
          <p:nvGraphicFramePr>
            <p:cNvPr id="4" name="Object 14"/>
            <p:cNvGraphicFramePr>
              <a:graphicFrameLocks noChangeAspect="1"/>
            </p:cNvGraphicFramePr>
            <p:nvPr/>
          </p:nvGraphicFramePr>
          <p:xfrm>
            <a:off x="6412" y="2916"/>
            <a:ext cx="5637" cy="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3" name="Equation" r:id="rId1" imgW="41452800" imgH="4876800" progId="Equation.DSMT4">
                    <p:embed/>
                  </p:oleObj>
                </mc:Choice>
                <mc:Fallback>
                  <p:oleObj name="Equation" r:id="rId1" imgW="41452800" imgH="4876800" progId="Equation.DSMT4">
                    <p:embed/>
                    <p:pic>
                      <p:nvPicPr>
                        <p:cNvPr id="0" name="图片 184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412" y="2916"/>
                          <a:ext cx="5637" cy="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2"/>
            <p:cNvSpPr txBox="1"/>
            <p:nvPr/>
          </p:nvSpPr>
          <p:spPr>
            <a:xfrm>
              <a:off x="12176" y="2802"/>
              <a:ext cx="6162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在点               连续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7347" name="Object 3"/>
            <p:cNvGraphicFramePr>
              <a:graphicFrameLocks noChangeAspect="1"/>
            </p:cNvGraphicFramePr>
            <p:nvPr/>
          </p:nvGraphicFramePr>
          <p:xfrm>
            <a:off x="13756" y="2916"/>
            <a:ext cx="2151" cy="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4" name="Equation" r:id="rId3" imgW="17983200" imgH="5486400" progId="Equation.DSMT4">
                    <p:embed/>
                  </p:oleObj>
                </mc:Choice>
                <mc:Fallback>
                  <p:oleObj name="Equation" r:id="rId3" imgW="17983200" imgH="5486400" progId="Equation.DSMT4">
                    <p:embed/>
                    <p:pic>
                      <p:nvPicPr>
                        <p:cNvPr id="0" name="图片 184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756" y="2916"/>
                          <a:ext cx="2151" cy="8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/>
        </p:nvSpPr>
        <p:spPr>
          <a:xfrm>
            <a:off x="2603034" y="1812091"/>
            <a:ext cx="1910306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3200" b="1" dirty="0" smtClean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endParaRPr lang="en-US" altLang="zh-CN" sz="3200" b="1" dirty="0" smtClean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271645" y="2345690"/>
            <a:ext cx="6079490" cy="603250"/>
            <a:chOff x="6727" y="3694"/>
            <a:chExt cx="9574" cy="950"/>
          </a:xfrm>
        </p:grpSpPr>
        <p:graphicFrame>
          <p:nvGraphicFramePr>
            <p:cNvPr id="62477" name="Object 13"/>
            <p:cNvGraphicFramePr>
              <a:graphicFrameLocks noChangeAspect="1"/>
            </p:cNvGraphicFramePr>
            <p:nvPr/>
          </p:nvGraphicFramePr>
          <p:xfrm>
            <a:off x="6727" y="3804"/>
            <a:ext cx="3564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name="Equation" r:id="rId5" imgW="21640800" imgH="4876800" progId="Equation.DSMT4">
                    <p:embed/>
                  </p:oleObj>
                </mc:Choice>
                <mc:Fallback>
                  <p:oleObj name="Equation" r:id="rId5" imgW="21640800" imgH="4876800" progId="Equation.DSMT4">
                    <p:embed/>
                    <p:pic>
                      <p:nvPicPr>
                        <p:cNvPr id="0" name="图片 184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27" y="3804"/>
                          <a:ext cx="3564" cy="7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本框 2"/>
            <p:cNvSpPr txBox="1"/>
            <p:nvPr/>
          </p:nvSpPr>
          <p:spPr>
            <a:xfrm>
              <a:off x="10291" y="3694"/>
              <a:ext cx="6010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在点            连续</a:t>
              </a:r>
              <a:r>
                <a:rPr lang="en-US" altLang="zh-CN" sz="3200" dirty="0" smtClean="0">
                  <a:latin typeface="+mn-ea"/>
                </a:rPr>
                <a:t>.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4" name="Object 3"/>
            <p:cNvGraphicFramePr>
              <a:graphicFrameLocks noChangeAspect="1"/>
            </p:cNvGraphicFramePr>
            <p:nvPr/>
          </p:nvGraphicFramePr>
          <p:xfrm>
            <a:off x="11834" y="3738"/>
            <a:ext cx="1755" cy="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6" name="Equation" r:id="rId7" imgW="11582400" imgH="5486400" progId="Equation.DSMT4">
                    <p:embed/>
                  </p:oleObj>
                </mc:Choice>
                <mc:Fallback>
                  <p:oleObj name="Equation" r:id="rId7" imgW="11582400" imgH="5486400" progId="Equation.DSMT4">
                    <p:embed/>
                    <p:pic>
                      <p:nvPicPr>
                        <p:cNvPr id="0" name="图片 1843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834" y="3738"/>
                          <a:ext cx="1755" cy="7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2721610" y="2949575"/>
            <a:ext cx="7647305" cy="1653540"/>
            <a:chOff x="4286" y="4645"/>
            <a:chExt cx="12043" cy="2604"/>
          </a:xfrm>
        </p:grpSpPr>
        <p:sp>
          <p:nvSpPr>
            <p:cNvPr id="27" name="文本框 2"/>
            <p:cNvSpPr txBox="1"/>
            <p:nvPr/>
          </p:nvSpPr>
          <p:spPr>
            <a:xfrm>
              <a:off x="4286" y="5418"/>
              <a:ext cx="12043" cy="951"/>
            </a:xfrm>
            <a:prstGeom prst="rect">
              <a:avLst/>
            </a:prstGeom>
            <a:noFill/>
          </p:spPr>
          <p:txBody>
            <a:bodyPr wrap="none" lIns="112316" tIns="56158" rIns="112316" bIns="56158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0070C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例</a:t>
              </a:r>
              <a:r>
                <a:rPr lang="en-US" altLang="zh-CN" sz="2800" b="1" dirty="0" smtClean="0">
                  <a:solidFill>
                    <a:srgbClr val="0070C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5.</a:t>
              </a:r>
              <a:r>
                <a:rPr lang="zh-CN" altLang="en-US" sz="3200" b="1" dirty="0" smtClean="0">
                  <a:latin typeface="+mn-ea"/>
                </a:rPr>
                <a:t>证明                                  在原点连续。</a:t>
              </a:r>
              <a:endParaRPr lang="zh-CN" altLang="en-US" sz="3200" b="1" dirty="0">
                <a:latin typeface="+mn-ea"/>
              </a:endParaRPr>
            </a:p>
          </p:txBody>
        </p:sp>
        <p:graphicFrame>
          <p:nvGraphicFramePr>
            <p:cNvPr id="28" name="Object 5"/>
            <p:cNvGraphicFramePr>
              <a:graphicFrameLocks noChangeAspect="1"/>
            </p:cNvGraphicFramePr>
            <p:nvPr/>
          </p:nvGraphicFramePr>
          <p:xfrm>
            <a:off x="7107" y="4645"/>
            <a:ext cx="5055" cy="2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7" name="Equation" r:id="rId9" imgW="36271200" imgH="17068800" progId="Equation.DSMT4">
                    <p:embed/>
                  </p:oleObj>
                </mc:Choice>
                <mc:Fallback>
                  <p:oleObj name="Equation" r:id="rId9" imgW="36271200" imgH="17068800" progId="Equation.DSMT4">
                    <p:embed/>
                    <p:pic>
                      <p:nvPicPr>
                        <p:cNvPr id="0" name="图片 184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107" y="4645"/>
                          <a:ext cx="5055" cy="26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2"/>
          <p:cNvSpPr txBox="1"/>
          <p:nvPr/>
        </p:nvSpPr>
        <p:spPr>
          <a:xfrm>
            <a:off x="2721610" y="4474845"/>
            <a:ext cx="179133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085590" y="4797425"/>
          <a:ext cx="4543425" cy="1651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2133600" imgH="711200" progId="Equation.DSMT4">
                  <p:embed/>
                </p:oleObj>
              </mc:Choice>
              <mc:Fallback>
                <p:oleObj name="Equation" r:id="rId11" imgW="2133600" imgH="711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85590" y="4797425"/>
                        <a:ext cx="4543425" cy="1651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8646478" y="5386388"/>
          <a:ext cx="170434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800100" imgH="203200" progId="Equation.DSMT4">
                  <p:embed/>
                </p:oleObj>
              </mc:Choice>
              <mc:Fallback>
                <p:oleObj name="Equation" r:id="rId13" imgW="800100" imgH="203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46478" y="5386388"/>
                        <a:ext cx="170434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2602865" y="7167245"/>
            <a:ext cx="179133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且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3326130" y="6952933"/>
          <a:ext cx="4652645" cy="1032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5" imgW="2184400" imgH="444500" progId="Equation.DSMT4">
                  <p:embed/>
                </p:oleObj>
              </mc:Choice>
              <mc:Fallback>
                <p:oleObj name="Equation" r:id="rId15" imgW="2184400" imgH="4445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26130" y="6952933"/>
                        <a:ext cx="4652645" cy="1032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7978775" y="7011353"/>
          <a:ext cx="2597785" cy="97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1219200" imgH="419100" progId="Equation.DSMT4">
                  <p:embed/>
                </p:oleObj>
              </mc:Choice>
              <mc:Fallback>
                <p:oleObj name="Equation" r:id="rId17" imgW="1219200" imgH="419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978775" y="7011353"/>
                        <a:ext cx="2597785" cy="974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10576560" y="7359016"/>
          <a:ext cx="514985" cy="4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241300" imgH="177165" progId="Equation.DSMT4">
                  <p:embed/>
                </p:oleObj>
              </mc:Choice>
              <mc:Fallback>
                <p:oleObj name="Equation" r:id="rId19" imgW="241300" imgH="177165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576560" y="7359016"/>
                        <a:ext cx="514985" cy="412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11179175" y="7328536"/>
          <a:ext cx="119316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558800" imgH="203200" progId="Equation.DSMT4">
                  <p:embed/>
                </p:oleObj>
              </mc:Choice>
              <mc:Fallback>
                <p:oleObj name="Equation" r:id="rId21" imgW="558800" imgH="203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179175" y="7328536"/>
                        <a:ext cx="1193165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3326131" y="6487478"/>
          <a:ext cx="38957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3" imgW="1828800" imgH="292100" progId="Equation.DSMT4">
                  <p:embed/>
                </p:oleObj>
              </mc:Choice>
              <mc:Fallback>
                <p:oleObj name="Equation" r:id="rId23" imgW="18288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26131" y="6487478"/>
                        <a:ext cx="3895725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2505710" y="6473190"/>
            <a:ext cx="139065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显然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602865" y="8243570"/>
            <a:ext cx="548449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即                     在原点连续，</a:t>
            </a:r>
            <a:r>
              <a:rPr lang="zh-CN" altLang="en-US" sz="3200" dirty="0" smtClean="0">
                <a:latin typeface="+mn-ea"/>
              </a:rPr>
              <a:t>    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2" name="Object 5"/>
          <p:cNvGraphicFramePr>
            <a:graphicFrameLocks noChangeAspect="1"/>
          </p:cNvGraphicFramePr>
          <p:nvPr/>
        </p:nvGraphicFramePr>
        <p:xfrm>
          <a:off x="3325813" y="8308976"/>
          <a:ext cx="194818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5" imgW="914400" imgH="203200" progId="Equation.DSMT4">
                  <p:embed/>
                </p:oleObj>
              </mc:Choice>
              <mc:Fallback>
                <p:oleObj name="Equation" r:id="rId25" imgW="914400" imgH="203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25813" y="8308976"/>
                        <a:ext cx="194818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7651166" y="8243650"/>
            <a:ext cx="482917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所以函数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 smtClean="0">
                <a:latin typeface="+mn-ea"/>
              </a:rPr>
              <a:t>在原点连续。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1" grpId="0"/>
      <p:bldP spid="6" grpId="0"/>
      <p:bldP spid="12" grpId="0"/>
      <p:bldP spid="31" grpId="0"/>
      <p:bldP spid="34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2621775" y="3220666"/>
            <a:ext cx="83407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solidFill>
                  <a:schemeClr val="tx2"/>
                </a:solidFill>
                <a:latin typeface="+mn-ea"/>
              </a:rPr>
              <a:t>练习</a:t>
            </a:r>
            <a:r>
              <a:rPr lang="en-US" altLang="zh-CN" sz="3200" b="1" dirty="0" smtClean="0">
                <a:solidFill>
                  <a:schemeClr val="tx2"/>
                </a:solidFill>
                <a:latin typeface="+mn-ea"/>
              </a:rPr>
              <a:t>.</a:t>
            </a:r>
            <a:r>
              <a:rPr lang="zh-CN" altLang="en-US" sz="3200" dirty="0" smtClean="0">
                <a:latin typeface="+mn-ea"/>
              </a:rPr>
              <a:t>证明                                   </a:t>
            </a:r>
            <a:r>
              <a:rPr lang="zh-CN" altLang="en-US" sz="3200" dirty="0" smtClean="0">
                <a:latin typeface="+mn-ea"/>
              </a:rPr>
              <a:t>在</a:t>
            </a:r>
            <a:r>
              <a:rPr lang="zh-CN" altLang="en-US" sz="3200" dirty="0" smtClean="0">
                <a:latin typeface="+mn-ea"/>
              </a:rPr>
              <a:t>原点不连续。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4514215" y="2663825"/>
          <a:ext cx="3387725" cy="171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" imgW="1511300" imgH="685800" progId="Equation.DSMT4">
                  <p:embed/>
                </p:oleObj>
              </mc:Choice>
              <mc:Fallback>
                <p:oleObj name="Equation" r:id="rId1" imgW="1511300" imgH="685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215" y="2663825"/>
                        <a:ext cx="3387725" cy="1717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447783" y="329226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29350" y="1476300"/>
            <a:ext cx="5076002" cy="542290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2800" b="1" dirty="0" smtClean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b="1" dirty="0" smtClean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、连续函数的运算</a:t>
            </a:r>
            <a:endParaRPr lang="zh-CN" altLang="en-US" sz="2800" b="1" dirty="0" smtClean="0">
              <a:solidFill>
                <a:schemeClr val="tx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3590905" y="2482787"/>
            <a:ext cx="9445927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连续函数的和、差、积、商</a:t>
            </a:r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分母不为</a:t>
            </a:r>
            <a:r>
              <a:rPr lang="en-US" altLang="zh-CN" sz="3200" dirty="0" smtClean="0">
                <a:latin typeface="+mn-ea"/>
              </a:rPr>
              <a:t>0)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068305" y="2462659"/>
            <a:ext cx="4255948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solidFill>
                  <a:schemeClr val="tx2"/>
                </a:solidFill>
                <a:latin typeface="+mn-ea"/>
              </a:rPr>
              <a:t>定理</a:t>
            </a:r>
            <a:r>
              <a:rPr lang="en-US" altLang="zh-CN" sz="3200" b="1" dirty="0" smtClean="0">
                <a:solidFill>
                  <a:schemeClr val="tx2"/>
                </a:solidFill>
                <a:latin typeface="+mn-ea"/>
              </a:rPr>
              <a:t>4.</a:t>
            </a:r>
            <a:endParaRPr lang="en-US" altLang="zh-CN" sz="32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10675360" y="2521058"/>
            <a:ext cx="296877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仍为连续函数；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2174500" y="3268519"/>
            <a:ext cx="6795281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连续函数的复合函数仍为连续函数。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16430" y="5108575"/>
            <a:ext cx="10834370" cy="621665"/>
            <a:chOff x="3018" y="8045"/>
            <a:chExt cx="17062" cy="979"/>
          </a:xfrm>
        </p:grpSpPr>
        <p:sp>
          <p:nvSpPr>
            <p:cNvPr id="18" name="文本框 2"/>
            <p:cNvSpPr txBox="1"/>
            <p:nvPr/>
          </p:nvSpPr>
          <p:spPr>
            <a:xfrm>
              <a:off x="3018" y="8074"/>
              <a:ext cx="17062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多项式函数                                              在复平面上处处连续</a:t>
              </a:r>
              <a:r>
                <a:rPr lang="en-US" altLang="zh-CN" sz="3200" dirty="0" smtClean="0">
                  <a:latin typeface="+mn-ea"/>
                </a:rPr>
                <a:t>;</a:t>
              </a:r>
              <a:r>
                <a:rPr lang="zh-CN" altLang="en-US" sz="3200" dirty="0" smtClean="0">
                  <a:latin typeface="+mn-ea"/>
                </a:rPr>
                <a:t>              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6575" y="8045"/>
            <a:ext cx="7142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7" name="Equation" r:id="rId1" imgW="38404800" imgH="5791200" progId="Equation.DSMT4">
                    <p:embed/>
                  </p:oleObj>
                </mc:Choice>
                <mc:Fallback>
                  <p:oleObj name="Equation" r:id="rId1" imgW="38404800" imgH="57912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75" y="8045"/>
                          <a:ext cx="7142" cy="9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1916430" y="5803265"/>
            <a:ext cx="13368020" cy="1154430"/>
            <a:chOff x="3018" y="9139"/>
            <a:chExt cx="21052" cy="1818"/>
          </a:xfrm>
        </p:grpSpPr>
        <p:sp>
          <p:nvSpPr>
            <p:cNvPr id="20" name="文本框 2"/>
            <p:cNvSpPr txBox="1"/>
            <p:nvPr/>
          </p:nvSpPr>
          <p:spPr>
            <a:xfrm>
              <a:off x="3018" y="9718"/>
              <a:ext cx="21053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有理函数                                                         在复平面上除去分母等于零</a:t>
              </a:r>
              <a:r>
                <a:rPr lang="zh-CN" altLang="en-US" sz="3200" dirty="0" smtClean="0">
                  <a:latin typeface="+mn-ea"/>
                </a:rPr>
                <a:t>             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/>
          </p:nvGraphicFramePr>
          <p:xfrm>
            <a:off x="5873" y="9139"/>
            <a:ext cx="8879" cy="1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" name="Equation" r:id="rId3" imgW="46024800" imgH="10972800" progId="Equation.DSMT4">
                    <p:embed/>
                  </p:oleObj>
                </mc:Choice>
                <mc:Fallback>
                  <p:oleObj name="Equation" r:id="rId3" imgW="46024800" imgH="10972800" progId="Equation.DSMT4">
                    <p:embed/>
                    <p:pic>
                      <p:nvPicPr>
                        <p:cNvPr id="0" name="图片 194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73" y="9139"/>
                          <a:ext cx="8879" cy="18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文本框 2"/>
          <p:cNvSpPr txBox="1"/>
          <p:nvPr/>
        </p:nvSpPr>
        <p:spPr>
          <a:xfrm>
            <a:off x="1992361" y="7133516"/>
            <a:ext cx="5749736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的点外处处连续。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4" name="七角星 13"/>
          <p:cNvSpPr/>
          <p:nvPr/>
        </p:nvSpPr>
        <p:spPr>
          <a:xfrm>
            <a:off x="1465986" y="3862126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3" grpId="0"/>
      <p:bldP spid="16" grpId="0"/>
      <p:bldP spid="29" grpId="0"/>
      <p:bldP spid="14" grpId="0" bldLvl="0" animBg="1"/>
      <p:bldP spid="14" grpId="1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15540" y="1539240"/>
            <a:ext cx="541528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b="1" dirty="0" smtClean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3200" b="1" dirty="0" smtClean="0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、闭集上连续函数的性质</a:t>
            </a:r>
            <a:endParaRPr lang="zh-CN" altLang="en-US" sz="3200" b="1" dirty="0" smtClean="0">
              <a:solidFill>
                <a:schemeClr val="tx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4005937" y="2256333"/>
            <a:ext cx="5054933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闭区间上连续函数的性质：</a:t>
            </a:r>
            <a:endParaRPr lang="en-US" altLang="zh-CN" sz="3200" dirty="0" smtClean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699723" y="2255293"/>
            <a:ext cx="1843814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solidFill>
                  <a:schemeClr val="tx2"/>
                </a:solidFill>
                <a:latin typeface="+mn-ea"/>
              </a:rPr>
              <a:t>回顾：</a:t>
            </a:r>
            <a:endParaRPr lang="zh-CN" altLang="en-US" sz="32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2158840" y="2273985"/>
            <a:ext cx="2492339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有界性定理；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4039960" y="2931593"/>
            <a:ext cx="3424816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介值定理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2696029" y="3803124"/>
            <a:ext cx="2091308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solidFill>
                  <a:schemeClr val="tx2"/>
                </a:solidFill>
                <a:latin typeface="+mn-ea"/>
              </a:rPr>
              <a:t>定理5.</a:t>
            </a:r>
            <a:endParaRPr lang="zh-CN" altLang="en-US" sz="3200" b="1" dirty="0" smtClean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94860" y="3775710"/>
            <a:ext cx="7198360" cy="643890"/>
            <a:chOff x="7236" y="5946"/>
            <a:chExt cx="11336" cy="1014"/>
          </a:xfrm>
        </p:grpSpPr>
        <p:sp>
          <p:nvSpPr>
            <p:cNvPr id="25" name="文本框 2"/>
            <p:cNvSpPr txBox="1"/>
            <p:nvPr/>
          </p:nvSpPr>
          <p:spPr>
            <a:xfrm>
              <a:off x="7236" y="6010"/>
              <a:ext cx="11337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设函数         在有界闭集    上连续，则   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64516" name="Object 4"/>
            <p:cNvGraphicFramePr>
              <a:graphicFrameLocks noChangeAspect="1"/>
            </p:cNvGraphicFramePr>
            <p:nvPr/>
          </p:nvGraphicFramePr>
          <p:xfrm>
            <a:off x="9407" y="6080"/>
            <a:ext cx="1327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204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407" y="6080"/>
                          <a:ext cx="1327" cy="7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7" name="Object 5"/>
            <p:cNvGraphicFramePr>
              <a:graphicFrameLocks noChangeAspect="1"/>
            </p:cNvGraphicFramePr>
            <p:nvPr/>
          </p:nvGraphicFramePr>
          <p:xfrm>
            <a:off x="14072" y="5946"/>
            <a:ext cx="791" cy="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Equation" r:id="rId3" imgW="3657600" imgH="4572000" progId="Equation.DSMT4">
                    <p:embed/>
                  </p:oleObj>
                </mc:Choice>
                <mc:Fallback>
                  <p:oleObj name="Equation" r:id="rId3" imgW="3657600" imgH="4572000" progId="Equation.DSMT4">
                    <p:embed/>
                    <p:pic>
                      <p:nvPicPr>
                        <p:cNvPr id="0" name="图片 204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72" y="5946"/>
                          <a:ext cx="791" cy="86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2784475" y="4613275"/>
            <a:ext cx="7243445" cy="612775"/>
            <a:chOff x="4385" y="7265"/>
            <a:chExt cx="11407" cy="965"/>
          </a:xfrm>
        </p:grpSpPr>
        <p:sp>
          <p:nvSpPr>
            <p:cNvPr id="15" name="文本框 2"/>
            <p:cNvSpPr txBox="1"/>
            <p:nvPr/>
          </p:nvSpPr>
          <p:spPr>
            <a:xfrm>
              <a:off x="4385" y="7265"/>
              <a:ext cx="1688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en-US" altLang="zh-CN" sz="3200" dirty="0" smtClean="0">
                  <a:latin typeface="+mn-ea"/>
                </a:rPr>
                <a:t>(1)</a:t>
              </a:r>
              <a:endParaRPr lang="en-US" altLang="zh-CN" sz="3200" dirty="0" smtClean="0">
                <a:latin typeface="+mn-ea"/>
              </a:endParaRPr>
            </a:p>
          </p:txBody>
        </p:sp>
        <p:sp>
          <p:nvSpPr>
            <p:cNvPr id="26" name="文本框 2"/>
            <p:cNvSpPr txBox="1"/>
            <p:nvPr/>
          </p:nvSpPr>
          <p:spPr>
            <a:xfrm>
              <a:off x="7526" y="7276"/>
              <a:ext cx="8267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在闭集    上有界；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64518" name="Object 6"/>
            <p:cNvGraphicFramePr>
              <a:graphicFrameLocks noChangeAspect="1"/>
            </p:cNvGraphicFramePr>
            <p:nvPr/>
          </p:nvGraphicFramePr>
          <p:xfrm>
            <a:off x="6069" y="7401"/>
            <a:ext cx="1327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5" imgW="7924800" imgH="4876800" progId="Equation.DSMT4">
                    <p:embed/>
                  </p:oleObj>
                </mc:Choice>
                <mc:Fallback>
                  <p:oleObj name="Equation" r:id="rId5" imgW="7924800" imgH="4876800" progId="Equation.DSMT4">
                    <p:embed/>
                    <p:pic>
                      <p:nvPicPr>
                        <p:cNvPr id="0" name="图片 20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69" y="7401"/>
                          <a:ext cx="1327" cy="7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" name="Object 7"/>
            <p:cNvGraphicFramePr>
              <a:graphicFrameLocks noChangeAspect="1"/>
            </p:cNvGraphicFramePr>
            <p:nvPr/>
          </p:nvGraphicFramePr>
          <p:xfrm>
            <a:off x="9664" y="7336"/>
            <a:ext cx="613" cy="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4" name="Equation" r:id="rId7" imgW="3657600" imgH="4572000" progId="Equation.DSMT4">
                    <p:embed/>
                  </p:oleObj>
                </mc:Choice>
                <mc:Fallback>
                  <p:oleObj name="Equation" r:id="rId7" imgW="3657600" imgH="4572000" progId="Equation.DSMT4">
                    <p:embed/>
                    <p:pic>
                      <p:nvPicPr>
                        <p:cNvPr id="0" name="图片 204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64" y="7336"/>
                          <a:ext cx="613" cy="6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781300" y="6249035"/>
            <a:ext cx="11017250" cy="613410"/>
            <a:chOff x="4380" y="9841"/>
            <a:chExt cx="17350" cy="966"/>
          </a:xfrm>
        </p:grpSpPr>
        <p:sp>
          <p:nvSpPr>
            <p:cNvPr id="27" name="文本框 2"/>
            <p:cNvSpPr txBox="1"/>
            <p:nvPr/>
          </p:nvSpPr>
          <p:spPr>
            <a:xfrm>
              <a:off x="4380" y="9841"/>
              <a:ext cx="1688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en-US" altLang="zh-CN" sz="3200" dirty="0" smtClean="0">
                  <a:latin typeface="+mn-ea"/>
                </a:rPr>
                <a:t>(2)</a:t>
              </a:r>
              <a:endParaRPr lang="en-US" altLang="zh-CN" sz="3200" dirty="0" smtClean="0">
                <a:latin typeface="+mn-ea"/>
              </a:endParaRPr>
            </a:p>
          </p:txBody>
        </p:sp>
        <p:sp>
          <p:nvSpPr>
            <p:cNvPr id="28" name="文本框 2"/>
            <p:cNvSpPr txBox="1"/>
            <p:nvPr/>
          </p:nvSpPr>
          <p:spPr>
            <a:xfrm>
              <a:off x="7454" y="9853"/>
              <a:ext cx="14276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在闭集    上能取到最大值和最小值。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30" name="Object 6"/>
            <p:cNvGraphicFramePr>
              <a:graphicFrameLocks noChangeAspect="1"/>
            </p:cNvGraphicFramePr>
            <p:nvPr/>
          </p:nvGraphicFramePr>
          <p:xfrm>
            <a:off x="5841" y="9978"/>
            <a:ext cx="1734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5" name="Equation" r:id="rId9" imgW="10363200" imgH="4876800" progId="Equation.DSMT4">
                    <p:embed/>
                  </p:oleObj>
                </mc:Choice>
                <mc:Fallback>
                  <p:oleObj name="Equation" r:id="rId9" imgW="10363200" imgH="4876800" progId="Equation.DSMT4">
                    <p:embed/>
                    <p:pic>
                      <p:nvPicPr>
                        <p:cNvPr id="0" name="图片 2048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841" y="9978"/>
                          <a:ext cx="1734" cy="7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7"/>
            <p:cNvGraphicFramePr>
              <a:graphicFrameLocks noChangeAspect="1"/>
            </p:cNvGraphicFramePr>
            <p:nvPr/>
          </p:nvGraphicFramePr>
          <p:xfrm>
            <a:off x="9626" y="9978"/>
            <a:ext cx="613" cy="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6" name="Equation" r:id="rId11" imgW="3657600" imgH="4572000" progId="Equation.DSMT4">
                    <p:embed/>
                  </p:oleObj>
                </mc:Choice>
                <mc:Fallback>
                  <p:oleObj name="Equation" r:id="rId11" imgW="3657600" imgH="4572000" progId="Equation.DSMT4">
                    <p:embed/>
                    <p:pic>
                      <p:nvPicPr>
                        <p:cNvPr id="0" name="图片 204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26" y="9978"/>
                          <a:ext cx="613" cy="6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3962400" y="5535295"/>
            <a:ext cx="6026150" cy="519430"/>
            <a:chOff x="6240" y="8717"/>
            <a:chExt cx="9490" cy="818"/>
          </a:xfrm>
        </p:grpSpPr>
        <p:graphicFrame>
          <p:nvGraphicFramePr>
            <p:cNvPr id="64522" name="Object 10"/>
            <p:cNvGraphicFramePr>
              <a:graphicFrameLocks noChangeAspect="1"/>
            </p:cNvGraphicFramePr>
            <p:nvPr/>
          </p:nvGraphicFramePr>
          <p:xfrm>
            <a:off x="6240" y="8723"/>
            <a:ext cx="2245" cy="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7" name="Equation" r:id="rId12" imgW="13411200" imgH="4876800" progId="Equation.DSMT4">
                    <p:embed/>
                  </p:oleObj>
                </mc:Choice>
                <mc:Fallback>
                  <p:oleObj name="Equation" r:id="rId12" imgW="13411200" imgH="4876800" progId="Equation.DSMT4">
                    <p:embed/>
                    <p:pic>
                      <p:nvPicPr>
                        <p:cNvPr id="0" name="图片 204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240" y="8723"/>
                          <a:ext cx="2245" cy="7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3" name="Object 11"/>
            <p:cNvGraphicFramePr>
              <a:graphicFrameLocks noChangeAspect="1"/>
            </p:cNvGraphicFramePr>
            <p:nvPr/>
          </p:nvGraphicFramePr>
          <p:xfrm>
            <a:off x="9063" y="8717"/>
            <a:ext cx="2858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8" name="Equation" r:id="rId14" imgW="17068800" imgH="5486400" progId="Equation.DSMT4">
                    <p:embed/>
                  </p:oleObj>
                </mc:Choice>
                <mc:Fallback>
                  <p:oleObj name="Equation" r:id="rId14" imgW="17068800" imgH="5486400" progId="Equation.DSMT4">
                    <p:embed/>
                    <p:pic>
                      <p:nvPicPr>
                        <p:cNvPr id="0" name="图片 204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063" y="8717"/>
                          <a:ext cx="2858" cy="8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4" name="Object 12"/>
            <p:cNvGraphicFramePr>
              <a:graphicFrameLocks noChangeAspect="1"/>
            </p:cNvGraphicFramePr>
            <p:nvPr/>
          </p:nvGraphicFramePr>
          <p:xfrm>
            <a:off x="12872" y="8787"/>
            <a:ext cx="2858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9" name="Equation" r:id="rId16" imgW="17068800" imgH="4876800" progId="Equation.DSMT4">
                    <p:embed/>
                  </p:oleObj>
                </mc:Choice>
                <mc:Fallback>
                  <p:oleObj name="Equation" r:id="rId16" imgW="17068800" imgH="4876800" progId="Equation.DSMT4">
                    <p:embed/>
                    <p:pic>
                      <p:nvPicPr>
                        <p:cNvPr id="0" name="图片 204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2872" y="8787"/>
                          <a:ext cx="2858" cy="7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595370" y="7212330"/>
            <a:ext cx="8783955" cy="549275"/>
            <a:chOff x="5662" y="11358"/>
            <a:chExt cx="13833" cy="865"/>
          </a:xfrm>
        </p:grpSpPr>
        <p:graphicFrame>
          <p:nvGraphicFramePr>
            <p:cNvPr id="64525" name="Object 13"/>
            <p:cNvGraphicFramePr>
              <a:graphicFrameLocks noChangeAspect="1"/>
            </p:cNvGraphicFramePr>
            <p:nvPr/>
          </p:nvGraphicFramePr>
          <p:xfrm>
            <a:off x="5662" y="11359"/>
            <a:ext cx="2909" cy="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0" name="Equation" r:id="rId18" imgW="17373600" imgH="5791200" progId="Equation.DSMT4">
                    <p:embed/>
                  </p:oleObj>
                </mc:Choice>
                <mc:Fallback>
                  <p:oleObj name="Equation" r:id="rId18" imgW="17373600" imgH="5791200" progId="Equation.DSMT4">
                    <p:embed/>
                    <p:pic>
                      <p:nvPicPr>
                        <p:cNvPr id="0" name="图片 204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662" y="11359"/>
                          <a:ext cx="2909" cy="8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6" name="Object 14"/>
            <p:cNvGraphicFramePr>
              <a:graphicFrameLocks noChangeAspect="1"/>
            </p:cNvGraphicFramePr>
            <p:nvPr/>
          </p:nvGraphicFramePr>
          <p:xfrm>
            <a:off x="9935" y="11405"/>
            <a:ext cx="2858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" name="Equation" r:id="rId20" imgW="17068800" imgH="5486400" progId="Equation.DSMT4">
                    <p:embed/>
                  </p:oleObj>
                </mc:Choice>
                <mc:Fallback>
                  <p:oleObj name="Equation" r:id="rId20" imgW="17068800" imgH="5486400" progId="Equation.DSMT4">
                    <p:embed/>
                    <p:pic>
                      <p:nvPicPr>
                        <p:cNvPr id="0" name="图片 204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9935" y="11405"/>
                          <a:ext cx="2858" cy="8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7" name="Object 15"/>
            <p:cNvGraphicFramePr>
              <a:graphicFrameLocks noChangeAspect="1"/>
            </p:cNvGraphicFramePr>
            <p:nvPr/>
          </p:nvGraphicFramePr>
          <p:xfrm>
            <a:off x="14029" y="11358"/>
            <a:ext cx="5466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name="Equation" r:id="rId22" imgW="35661600" imgH="5486400" progId="Equation.DSMT4">
                    <p:embed/>
                  </p:oleObj>
                </mc:Choice>
                <mc:Fallback>
                  <p:oleObj name="Equation" r:id="rId22" imgW="35661600" imgH="5486400" progId="Equation.DSMT4">
                    <p:embed/>
                    <p:pic>
                      <p:nvPicPr>
                        <p:cNvPr id="0" name="图片 204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4029" y="11358"/>
                          <a:ext cx="5466" cy="7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文本框 2"/>
          <p:cNvSpPr txBox="1"/>
          <p:nvPr/>
        </p:nvSpPr>
        <p:spPr>
          <a:xfrm>
            <a:off x="9050245" y="2270734"/>
            <a:ext cx="3439625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最大最小值定理；</a:t>
            </a:r>
            <a:endParaRPr lang="en-US" altLang="zh-CN" sz="32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16" grpId="0"/>
      <p:bldP spid="14" grpId="0"/>
      <p:bldP spid="24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03120" y="1952625"/>
            <a:ext cx="121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rgbClr val="FF0000"/>
                </a:solidFill>
              </a:rPr>
              <a:t>总结：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7100" y="1952625"/>
            <a:ext cx="10264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 </a:t>
            </a:r>
            <a:r>
              <a:rPr lang="zh-CN" altLang="en-US" sz="3200"/>
              <a:t>能准确找到一个复变函数对应的两个二元函数</a:t>
            </a:r>
            <a:r>
              <a:rPr lang="en-US" altLang="zh-CN" sz="3200"/>
              <a:t>  </a:t>
            </a:r>
            <a:endParaRPr lang="en-US" altLang="zh-CN" sz="3200"/>
          </a:p>
        </p:txBody>
      </p:sp>
      <p:sp>
        <p:nvSpPr>
          <p:cNvPr id="5" name="文本框 4"/>
          <p:cNvSpPr txBox="1"/>
          <p:nvPr/>
        </p:nvSpPr>
        <p:spPr>
          <a:xfrm>
            <a:off x="3467100" y="3133725"/>
            <a:ext cx="7813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2. </a:t>
            </a:r>
            <a:r>
              <a:rPr lang="zh-CN" altLang="en-US" sz="3200"/>
              <a:t>用极限运算</a:t>
            </a:r>
            <a:r>
              <a:rPr lang="zh-CN" altLang="en-US" sz="3200"/>
              <a:t>法则求复变函数的极限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3467100" y="6955155"/>
            <a:ext cx="5547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5. </a:t>
            </a:r>
            <a:r>
              <a:rPr lang="zh-CN" altLang="en-US" sz="3200"/>
              <a:t>判断复变函数的连续性。</a:t>
            </a:r>
            <a:endParaRPr lang="zh-CN" altLang="en-US" sz="3200"/>
          </a:p>
        </p:txBody>
      </p:sp>
      <p:sp>
        <p:nvSpPr>
          <p:cNvPr id="2" name="文本框 1"/>
          <p:cNvSpPr txBox="1"/>
          <p:nvPr/>
        </p:nvSpPr>
        <p:spPr>
          <a:xfrm>
            <a:off x="3467100" y="4407535"/>
            <a:ext cx="7813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3. </a:t>
            </a:r>
            <a:r>
              <a:rPr lang="zh-CN" altLang="en-US" sz="3200"/>
              <a:t>用充要条件</a:t>
            </a:r>
            <a:r>
              <a:rPr lang="zh-CN" altLang="en-US" sz="3200"/>
              <a:t>求复变函数的极限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3467100" y="5681345"/>
            <a:ext cx="7813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4. </a:t>
            </a:r>
            <a:r>
              <a:rPr lang="zh-CN" altLang="en-US" sz="3200"/>
              <a:t>证明复变函数极限</a:t>
            </a:r>
            <a:r>
              <a:rPr lang="zh-CN" altLang="en-US" sz="3200"/>
              <a:t>不存在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2"/>
          <p:cNvSpPr txBox="1"/>
          <p:nvPr/>
        </p:nvSpPr>
        <p:spPr>
          <a:xfrm>
            <a:off x="4476375" y="2698190"/>
            <a:ext cx="2107589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95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作业：</a:t>
            </a:r>
            <a:endParaRPr lang="zh-CN" altLang="en-US" sz="5495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40660" y="4131310"/>
            <a:ext cx="6059805" cy="655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6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习题</a:t>
            </a:r>
            <a:r>
              <a:rPr lang="en-US" altLang="zh-CN" sz="366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366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366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3(2)(3)(4);  4(1)(2) </a:t>
            </a:r>
            <a:endParaRPr lang="zh-CN" altLang="en-US" sz="3665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2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3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4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5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6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7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8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478.60866141732276,&quot;left&quot;:307.5613385826772,&quot;top&quot;:195.97149606299212,&quot;width&quot;:780.1886614173229}"/>
</p:tagLst>
</file>

<file path=ppt/tags/tag11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8.xml><?xml version="1.0" encoding="utf-8"?>
<p:tagLst xmlns:p="http://schemas.openxmlformats.org/presentationml/2006/main">
  <p:tag name="KSO_WPP_MARK_KEY" val="b5756f54-46b8-493f-adb6-dd32989e9815"/>
  <p:tag name="COMMONDATA" val="eyJoZGlkIjoiZGVlMWU0ZDMwNTgzY2I5MzA3YTY2MzlkMjY5ZDc1OD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波形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3205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2735</Words>
  <Application>WPS 演示</Application>
  <PresentationFormat>自定义</PresentationFormat>
  <Paragraphs>512</Paragraphs>
  <Slides>30</Slides>
  <Notes>0</Notes>
  <HiddenSlides>3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247</vt:i4>
      </vt:variant>
      <vt:variant>
        <vt:lpstr>幻灯片标题</vt:lpstr>
      </vt:variant>
      <vt:variant>
        <vt:i4>30</vt:i4>
      </vt:variant>
    </vt:vector>
  </HeadingPairs>
  <TitlesOfParts>
    <vt:vector size="293" baseType="lpstr">
      <vt:lpstr>Arial</vt:lpstr>
      <vt:lpstr>宋体</vt:lpstr>
      <vt:lpstr>Wingdings</vt:lpstr>
      <vt:lpstr>Wingdings 2</vt:lpstr>
      <vt:lpstr>Verdana</vt:lpstr>
      <vt:lpstr>华文行楷</vt:lpstr>
      <vt:lpstr>Times New Roman</vt:lpstr>
      <vt:lpstr>Candara</vt:lpstr>
      <vt:lpstr>华文楷体</vt:lpstr>
      <vt:lpstr>微软雅黑</vt:lpstr>
      <vt:lpstr>Arial Unicode MS</vt:lpstr>
      <vt:lpstr>华文新魏</vt:lpstr>
      <vt:lpstr>Calibri</vt:lpstr>
      <vt:lpstr>华文中宋</vt:lpstr>
      <vt:lpstr>Cambria Math</vt:lpstr>
      <vt:lpstr>波形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225</cp:revision>
  <dcterms:created xsi:type="dcterms:W3CDTF">2018-03-03T11:57:00Z</dcterms:created>
  <dcterms:modified xsi:type="dcterms:W3CDTF">2025-03-26T14:41:21Z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C857C2B180874B128D5C265F8FB98C0B</vt:lpwstr>
  </property>
</Properties>
</file>