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3"/>
    <p:sldId id="310" r:id="rId4"/>
    <p:sldId id="290" r:id="rId5"/>
    <p:sldId id="311" r:id="rId6"/>
    <p:sldId id="312" r:id="rId7"/>
    <p:sldId id="314" r:id="rId8"/>
    <p:sldId id="332" r:id="rId9"/>
    <p:sldId id="333" r:id="rId10"/>
    <p:sldId id="292" r:id="rId11"/>
    <p:sldId id="322" r:id="rId12"/>
    <p:sldId id="334" r:id="rId13"/>
    <p:sldId id="321" r:id="rId14"/>
    <p:sldId id="315" r:id="rId15"/>
    <p:sldId id="317" r:id="rId16"/>
    <p:sldId id="348" r:id="rId17"/>
    <p:sldId id="323" r:id="rId18"/>
    <p:sldId id="346" r:id="rId19"/>
    <p:sldId id="347" r:id="rId20"/>
    <p:sldId id="316" r:id="rId21"/>
    <p:sldId id="318" r:id="rId22"/>
    <p:sldId id="324" r:id="rId23"/>
    <p:sldId id="330" r:id="rId24"/>
    <p:sldId id="356" r:id="rId25"/>
  </p:sldIdLst>
  <p:sldSz cx="12192000" cy="8208645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68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C7FF"/>
    <a:srgbClr val="BFE6FF"/>
    <a:srgbClr val="FF33CC"/>
    <a:srgbClr val="66FF33"/>
    <a:srgbClr val="FFCC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9706" autoAdjust="0"/>
    <p:restoredTop sz="94414" autoAdjust="0"/>
  </p:normalViewPr>
  <p:slideViewPr>
    <p:cSldViewPr snapToGrid="0" showGuides="1">
      <p:cViewPr varScale="1">
        <p:scale>
          <a:sx n="55" d="100"/>
          <a:sy n="55" d="100"/>
        </p:scale>
        <p:origin x="-234" y="-96"/>
      </p:cViewPr>
      <p:guideLst>
        <p:guide orient="horz" pos="2568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98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.wmf"/><Relationship Id="rId8" Type="http://schemas.openxmlformats.org/officeDocument/2006/relationships/image" Target="../media/image10.wmf"/><Relationship Id="rId7" Type="http://schemas.openxmlformats.org/officeDocument/2006/relationships/image" Target="../media/image9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5" Type="http://schemas.openxmlformats.org/officeDocument/2006/relationships/image" Target="../media/image17.wmf"/><Relationship Id="rId14" Type="http://schemas.openxmlformats.org/officeDocument/2006/relationships/image" Target="../media/image16.wmf"/><Relationship Id="rId13" Type="http://schemas.openxmlformats.org/officeDocument/2006/relationships/image" Target="../media/image15.wmf"/><Relationship Id="rId12" Type="http://schemas.openxmlformats.org/officeDocument/2006/relationships/image" Target="../media/image14.wmf"/><Relationship Id="rId11" Type="http://schemas.openxmlformats.org/officeDocument/2006/relationships/image" Target="../media/image13.wmf"/><Relationship Id="rId10" Type="http://schemas.openxmlformats.org/officeDocument/2006/relationships/image" Target="../media/image12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6.wmf"/><Relationship Id="rId8" Type="http://schemas.openxmlformats.org/officeDocument/2006/relationships/image" Target="../media/image25.wmf"/><Relationship Id="rId7" Type="http://schemas.openxmlformats.org/officeDocument/2006/relationships/image" Target="../media/image24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9" Type="http://schemas.openxmlformats.org/officeDocument/2006/relationships/image" Target="../media/image36.wmf"/><Relationship Id="rId18" Type="http://schemas.openxmlformats.org/officeDocument/2006/relationships/image" Target="../media/image35.wmf"/><Relationship Id="rId17" Type="http://schemas.openxmlformats.org/officeDocument/2006/relationships/image" Target="../media/image34.wmf"/><Relationship Id="rId16" Type="http://schemas.openxmlformats.org/officeDocument/2006/relationships/image" Target="../media/image33.wmf"/><Relationship Id="rId15" Type="http://schemas.openxmlformats.org/officeDocument/2006/relationships/image" Target="../media/image32.wmf"/><Relationship Id="rId14" Type="http://schemas.openxmlformats.org/officeDocument/2006/relationships/image" Target="../media/image31.wmf"/><Relationship Id="rId13" Type="http://schemas.openxmlformats.org/officeDocument/2006/relationships/image" Target="../media/image30.wmf"/><Relationship Id="rId12" Type="http://schemas.openxmlformats.org/officeDocument/2006/relationships/image" Target="../media/image29.wmf"/><Relationship Id="rId11" Type="http://schemas.openxmlformats.org/officeDocument/2006/relationships/image" Target="../media/image28.wmf"/><Relationship Id="rId10" Type="http://schemas.openxmlformats.org/officeDocument/2006/relationships/image" Target="../media/image27.wmf"/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44.wmf"/><Relationship Id="rId8" Type="http://schemas.openxmlformats.org/officeDocument/2006/relationships/image" Target="../media/image43.wmf"/><Relationship Id="rId7" Type="http://schemas.openxmlformats.org/officeDocument/2006/relationships/image" Target="../media/image42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3" Type="http://schemas.openxmlformats.org/officeDocument/2006/relationships/image" Target="../media/image24.wmf"/><Relationship Id="rId2" Type="http://schemas.openxmlformats.org/officeDocument/2006/relationships/image" Target="../media/image38.wmf"/><Relationship Id="rId19" Type="http://schemas.openxmlformats.org/officeDocument/2006/relationships/image" Target="../media/image48.wmf"/><Relationship Id="rId18" Type="http://schemas.openxmlformats.org/officeDocument/2006/relationships/image" Target="../media/image36.wmf"/><Relationship Id="rId17" Type="http://schemas.openxmlformats.org/officeDocument/2006/relationships/image" Target="../media/image35.wmf"/><Relationship Id="rId16" Type="http://schemas.openxmlformats.org/officeDocument/2006/relationships/image" Target="../media/image34.wmf"/><Relationship Id="rId15" Type="http://schemas.openxmlformats.org/officeDocument/2006/relationships/image" Target="../media/image33.wmf"/><Relationship Id="rId14" Type="http://schemas.openxmlformats.org/officeDocument/2006/relationships/image" Target="../media/image32.wmf"/><Relationship Id="rId13" Type="http://schemas.openxmlformats.org/officeDocument/2006/relationships/image" Target="../media/image31.wmf"/><Relationship Id="rId12" Type="http://schemas.openxmlformats.org/officeDocument/2006/relationships/image" Target="../media/image47.wmf"/><Relationship Id="rId11" Type="http://schemas.openxmlformats.org/officeDocument/2006/relationships/image" Target="../media/image46.wmf"/><Relationship Id="rId10" Type="http://schemas.openxmlformats.org/officeDocument/2006/relationships/image" Target="../media/image45.wmf"/><Relationship Id="rId1" Type="http://schemas.openxmlformats.org/officeDocument/2006/relationships/image" Target="../media/image37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57.wmf"/><Relationship Id="rId8" Type="http://schemas.openxmlformats.org/officeDocument/2006/relationships/image" Target="../media/image56.wmf"/><Relationship Id="rId7" Type="http://schemas.openxmlformats.org/officeDocument/2006/relationships/image" Target="../media/image55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9" Type="http://schemas.openxmlformats.org/officeDocument/2006/relationships/image" Target="../media/image67.wmf"/><Relationship Id="rId18" Type="http://schemas.openxmlformats.org/officeDocument/2006/relationships/image" Target="../media/image66.wmf"/><Relationship Id="rId17" Type="http://schemas.openxmlformats.org/officeDocument/2006/relationships/image" Target="../media/image65.wmf"/><Relationship Id="rId16" Type="http://schemas.openxmlformats.org/officeDocument/2006/relationships/image" Target="../media/image64.wmf"/><Relationship Id="rId15" Type="http://schemas.openxmlformats.org/officeDocument/2006/relationships/image" Target="../media/image63.wmf"/><Relationship Id="rId14" Type="http://schemas.openxmlformats.org/officeDocument/2006/relationships/image" Target="../media/image62.wmf"/><Relationship Id="rId13" Type="http://schemas.openxmlformats.org/officeDocument/2006/relationships/image" Target="../media/image61.wmf"/><Relationship Id="rId12" Type="http://schemas.openxmlformats.org/officeDocument/2006/relationships/image" Target="../media/image60.wmf"/><Relationship Id="rId11" Type="http://schemas.openxmlformats.org/officeDocument/2006/relationships/image" Target="../media/image59.wmf"/><Relationship Id="rId10" Type="http://schemas.openxmlformats.org/officeDocument/2006/relationships/image" Target="../media/image58.wmf"/><Relationship Id="rId1" Type="http://schemas.openxmlformats.org/officeDocument/2006/relationships/image" Target="../media/image49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73.wmf"/><Relationship Id="rId8" Type="http://schemas.openxmlformats.org/officeDocument/2006/relationships/image" Target="../media/image72.wmf"/><Relationship Id="rId7" Type="http://schemas.openxmlformats.org/officeDocument/2006/relationships/image" Target="../media/image71.wmf"/><Relationship Id="rId6" Type="http://schemas.openxmlformats.org/officeDocument/2006/relationships/image" Target="../media/image7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Relationship Id="rId3" Type="http://schemas.openxmlformats.org/officeDocument/2006/relationships/image" Target="../media/image55.wmf"/><Relationship Id="rId2" Type="http://schemas.openxmlformats.org/officeDocument/2006/relationships/image" Target="../media/image69.wmf"/><Relationship Id="rId12" Type="http://schemas.openxmlformats.org/officeDocument/2006/relationships/image" Target="../media/image76.wmf"/><Relationship Id="rId11" Type="http://schemas.openxmlformats.org/officeDocument/2006/relationships/image" Target="../media/image75.wmf"/><Relationship Id="rId10" Type="http://schemas.openxmlformats.org/officeDocument/2006/relationships/image" Target="../media/image74.wmf"/><Relationship Id="rId1" Type="http://schemas.openxmlformats.org/officeDocument/2006/relationships/image" Target="../media/image68.wmf"/></Relationships>
</file>

<file path=ppt/drawings/_rels/vmlDrawing7.vml.rels><?xml version="1.0" encoding="UTF-8" standalone="yes"?>
<Relationships xmlns="http://schemas.openxmlformats.org/package/2006/relationships"><Relationship Id="rId5" Type="http://schemas.openxmlformats.org/officeDocument/2006/relationships/image" Target="../media/image82.wmf"/><Relationship Id="rId4" Type="http://schemas.openxmlformats.org/officeDocument/2006/relationships/image" Target="../media/image81.wmf"/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8.vml.rels><?xml version="1.0" encoding="UTF-8" standalone="yes"?>
<Relationships xmlns="http://schemas.openxmlformats.org/package/2006/relationships"><Relationship Id="rId7" Type="http://schemas.openxmlformats.org/officeDocument/2006/relationships/image" Target="../media/image88.wmf"/><Relationship Id="rId6" Type="http://schemas.openxmlformats.org/officeDocument/2006/relationships/image" Target="../media/image87.wmf"/><Relationship Id="rId5" Type="http://schemas.openxmlformats.org/officeDocument/2006/relationships/image" Target="../media/image86.wmf"/><Relationship Id="rId4" Type="http://schemas.openxmlformats.org/officeDocument/2006/relationships/image" Target="../media/image85.wmf"/><Relationship Id="rId3" Type="http://schemas.openxmlformats.org/officeDocument/2006/relationships/image" Target="../media/image84.wmf"/><Relationship Id="rId2" Type="http://schemas.openxmlformats.org/officeDocument/2006/relationships/image" Target="../media/image80.wmf"/><Relationship Id="rId1" Type="http://schemas.openxmlformats.org/officeDocument/2006/relationships/image" Target="../media/image83.wmf"/></Relationships>
</file>

<file path=ppt/drawings/_rels/vmlDrawing9.vml.rels><?xml version="1.0" encoding="UTF-8" standalone="yes"?>
<Relationships xmlns="http://schemas.openxmlformats.org/package/2006/relationships"><Relationship Id="rId7" Type="http://schemas.openxmlformats.org/officeDocument/2006/relationships/image" Target="../media/image82.wmf"/><Relationship Id="rId6" Type="http://schemas.openxmlformats.org/officeDocument/2006/relationships/image" Target="../media/image91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78.wmf"/></Relationships>
</file>

<file path=ppt/drawings/_rels/vmlDrawing10.vml.rels><?xml version="1.0" encoding="UTF-8" standalone="yes"?>
<Relationships xmlns="http://schemas.openxmlformats.org/package/2006/relationships"><Relationship Id="rId7" Type="http://schemas.openxmlformats.org/officeDocument/2006/relationships/image" Target="../media/image87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Relationship Id="rId3" Type="http://schemas.openxmlformats.org/officeDocument/2006/relationships/image" Target="../media/image80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5.wmf"/><Relationship Id="rId1" Type="http://schemas.openxmlformats.org/officeDocument/2006/relationships/image" Target="../media/image9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5.wmf"/><Relationship Id="rId1" Type="http://schemas.openxmlformats.org/officeDocument/2006/relationships/image" Target="../media/image96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6.wmf"/><Relationship Id="rId8" Type="http://schemas.openxmlformats.org/officeDocument/2006/relationships/image" Target="../media/image105.wmf"/><Relationship Id="rId7" Type="http://schemas.openxmlformats.org/officeDocument/2006/relationships/image" Target="../media/image104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1" Type="http://schemas.openxmlformats.org/officeDocument/2006/relationships/image" Target="../media/image108.wmf"/><Relationship Id="rId10" Type="http://schemas.openxmlformats.org/officeDocument/2006/relationships/image" Target="../media/image107.wmf"/><Relationship Id="rId1" Type="http://schemas.openxmlformats.org/officeDocument/2006/relationships/image" Target="../media/image98.wmf"/></Relationships>
</file>

<file path=ppt/drawings/_rels/vmlDrawing1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12.wmf"/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1.wmf"/><Relationship Id="rId8" Type="http://schemas.openxmlformats.org/officeDocument/2006/relationships/image" Target="../media/image120.wmf"/><Relationship Id="rId7" Type="http://schemas.openxmlformats.org/officeDocument/2006/relationships/image" Target="../media/image119.wmf"/><Relationship Id="rId6" Type="http://schemas.openxmlformats.org/officeDocument/2006/relationships/image" Target="../media/image118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3" Type="http://schemas.openxmlformats.org/officeDocument/2006/relationships/image" Target="../media/image125.wmf"/><Relationship Id="rId12" Type="http://schemas.openxmlformats.org/officeDocument/2006/relationships/image" Target="../media/image124.wmf"/><Relationship Id="rId11" Type="http://schemas.openxmlformats.org/officeDocument/2006/relationships/image" Target="../media/image123.wmf"/><Relationship Id="rId10" Type="http://schemas.openxmlformats.org/officeDocument/2006/relationships/image" Target="../media/image122.wmf"/><Relationship Id="rId1" Type="http://schemas.openxmlformats.org/officeDocument/2006/relationships/image" Target="../media/image113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8.wmf"/><Relationship Id="rId8" Type="http://schemas.openxmlformats.org/officeDocument/2006/relationships/image" Target="../media/image127.wmf"/><Relationship Id="rId7" Type="http://schemas.openxmlformats.org/officeDocument/2006/relationships/image" Target="../media/image126.wmf"/><Relationship Id="rId6" Type="http://schemas.openxmlformats.org/officeDocument/2006/relationships/image" Target="../media/image118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2" Type="http://schemas.openxmlformats.org/officeDocument/2006/relationships/image" Target="../media/image131.wmf"/><Relationship Id="rId11" Type="http://schemas.openxmlformats.org/officeDocument/2006/relationships/image" Target="../media/image130.wmf"/><Relationship Id="rId10" Type="http://schemas.openxmlformats.org/officeDocument/2006/relationships/image" Target="../media/image129.wmf"/><Relationship Id="rId1" Type="http://schemas.openxmlformats.org/officeDocument/2006/relationships/image" Target="../media/image113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0.wmf"/><Relationship Id="rId8" Type="http://schemas.openxmlformats.org/officeDocument/2006/relationships/image" Target="../media/image139.wmf"/><Relationship Id="rId7" Type="http://schemas.openxmlformats.org/officeDocument/2006/relationships/image" Target="../media/image138.wmf"/><Relationship Id="rId6" Type="http://schemas.openxmlformats.org/officeDocument/2006/relationships/image" Target="../media/image137.wmf"/><Relationship Id="rId5" Type="http://schemas.openxmlformats.org/officeDocument/2006/relationships/image" Target="../media/image136.wmf"/><Relationship Id="rId4" Type="http://schemas.openxmlformats.org/officeDocument/2006/relationships/image" Target="../media/image135.wmf"/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7" Type="http://schemas.openxmlformats.org/officeDocument/2006/relationships/image" Target="../media/image148.wmf"/><Relationship Id="rId16" Type="http://schemas.openxmlformats.org/officeDocument/2006/relationships/image" Target="../media/image147.wmf"/><Relationship Id="rId15" Type="http://schemas.openxmlformats.org/officeDocument/2006/relationships/image" Target="../media/image146.wmf"/><Relationship Id="rId14" Type="http://schemas.openxmlformats.org/officeDocument/2006/relationships/image" Target="../media/image145.wmf"/><Relationship Id="rId13" Type="http://schemas.openxmlformats.org/officeDocument/2006/relationships/image" Target="../media/image144.wmf"/><Relationship Id="rId12" Type="http://schemas.openxmlformats.org/officeDocument/2006/relationships/image" Target="../media/image143.wmf"/><Relationship Id="rId11" Type="http://schemas.openxmlformats.org/officeDocument/2006/relationships/image" Target="../media/image142.wmf"/><Relationship Id="rId10" Type="http://schemas.openxmlformats.org/officeDocument/2006/relationships/image" Target="../media/image141.wmf"/><Relationship Id="rId1" Type="http://schemas.openxmlformats.org/officeDocument/2006/relationships/image" Target="../media/image132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7" Type="http://schemas.openxmlformats.org/officeDocument/2006/relationships/image" Target="../media/image153.wmf"/><Relationship Id="rId6" Type="http://schemas.openxmlformats.org/officeDocument/2006/relationships/image" Target="../media/image152.wmf"/><Relationship Id="rId5" Type="http://schemas.openxmlformats.org/officeDocument/2006/relationships/image" Target="../media/image151.wmf"/><Relationship Id="rId4" Type="http://schemas.openxmlformats.org/officeDocument/2006/relationships/image" Target="../media/image150.wmf"/><Relationship Id="rId3" Type="http://schemas.openxmlformats.org/officeDocument/2006/relationships/image" Target="../media/image149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7" Type="http://schemas.openxmlformats.org/officeDocument/2006/relationships/image" Target="../media/image161.wmf"/><Relationship Id="rId6" Type="http://schemas.openxmlformats.org/officeDocument/2006/relationships/image" Target="../media/image160.wmf"/><Relationship Id="rId5" Type="http://schemas.openxmlformats.org/officeDocument/2006/relationships/image" Target="../media/image159.wmf"/><Relationship Id="rId4" Type="http://schemas.openxmlformats.org/officeDocument/2006/relationships/image" Target="../media/image158.wmf"/><Relationship Id="rId3" Type="http://schemas.openxmlformats.org/officeDocument/2006/relationships/image" Target="../media/image157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/Relationships>
</file>

<file path=ppt/drawings/_rels/vmlDrawing20.vml.rels><?xml version="1.0" encoding="UTF-8" standalone="yes"?>
<Relationships xmlns="http://schemas.openxmlformats.org/package/2006/relationships"><Relationship Id="rId6" Type="http://schemas.openxmlformats.org/officeDocument/2006/relationships/image" Target="../media/image164.wmf"/><Relationship Id="rId5" Type="http://schemas.openxmlformats.org/officeDocument/2006/relationships/image" Target="../media/image91.wmf"/><Relationship Id="rId4" Type="http://schemas.openxmlformats.org/officeDocument/2006/relationships/image" Target="../media/image81.wmf"/><Relationship Id="rId3" Type="http://schemas.openxmlformats.org/officeDocument/2006/relationships/image" Target="../media/image163.wmf"/><Relationship Id="rId2" Type="http://schemas.openxmlformats.org/officeDocument/2006/relationships/image" Target="../media/image89.wmf"/><Relationship Id="rId1" Type="http://schemas.openxmlformats.org/officeDocument/2006/relationships/image" Target="../media/image7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DF81B-7435-47FF-810F-104EA4E5F6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36650" y="1143000"/>
            <a:ext cx="4584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5D60B-1BF6-4D2B-AF67-18B93172C66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1094486"/>
            <a:ext cx="9799200" cy="3076626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4261601"/>
            <a:ext cx="9799200" cy="1762381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7557986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7557986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7557986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728221"/>
            <a:ext cx="10969200" cy="844564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783926"/>
            <a:ext cx="10969200" cy="5696498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7557986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7557986"/>
            <a:ext cx="3960000" cy="3791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7557986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4606321"/>
            <a:ext cx="7768800" cy="917817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5524138"/>
            <a:ext cx="7768800" cy="1038469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7557986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7557986"/>
            <a:ext cx="3960000" cy="3791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7557986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728221"/>
            <a:ext cx="10969200" cy="844564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796853"/>
            <a:ext cx="5176800" cy="5683571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796853"/>
            <a:ext cx="5176800" cy="5683571"/>
          </a:xfrm>
        </p:spPr>
        <p:txBody>
          <a:bodyPr lIns="90000" tIns="46800" rIns="90000" bIns="46800">
            <a:normAutofit/>
          </a:bodyPr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7557986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7557986"/>
            <a:ext cx="3960000" cy="3791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7557986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728221"/>
            <a:ext cx="10969200" cy="844564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710673"/>
            <a:ext cx="5342400" cy="456754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2219135"/>
            <a:ext cx="5342400" cy="5261289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701731"/>
            <a:ext cx="5342400" cy="45675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2219135"/>
            <a:ext cx="5342400" cy="5261289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7557986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7557986"/>
            <a:ext cx="3960000" cy="3791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7557986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7557986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7557986"/>
            <a:ext cx="3960000" cy="3791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7557986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861488"/>
            <a:ext cx="5126400" cy="551552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  <p:custDataLst>
              <p:tags r:id="rId3"/>
            </p:custDataLst>
          </p:nvPr>
        </p:nvSpPr>
        <p:spPr>
          <a:xfrm>
            <a:off x="6350400" y="1861488"/>
            <a:ext cx="5227200" cy="551552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7557986"/>
            <a:ext cx="2700000" cy="379192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7557986"/>
            <a:ext cx="3960000" cy="3791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7557986"/>
            <a:ext cx="2700000" cy="379192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400" y="728221"/>
            <a:ext cx="10969200" cy="77562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7557986"/>
            <a:ext cx="2700000" cy="3791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7557986"/>
            <a:ext cx="3960000" cy="3791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7557986"/>
            <a:ext cx="2700000" cy="3791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973210"/>
            <a:ext cx="9799200" cy="1219447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4261601"/>
            <a:ext cx="9799200" cy="564479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8" Type="http://schemas.openxmlformats.org/officeDocument/2006/relationships/theme" Target="../theme/theme1.xml"/><Relationship Id="rId27" Type="http://schemas.openxmlformats.org/officeDocument/2006/relationships/image" Target="file:///C:\Users\1V994W2\PycharmProjects\PPT_Background_Generation/pic_temp/pic_sup.png" TargetMode="External"/><Relationship Id="rId26" Type="http://schemas.openxmlformats.org/officeDocument/2006/relationships/image" Target="../media/image1.png"/><Relationship Id="rId25" Type="http://schemas.openxmlformats.org/officeDocument/2006/relationships/tags" Target="../tags/tag45.xml"/><Relationship Id="rId24" Type="http://schemas.openxmlformats.org/officeDocument/2006/relationships/tags" Target="../tags/tag4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25"/>
            </p:custDataLst>
          </p:nvPr>
        </p:nvPicPr>
        <p:blipFill>
          <a:blip r:embed="rId26" r:link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208645"/>
          </a:xfrm>
          <a:prstGeom prst="rect">
            <a:avLst/>
          </a:prstGeom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2.xml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image" Target="../media/image6.w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Relationship Id="rId39" Type="http://schemas.openxmlformats.org/officeDocument/2006/relationships/vmlDrawing" Target="../drawings/vmlDrawing2.vml"/><Relationship Id="rId38" Type="http://schemas.openxmlformats.org/officeDocument/2006/relationships/slideLayout" Target="../slideLayouts/slideLayout13.xml"/><Relationship Id="rId37" Type="http://schemas.openxmlformats.org/officeDocument/2006/relationships/image" Target="../media/image17.wmf"/><Relationship Id="rId36" Type="http://schemas.openxmlformats.org/officeDocument/2006/relationships/oleObject" Target="../embeddings/oleObject22.bin"/><Relationship Id="rId35" Type="http://schemas.openxmlformats.org/officeDocument/2006/relationships/tags" Target="../tags/tag47.xml"/><Relationship Id="rId34" Type="http://schemas.openxmlformats.org/officeDocument/2006/relationships/image" Target="../media/image16.wmf"/><Relationship Id="rId33" Type="http://schemas.openxmlformats.org/officeDocument/2006/relationships/oleObject" Target="../embeddings/oleObject21.bin"/><Relationship Id="rId32" Type="http://schemas.openxmlformats.org/officeDocument/2006/relationships/tags" Target="../tags/tag46.xml"/><Relationship Id="rId31" Type="http://schemas.openxmlformats.org/officeDocument/2006/relationships/oleObject" Target="../embeddings/oleObject20.bin"/><Relationship Id="rId30" Type="http://schemas.openxmlformats.org/officeDocument/2006/relationships/image" Target="../media/image15.wmf"/><Relationship Id="rId3" Type="http://schemas.openxmlformats.org/officeDocument/2006/relationships/oleObject" Target="../embeddings/oleObject4.bin"/><Relationship Id="rId29" Type="http://schemas.openxmlformats.org/officeDocument/2006/relationships/oleObject" Target="../embeddings/oleObject19.bin"/><Relationship Id="rId28" Type="http://schemas.openxmlformats.org/officeDocument/2006/relationships/image" Target="../media/image14.wmf"/><Relationship Id="rId27" Type="http://schemas.openxmlformats.org/officeDocument/2006/relationships/oleObject" Target="../embeddings/oleObject18.bin"/><Relationship Id="rId26" Type="http://schemas.openxmlformats.org/officeDocument/2006/relationships/image" Target="../media/image13.wmf"/><Relationship Id="rId25" Type="http://schemas.openxmlformats.org/officeDocument/2006/relationships/oleObject" Target="../embeddings/oleObject17.bin"/><Relationship Id="rId24" Type="http://schemas.openxmlformats.org/officeDocument/2006/relationships/image" Target="../media/image12.wmf"/><Relationship Id="rId23" Type="http://schemas.openxmlformats.org/officeDocument/2006/relationships/oleObject" Target="../embeddings/oleObject16.bin"/><Relationship Id="rId22" Type="http://schemas.openxmlformats.org/officeDocument/2006/relationships/oleObject" Target="../embeddings/oleObject15.bin"/><Relationship Id="rId21" Type="http://schemas.openxmlformats.org/officeDocument/2006/relationships/oleObject" Target="../embeddings/oleObject14.bin"/><Relationship Id="rId20" Type="http://schemas.openxmlformats.org/officeDocument/2006/relationships/oleObject" Target="../embeddings/oleObject13.bin"/><Relationship Id="rId2" Type="http://schemas.openxmlformats.org/officeDocument/2006/relationships/image" Target="../media/image3.wmf"/><Relationship Id="rId19" Type="http://schemas.openxmlformats.org/officeDocument/2006/relationships/oleObject" Target="../embeddings/oleObject12.bin"/><Relationship Id="rId18" Type="http://schemas.openxmlformats.org/officeDocument/2006/relationships/image" Target="../media/image11.wmf"/><Relationship Id="rId17" Type="http://schemas.openxmlformats.org/officeDocument/2006/relationships/oleObject" Target="../embeddings/oleObject11.bin"/><Relationship Id="rId16" Type="http://schemas.openxmlformats.org/officeDocument/2006/relationships/image" Target="../media/image10.wmf"/><Relationship Id="rId15" Type="http://schemas.openxmlformats.org/officeDocument/2006/relationships/oleObject" Target="../embeddings/oleObject10.bin"/><Relationship Id="rId14" Type="http://schemas.openxmlformats.org/officeDocument/2006/relationships/image" Target="../media/image9.wmf"/><Relationship Id="rId13" Type="http://schemas.openxmlformats.org/officeDocument/2006/relationships/oleObject" Target="../embeddings/oleObject9.bin"/><Relationship Id="rId12" Type="http://schemas.openxmlformats.org/officeDocument/2006/relationships/image" Target="../media/image8.wmf"/><Relationship Id="rId11" Type="http://schemas.openxmlformats.org/officeDocument/2006/relationships/oleObject" Target="../embeddings/oleObject8.bin"/><Relationship Id="rId10" Type="http://schemas.openxmlformats.org/officeDocument/2006/relationships/image" Target="../media/image7.wmf"/><Relationship Id="rId1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.bin"/><Relationship Id="rId8" Type="http://schemas.openxmlformats.org/officeDocument/2006/relationships/image" Target="../media/image21.w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5.bin"/><Relationship Id="rId45" Type="http://schemas.openxmlformats.org/officeDocument/2006/relationships/vmlDrawing" Target="../drawings/vmlDrawing3.vml"/><Relationship Id="rId44" Type="http://schemas.openxmlformats.org/officeDocument/2006/relationships/slideLayout" Target="../slideLayouts/slideLayout14.xml"/><Relationship Id="rId43" Type="http://schemas.openxmlformats.org/officeDocument/2006/relationships/oleObject" Target="../embeddings/oleObject46.bin"/><Relationship Id="rId42" Type="http://schemas.openxmlformats.org/officeDocument/2006/relationships/oleObject" Target="../embeddings/oleObject45.bin"/><Relationship Id="rId41" Type="http://schemas.openxmlformats.org/officeDocument/2006/relationships/oleObject" Target="../embeddings/oleObject44.bin"/><Relationship Id="rId40" Type="http://schemas.openxmlformats.org/officeDocument/2006/relationships/image" Target="../media/image36.wmf"/><Relationship Id="rId4" Type="http://schemas.openxmlformats.org/officeDocument/2006/relationships/image" Target="../media/image19.wmf"/><Relationship Id="rId39" Type="http://schemas.openxmlformats.org/officeDocument/2006/relationships/oleObject" Target="../embeddings/oleObject43.bin"/><Relationship Id="rId38" Type="http://schemas.openxmlformats.org/officeDocument/2006/relationships/image" Target="../media/image35.wmf"/><Relationship Id="rId37" Type="http://schemas.openxmlformats.org/officeDocument/2006/relationships/oleObject" Target="../embeddings/oleObject42.bin"/><Relationship Id="rId36" Type="http://schemas.openxmlformats.org/officeDocument/2006/relationships/image" Target="../media/image34.wmf"/><Relationship Id="rId35" Type="http://schemas.openxmlformats.org/officeDocument/2006/relationships/oleObject" Target="../embeddings/oleObject41.bin"/><Relationship Id="rId34" Type="http://schemas.openxmlformats.org/officeDocument/2006/relationships/image" Target="../media/image33.wmf"/><Relationship Id="rId33" Type="http://schemas.openxmlformats.org/officeDocument/2006/relationships/oleObject" Target="../embeddings/oleObject40.bin"/><Relationship Id="rId32" Type="http://schemas.openxmlformats.org/officeDocument/2006/relationships/image" Target="../media/image32.wmf"/><Relationship Id="rId31" Type="http://schemas.openxmlformats.org/officeDocument/2006/relationships/oleObject" Target="../embeddings/oleObject39.bin"/><Relationship Id="rId30" Type="http://schemas.openxmlformats.org/officeDocument/2006/relationships/image" Target="../media/image31.wmf"/><Relationship Id="rId3" Type="http://schemas.openxmlformats.org/officeDocument/2006/relationships/oleObject" Target="../embeddings/oleObject24.bin"/><Relationship Id="rId29" Type="http://schemas.openxmlformats.org/officeDocument/2006/relationships/oleObject" Target="../embeddings/oleObject38.bin"/><Relationship Id="rId28" Type="http://schemas.openxmlformats.org/officeDocument/2006/relationships/image" Target="../media/image30.wmf"/><Relationship Id="rId27" Type="http://schemas.openxmlformats.org/officeDocument/2006/relationships/oleObject" Target="../embeddings/oleObject37.bin"/><Relationship Id="rId26" Type="http://schemas.openxmlformats.org/officeDocument/2006/relationships/image" Target="../media/image29.wmf"/><Relationship Id="rId25" Type="http://schemas.openxmlformats.org/officeDocument/2006/relationships/oleObject" Target="../embeddings/oleObject36.bin"/><Relationship Id="rId24" Type="http://schemas.openxmlformats.org/officeDocument/2006/relationships/image" Target="../media/image28.wmf"/><Relationship Id="rId23" Type="http://schemas.openxmlformats.org/officeDocument/2006/relationships/oleObject" Target="../embeddings/oleObject35.bin"/><Relationship Id="rId22" Type="http://schemas.openxmlformats.org/officeDocument/2006/relationships/image" Target="../media/image27.wmf"/><Relationship Id="rId21" Type="http://schemas.openxmlformats.org/officeDocument/2006/relationships/oleObject" Target="../embeddings/oleObject34.bin"/><Relationship Id="rId20" Type="http://schemas.openxmlformats.org/officeDocument/2006/relationships/image" Target="../media/image26.wmf"/><Relationship Id="rId2" Type="http://schemas.openxmlformats.org/officeDocument/2006/relationships/image" Target="../media/image18.wmf"/><Relationship Id="rId19" Type="http://schemas.openxmlformats.org/officeDocument/2006/relationships/oleObject" Target="../embeddings/oleObject33.bin"/><Relationship Id="rId18" Type="http://schemas.openxmlformats.org/officeDocument/2006/relationships/image" Target="../media/image25.wmf"/><Relationship Id="rId17" Type="http://schemas.openxmlformats.org/officeDocument/2006/relationships/oleObject" Target="../embeddings/oleObject32.bin"/><Relationship Id="rId16" Type="http://schemas.openxmlformats.org/officeDocument/2006/relationships/oleObject" Target="../embeddings/oleObject31.bin"/><Relationship Id="rId15" Type="http://schemas.openxmlformats.org/officeDocument/2006/relationships/oleObject" Target="../embeddings/oleObject30.bin"/><Relationship Id="rId14" Type="http://schemas.openxmlformats.org/officeDocument/2006/relationships/image" Target="../media/image24.wmf"/><Relationship Id="rId13" Type="http://schemas.openxmlformats.org/officeDocument/2006/relationships/oleObject" Target="../embeddings/oleObject29.bin"/><Relationship Id="rId12" Type="http://schemas.openxmlformats.org/officeDocument/2006/relationships/image" Target="../media/image23.wmf"/><Relationship Id="rId11" Type="http://schemas.openxmlformats.org/officeDocument/2006/relationships/oleObject" Target="../embeddings/oleObject28.bin"/><Relationship Id="rId10" Type="http://schemas.openxmlformats.org/officeDocument/2006/relationships/image" Target="../media/image22.wmf"/><Relationship Id="rId1" Type="http://schemas.openxmlformats.org/officeDocument/2006/relationships/oleObject" Target="../embeddings/oleObject23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.bin"/><Relationship Id="rId8" Type="http://schemas.openxmlformats.org/officeDocument/2006/relationships/image" Target="../media/image39.wmf"/><Relationship Id="rId7" Type="http://schemas.openxmlformats.org/officeDocument/2006/relationships/oleObject" Target="../embeddings/oleObject50.bin"/><Relationship Id="rId6" Type="http://schemas.openxmlformats.org/officeDocument/2006/relationships/image" Target="../media/image24.wmf"/><Relationship Id="rId5" Type="http://schemas.openxmlformats.org/officeDocument/2006/relationships/oleObject" Target="../embeddings/oleObject49.bin"/><Relationship Id="rId41" Type="http://schemas.openxmlformats.org/officeDocument/2006/relationships/vmlDrawing" Target="../drawings/vmlDrawing4.vml"/><Relationship Id="rId40" Type="http://schemas.openxmlformats.org/officeDocument/2006/relationships/slideLayout" Target="../slideLayouts/slideLayout15.xml"/><Relationship Id="rId4" Type="http://schemas.openxmlformats.org/officeDocument/2006/relationships/image" Target="../media/image38.wmf"/><Relationship Id="rId39" Type="http://schemas.openxmlformats.org/officeDocument/2006/relationships/image" Target="../media/image48.wmf"/><Relationship Id="rId38" Type="http://schemas.openxmlformats.org/officeDocument/2006/relationships/oleObject" Target="../embeddings/oleObject66.bin"/><Relationship Id="rId37" Type="http://schemas.openxmlformats.org/officeDocument/2006/relationships/image" Target="../media/image36.wmf"/><Relationship Id="rId36" Type="http://schemas.openxmlformats.org/officeDocument/2006/relationships/oleObject" Target="../embeddings/oleObject65.bin"/><Relationship Id="rId35" Type="http://schemas.openxmlformats.org/officeDocument/2006/relationships/image" Target="../media/image35.wmf"/><Relationship Id="rId34" Type="http://schemas.openxmlformats.org/officeDocument/2006/relationships/oleObject" Target="../embeddings/oleObject64.bin"/><Relationship Id="rId33" Type="http://schemas.openxmlformats.org/officeDocument/2006/relationships/image" Target="../media/image34.wmf"/><Relationship Id="rId32" Type="http://schemas.openxmlformats.org/officeDocument/2006/relationships/oleObject" Target="../embeddings/oleObject63.bin"/><Relationship Id="rId31" Type="http://schemas.openxmlformats.org/officeDocument/2006/relationships/image" Target="../media/image33.wmf"/><Relationship Id="rId30" Type="http://schemas.openxmlformats.org/officeDocument/2006/relationships/oleObject" Target="../embeddings/oleObject62.bin"/><Relationship Id="rId3" Type="http://schemas.openxmlformats.org/officeDocument/2006/relationships/oleObject" Target="../embeddings/oleObject48.bin"/><Relationship Id="rId29" Type="http://schemas.openxmlformats.org/officeDocument/2006/relationships/image" Target="../media/image32.wmf"/><Relationship Id="rId28" Type="http://schemas.openxmlformats.org/officeDocument/2006/relationships/oleObject" Target="../embeddings/oleObject61.bin"/><Relationship Id="rId27" Type="http://schemas.openxmlformats.org/officeDocument/2006/relationships/image" Target="../media/image31.wmf"/><Relationship Id="rId26" Type="http://schemas.openxmlformats.org/officeDocument/2006/relationships/oleObject" Target="../embeddings/oleObject60.bin"/><Relationship Id="rId25" Type="http://schemas.openxmlformats.org/officeDocument/2006/relationships/image" Target="../media/image47.wmf"/><Relationship Id="rId24" Type="http://schemas.openxmlformats.org/officeDocument/2006/relationships/oleObject" Target="../embeddings/oleObject59.bin"/><Relationship Id="rId23" Type="http://schemas.openxmlformats.org/officeDocument/2006/relationships/image" Target="../media/image46.wmf"/><Relationship Id="rId22" Type="http://schemas.openxmlformats.org/officeDocument/2006/relationships/oleObject" Target="../embeddings/oleObject58.bin"/><Relationship Id="rId21" Type="http://schemas.openxmlformats.org/officeDocument/2006/relationships/image" Target="../media/image45.wmf"/><Relationship Id="rId20" Type="http://schemas.openxmlformats.org/officeDocument/2006/relationships/oleObject" Target="../embeddings/oleObject57.bin"/><Relationship Id="rId2" Type="http://schemas.openxmlformats.org/officeDocument/2006/relationships/image" Target="../media/image37.wmf"/><Relationship Id="rId19" Type="http://schemas.openxmlformats.org/officeDocument/2006/relationships/image" Target="../media/image44.wmf"/><Relationship Id="rId18" Type="http://schemas.openxmlformats.org/officeDocument/2006/relationships/oleObject" Target="../embeddings/oleObject56.bin"/><Relationship Id="rId17" Type="http://schemas.openxmlformats.org/officeDocument/2006/relationships/image" Target="../media/image43.wmf"/><Relationship Id="rId16" Type="http://schemas.openxmlformats.org/officeDocument/2006/relationships/oleObject" Target="../embeddings/oleObject55.bin"/><Relationship Id="rId15" Type="http://schemas.openxmlformats.org/officeDocument/2006/relationships/oleObject" Target="../embeddings/oleObject54.bin"/><Relationship Id="rId14" Type="http://schemas.openxmlformats.org/officeDocument/2006/relationships/image" Target="../media/image42.wmf"/><Relationship Id="rId13" Type="http://schemas.openxmlformats.org/officeDocument/2006/relationships/oleObject" Target="../embeddings/oleObject53.bin"/><Relationship Id="rId12" Type="http://schemas.openxmlformats.org/officeDocument/2006/relationships/image" Target="../media/image41.wmf"/><Relationship Id="rId11" Type="http://schemas.openxmlformats.org/officeDocument/2006/relationships/oleObject" Target="../embeddings/oleObject52.bin"/><Relationship Id="rId10" Type="http://schemas.openxmlformats.org/officeDocument/2006/relationships/image" Target="../media/image40.wmf"/><Relationship Id="rId1" Type="http://schemas.openxmlformats.org/officeDocument/2006/relationships/oleObject" Target="../embeddings/oleObject47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image" Target="../media/image49.wmf"/><Relationship Id="rId69" Type="http://schemas.openxmlformats.org/officeDocument/2006/relationships/vmlDrawing" Target="../drawings/vmlDrawing5.vml"/><Relationship Id="rId68" Type="http://schemas.openxmlformats.org/officeDocument/2006/relationships/slideLayout" Target="../slideLayouts/slideLayout16.xml"/><Relationship Id="rId67" Type="http://schemas.openxmlformats.org/officeDocument/2006/relationships/tags" Target="../tags/tag76.xml"/><Relationship Id="rId66" Type="http://schemas.openxmlformats.org/officeDocument/2006/relationships/image" Target="../media/image67.wmf"/><Relationship Id="rId65" Type="http://schemas.openxmlformats.org/officeDocument/2006/relationships/oleObject" Target="../embeddings/oleObject85.bin"/><Relationship Id="rId64" Type="http://schemas.openxmlformats.org/officeDocument/2006/relationships/image" Target="../media/image66.wmf"/><Relationship Id="rId63" Type="http://schemas.openxmlformats.org/officeDocument/2006/relationships/oleObject" Target="../embeddings/oleObject84.bin"/><Relationship Id="rId62" Type="http://schemas.openxmlformats.org/officeDocument/2006/relationships/tags" Target="../tags/tag75.xml"/><Relationship Id="rId61" Type="http://schemas.openxmlformats.org/officeDocument/2006/relationships/image" Target="../media/image65.wmf"/><Relationship Id="rId60" Type="http://schemas.openxmlformats.org/officeDocument/2006/relationships/oleObject" Target="../embeddings/oleObject83.bin"/><Relationship Id="rId6" Type="http://schemas.openxmlformats.org/officeDocument/2006/relationships/oleObject" Target="../embeddings/oleObject67.bin"/><Relationship Id="rId59" Type="http://schemas.openxmlformats.org/officeDocument/2006/relationships/tags" Target="../tags/tag74.xml"/><Relationship Id="rId58" Type="http://schemas.openxmlformats.org/officeDocument/2006/relationships/image" Target="../media/image64.wmf"/><Relationship Id="rId57" Type="http://schemas.openxmlformats.org/officeDocument/2006/relationships/oleObject" Target="../embeddings/oleObject82.bin"/><Relationship Id="rId56" Type="http://schemas.openxmlformats.org/officeDocument/2006/relationships/tags" Target="../tags/tag73.xml"/><Relationship Id="rId55" Type="http://schemas.openxmlformats.org/officeDocument/2006/relationships/image" Target="../media/image63.wmf"/><Relationship Id="rId54" Type="http://schemas.openxmlformats.org/officeDocument/2006/relationships/oleObject" Target="../embeddings/oleObject81.bin"/><Relationship Id="rId53" Type="http://schemas.openxmlformats.org/officeDocument/2006/relationships/tags" Target="../tags/tag72.xml"/><Relationship Id="rId52" Type="http://schemas.openxmlformats.org/officeDocument/2006/relationships/tags" Target="../tags/tag71.xml"/><Relationship Id="rId51" Type="http://schemas.openxmlformats.org/officeDocument/2006/relationships/image" Target="../media/image62.wmf"/><Relationship Id="rId50" Type="http://schemas.openxmlformats.org/officeDocument/2006/relationships/oleObject" Target="../embeddings/oleObject80.bin"/><Relationship Id="rId5" Type="http://schemas.openxmlformats.org/officeDocument/2006/relationships/tags" Target="../tags/tag52.xml"/><Relationship Id="rId49" Type="http://schemas.openxmlformats.org/officeDocument/2006/relationships/tags" Target="../tags/tag70.xml"/><Relationship Id="rId48" Type="http://schemas.openxmlformats.org/officeDocument/2006/relationships/image" Target="../media/image61.wmf"/><Relationship Id="rId47" Type="http://schemas.openxmlformats.org/officeDocument/2006/relationships/oleObject" Target="../embeddings/oleObject79.bin"/><Relationship Id="rId46" Type="http://schemas.openxmlformats.org/officeDocument/2006/relationships/tags" Target="../tags/tag69.xml"/><Relationship Id="rId45" Type="http://schemas.openxmlformats.org/officeDocument/2006/relationships/tags" Target="../tags/tag68.xml"/><Relationship Id="rId44" Type="http://schemas.openxmlformats.org/officeDocument/2006/relationships/image" Target="../media/image60.wmf"/><Relationship Id="rId43" Type="http://schemas.openxmlformats.org/officeDocument/2006/relationships/oleObject" Target="../embeddings/oleObject78.bin"/><Relationship Id="rId42" Type="http://schemas.openxmlformats.org/officeDocument/2006/relationships/tags" Target="../tags/tag67.xml"/><Relationship Id="rId41" Type="http://schemas.openxmlformats.org/officeDocument/2006/relationships/image" Target="../media/image59.wmf"/><Relationship Id="rId40" Type="http://schemas.openxmlformats.org/officeDocument/2006/relationships/oleObject" Target="../embeddings/oleObject77.bin"/><Relationship Id="rId4" Type="http://schemas.openxmlformats.org/officeDocument/2006/relationships/tags" Target="../tags/tag51.xml"/><Relationship Id="rId39" Type="http://schemas.openxmlformats.org/officeDocument/2006/relationships/tags" Target="../tags/tag66.xml"/><Relationship Id="rId38" Type="http://schemas.openxmlformats.org/officeDocument/2006/relationships/image" Target="../media/image58.wmf"/><Relationship Id="rId37" Type="http://schemas.openxmlformats.org/officeDocument/2006/relationships/oleObject" Target="../embeddings/oleObject76.bin"/><Relationship Id="rId36" Type="http://schemas.openxmlformats.org/officeDocument/2006/relationships/tags" Target="../tags/tag65.xml"/><Relationship Id="rId35" Type="http://schemas.openxmlformats.org/officeDocument/2006/relationships/image" Target="../media/image57.wmf"/><Relationship Id="rId34" Type="http://schemas.openxmlformats.org/officeDocument/2006/relationships/oleObject" Target="../embeddings/oleObject75.bin"/><Relationship Id="rId33" Type="http://schemas.openxmlformats.org/officeDocument/2006/relationships/tags" Target="../tags/tag64.xml"/><Relationship Id="rId32" Type="http://schemas.openxmlformats.org/officeDocument/2006/relationships/image" Target="../media/image56.wmf"/><Relationship Id="rId31" Type="http://schemas.openxmlformats.org/officeDocument/2006/relationships/oleObject" Target="../embeddings/oleObject74.bin"/><Relationship Id="rId30" Type="http://schemas.openxmlformats.org/officeDocument/2006/relationships/tags" Target="../tags/tag63.xml"/><Relationship Id="rId3" Type="http://schemas.openxmlformats.org/officeDocument/2006/relationships/tags" Target="../tags/tag50.xml"/><Relationship Id="rId29" Type="http://schemas.openxmlformats.org/officeDocument/2006/relationships/tags" Target="../tags/tag62.xml"/><Relationship Id="rId28" Type="http://schemas.openxmlformats.org/officeDocument/2006/relationships/image" Target="../media/image55.wmf"/><Relationship Id="rId27" Type="http://schemas.openxmlformats.org/officeDocument/2006/relationships/oleObject" Target="../embeddings/oleObject73.bin"/><Relationship Id="rId26" Type="http://schemas.openxmlformats.org/officeDocument/2006/relationships/tags" Target="../tags/tag61.xml"/><Relationship Id="rId25" Type="http://schemas.openxmlformats.org/officeDocument/2006/relationships/image" Target="../media/image54.wmf"/><Relationship Id="rId24" Type="http://schemas.openxmlformats.org/officeDocument/2006/relationships/oleObject" Target="../embeddings/oleObject72.bin"/><Relationship Id="rId23" Type="http://schemas.openxmlformats.org/officeDocument/2006/relationships/tags" Target="../tags/tag60.xml"/><Relationship Id="rId22" Type="http://schemas.openxmlformats.org/officeDocument/2006/relationships/tags" Target="../tags/tag59.xml"/><Relationship Id="rId21" Type="http://schemas.openxmlformats.org/officeDocument/2006/relationships/image" Target="../media/image53.wmf"/><Relationship Id="rId20" Type="http://schemas.openxmlformats.org/officeDocument/2006/relationships/oleObject" Target="../embeddings/oleObject71.bin"/><Relationship Id="rId2" Type="http://schemas.openxmlformats.org/officeDocument/2006/relationships/tags" Target="../tags/tag49.xml"/><Relationship Id="rId19" Type="http://schemas.openxmlformats.org/officeDocument/2006/relationships/tags" Target="../tags/tag58.xml"/><Relationship Id="rId18" Type="http://schemas.openxmlformats.org/officeDocument/2006/relationships/image" Target="../media/image52.wmf"/><Relationship Id="rId17" Type="http://schemas.openxmlformats.org/officeDocument/2006/relationships/oleObject" Target="../embeddings/oleObject70.bin"/><Relationship Id="rId16" Type="http://schemas.openxmlformats.org/officeDocument/2006/relationships/tags" Target="../tags/tag57.xml"/><Relationship Id="rId15" Type="http://schemas.openxmlformats.org/officeDocument/2006/relationships/image" Target="../media/image51.wmf"/><Relationship Id="rId14" Type="http://schemas.openxmlformats.org/officeDocument/2006/relationships/oleObject" Target="../embeddings/oleObject69.bin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image" Target="../media/image50.wmf"/><Relationship Id="rId10" Type="http://schemas.openxmlformats.org/officeDocument/2006/relationships/oleObject" Target="../embeddings/oleObject68.bin"/><Relationship Id="rId1" Type="http://schemas.openxmlformats.org/officeDocument/2006/relationships/tags" Target="../tags/tag4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0.bin"/><Relationship Id="rId8" Type="http://schemas.openxmlformats.org/officeDocument/2006/relationships/image" Target="../media/image58.wmf"/><Relationship Id="rId7" Type="http://schemas.openxmlformats.org/officeDocument/2006/relationships/oleObject" Target="../embeddings/oleObject89.bin"/><Relationship Id="rId6" Type="http://schemas.openxmlformats.org/officeDocument/2006/relationships/image" Target="../media/image55.w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69.wmf"/><Relationship Id="rId3" Type="http://schemas.openxmlformats.org/officeDocument/2006/relationships/oleObject" Target="../embeddings/oleObject87.bin"/><Relationship Id="rId26" Type="http://schemas.openxmlformats.org/officeDocument/2006/relationships/vmlDrawing" Target="../drawings/vmlDrawing6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76.wmf"/><Relationship Id="rId23" Type="http://schemas.openxmlformats.org/officeDocument/2006/relationships/oleObject" Target="../embeddings/oleObject97.bin"/><Relationship Id="rId22" Type="http://schemas.openxmlformats.org/officeDocument/2006/relationships/image" Target="../media/image75.wmf"/><Relationship Id="rId21" Type="http://schemas.openxmlformats.org/officeDocument/2006/relationships/oleObject" Target="../embeddings/oleObject96.bin"/><Relationship Id="rId20" Type="http://schemas.openxmlformats.org/officeDocument/2006/relationships/image" Target="../media/image74.wmf"/><Relationship Id="rId2" Type="http://schemas.openxmlformats.org/officeDocument/2006/relationships/image" Target="../media/image68.wmf"/><Relationship Id="rId19" Type="http://schemas.openxmlformats.org/officeDocument/2006/relationships/oleObject" Target="../embeddings/oleObject95.bin"/><Relationship Id="rId18" Type="http://schemas.openxmlformats.org/officeDocument/2006/relationships/image" Target="../media/image73.wmf"/><Relationship Id="rId17" Type="http://schemas.openxmlformats.org/officeDocument/2006/relationships/oleObject" Target="../embeddings/oleObject94.bin"/><Relationship Id="rId16" Type="http://schemas.openxmlformats.org/officeDocument/2006/relationships/image" Target="../media/image72.wmf"/><Relationship Id="rId15" Type="http://schemas.openxmlformats.org/officeDocument/2006/relationships/oleObject" Target="../embeddings/oleObject93.bin"/><Relationship Id="rId14" Type="http://schemas.openxmlformats.org/officeDocument/2006/relationships/image" Target="../media/image71.wmf"/><Relationship Id="rId13" Type="http://schemas.openxmlformats.org/officeDocument/2006/relationships/oleObject" Target="../embeddings/oleObject92.bin"/><Relationship Id="rId12" Type="http://schemas.openxmlformats.org/officeDocument/2006/relationships/image" Target="../media/image70.wmf"/><Relationship Id="rId11" Type="http://schemas.openxmlformats.org/officeDocument/2006/relationships/oleObject" Target="../embeddings/oleObject91.bin"/><Relationship Id="rId10" Type="http://schemas.openxmlformats.org/officeDocument/2006/relationships/image" Target="../media/image59.wmf"/><Relationship Id="rId1" Type="http://schemas.openxmlformats.org/officeDocument/2006/relationships/oleObject" Target="../embeddings/oleObject86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1.wmf"/><Relationship Id="rId8" Type="http://schemas.openxmlformats.org/officeDocument/2006/relationships/oleObject" Target="../embeddings/oleObject101.bin"/><Relationship Id="rId7" Type="http://schemas.openxmlformats.org/officeDocument/2006/relationships/image" Target="../media/image80.wmf"/><Relationship Id="rId6" Type="http://schemas.openxmlformats.org/officeDocument/2006/relationships/oleObject" Target="../embeddings/oleObject100.bin"/><Relationship Id="rId5" Type="http://schemas.openxmlformats.org/officeDocument/2006/relationships/image" Target="../media/image79.wmf"/><Relationship Id="rId4" Type="http://schemas.openxmlformats.org/officeDocument/2006/relationships/oleObject" Target="../embeddings/oleObject99.bin"/><Relationship Id="rId3" Type="http://schemas.openxmlformats.org/officeDocument/2006/relationships/image" Target="../media/image78.wmf"/><Relationship Id="rId2" Type="http://schemas.openxmlformats.org/officeDocument/2006/relationships/oleObject" Target="../embeddings/oleObject98.bin"/><Relationship Id="rId13" Type="http://schemas.openxmlformats.org/officeDocument/2006/relationships/vmlDrawing" Target="../drawings/vmlDrawing7.vml"/><Relationship Id="rId12" Type="http://schemas.openxmlformats.org/officeDocument/2006/relationships/slideLayout" Target="../slideLayouts/slideLayout19.xml"/><Relationship Id="rId11" Type="http://schemas.openxmlformats.org/officeDocument/2006/relationships/image" Target="../media/image82.wmf"/><Relationship Id="rId10" Type="http://schemas.openxmlformats.org/officeDocument/2006/relationships/oleObject" Target="../embeddings/oleObject102.bin"/><Relationship Id="rId1" Type="http://schemas.openxmlformats.org/officeDocument/2006/relationships/image" Target="../media/image7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7.bin"/><Relationship Id="rId8" Type="http://schemas.openxmlformats.org/officeDocument/2006/relationships/image" Target="../media/image85.wmf"/><Relationship Id="rId7" Type="http://schemas.openxmlformats.org/officeDocument/2006/relationships/oleObject" Target="../embeddings/oleObject106.bin"/><Relationship Id="rId6" Type="http://schemas.openxmlformats.org/officeDocument/2006/relationships/image" Target="../media/image84.wmf"/><Relationship Id="rId5" Type="http://schemas.openxmlformats.org/officeDocument/2006/relationships/oleObject" Target="../embeddings/oleObject105.bin"/><Relationship Id="rId4" Type="http://schemas.openxmlformats.org/officeDocument/2006/relationships/image" Target="../media/image80.wmf"/><Relationship Id="rId3" Type="http://schemas.openxmlformats.org/officeDocument/2006/relationships/oleObject" Target="../embeddings/oleObject104.bin"/><Relationship Id="rId2" Type="http://schemas.openxmlformats.org/officeDocument/2006/relationships/image" Target="../media/image83.wmf"/><Relationship Id="rId16" Type="http://schemas.openxmlformats.org/officeDocument/2006/relationships/vmlDrawing" Target="../drawings/vmlDrawing8.vml"/><Relationship Id="rId15" Type="http://schemas.openxmlformats.org/officeDocument/2006/relationships/slideLayout" Target="../slideLayouts/slideLayout19.xml"/><Relationship Id="rId14" Type="http://schemas.openxmlformats.org/officeDocument/2006/relationships/image" Target="../media/image88.wmf"/><Relationship Id="rId13" Type="http://schemas.openxmlformats.org/officeDocument/2006/relationships/oleObject" Target="../embeddings/oleObject109.bin"/><Relationship Id="rId12" Type="http://schemas.openxmlformats.org/officeDocument/2006/relationships/image" Target="../media/image87.wmf"/><Relationship Id="rId11" Type="http://schemas.openxmlformats.org/officeDocument/2006/relationships/oleObject" Target="../embeddings/oleObject108.bin"/><Relationship Id="rId10" Type="http://schemas.openxmlformats.org/officeDocument/2006/relationships/image" Target="../media/image86.wmf"/><Relationship Id="rId1" Type="http://schemas.openxmlformats.org/officeDocument/2006/relationships/oleObject" Target="../embeddings/oleObject103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wmf"/><Relationship Id="rId8" Type="http://schemas.openxmlformats.org/officeDocument/2006/relationships/oleObject" Target="../embeddings/oleObject113.bin"/><Relationship Id="rId7" Type="http://schemas.openxmlformats.org/officeDocument/2006/relationships/image" Target="../media/image90.wmf"/><Relationship Id="rId6" Type="http://schemas.openxmlformats.org/officeDocument/2006/relationships/oleObject" Target="../embeddings/oleObject112.bin"/><Relationship Id="rId5" Type="http://schemas.openxmlformats.org/officeDocument/2006/relationships/image" Target="../media/image89.wmf"/><Relationship Id="rId4" Type="http://schemas.openxmlformats.org/officeDocument/2006/relationships/oleObject" Target="../embeddings/oleObject111.bin"/><Relationship Id="rId3" Type="http://schemas.openxmlformats.org/officeDocument/2006/relationships/image" Target="../media/image78.wmf"/><Relationship Id="rId2" Type="http://schemas.openxmlformats.org/officeDocument/2006/relationships/oleObject" Target="../embeddings/oleObject110.bin"/><Relationship Id="rId17" Type="http://schemas.openxmlformats.org/officeDocument/2006/relationships/vmlDrawing" Target="../drawings/vmlDrawing9.vml"/><Relationship Id="rId16" Type="http://schemas.openxmlformats.org/officeDocument/2006/relationships/slideLayout" Target="../slideLayouts/slideLayout19.xml"/><Relationship Id="rId15" Type="http://schemas.openxmlformats.org/officeDocument/2006/relationships/image" Target="../media/image82.wmf"/><Relationship Id="rId14" Type="http://schemas.openxmlformats.org/officeDocument/2006/relationships/oleObject" Target="../embeddings/oleObject116.bin"/><Relationship Id="rId13" Type="http://schemas.openxmlformats.org/officeDocument/2006/relationships/image" Target="../media/image91.wmf"/><Relationship Id="rId12" Type="http://schemas.openxmlformats.org/officeDocument/2006/relationships/oleObject" Target="../embeddings/oleObject115.bin"/><Relationship Id="rId11" Type="http://schemas.openxmlformats.org/officeDocument/2006/relationships/image" Target="../media/image81.wmf"/><Relationship Id="rId10" Type="http://schemas.openxmlformats.org/officeDocument/2006/relationships/oleObject" Target="../embeddings/oleObject114.bin"/><Relationship Id="rId1" Type="http://schemas.openxmlformats.org/officeDocument/2006/relationships/image" Target="../media/image7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1.bin"/><Relationship Id="rId8" Type="http://schemas.openxmlformats.org/officeDocument/2006/relationships/image" Target="../media/image84.wmf"/><Relationship Id="rId7" Type="http://schemas.openxmlformats.org/officeDocument/2006/relationships/oleObject" Target="../embeddings/oleObject120.bin"/><Relationship Id="rId6" Type="http://schemas.openxmlformats.org/officeDocument/2006/relationships/image" Target="../media/image80.w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93.wmf"/><Relationship Id="rId3" Type="http://schemas.openxmlformats.org/officeDocument/2006/relationships/oleObject" Target="../embeddings/oleObject118.bin"/><Relationship Id="rId2" Type="http://schemas.openxmlformats.org/officeDocument/2006/relationships/image" Target="../media/image92.wmf"/><Relationship Id="rId16" Type="http://schemas.openxmlformats.org/officeDocument/2006/relationships/vmlDrawing" Target="../drawings/vmlDrawing10.vml"/><Relationship Id="rId15" Type="http://schemas.openxmlformats.org/officeDocument/2006/relationships/slideLayout" Target="../slideLayouts/slideLayout19.xml"/><Relationship Id="rId14" Type="http://schemas.openxmlformats.org/officeDocument/2006/relationships/image" Target="../media/image87.wmf"/><Relationship Id="rId13" Type="http://schemas.openxmlformats.org/officeDocument/2006/relationships/oleObject" Target="../embeddings/oleObject123.bin"/><Relationship Id="rId12" Type="http://schemas.openxmlformats.org/officeDocument/2006/relationships/image" Target="../media/image86.wmf"/><Relationship Id="rId11" Type="http://schemas.openxmlformats.org/officeDocument/2006/relationships/oleObject" Target="../embeddings/oleObject122.bin"/><Relationship Id="rId10" Type="http://schemas.openxmlformats.org/officeDocument/2006/relationships/image" Target="../media/image85.wmf"/><Relationship Id="rId1" Type="http://schemas.openxmlformats.org/officeDocument/2006/relationships/oleObject" Target="../embeddings/oleObject117.bin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19.xml"/><Relationship Id="rId4" Type="http://schemas.openxmlformats.org/officeDocument/2006/relationships/image" Target="../media/image95.wmf"/><Relationship Id="rId3" Type="http://schemas.openxmlformats.org/officeDocument/2006/relationships/oleObject" Target="../embeddings/oleObject125.bin"/><Relationship Id="rId2" Type="http://schemas.openxmlformats.org/officeDocument/2006/relationships/image" Target="../media/image94.wmf"/><Relationship Id="rId1" Type="http://schemas.openxmlformats.org/officeDocument/2006/relationships/oleObject" Target="../embeddings/oleObject124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2.vml"/><Relationship Id="rId7" Type="http://schemas.openxmlformats.org/officeDocument/2006/relationships/slideLayout" Target="../slideLayouts/slideLayout19.xml"/><Relationship Id="rId6" Type="http://schemas.openxmlformats.org/officeDocument/2006/relationships/image" Target="../media/image97.wmf"/><Relationship Id="rId5" Type="http://schemas.openxmlformats.org/officeDocument/2006/relationships/oleObject" Target="../embeddings/oleObject128.bin"/><Relationship Id="rId4" Type="http://schemas.openxmlformats.org/officeDocument/2006/relationships/image" Target="../media/image95.wmf"/><Relationship Id="rId3" Type="http://schemas.openxmlformats.org/officeDocument/2006/relationships/oleObject" Target="../embeddings/oleObject127.bin"/><Relationship Id="rId2" Type="http://schemas.openxmlformats.org/officeDocument/2006/relationships/image" Target="../media/image96.wmf"/><Relationship Id="rId1" Type="http://schemas.openxmlformats.org/officeDocument/2006/relationships/oleObject" Target="../embeddings/oleObject126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3.bin"/><Relationship Id="rId8" Type="http://schemas.openxmlformats.org/officeDocument/2006/relationships/image" Target="../media/image101.wmf"/><Relationship Id="rId7" Type="http://schemas.openxmlformats.org/officeDocument/2006/relationships/oleObject" Target="../embeddings/oleObject132.bin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131.bin"/><Relationship Id="rId4" Type="http://schemas.openxmlformats.org/officeDocument/2006/relationships/image" Target="../media/image99.wmf"/><Relationship Id="rId3" Type="http://schemas.openxmlformats.org/officeDocument/2006/relationships/oleObject" Target="../embeddings/oleObject130.bin"/><Relationship Id="rId24" Type="http://schemas.openxmlformats.org/officeDocument/2006/relationships/vmlDrawing" Target="../drawings/vmlDrawing13.vml"/><Relationship Id="rId23" Type="http://schemas.openxmlformats.org/officeDocument/2006/relationships/slideLayout" Target="../slideLayouts/slideLayout20.xml"/><Relationship Id="rId22" Type="http://schemas.openxmlformats.org/officeDocument/2006/relationships/image" Target="../media/image108.wmf"/><Relationship Id="rId21" Type="http://schemas.openxmlformats.org/officeDocument/2006/relationships/oleObject" Target="../embeddings/oleObject139.bin"/><Relationship Id="rId20" Type="http://schemas.openxmlformats.org/officeDocument/2006/relationships/image" Target="../media/image107.wmf"/><Relationship Id="rId2" Type="http://schemas.openxmlformats.org/officeDocument/2006/relationships/image" Target="../media/image98.wmf"/><Relationship Id="rId19" Type="http://schemas.openxmlformats.org/officeDocument/2006/relationships/oleObject" Target="../embeddings/oleObject138.bin"/><Relationship Id="rId18" Type="http://schemas.openxmlformats.org/officeDocument/2006/relationships/image" Target="../media/image106.wmf"/><Relationship Id="rId17" Type="http://schemas.openxmlformats.org/officeDocument/2006/relationships/oleObject" Target="../embeddings/oleObject137.bin"/><Relationship Id="rId16" Type="http://schemas.openxmlformats.org/officeDocument/2006/relationships/image" Target="../media/image105.wmf"/><Relationship Id="rId15" Type="http://schemas.openxmlformats.org/officeDocument/2006/relationships/oleObject" Target="../embeddings/oleObject136.bin"/><Relationship Id="rId14" Type="http://schemas.openxmlformats.org/officeDocument/2006/relationships/image" Target="../media/image104.wmf"/><Relationship Id="rId13" Type="http://schemas.openxmlformats.org/officeDocument/2006/relationships/oleObject" Target="../embeddings/oleObject135.bin"/><Relationship Id="rId12" Type="http://schemas.openxmlformats.org/officeDocument/2006/relationships/image" Target="../media/image103.wmf"/><Relationship Id="rId11" Type="http://schemas.openxmlformats.org/officeDocument/2006/relationships/oleObject" Target="../embeddings/oleObject134.bin"/><Relationship Id="rId10" Type="http://schemas.openxmlformats.org/officeDocument/2006/relationships/image" Target="../media/image102.wmf"/><Relationship Id="rId1" Type="http://schemas.openxmlformats.org/officeDocument/2006/relationships/oleObject" Target="../embeddings/oleObject129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2.wmf"/><Relationship Id="rId8" Type="http://schemas.openxmlformats.org/officeDocument/2006/relationships/oleObject" Target="../embeddings/oleObject144.bin"/><Relationship Id="rId7" Type="http://schemas.openxmlformats.org/officeDocument/2006/relationships/image" Target="../media/image111.wmf"/><Relationship Id="rId6" Type="http://schemas.openxmlformats.org/officeDocument/2006/relationships/oleObject" Target="../embeddings/oleObject143.bin"/><Relationship Id="rId5" Type="http://schemas.openxmlformats.org/officeDocument/2006/relationships/image" Target="../media/image110.wmf"/><Relationship Id="rId4" Type="http://schemas.openxmlformats.org/officeDocument/2006/relationships/oleObject" Target="../embeddings/oleObject142.bin"/><Relationship Id="rId3" Type="http://schemas.openxmlformats.org/officeDocument/2006/relationships/oleObject" Target="../embeddings/oleObject141.bin"/><Relationship Id="rId2" Type="http://schemas.openxmlformats.org/officeDocument/2006/relationships/image" Target="../media/image109.wmf"/><Relationship Id="rId15" Type="http://schemas.openxmlformats.org/officeDocument/2006/relationships/vmlDrawing" Target="../drawings/vmlDrawing14.vml"/><Relationship Id="rId14" Type="http://schemas.openxmlformats.org/officeDocument/2006/relationships/slideLayout" Target="../slideLayouts/slideLayout21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oleObject" Target="../embeddings/oleObject146.bin"/><Relationship Id="rId10" Type="http://schemas.openxmlformats.org/officeDocument/2006/relationships/oleObject" Target="../embeddings/oleObject145.bin"/><Relationship Id="rId1" Type="http://schemas.openxmlformats.org/officeDocument/2006/relationships/oleObject" Target="../embeddings/oleObject140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1.bin"/><Relationship Id="rId8" Type="http://schemas.openxmlformats.org/officeDocument/2006/relationships/image" Target="../media/image116.wmf"/><Relationship Id="rId7" Type="http://schemas.openxmlformats.org/officeDocument/2006/relationships/oleObject" Target="../embeddings/oleObject150.bin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149.bin"/><Relationship Id="rId4" Type="http://schemas.openxmlformats.org/officeDocument/2006/relationships/image" Target="../media/image114.wmf"/><Relationship Id="rId38" Type="http://schemas.openxmlformats.org/officeDocument/2006/relationships/vmlDrawing" Target="../drawings/vmlDrawing15.vml"/><Relationship Id="rId37" Type="http://schemas.openxmlformats.org/officeDocument/2006/relationships/slideLayout" Target="../slideLayouts/slideLayout22.xml"/><Relationship Id="rId36" Type="http://schemas.openxmlformats.org/officeDocument/2006/relationships/image" Target="../media/image125.wmf"/><Relationship Id="rId35" Type="http://schemas.openxmlformats.org/officeDocument/2006/relationships/oleObject" Target="../embeddings/oleObject159.bin"/><Relationship Id="rId34" Type="http://schemas.openxmlformats.org/officeDocument/2006/relationships/tags" Target="../tags/tag88.xml"/><Relationship Id="rId33" Type="http://schemas.openxmlformats.org/officeDocument/2006/relationships/tags" Target="../tags/tag87.xml"/><Relationship Id="rId32" Type="http://schemas.openxmlformats.org/officeDocument/2006/relationships/image" Target="../media/image124.wmf"/><Relationship Id="rId31" Type="http://schemas.openxmlformats.org/officeDocument/2006/relationships/oleObject" Target="../embeddings/oleObject158.bin"/><Relationship Id="rId30" Type="http://schemas.openxmlformats.org/officeDocument/2006/relationships/tags" Target="../tags/tag86.xml"/><Relationship Id="rId3" Type="http://schemas.openxmlformats.org/officeDocument/2006/relationships/oleObject" Target="../embeddings/oleObject148.bin"/><Relationship Id="rId29" Type="http://schemas.openxmlformats.org/officeDocument/2006/relationships/image" Target="../media/image123.wmf"/><Relationship Id="rId28" Type="http://schemas.openxmlformats.org/officeDocument/2006/relationships/oleObject" Target="../embeddings/oleObject157.bin"/><Relationship Id="rId27" Type="http://schemas.openxmlformats.org/officeDocument/2006/relationships/tags" Target="../tags/tag85.xml"/><Relationship Id="rId26" Type="http://schemas.openxmlformats.org/officeDocument/2006/relationships/image" Target="../media/image122.wmf"/><Relationship Id="rId25" Type="http://schemas.openxmlformats.org/officeDocument/2006/relationships/oleObject" Target="../embeddings/oleObject156.bin"/><Relationship Id="rId24" Type="http://schemas.openxmlformats.org/officeDocument/2006/relationships/tags" Target="../tags/tag84.xml"/><Relationship Id="rId23" Type="http://schemas.openxmlformats.org/officeDocument/2006/relationships/tags" Target="../tags/tag83.xml"/><Relationship Id="rId22" Type="http://schemas.openxmlformats.org/officeDocument/2006/relationships/image" Target="../media/image121.wmf"/><Relationship Id="rId21" Type="http://schemas.openxmlformats.org/officeDocument/2006/relationships/oleObject" Target="../embeddings/oleObject155.bin"/><Relationship Id="rId20" Type="http://schemas.openxmlformats.org/officeDocument/2006/relationships/tags" Target="../tags/tag82.xml"/><Relationship Id="rId2" Type="http://schemas.openxmlformats.org/officeDocument/2006/relationships/image" Target="../media/image113.wmf"/><Relationship Id="rId19" Type="http://schemas.openxmlformats.org/officeDocument/2006/relationships/image" Target="../media/image120.wmf"/><Relationship Id="rId18" Type="http://schemas.openxmlformats.org/officeDocument/2006/relationships/oleObject" Target="../embeddings/oleObject154.bin"/><Relationship Id="rId17" Type="http://schemas.openxmlformats.org/officeDocument/2006/relationships/tags" Target="../tags/tag81.xml"/><Relationship Id="rId16" Type="http://schemas.openxmlformats.org/officeDocument/2006/relationships/image" Target="../media/image119.wmf"/><Relationship Id="rId15" Type="http://schemas.openxmlformats.org/officeDocument/2006/relationships/oleObject" Target="../embeddings/oleObject153.bin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image" Target="../media/image118.wmf"/><Relationship Id="rId11" Type="http://schemas.openxmlformats.org/officeDocument/2006/relationships/oleObject" Target="../embeddings/oleObject152.bin"/><Relationship Id="rId10" Type="http://schemas.openxmlformats.org/officeDocument/2006/relationships/image" Target="../media/image117.wmf"/><Relationship Id="rId1" Type="http://schemas.openxmlformats.org/officeDocument/2006/relationships/oleObject" Target="../embeddings/oleObject147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4.bin"/><Relationship Id="rId8" Type="http://schemas.openxmlformats.org/officeDocument/2006/relationships/image" Target="../media/image116.wmf"/><Relationship Id="rId7" Type="http://schemas.openxmlformats.org/officeDocument/2006/relationships/oleObject" Target="../embeddings/oleObject163.bin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162.bin"/><Relationship Id="rId4" Type="http://schemas.openxmlformats.org/officeDocument/2006/relationships/image" Target="../media/image114.wmf"/><Relationship Id="rId3" Type="http://schemas.openxmlformats.org/officeDocument/2006/relationships/oleObject" Target="../embeddings/oleObject161.bin"/><Relationship Id="rId26" Type="http://schemas.openxmlformats.org/officeDocument/2006/relationships/vmlDrawing" Target="../drawings/vmlDrawing16.vml"/><Relationship Id="rId25" Type="http://schemas.openxmlformats.org/officeDocument/2006/relationships/slideLayout" Target="../slideLayouts/slideLayout22.xml"/><Relationship Id="rId24" Type="http://schemas.openxmlformats.org/officeDocument/2006/relationships/image" Target="../media/image131.wmf"/><Relationship Id="rId23" Type="http://schemas.openxmlformats.org/officeDocument/2006/relationships/oleObject" Target="../embeddings/oleObject171.bin"/><Relationship Id="rId22" Type="http://schemas.openxmlformats.org/officeDocument/2006/relationships/image" Target="../media/image130.wmf"/><Relationship Id="rId21" Type="http://schemas.openxmlformats.org/officeDocument/2006/relationships/oleObject" Target="../embeddings/oleObject170.bin"/><Relationship Id="rId20" Type="http://schemas.openxmlformats.org/officeDocument/2006/relationships/image" Target="../media/image129.wmf"/><Relationship Id="rId2" Type="http://schemas.openxmlformats.org/officeDocument/2006/relationships/image" Target="../media/image113.wmf"/><Relationship Id="rId19" Type="http://schemas.openxmlformats.org/officeDocument/2006/relationships/oleObject" Target="../embeddings/oleObject169.bin"/><Relationship Id="rId18" Type="http://schemas.openxmlformats.org/officeDocument/2006/relationships/image" Target="../media/image128.wmf"/><Relationship Id="rId17" Type="http://schemas.openxmlformats.org/officeDocument/2006/relationships/oleObject" Target="../embeddings/oleObject168.bin"/><Relationship Id="rId16" Type="http://schemas.openxmlformats.org/officeDocument/2006/relationships/image" Target="../media/image127.wmf"/><Relationship Id="rId15" Type="http://schemas.openxmlformats.org/officeDocument/2006/relationships/oleObject" Target="../embeddings/oleObject167.bin"/><Relationship Id="rId14" Type="http://schemas.openxmlformats.org/officeDocument/2006/relationships/image" Target="../media/image126.wmf"/><Relationship Id="rId13" Type="http://schemas.openxmlformats.org/officeDocument/2006/relationships/oleObject" Target="../embeddings/oleObject166.bin"/><Relationship Id="rId12" Type="http://schemas.openxmlformats.org/officeDocument/2006/relationships/image" Target="../media/image118.wmf"/><Relationship Id="rId11" Type="http://schemas.openxmlformats.org/officeDocument/2006/relationships/oleObject" Target="../embeddings/oleObject165.bin"/><Relationship Id="rId10" Type="http://schemas.openxmlformats.org/officeDocument/2006/relationships/image" Target="../media/image117.wmf"/><Relationship Id="rId1" Type="http://schemas.openxmlformats.org/officeDocument/2006/relationships/oleObject" Target="../embeddings/oleObject160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5.wmf"/><Relationship Id="rId8" Type="http://schemas.openxmlformats.org/officeDocument/2006/relationships/oleObject" Target="../embeddings/oleObject176.bin"/><Relationship Id="rId7" Type="http://schemas.openxmlformats.org/officeDocument/2006/relationships/oleObject" Target="../embeddings/oleObject175.bin"/><Relationship Id="rId6" Type="http://schemas.openxmlformats.org/officeDocument/2006/relationships/image" Target="../media/image134.wmf"/><Relationship Id="rId5" Type="http://schemas.openxmlformats.org/officeDocument/2006/relationships/oleObject" Target="../embeddings/oleObject174.bin"/><Relationship Id="rId45" Type="http://schemas.openxmlformats.org/officeDocument/2006/relationships/vmlDrawing" Target="../drawings/vmlDrawing17.vml"/><Relationship Id="rId44" Type="http://schemas.openxmlformats.org/officeDocument/2006/relationships/slideLayout" Target="../slideLayouts/slideLayout21.xml"/><Relationship Id="rId43" Type="http://schemas.openxmlformats.org/officeDocument/2006/relationships/tags" Target="../tags/tag96.xml"/><Relationship Id="rId42" Type="http://schemas.openxmlformats.org/officeDocument/2006/relationships/image" Target="../media/image148.wmf"/><Relationship Id="rId41" Type="http://schemas.openxmlformats.org/officeDocument/2006/relationships/oleObject" Target="../embeddings/oleObject189.bin"/><Relationship Id="rId40" Type="http://schemas.openxmlformats.org/officeDocument/2006/relationships/tags" Target="../tags/tag95.xml"/><Relationship Id="rId4" Type="http://schemas.openxmlformats.org/officeDocument/2006/relationships/image" Target="../media/image133.wmf"/><Relationship Id="rId39" Type="http://schemas.openxmlformats.org/officeDocument/2006/relationships/image" Target="../media/image147.wmf"/><Relationship Id="rId38" Type="http://schemas.openxmlformats.org/officeDocument/2006/relationships/oleObject" Target="../embeddings/oleObject188.bin"/><Relationship Id="rId37" Type="http://schemas.openxmlformats.org/officeDocument/2006/relationships/tags" Target="../tags/tag94.xml"/><Relationship Id="rId36" Type="http://schemas.openxmlformats.org/officeDocument/2006/relationships/image" Target="../media/image146.wmf"/><Relationship Id="rId35" Type="http://schemas.openxmlformats.org/officeDocument/2006/relationships/oleObject" Target="../embeddings/oleObject187.bin"/><Relationship Id="rId34" Type="http://schemas.openxmlformats.org/officeDocument/2006/relationships/tags" Target="../tags/tag93.xml"/><Relationship Id="rId33" Type="http://schemas.openxmlformats.org/officeDocument/2006/relationships/image" Target="../media/image145.wmf"/><Relationship Id="rId32" Type="http://schemas.openxmlformats.org/officeDocument/2006/relationships/oleObject" Target="../embeddings/oleObject186.bin"/><Relationship Id="rId31" Type="http://schemas.openxmlformats.org/officeDocument/2006/relationships/tags" Target="../tags/tag92.xml"/><Relationship Id="rId30" Type="http://schemas.openxmlformats.org/officeDocument/2006/relationships/image" Target="../media/image144.wmf"/><Relationship Id="rId3" Type="http://schemas.openxmlformats.org/officeDocument/2006/relationships/oleObject" Target="../embeddings/oleObject173.bin"/><Relationship Id="rId29" Type="http://schemas.openxmlformats.org/officeDocument/2006/relationships/oleObject" Target="../embeddings/oleObject185.bin"/><Relationship Id="rId28" Type="http://schemas.openxmlformats.org/officeDocument/2006/relationships/tags" Target="../tags/tag91.xml"/><Relationship Id="rId27" Type="http://schemas.openxmlformats.org/officeDocument/2006/relationships/tags" Target="../tags/tag90.xml"/><Relationship Id="rId26" Type="http://schemas.openxmlformats.org/officeDocument/2006/relationships/image" Target="../media/image143.wmf"/><Relationship Id="rId25" Type="http://schemas.openxmlformats.org/officeDocument/2006/relationships/oleObject" Target="../embeddings/oleObject184.bin"/><Relationship Id="rId24" Type="http://schemas.openxmlformats.org/officeDocument/2006/relationships/tags" Target="../tags/tag89.xml"/><Relationship Id="rId23" Type="http://schemas.openxmlformats.org/officeDocument/2006/relationships/image" Target="../media/image142.wmf"/><Relationship Id="rId22" Type="http://schemas.openxmlformats.org/officeDocument/2006/relationships/oleObject" Target="../embeddings/oleObject183.bin"/><Relationship Id="rId21" Type="http://schemas.openxmlformats.org/officeDocument/2006/relationships/image" Target="../media/image141.wmf"/><Relationship Id="rId20" Type="http://schemas.openxmlformats.org/officeDocument/2006/relationships/oleObject" Target="../embeddings/oleObject182.bin"/><Relationship Id="rId2" Type="http://schemas.openxmlformats.org/officeDocument/2006/relationships/image" Target="../media/image132.wmf"/><Relationship Id="rId19" Type="http://schemas.openxmlformats.org/officeDocument/2006/relationships/image" Target="../media/image140.wmf"/><Relationship Id="rId18" Type="http://schemas.openxmlformats.org/officeDocument/2006/relationships/oleObject" Target="../embeddings/oleObject181.bin"/><Relationship Id="rId17" Type="http://schemas.openxmlformats.org/officeDocument/2006/relationships/image" Target="../media/image139.wmf"/><Relationship Id="rId16" Type="http://schemas.openxmlformats.org/officeDocument/2006/relationships/oleObject" Target="../embeddings/oleObject180.bin"/><Relationship Id="rId15" Type="http://schemas.openxmlformats.org/officeDocument/2006/relationships/image" Target="../media/image138.wmf"/><Relationship Id="rId14" Type="http://schemas.openxmlformats.org/officeDocument/2006/relationships/oleObject" Target="../embeddings/oleObject179.bin"/><Relationship Id="rId13" Type="http://schemas.openxmlformats.org/officeDocument/2006/relationships/image" Target="../media/image137.wmf"/><Relationship Id="rId12" Type="http://schemas.openxmlformats.org/officeDocument/2006/relationships/oleObject" Target="../embeddings/oleObject178.bin"/><Relationship Id="rId11" Type="http://schemas.openxmlformats.org/officeDocument/2006/relationships/image" Target="../media/image136.wmf"/><Relationship Id="rId10" Type="http://schemas.openxmlformats.org/officeDocument/2006/relationships/oleObject" Target="../embeddings/oleObject177.bin"/><Relationship Id="rId1" Type="http://schemas.openxmlformats.org/officeDocument/2006/relationships/oleObject" Target="../embeddings/oleObject172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0.wmf"/><Relationship Id="rId8" Type="http://schemas.openxmlformats.org/officeDocument/2006/relationships/oleObject" Target="../embeddings/oleObject194.bin"/><Relationship Id="rId7" Type="http://schemas.openxmlformats.org/officeDocument/2006/relationships/oleObject" Target="../embeddings/oleObject193.bin"/><Relationship Id="rId6" Type="http://schemas.openxmlformats.org/officeDocument/2006/relationships/image" Target="../media/image149.wmf"/><Relationship Id="rId5" Type="http://schemas.openxmlformats.org/officeDocument/2006/relationships/oleObject" Target="../embeddings/oleObject192.bin"/><Relationship Id="rId4" Type="http://schemas.openxmlformats.org/officeDocument/2006/relationships/image" Target="../media/image125.wmf"/><Relationship Id="rId3" Type="http://schemas.openxmlformats.org/officeDocument/2006/relationships/oleObject" Target="../embeddings/oleObject191.bin"/><Relationship Id="rId21" Type="http://schemas.openxmlformats.org/officeDocument/2006/relationships/vmlDrawing" Target="../drawings/vmlDrawing18.vml"/><Relationship Id="rId20" Type="http://schemas.openxmlformats.org/officeDocument/2006/relationships/slideLayout" Target="../slideLayouts/slideLayout20.xml"/><Relationship Id="rId2" Type="http://schemas.openxmlformats.org/officeDocument/2006/relationships/image" Target="../media/image124.wmf"/><Relationship Id="rId19" Type="http://schemas.openxmlformats.org/officeDocument/2006/relationships/tags" Target="../tags/tag97.xml"/><Relationship Id="rId18" Type="http://schemas.openxmlformats.org/officeDocument/2006/relationships/image" Target="../media/image154.wmf"/><Relationship Id="rId17" Type="http://schemas.openxmlformats.org/officeDocument/2006/relationships/oleObject" Target="../embeddings/oleObject199.bin"/><Relationship Id="rId16" Type="http://schemas.openxmlformats.org/officeDocument/2006/relationships/image" Target="../media/image153.wmf"/><Relationship Id="rId15" Type="http://schemas.openxmlformats.org/officeDocument/2006/relationships/oleObject" Target="../embeddings/oleObject198.bin"/><Relationship Id="rId14" Type="http://schemas.openxmlformats.org/officeDocument/2006/relationships/image" Target="../media/image152.wmf"/><Relationship Id="rId13" Type="http://schemas.openxmlformats.org/officeDocument/2006/relationships/oleObject" Target="../embeddings/oleObject197.bin"/><Relationship Id="rId12" Type="http://schemas.openxmlformats.org/officeDocument/2006/relationships/oleObject" Target="../embeddings/oleObject196.bin"/><Relationship Id="rId11" Type="http://schemas.openxmlformats.org/officeDocument/2006/relationships/image" Target="../media/image151.wmf"/><Relationship Id="rId10" Type="http://schemas.openxmlformats.org/officeDocument/2006/relationships/oleObject" Target="../embeddings/oleObject195.bin"/><Relationship Id="rId1" Type="http://schemas.openxmlformats.org/officeDocument/2006/relationships/oleObject" Target="../embeddings/oleObject190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4.bin"/><Relationship Id="rId8" Type="http://schemas.openxmlformats.org/officeDocument/2006/relationships/image" Target="../media/image158.wmf"/><Relationship Id="rId7" Type="http://schemas.openxmlformats.org/officeDocument/2006/relationships/oleObject" Target="../embeddings/oleObject203.bin"/><Relationship Id="rId6" Type="http://schemas.openxmlformats.org/officeDocument/2006/relationships/image" Target="../media/image157.wmf"/><Relationship Id="rId5" Type="http://schemas.openxmlformats.org/officeDocument/2006/relationships/oleObject" Target="../embeddings/oleObject202.bin"/><Relationship Id="rId4" Type="http://schemas.openxmlformats.org/officeDocument/2006/relationships/image" Target="../media/image156.wmf"/><Relationship Id="rId3" Type="http://schemas.openxmlformats.org/officeDocument/2006/relationships/oleObject" Target="../embeddings/oleObject201.bin"/><Relationship Id="rId2" Type="http://schemas.openxmlformats.org/officeDocument/2006/relationships/image" Target="../media/image155.wmf"/><Relationship Id="rId18" Type="http://schemas.openxmlformats.org/officeDocument/2006/relationships/vmlDrawing" Target="../drawings/vmlDrawing19.vml"/><Relationship Id="rId17" Type="http://schemas.openxmlformats.org/officeDocument/2006/relationships/slideLayout" Target="../slideLayouts/slideLayout22.xml"/><Relationship Id="rId16" Type="http://schemas.openxmlformats.org/officeDocument/2006/relationships/image" Target="../media/image162.wmf"/><Relationship Id="rId15" Type="http://schemas.openxmlformats.org/officeDocument/2006/relationships/oleObject" Target="../embeddings/oleObject207.bin"/><Relationship Id="rId14" Type="http://schemas.openxmlformats.org/officeDocument/2006/relationships/image" Target="../media/image161.wmf"/><Relationship Id="rId13" Type="http://schemas.openxmlformats.org/officeDocument/2006/relationships/oleObject" Target="../embeddings/oleObject206.bin"/><Relationship Id="rId12" Type="http://schemas.openxmlformats.org/officeDocument/2006/relationships/image" Target="../media/image160.wmf"/><Relationship Id="rId11" Type="http://schemas.openxmlformats.org/officeDocument/2006/relationships/oleObject" Target="../embeddings/oleObject205.bin"/><Relationship Id="rId10" Type="http://schemas.openxmlformats.org/officeDocument/2006/relationships/image" Target="../media/image159.wmf"/><Relationship Id="rId1" Type="http://schemas.openxmlformats.org/officeDocument/2006/relationships/oleObject" Target="../embeddings/oleObject200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1.wmf"/><Relationship Id="rId8" Type="http://schemas.openxmlformats.org/officeDocument/2006/relationships/oleObject" Target="../embeddings/oleObject211.bin"/><Relationship Id="rId7" Type="http://schemas.openxmlformats.org/officeDocument/2006/relationships/image" Target="../media/image163.wmf"/><Relationship Id="rId6" Type="http://schemas.openxmlformats.org/officeDocument/2006/relationships/oleObject" Target="../embeddings/oleObject210.bin"/><Relationship Id="rId5" Type="http://schemas.openxmlformats.org/officeDocument/2006/relationships/image" Target="../media/image89.wmf"/><Relationship Id="rId4" Type="http://schemas.openxmlformats.org/officeDocument/2006/relationships/oleObject" Target="../embeddings/oleObject209.bin"/><Relationship Id="rId3" Type="http://schemas.openxmlformats.org/officeDocument/2006/relationships/image" Target="../media/image78.wmf"/><Relationship Id="rId2" Type="http://schemas.openxmlformats.org/officeDocument/2006/relationships/oleObject" Target="../embeddings/oleObject208.bin"/><Relationship Id="rId15" Type="http://schemas.openxmlformats.org/officeDocument/2006/relationships/vmlDrawing" Target="../drawings/vmlDrawing20.vml"/><Relationship Id="rId14" Type="http://schemas.openxmlformats.org/officeDocument/2006/relationships/slideLayout" Target="../slideLayouts/slideLayout19.xml"/><Relationship Id="rId13" Type="http://schemas.openxmlformats.org/officeDocument/2006/relationships/image" Target="../media/image164.wmf"/><Relationship Id="rId12" Type="http://schemas.openxmlformats.org/officeDocument/2006/relationships/oleObject" Target="../embeddings/oleObject213.bin"/><Relationship Id="rId11" Type="http://schemas.openxmlformats.org/officeDocument/2006/relationships/image" Target="../media/image91.wmf"/><Relationship Id="rId10" Type="http://schemas.openxmlformats.org/officeDocument/2006/relationships/oleObject" Target="../embeddings/oleObject212.bin"/><Relationship Id="rId1" Type="http://schemas.openxmlformats.org/officeDocument/2006/relationships/image" Target="../media/image7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255833" y="249099"/>
            <a:ext cx="55159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 smtClean="0"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复平面的点集</a:t>
            </a:r>
            <a:endParaRPr lang="zh-CN" altLang="en-US" sz="3600" dirty="0" smtClean="0"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6664414" y="5113694"/>
          <a:ext cx="127000" cy="228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3048000" imgH="4572000" progId="Equation.DSMT4">
                  <p:embed/>
                </p:oleObj>
              </mc:Choice>
              <mc:Fallback>
                <p:oleObj name="Equation" r:id="rId1" imgW="3048000" imgH="45720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64414" y="5113694"/>
                        <a:ext cx="127000" cy="22802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664414" y="5113694"/>
          <a:ext cx="127000" cy="228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3048000" imgH="4572000" progId="Equation.DSMT4">
                  <p:embed/>
                </p:oleObj>
              </mc:Choice>
              <mc:Fallback>
                <p:oleObj name="Equation" r:id="rId3" imgW="3048000" imgH="4572000" progId="Equation.DSMT4">
                  <p:embed/>
                  <p:pic>
                    <p:nvPicPr>
                      <p:cNvPr id="0" name="图片 102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64414" y="5113694"/>
                        <a:ext cx="127000" cy="22802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2"/>
          <p:cNvSpPr txBox="1"/>
          <p:nvPr/>
        </p:nvSpPr>
        <p:spPr>
          <a:xfrm>
            <a:off x="3803282" y="2092003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sz="3200" dirty="0" smtClean="0">
                <a:latin typeface="+mn-ea"/>
              </a:rPr>
              <a:t>一、平面点集的相关概念</a:t>
            </a:r>
            <a:endParaRPr lang="zh-CN" altLang="en-US" sz="3200" dirty="0"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869555" y="3036448"/>
            <a:ext cx="49808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sz="3200" dirty="0" smtClean="0">
                <a:latin typeface="+mn-ea"/>
              </a:rPr>
              <a:t>二、区域</a:t>
            </a:r>
            <a:endParaRPr lang="zh-CN" altLang="en-US" sz="3200" dirty="0">
              <a:latin typeface="+mn-ea"/>
            </a:endParaRPr>
          </a:p>
        </p:txBody>
      </p:sp>
      <p:sp>
        <p:nvSpPr>
          <p:cNvPr id="8" name="文本框 8"/>
          <p:cNvSpPr txBox="1"/>
          <p:nvPr/>
        </p:nvSpPr>
        <p:spPr>
          <a:xfrm>
            <a:off x="3865316" y="4077018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sz="3200" dirty="0" smtClean="0">
                <a:latin typeface="+mn-ea"/>
              </a:rPr>
              <a:t>三、约当曲线</a:t>
            </a:r>
            <a:endParaRPr lang="zh-CN" altLang="en-US" sz="3200" dirty="0"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862440" y="5038074"/>
            <a:ext cx="5466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sz="3200" dirty="0" smtClean="0">
                <a:latin typeface="+mn-ea"/>
              </a:rPr>
              <a:t>四、单连通区域与多连通区域</a:t>
            </a:r>
            <a:endParaRPr lang="zh-CN" altLang="en-US" sz="3200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流程图: 联系 28"/>
          <p:cNvSpPr/>
          <p:nvPr/>
        </p:nvSpPr>
        <p:spPr>
          <a:xfrm>
            <a:off x="3145790" y="3640345"/>
            <a:ext cx="2484407" cy="2380891"/>
          </a:xfrm>
          <a:prstGeom prst="flowChartConnector">
            <a:avLst/>
          </a:prstGeom>
          <a:solidFill>
            <a:srgbClr val="FFFF00"/>
          </a:solidFill>
          <a:ln w="381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3385272" y="149545"/>
            <a:ext cx="5212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一、平面点集的相关概念</a:t>
            </a:r>
            <a:endParaRPr lang="zh-CN" altLang="en-US" sz="36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55372" y="1110029"/>
            <a:ext cx="16529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latin typeface="+mn-ea"/>
              </a:rPr>
              <a:t>1</a:t>
            </a:r>
            <a:r>
              <a:rPr lang="zh-CN" altLang="en-US" sz="3200" b="1" dirty="0" smtClean="0">
                <a:latin typeface="+mn-ea"/>
              </a:rPr>
              <a:t>、邻域</a:t>
            </a:r>
            <a:endParaRPr lang="zh-CN" altLang="en-US" sz="3200" b="1" dirty="0">
              <a:latin typeface="+mn-ea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674921" y="1756017"/>
          <a:ext cx="1145482" cy="685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10972800" imgH="5486400" progId="Equation.DSMT4">
                  <p:embed/>
                </p:oleObj>
              </mc:Choice>
              <mc:Fallback>
                <p:oleObj name="Equation" r:id="rId1" imgW="10972800" imgH="54864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74921" y="1756017"/>
                        <a:ext cx="1145482" cy="6857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9" name="Object 11"/>
          <p:cNvGraphicFramePr>
            <a:graphicFrameLocks noChangeAspect="1"/>
          </p:cNvGraphicFramePr>
          <p:nvPr/>
        </p:nvGraphicFramePr>
        <p:xfrm>
          <a:off x="3527743" y="1756017"/>
          <a:ext cx="1623305" cy="685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15544800" imgH="5486400" progId="Equation.DSMT4">
                  <p:embed/>
                </p:oleObj>
              </mc:Choice>
              <mc:Fallback>
                <p:oleObj name="Equation" r:id="rId3" imgW="15544800" imgH="5486400" progId="Equation.DSMT4">
                  <p:embed/>
                  <p:pic>
                    <p:nvPicPr>
                      <p:cNvPr id="0" name="图片 20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27743" y="1756017"/>
                        <a:ext cx="1623305" cy="6857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0" name="Object 12"/>
          <p:cNvGraphicFramePr>
            <a:graphicFrameLocks noChangeAspect="1"/>
          </p:cNvGraphicFramePr>
          <p:nvPr/>
        </p:nvGraphicFramePr>
        <p:xfrm>
          <a:off x="5241015" y="1764164"/>
          <a:ext cx="2355535" cy="685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22555200" imgH="5486400" progId="Equation.DSMT4">
                  <p:embed/>
                </p:oleObj>
              </mc:Choice>
              <mc:Fallback>
                <p:oleObj name="Equation" r:id="rId5" imgW="22555200" imgH="5486400" progId="Equation.DSMT4">
                  <p:embed/>
                  <p:pic>
                    <p:nvPicPr>
                      <p:cNvPr id="0" name="图片 20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41015" y="1764164"/>
                        <a:ext cx="2355535" cy="6857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2" name="Object 14"/>
          <p:cNvGraphicFramePr>
            <a:graphicFrameLocks noChangeAspect="1"/>
          </p:cNvGraphicFramePr>
          <p:nvPr/>
        </p:nvGraphicFramePr>
        <p:xfrm>
          <a:off x="3527743" y="2360613"/>
          <a:ext cx="161290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7" imgW="15544800" imgH="7620000" progId="Equation.DSMT4">
                  <p:embed/>
                </p:oleObj>
              </mc:Choice>
              <mc:Fallback>
                <p:oleObj name="Equation" r:id="rId7" imgW="15544800" imgH="7620000" progId="Equation.DSMT4">
                  <p:embed/>
                  <p:pic>
                    <p:nvPicPr>
                      <p:cNvPr id="0" name="图片 20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27743" y="2360613"/>
                        <a:ext cx="1612900" cy="946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3" name="Object 15"/>
          <p:cNvGraphicFramePr>
            <a:graphicFrameLocks noChangeAspect="1"/>
          </p:cNvGraphicFramePr>
          <p:nvPr/>
        </p:nvGraphicFramePr>
        <p:xfrm>
          <a:off x="5247005" y="2617788"/>
          <a:ext cx="28829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9" imgW="27736800" imgH="5486400" progId="Equation.DSMT4">
                  <p:embed/>
                </p:oleObj>
              </mc:Choice>
              <mc:Fallback>
                <p:oleObj name="Equation" r:id="rId9" imgW="27736800" imgH="5486400" progId="Equation.DSMT4">
                  <p:embed/>
                  <p:pic>
                    <p:nvPicPr>
                      <p:cNvPr id="0" name="图片 205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47005" y="2617788"/>
                        <a:ext cx="2882900" cy="682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22"/>
          <p:cNvGrpSpPr/>
          <p:nvPr/>
        </p:nvGrpSpPr>
        <p:grpSpPr>
          <a:xfrm>
            <a:off x="1075450" y="3884778"/>
            <a:ext cx="4293340" cy="2636791"/>
            <a:chOff x="4489844" y="3007179"/>
            <a:chExt cx="4293340" cy="2202850"/>
          </a:xfrm>
        </p:grpSpPr>
        <p:cxnSp>
          <p:nvCxnSpPr>
            <p:cNvPr id="24" name="直接箭头连接符 23"/>
            <p:cNvCxnSpPr/>
            <p:nvPr/>
          </p:nvCxnSpPr>
          <p:spPr>
            <a:xfrm>
              <a:off x="4489844" y="4662316"/>
              <a:ext cx="4030042" cy="112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 rot="16200000" flipV="1">
              <a:off x="5379488" y="4098344"/>
              <a:ext cx="2176543" cy="4682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6" name="Object 9"/>
            <p:cNvGraphicFramePr>
              <a:graphicFrameLocks noChangeAspect="1"/>
            </p:cNvGraphicFramePr>
            <p:nvPr/>
          </p:nvGraphicFramePr>
          <p:xfrm>
            <a:off x="6052196" y="4679018"/>
            <a:ext cx="662890" cy="430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" name="Equation" r:id="rId11" imgW="3657600" imgH="4267200" progId="Equation.DSMT4">
                    <p:embed/>
                  </p:oleObj>
                </mc:Choice>
                <mc:Fallback>
                  <p:oleObj name="Equation" r:id="rId11" imgW="3657600" imgH="4267200" progId="Equation.DSMT4">
                    <p:embed/>
                    <p:pic>
                      <p:nvPicPr>
                        <p:cNvPr id="0" name="图片 205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052196" y="4679018"/>
                          <a:ext cx="662890" cy="4302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10"/>
            <p:cNvGraphicFramePr>
              <a:graphicFrameLocks noChangeAspect="1"/>
            </p:cNvGraphicFramePr>
            <p:nvPr/>
          </p:nvGraphicFramePr>
          <p:xfrm>
            <a:off x="8230734" y="4810578"/>
            <a:ext cx="55245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" name="Equation" r:id="rId13" imgW="3048000" imgH="3352800" progId="Equation.DSMT4">
                    <p:embed/>
                  </p:oleObj>
                </mc:Choice>
                <mc:Fallback>
                  <p:oleObj name="Equation" r:id="rId13" imgW="3048000" imgH="3352800" progId="Equation.DSMT4">
                    <p:embed/>
                    <p:pic>
                      <p:nvPicPr>
                        <p:cNvPr id="0" name="图片 205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230734" y="4810578"/>
                          <a:ext cx="552450" cy="33813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11"/>
            <p:cNvGraphicFramePr>
              <a:graphicFrameLocks noChangeAspect="1"/>
            </p:cNvGraphicFramePr>
            <p:nvPr/>
          </p:nvGraphicFramePr>
          <p:xfrm>
            <a:off x="5778500" y="3007179"/>
            <a:ext cx="608013" cy="398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" name="Equation" r:id="rId15" imgW="3352800" imgH="3962400" progId="Equation.DSMT4">
                    <p:embed/>
                  </p:oleObj>
                </mc:Choice>
                <mc:Fallback>
                  <p:oleObj name="Equation" r:id="rId15" imgW="3352800" imgH="3962400" progId="Equation.DSMT4">
                    <p:embed/>
                    <p:pic>
                      <p:nvPicPr>
                        <p:cNvPr id="0" name="图片 205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778500" y="3007179"/>
                          <a:ext cx="608013" cy="3984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667" name="Object 19"/>
          <p:cNvGraphicFramePr>
            <a:graphicFrameLocks noChangeAspect="1"/>
          </p:cNvGraphicFramePr>
          <p:nvPr/>
        </p:nvGraphicFramePr>
        <p:xfrm>
          <a:off x="4873468" y="4332586"/>
          <a:ext cx="430213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17" imgW="3352800" imgH="4267200" progId="Equation.DSMT4">
                  <p:embed/>
                </p:oleObj>
              </mc:Choice>
              <mc:Fallback>
                <p:oleObj name="Equation" r:id="rId17" imgW="3352800" imgH="4267200" progId="Equation.DSMT4">
                  <p:embed/>
                  <p:pic>
                    <p:nvPicPr>
                      <p:cNvPr id="0" name="图片 205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873468" y="4332586"/>
                        <a:ext cx="430213" cy="6556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流程图: 联系 30"/>
          <p:cNvSpPr/>
          <p:nvPr/>
        </p:nvSpPr>
        <p:spPr>
          <a:xfrm>
            <a:off x="8249752" y="3533953"/>
            <a:ext cx="2484407" cy="2380891"/>
          </a:xfrm>
          <a:prstGeom prst="flowChartConnector">
            <a:avLst/>
          </a:prstGeom>
          <a:solidFill>
            <a:srgbClr val="FFFF00"/>
          </a:solidFill>
          <a:ln w="381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31"/>
          <p:cNvGrpSpPr/>
          <p:nvPr/>
        </p:nvGrpSpPr>
        <p:grpSpPr>
          <a:xfrm>
            <a:off x="6906907" y="3795638"/>
            <a:ext cx="3514087" cy="2563400"/>
            <a:chOff x="5269097" y="3007179"/>
            <a:chExt cx="3514087" cy="2141537"/>
          </a:xfrm>
        </p:grpSpPr>
        <p:cxnSp>
          <p:nvCxnSpPr>
            <p:cNvPr id="33" name="直接箭头连接符 32"/>
            <p:cNvCxnSpPr/>
            <p:nvPr/>
          </p:nvCxnSpPr>
          <p:spPr>
            <a:xfrm flipV="1">
              <a:off x="5269097" y="4673601"/>
              <a:ext cx="3250789" cy="553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/>
            <p:nvPr/>
          </p:nvCxnSpPr>
          <p:spPr>
            <a:xfrm rot="16200000" flipV="1">
              <a:off x="5435958" y="4041873"/>
              <a:ext cx="2049224" cy="3245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5" name="Object 9"/>
            <p:cNvGraphicFramePr>
              <a:graphicFrameLocks noChangeAspect="1"/>
            </p:cNvGraphicFramePr>
            <p:nvPr/>
          </p:nvGraphicFramePr>
          <p:xfrm>
            <a:off x="6052196" y="4679018"/>
            <a:ext cx="662890" cy="430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8" name="Equation" r:id="rId19" imgW="3657600" imgH="4267200" progId="Equation.DSMT4">
                    <p:embed/>
                  </p:oleObj>
                </mc:Choice>
                <mc:Fallback>
                  <p:oleObj name="Equation" r:id="rId19" imgW="3657600" imgH="4267200" progId="Equation.DSMT4">
                    <p:embed/>
                    <p:pic>
                      <p:nvPicPr>
                        <p:cNvPr id="0" name="图片 205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052196" y="4679018"/>
                          <a:ext cx="662890" cy="43021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10"/>
            <p:cNvGraphicFramePr>
              <a:graphicFrameLocks noChangeAspect="1"/>
            </p:cNvGraphicFramePr>
            <p:nvPr/>
          </p:nvGraphicFramePr>
          <p:xfrm>
            <a:off x="8230734" y="4810578"/>
            <a:ext cx="552450" cy="338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9" name="Equation" r:id="rId20" imgW="3048000" imgH="3352800" progId="Equation.DSMT4">
                    <p:embed/>
                  </p:oleObj>
                </mc:Choice>
                <mc:Fallback>
                  <p:oleObj name="Equation" r:id="rId20" imgW="3048000" imgH="3352800" progId="Equation.DSMT4">
                    <p:embed/>
                    <p:pic>
                      <p:nvPicPr>
                        <p:cNvPr id="0" name="图片 205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230734" y="4810578"/>
                          <a:ext cx="552450" cy="33813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11"/>
            <p:cNvGraphicFramePr>
              <a:graphicFrameLocks noChangeAspect="1"/>
            </p:cNvGraphicFramePr>
            <p:nvPr/>
          </p:nvGraphicFramePr>
          <p:xfrm>
            <a:off x="5778500" y="3007179"/>
            <a:ext cx="608013" cy="398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0" name="Equation" r:id="rId21" imgW="3352800" imgH="3962400" progId="Equation.DSMT4">
                    <p:embed/>
                  </p:oleObj>
                </mc:Choice>
                <mc:Fallback>
                  <p:oleObj name="Equation" r:id="rId21" imgW="3352800" imgH="3962400" progId="Equation.DSMT4">
                    <p:embed/>
                    <p:pic>
                      <p:nvPicPr>
                        <p:cNvPr id="0" name="图片 205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778500" y="3007179"/>
                          <a:ext cx="608013" cy="39846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" name="流程图: 联系 38"/>
          <p:cNvSpPr/>
          <p:nvPr/>
        </p:nvSpPr>
        <p:spPr>
          <a:xfrm>
            <a:off x="9425817" y="4641014"/>
            <a:ext cx="138023" cy="12077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流程图: 联系 39"/>
          <p:cNvSpPr/>
          <p:nvPr/>
        </p:nvSpPr>
        <p:spPr>
          <a:xfrm>
            <a:off x="4316052" y="4741655"/>
            <a:ext cx="138023" cy="120770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连接符 41"/>
          <p:cNvCxnSpPr/>
          <p:nvPr/>
        </p:nvCxnSpPr>
        <p:spPr>
          <a:xfrm rot="16200000" flipH="1">
            <a:off x="4799161" y="4379315"/>
            <a:ext cx="382433" cy="12106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rot="16200000" flipH="1">
            <a:off x="9903123" y="4290175"/>
            <a:ext cx="382433" cy="12106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672" name="Object 24"/>
          <p:cNvGraphicFramePr>
            <a:graphicFrameLocks noChangeAspect="1"/>
          </p:cNvGraphicFramePr>
          <p:nvPr/>
        </p:nvGraphicFramePr>
        <p:xfrm>
          <a:off x="10110721" y="4307575"/>
          <a:ext cx="430213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22" imgW="3352800" imgH="4267200" progId="Equation.DSMT4">
                  <p:embed/>
                </p:oleObj>
              </mc:Choice>
              <mc:Fallback>
                <p:oleObj name="Equation" r:id="rId22" imgW="3352800" imgH="4267200" progId="Equation.DSMT4">
                  <p:embed/>
                  <p:pic>
                    <p:nvPicPr>
                      <p:cNvPr id="0" name="图片 206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110721" y="4307575"/>
                        <a:ext cx="430213" cy="6556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8" name="Object 16"/>
          <p:cNvGraphicFramePr>
            <a:graphicFrameLocks noChangeAspect="1"/>
          </p:cNvGraphicFramePr>
          <p:nvPr/>
        </p:nvGraphicFramePr>
        <p:xfrm>
          <a:off x="1760506" y="7125430"/>
          <a:ext cx="4699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Equation" r:id="rId23" imgW="3657600" imgH="3048000" progId="Equation.DSMT4">
                  <p:embed/>
                </p:oleObj>
              </mc:Choice>
              <mc:Fallback>
                <p:oleObj name="Equation" r:id="rId23" imgW="3657600" imgH="3048000" progId="Equation.DSMT4">
                  <p:embed/>
                  <p:pic>
                    <p:nvPicPr>
                      <p:cNvPr id="0" name="图片 206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760506" y="7125430"/>
                        <a:ext cx="469900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文本框 2"/>
          <p:cNvSpPr txBox="1"/>
          <p:nvPr/>
        </p:nvSpPr>
        <p:spPr>
          <a:xfrm>
            <a:off x="2364134" y="7009201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的邻域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49169" name="Object 17"/>
          <p:cNvGraphicFramePr>
            <a:graphicFrameLocks noChangeAspect="1"/>
          </p:cNvGraphicFramePr>
          <p:nvPr/>
        </p:nvGraphicFramePr>
        <p:xfrm>
          <a:off x="4877072" y="6901701"/>
          <a:ext cx="2099566" cy="704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Equation" r:id="rId25" imgW="17373600" imgH="4876800" progId="Equation.DSMT4">
                  <p:embed/>
                </p:oleObj>
              </mc:Choice>
              <mc:Fallback>
                <p:oleObj name="Equation" r:id="rId25" imgW="17373600" imgH="4876800" progId="Equation.DSMT4">
                  <p:embed/>
                  <p:pic>
                    <p:nvPicPr>
                      <p:cNvPr id="0" name="图片 206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877072" y="6901701"/>
                        <a:ext cx="2099566" cy="70483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0" name="Object 18"/>
          <p:cNvGraphicFramePr>
            <a:graphicFrameLocks noChangeAspect="1"/>
          </p:cNvGraphicFramePr>
          <p:nvPr/>
        </p:nvGraphicFramePr>
        <p:xfrm>
          <a:off x="7182319" y="6948697"/>
          <a:ext cx="1067701" cy="616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Equation" r:id="rId27" imgW="8839200" imgH="4267200" progId="Equation.DSMT4">
                  <p:embed/>
                </p:oleObj>
              </mc:Choice>
              <mc:Fallback>
                <p:oleObj name="Equation" r:id="rId27" imgW="8839200" imgH="4267200" progId="Equation.DSMT4">
                  <p:embed/>
                  <p:pic>
                    <p:nvPicPr>
                      <p:cNvPr id="0" name="图片 2063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182319" y="6948697"/>
                        <a:ext cx="1067701" cy="61672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1" name="Object 19"/>
          <p:cNvGraphicFramePr>
            <a:graphicFrameLocks noChangeAspect="1"/>
          </p:cNvGraphicFramePr>
          <p:nvPr/>
        </p:nvGraphicFramePr>
        <p:xfrm>
          <a:off x="3904136" y="4136246"/>
          <a:ext cx="4143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Equation" r:id="rId29" imgW="3962400" imgH="5486400" progId="Equation.DSMT4">
                  <p:embed/>
                </p:oleObj>
              </mc:Choice>
              <mc:Fallback>
                <p:oleObj name="Equation" r:id="rId29" imgW="3962400" imgH="5486400" progId="Equation.DSMT4">
                  <p:embed/>
                  <p:pic>
                    <p:nvPicPr>
                      <p:cNvPr id="0" name="图片 2064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904136" y="4136246"/>
                        <a:ext cx="414338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2" name="Object 20"/>
          <p:cNvGraphicFramePr>
            <a:graphicFrameLocks noChangeAspect="1"/>
          </p:cNvGraphicFramePr>
          <p:nvPr/>
        </p:nvGraphicFramePr>
        <p:xfrm>
          <a:off x="8985813" y="3990616"/>
          <a:ext cx="4143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Equation" r:id="rId31" imgW="3962400" imgH="5486400" progId="Equation.DSMT4">
                  <p:embed/>
                </p:oleObj>
              </mc:Choice>
              <mc:Fallback>
                <p:oleObj name="Equation" r:id="rId31" imgW="3962400" imgH="5486400" progId="Equation.DSMT4">
                  <p:embed/>
                  <p:pic>
                    <p:nvPicPr>
                      <p:cNvPr id="0" name="图片 2065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985813" y="3990616"/>
                        <a:ext cx="414338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custDataLst>
              <p:tags r:id="rId32"/>
            </p:custDataLst>
          </p:nvPr>
        </p:nvGraphicFramePr>
        <p:xfrm>
          <a:off x="8597265" y="1773555"/>
          <a:ext cx="1746250" cy="666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33" imgW="711200" imgH="228600" progId="Equation.DSMT4">
                  <p:embed/>
                </p:oleObj>
              </mc:Choice>
              <mc:Fallback>
                <p:oleObj name="Equation" r:id="rId33" imgW="711200" imgH="2286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8597265" y="1773555"/>
                        <a:ext cx="1746250" cy="6661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custDataLst>
              <p:tags r:id="rId35"/>
            </p:custDataLst>
          </p:nvPr>
        </p:nvGraphicFramePr>
        <p:xfrm>
          <a:off x="8720773" y="2562225"/>
          <a:ext cx="2494915" cy="666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36" imgW="1016000" imgH="228600" progId="Equation.DSMT4">
                  <p:embed/>
                </p:oleObj>
              </mc:Choice>
              <mc:Fallback>
                <p:oleObj name="Equation" r:id="rId36" imgW="1016000" imgH="2286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8720773" y="2562225"/>
                        <a:ext cx="2494915" cy="6661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标注 12"/>
          <p:cNvSpPr/>
          <p:nvPr/>
        </p:nvSpPr>
        <p:spPr>
          <a:xfrm>
            <a:off x="5595620" y="942340"/>
            <a:ext cx="1183005" cy="674370"/>
          </a:xfrm>
          <a:prstGeom prst="wedgeRectCallout">
            <a:avLst>
              <a:gd name="adj1" fmla="val 31910"/>
              <a:gd name="adj2" fmla="val 10235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中心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4" name="矩形标注 13"/>
          <p:cNvSpPr/>
          <p:nvPr/>
        </p:nvSpPr>
        <p:spPr>
          <a:xfrm>
            <a:off x="7228205" y="840105"/>
            <a:ext cx="1183005" cy="674370"/>
          </a:xfrm>
          <a:prstGeom prst="wedgeRectCallout">
            <a:avLst>
              <a:gd name="adj1" fmla="val -42163"/>
              <a:gd name="adj2" fmla="val 10762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solidFill>
                  <a:schemeClr val="tx1"/>
                </a:solidFill>
              </a:rPr>
              <a:t>半径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9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  <p:bldP spid="3" grpId="0"/>
      <p:bldP spid="31" grpId="0" bldLvl="0" animBg="1"/>
      <p:bldP spid="39" grpId="0" bldLvl="0" animBg="1"/>
      <p:bldP spid="40" grpId="0" bldLvl="0" animBg="1"/>
      <p:bldP spid="38" grpId="0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椭圆 29"/>
          <p:cNvSpPr/>
          <p:nvPr/>
        </p:nvSpPr>
        <p:spPr>
          <a:xfrm>
            <a:off x="10648950" y="2000885"/>
            <a:ext cx="584200" cy="6223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3555452" y="-315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一、平面点集的相关概念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7042" y="837574"/>
            <a:ext cx="24657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latin typeface="+mn-ea"/>
              </a:rPr>
              <a:t>2</a:t>
            </a:r>
            <a:r>
              <a:rPr lang="zh-CN" altLang="en-US" sz="3200" b="1" dirty="0" smtClean="0">
                <a:latin typeface="+mn-ea"/>
              </a:rPr>
              <a:t>、点的分类</a:t>
            </a:r>
            <a:endParaRPr lang="zh-CN" altLang="en-US" sz="3200" b="1" dirty="0">
              <a:latin typeface="+mn-ea"/>
            </a:endParaRPr>
          </a:p>
        </p:txBody>
      </p:sp>
      <p:graphicFrame>
        <p:nvGraphicFramePr>
          <p:cNvPr id="27659" name="Object 11"/>
          <p:cNvGraphicFramePr>
            <a:graphicFrameLocks noChangeAspect="1"/>
          </p:cNvGraphicFramePr>
          <p:nvPr/>
        </p:nvGraphicFramePr>
        <p:xfrm>
          <a:off x="1987992" y="1515749"/>
          <a:ext cx="1457048" cy="57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16764000" imgH="5486400" progId="Equation.DSMT4">
                  <p:embed/>
                </p:oleObj>
              </mc:Choice>
              <mc:Fallback>
                <p:oleObj name="Equation" r:id="rId1" imgW="16764000" imgH="54864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87992" y="1515749"/>
                        <a:ext cx="1457048" cy="5714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文本框 2"/>
          <p:cNvSpPr txBox="1"/>
          <p:nvPr/>
        </p:nvSpPr>
        <p:spPr>
          <a:xfrm>
            <a:off x="599835" y="1456626"/>
            <a:ext cx="1027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</a:rPr>
              <a:t>内点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27673" name="Object 25"/>
          <p:cNvGraphicFramePr>
            <a:graphicFrameLocks noChangeAspect="1"/>
          </p:cNvGraphicFramePr>
          <p:nvPr/>
        </p:nvGraphicFramePr>
        <p:xfrm>
          <a:off x="3464288" y="1535845"/>
          <a:ext cx="688269" cy="444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7924800" imgH="4267200" progId="Equation.DSMT4">
                  <p:embed/>
                </p:oleObj>
              </mc:Choice>
              <mc:Fallback>
                <p:oleObj name="Equation" r:id="rId3" imgW="7924800" imgH="4267200" progId="Equation.DSMT4">
                  <p:embed/>
                  <p:pic>
                    <p:nvPicPr>
                      <p:cNvPr id="0" name="图片 30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64288" y="1535845"/>
                        <a:ext cx="688269" cy="44400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1"/>
          <p:cNvGraphicFramePr>
            <a:graphicFrameLocks noChangeAspect="1"/>
          </p:cNvGraphicFramePr>
          <p:nvPr/>
        </p:nvGraphicFramePr>
        <p:xfrm>
          <a:off x="1911286" y="3282550"/>
          <a:ext cx="1274007" cy="499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5" imgW="16764000" imgH="5486400" progId="Equation.DSMT4">
                  <p:embed/>
                </p:oleObj>
              </mc:Choice>
              <mc:Fallback>
                <p:oleObj name="Equation" r:id="rId5" imgW="16764000" imgH="5486400" progId="Equation.DSMT4">
                  <p:embed/>
                  <p:pic>
                    <p:nvPicPr>
                      <p:cNvPr id="0" name="图片 307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11286" y="3282550"/>
                        <a:ext cx="1274007" cy="49962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文本框 2"/>
          <p:cNvSpPr txBox="1"/>
          <p:nvPr/>
        </p:nvSpPr>
        <p:spPr>
          <a:xfrm>
            <a:off x="599835" y="3233025"/>
            <a:ext cx="1027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</a:rPr>
              <a:t>外点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51" name="Object 25"/>
          <p:cNvGraphicFramePr>
            <a:graphicFrameLocks noChangeAspect="1"/>
          </p:cNvGraphicFramePr>
          <p:nvPr/>
        </p:nvGraphicFramePr>
        <p:xfrm>
          <a:off x="3230924" y="3304148"/>
          <a:ext cx="60007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7" imgW="6705600" imgH="4876800" progId="Equation.DSMT4">
                  <p:embed/>
                </p:oleObj>
              </mc:Choice>
              <mc:Fallback>
                <p:oleObj name="Equation" r:id="rId7" imgW="6705600" imgH="4876800" progId="Equation.DSMT4">
                  <p:embed/>
                  <p:pic>
                    <p:nvPicPr>
                      <p:cNvPr id="0" name="图片 307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30924" y="3304148"/>
                        <a:ext cx="600075" cy="522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7" name="Object 29"/>
          <p:cNvGraphicFramePr>
            <a:graphicFrameLocks noChangeAspect="1"/>
          </p:cNvGraphicFramePr>
          <p:nvPr/>
        </p:nvGraphicFramePr>
        <p:xfrm>
          <a:off x="3847503" y="3339613"/>
          <a:ext cx="603248" cy="361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9" imgW="7924800" imgH="3962400" progId="Equation.DSMT4">
                  <p:embed/>
                </p:oleObj>
              </mc:Choice>
              <mc:Fallback>
                <p:oleObj name="Equation" r:id="rId9" imgW="7924800" imgH="3962400" progId="Equation.DSMT4">
                  <p:embed/>
                  <p:pic>
                    <p:nvPicPr>
                      <p:cNvPr id="0" name="图片 307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47503" y="3339613"/>
                        <a:ext cx="603248" cy="36167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文本框 2"/>
          <p:cNvSpPr txBox="1"/>
          <p:nvPr/>
        </p:nvSpPr>
        <p:spPr>
          <a:xfrm>
            <a:off x="599835" y="5244293"/>
            <a:ext cx="1386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</a:rPr>
              <a:t>边界点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56" name="Object 11"/>
          <p:cNvGraphicFramePr>
            <a:graphicFrameLocks noChangeAspect="1"/>
          </p:cNvGraphicFramePr>
          <p:nvPr/>
        </p:nvGraphicFramePr>
        <p:xfrm>
          <a:off x="2104464" y="5289884"/>
          <a:ext cx="1224779" cy="517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11" imgW="15544800" imgH="5486400" progId="Equation.DSMT4">
                  <p:embed/>
                </p:oleObj>
              </mc:Choice>
              <mc:Fallback>
                <p:oleObj name="Equation" r:id="rId11" imgW="15544800" imgH="5486400" progId="Equation.DSMT4">
                  <p:embed/>
                  <p:pic>
                    <p:nvPicPr>
                      <p:cNvPr id="0" name="图片 307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04464" y="5289884"/>
                        <a:ext cx="1224779" cy="51780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文本框 2"/>
          <p:cNvSpPr txBox="1"/>
          <p:nvPr/>
        </p:nvSpPr>
        <p:spPr>
          <a:xfrm>
            <a:off x="3218059" y="5278628"/>
            <a:ext cx="57278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既有属于</a:t>
            </a:r>
            <a:r>
              <a:rPr lang="en-US" altLang="zh-CN" sz="2800" dirty="0" smtClean="0">
                <a:latin typeface="+mn-ea"/>
              </a:rPr>
              <a:t>E</a:t>
            </a:r>
            <a:r>
              <a:rPr lang="zh-CN" altLang="en-US" sz="2800" dirty="0" smtClean="0">
                <a:latin typeface="+mn-ea"/>
              </a:rPr>
              <a:t>的点也有不属于</a:t>
            </a:r>
            <a:r>
              <a:rPr lang="en-US" altLang="zh-CN" sz="2800" dirty="0" smtClean="0">
                <a:latin typeface="+mn-ea"/>
              </a:rPr>
              <a:t>E</a:t>
            </a:r>
            <a:r>
              <a:rPr lang="zh-CN" altLang="en-US" sz="2800" dirty="0" smtClean="0">
                <a:latin typeface="+mn-ea"/>
              </a:rPr>
              <a:t>的点，</a:t>
            </a:r>
            <a:endParaRPr lang="zh-CN" altLang="en-US" sz="2800" dirty="0">
              <a:latin typeface="+mn-ea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3555365" y="767715"/>
            <a:ext cx="6661150" cy="671195"/>
            <a:chOff x="7043" y="2066"/>
            <a:chExt cx="10490" cy="1057"/>
          </a:xfrm>
        </p:grpSpPr>
        <p:sp>
          <p:nvSpPr>
            <p:cNvPr id="66" name="文本框 2"/>
            <p:cNvSpPr txBox="1"/>
            <p:nvPr/>
          </p:nvSpPr>
          <p:spPr>
            <a:xfrm>
              <a:off x="7043" y="2230"/>
              <a:ext cx="10490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    为复平面内一点，</a:t>
              </a:r>
              <a:r>
                <a:rPr lang="en-US" altLang="zh-CN" sz="2800" dirty="0" smtClean="0">
                  <a:latin typeface="+mn-ea"/>
                </a:rPr>
                <a:t>E</a:t>
              </a:r>
              <a:r>
                <a:rPr lang="zh-CN" altLang="en-US" sz="2800" dirty="0" smtClean="0">
                  <a:latin typeface="+mn-ea"/>
                </a:rPr>
                <a:t>是一复平面</a:t>
              </a:r>
              <a:r>
                <a:rPr lang="zh-CN" altLang="en-US" sz="2800" dirty="0" smtClean="0">
                  <a:latin typeface="+mn-ea"/>
                </a:rPr>
                <a:t>点集     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27686" name="Object 38"/>
            <p:cNvGraphicFramePr>
              <a:graphicFrameLocks noChangeAspect="1"/>
            </p:cNvGraphicFramePr>
            <p:nvPr/>
          </p:nvGraphicFramePr>
          <p:xfrm>
            <a:off x="7043" y="2066"/>
            <a:ext cx="637" cy="10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Equation" r:id="rId13" imgW="3962400" imgH="5486400" progId="Equation.DSMT4">
                    <p:embed/>
                  </p:oleObj>
                </mc:Choice>
                <mc:Fallback>
                  <p:oleObj name="Equation" r:id="rId13" imgW="3962400" imgH="5486400" progId="Equation.DSMT4">
                    <p:embed/>
                    <p:pic>
                      <p:nvPicPr>
                        <p:cNvPr id="0" name="图片 307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043" y="2066"/>
                          <a:ext cx="637" cy="10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文本框 2"/>
          <p:cNvSpPr txBox="1"/>
          <p:nvPr/>
        </p:nvSpPr>
        <p:spPr>
          <a:xfrm>
            <a:off x="2020556" y="2017198"/>
            <a:ext cx="36744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内点一定是属于</a:t>
            </a:r>
            <a:r>
              <a:rPr lang="en-US" altLang="zh-CN" sz="2800" dirty="0" smtClean="0">
                <a:latin typeface="+mn-ea"/>
              </a:rPr>
              <a:t>E</a:t>
            </a:r>
            <a:r>
              <a:rPr lang="zh-CN" altLang="en-US" sz="2800" dirty="0" smtClean="0">
                <a:latin typeface="+mn-ea"/>
              </a:rPr>
              <a:t>的点</a:t>
            </a:r>
            <a:endParaRPr lang="zh-CN" altLang="en-US" sz="2800" dirty="0">
              <a:latin typeface="+mn-ea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4691380" y="3196590"/>
            <a:ext cx="3636010" cy="670560"/>
            <a:chOff x="7388" y="5034"/>
            <a:chExt cx="5726" cy="1056"/>
          </a:xfrm>
        </p:grpSpPr>
        <p:sp>
          <p:nvSpPr>
            <p:cNvPr id="32" name="文本框 2"/>
            <p:cNvSpPr txBox="1"/>
            <p:nvPr/>
          </p:nvSpPr>
          <p:spPr>
            <a:xfrm>
              <a:off x="7388" y="5117"/>
              <a:ext cx="5726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则    为</a:t>
              </a:r>
              <a:r>
                <a:rPr lang="en-US" altLang="zh-CN" sz="2800" dirty="0" smtClean="0">
                  <a:latin typeface="+mn-ea"/>
                </a:rPr>
                <a:t>E</a:t>
              </a:r>
              <a:r>
                <a:rPr lang="zh-CN" altLang="en-US" sz="2800" dirty="0" smtClean="0">
                  <a:latin typeface="+mn-ea"/>
                </a:rPr>
                <a:t>的外点，     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33" name="Object 38"/>
            <p:cNvGraphicFramePr>
              <a:graphicFrameLocks noChangeAspect="1"/>
            </p:cNvGraphicFramePr>
            <p:nvPr/>
          </p:nvGraphicFramePr>
          <p:xfrm>
            <a:off x="8161" y="5034"/>
            <a:ext cx="637" cy="10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Equation" r:id="rId15" imgW="3962400" imgH="5486400" progId="Equation.DSMT4">
                    <p:embed/>
                  </p:oleObj>
                </mc:Choice>
                <mc:Fallback>
                  <p:oleObj name="Equation" r:id="rId15" imgW="3962400" imgH="5486400" progId="Equation.DSMT4">
                    <p:embed/>
                    <p:pic>
                      <p:nvPicPr>
                        <p:cNvPr id="0" name="图片 307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161" y="5034"/>
                          <a:ext cx="637" cy="10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文本框 2"/>
          <p:cNvSpPr txBox="1"/>
          <p:nvPr/>
        </p:nvSpPr>
        <p:spPr>
          <a:xfrm>
            <a:off x="1722286" y="3781710"/>
            <a:ext cx="40334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外点一定是不属于</a:t>
            </a:r>
            <a:r>
              <a:rPr lang="en-US" altLang="zh-CN" sz="2800" dirty="0" smtClean="0">
                <a:latin typeface="+mn-ea"/>
              </a:rPr>
              <a:t>E</a:t>
            </a:r>
            <a:r>
              <a:rPr lang="zh-CN" altLang="en-US" sz="2800" dirty="0" smtClean="0">
                <a:latin typeface="+mn-ea"/>
              </a:rPr>
              <a:t>的点</a:t>
            </a:r>
            <a:endParaRPr lang="zh-CN" altLang="en-US" sz="2800" dirty="0">
              <a:latin typeface="+mn-ea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2276475" y="5807710"/>
            <a:ext cx="4441825" cy="670560"/>
            <a:chOff x="3585" y="9146"/>
            <a:chExt cx="6995" cy="1056"/>
          </a:xfrm>
        </p:grpSpPr>
        <p:sp>
          <p:nvSpPr>
            <p:cNvPr id="35" name="文本框 2"/>
            <p:cNvSpPr txBox="1"/>
            <p:nvPr/>
          </p:nvSpPr>
          <p:spPr>
            <a:xfrm>
              <a:off x="5016" y="9306"/>
              <a:ext cx="5564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称为</a:t>
              </a:r>
              <a:r>
                <a:rPr lang="en-US" altLang="zh-CN" sz="2800" dirty="0" smtClean="0">
                  <a:latin typeface="+mn-ea"/>
                </a:rPr>
                <a:t>E</a:t>
              </a:r>
              <a:r>
                <a:rPr lang="zh-CN" altLang="en-US" sz="2800" dirty="0" smtClean="0">
                  <a:latin typeface="+mn-ea"/>
                </a:rPr>
                <a:t>的边界点，     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36" name="Object 38"/>
            <p:cNvGraphicFramePr>
              <a:graphicFrameLocks noChangeAspect="1"/>
            </p:cNvGraphicFramePr>
            <p:nvPr/>
          </p:nvGraphicFramePr>
          <p:xfrm>
            <a:off x="4389" y="9146"/>
            <a:ext cx="637" cy="10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Equation" r:id="rId16" imgW="3962400" imgH="5486400" progId="Equation.DSMT4">
                    <p:embed/>
                  </p:oleObj>
                </mc:Choice>
                <mc:Fallback>
                  <p:oleObj name="Equation" r:id="rId16" imgW="3962400" imgH="5486400" progId="Equation.DSMT4">
                    <p:embed/>
                    <p:pic>
                      <p:nvPicPr>
                        <p:cNvPr id="0" name="图片 308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389" y="9146"/>
                          <a:ext cx="637" cy="10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文本框 2"/>
            <p:cNvSpPr txBox="1"/>
            <p:nvPr/>
          </p:nvSpPr>
          <p:spPr>
            <a:xfrm>
              <a:off x="3585" y="9306"/>
              <a:ext cx="856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则</a:t>
              </a:r>
              <a:endParaRPr lang="zh-CN" altLang="en-US" sz="2800" dirty="0">
                <a:latin typeface="+mn-ea"/>
              </a:endParaRPr>
            </a:p>
          </p:txBody>
        </p:sp>
      </p:grpSp>
      <p:sp>
        <p:nvSpPr>
          <p:cNvPr id="38" name="文本框 2"/>
          <p:cNvSpPr txBox="1"/>
          <p:nvPr/>
        </p:nvSpPr>
        <p:spPr>
          <a:xfrm>
            <a:off x="1333748" y="7241988"/>
            <a:ext cx="75215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边界点可能是属于</a:t>
            </a:r>
            <a:r>
              <a:rPr lang="en-US" altLang="zh-CN" sz="2800" dirty="0" smtClean="0">
                <a:latin typeface="+mn-ea"/>
              </a:rPr>
              <a:t>E</a:t>
            </a:r>
            <a:r>
              <a:rPr lang="zh-CN" altLang="en-US" sz="2800" dirty="0" smtClean="0">
                <a:latin typeface="+mn-ea"/>
              </a:rPr>
              <a:t>的点</a:t>
            </a:r>
            <a:r>
              <a:rPr lang="en-US" altLang="zh-CN" sz="2800" dirty="0" smtClean="0">
                <a:latin typeface="+mn-ea"/>
              </a:rPr>
              <a:t>, </a:t>
            </a:r>
            <a:r>
              <a:rPr lang="zh-CN" altLang="en-US" sz="2800" dirty="0" smtClean="0">
                <a:latin typeface="+mn-ea"/>
              </a:rPr>
              <a:t>也可能是不属于</a:t>
            </a:r>
            <a:r>
              <a:rPr lang="en-US" altLang="zh-CN" sz="2800" dirty="0" smtClean="0">
                <a:latin typeface="+mn-ea"/>
              </a:rPr>
              <a:t>E</a:t>
            </a:r>
            <a:r>
              <a:rPr lang="zh-CN" altLang="en-US" sz="2800" dirty="0" smtClean="0">
                <a:latin typeface="+mn-ea"/>
              </a:rPr>
              <a:t>的点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27691" name="Object 43"/>
          <p:cNvGraphicFramePr>
            <a:graphicFrameLocks noChangeAspect="1"/>
          </p:cNvGraphicFramePr>
          <p:nvPr/>
        </p:nvGraphicFramePr>
        <p:xfrm>
          <a:off x="1657350" y="2545080"/>
          <a:ext cx="3409315" cy="528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17" imgW="1587500" imgH="203200" progId="Equation.DSMT4">
                  <p:embed/>
                </p:oleObj>
              </mc:Choice>
              <mc:Fallback>
                <p:oleObj name="Equation" r:id="rId17" imgW="1587500" imgH="203200" progId="Equation.DSMT4">
                  <p:embed/>
                  <p:pic>
                    <p:nvPicPr>
                      <p:cNvPr id="0" name="图片 308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657350" y="2545080"/>
                        <a:ext cx="3409315" cy="528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2" name="Object 44"/>
          <p:cNvGraphicFramePr>
            <a:graphicFrameLocks noChangeAspect="1"/>
          </p:cNvGraphicFramePr>
          <p:nvPr/>
        </p:nvGraphicFramePr>
        <p:xfrm>
          <a:off x="5170103" y="2467152"/>
          <a:ext cx="1060743" cy="588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19" imgW="12496800" imgH="5791200" progId="Equation.DSMT4">
                  <p:embed/>
                </p:oleObj>
              </mc:Choice>
              <mc:Fallback>
                <p:oleObj name="Equation" r:id="rId19" imgW="12496800" imgH="5791200" progId="Equation.DSMT4">
                  <p:embed/>
                  <p:pic>
                    <p:nvPicPr>
                      <p:cNvPr id="0" name="图片 308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170103" y="2467152"/>
                        <a:ext cx="1060743" cy="58840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3" name="Object 45"/>
          <p:cNvGraphicFramePr>
            <a:graphicFrameLocks noChangeAspect="1"/>
          </p:cNvGraphicFramePr>
          <p:nvPr/>
        </p:nvGraphicFramePr>
        <p:xfrm>
          <a:off x="6482786" y="2544822"/>
          <a:ext cx="1009461" cy="433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21" imgW="11887200" imgH="4267200" progId="Equation.DSMT4">
                  <p:embed/>
                </p:oleObj>
              </mc:Choice>
              <mc:Fallback>
                <p:oleObj name="Equation" r:id="rId21" imgW="11887200" imgH="4267200" progId="Equation.DSMT4">
                  <p:embed/>
                  <p:pic>
                    <p:nvPicPr>
                      <p:cNvPr id="0" name="图片 308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482786" y="2544822"/>
                        <a:ext cx="1009461" cy="43320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6" name="Object 48"/>
          <p:cNvGraphicFramePr>
            <a:graphicFrameLocks noChangeAspect="1"/>
          </p:cNvGraphicFramePr>
          <p:nvPr/>
        </p:nvGraphicFramePr>
        <p:xfrm>
          <a:off x="5092424" y="4490302"/>
          <a:ext cx="1215941" cy="433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Equation" r:id="rId23" imgW="14325600" imgH="4267200" progId="Equation.DSMT4">
                  <p:embed/>
                </p:oleObj>
              </mc:Choice>
              <mc:Fallback>
                <p:oleObj name="Equation" r:id="rId23" imgW="14325600" imgH="4267200" progId="Equation.DSMT4">
                  <p:embed/>
                  <p:pic>
                    <p:nvPicPr>
                      <p:cNvPr id="0" name="图片 308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092424" y="4490302"/>
                        <a:ext cx="1215941" cy="43320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8" name="Object 50"/>
          <p:cNvGraphicFramePr>
            <a:graphicFrameLocks noChangeAspect="1"/>
          </p:cNvGraphicFramePr>
          <p:nvPr/>
        </p:nvGraphicFramePr>
        <p:xfrm>
          <a:off x="4472484" y="6471717"/>
          <a:ext cx="1448063" cy="588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quation" r:id="rId25" imgW="17068800" imgH="5791200" progId="Equation.DSMT4">
                  <p:embed/>
                </p:oleObj>
              </mc:Choice>
              <mc:Fallback>
                <p:oleObj name="Equation" r:id="rId25" imgW="17068800" imgH="5791200" progId="Equation.DSMT4">
                  <p:embed/>
                  <p:pic>
                    <p:nvPicPr>
                      <p:cNvPr id="0" name="图片 308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472484" y="6471717"/>
                        <a:ext cx="1448063" cy="58840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99" name="Object 51"/>
          <p:cNvGraphicFramePr>
            <a:graphicFrameLocks noChangeAspect="1"/>
          </p:cNvGraphicFramePr>
          <p:nvPr/>
        </p:nvGraphicFramePr>
        <p:xfrm>
          <a:off x="6230620" y="6515735"/>
          <a:ext cx="1305560" cy="501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Equation" r:id="rId27" imgW="634365" imgH="203200" progId="Equation.DSMT4">
                  <p:embed/>
                </p:oleObj>
              </mc:Choice>
              <mc:Fallback>
                <p:oleObj name="Equation" r:id="rId27" imgW="634365" imgH="203200" progId="Equation.DSMT4">
                  <p:embed/>
                  <p:pic>
                    <p:nvPicPr>
                      <p:cNvPr id="0" name="图片 3089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230620" y="6515735"/>
                        <a:ext cx="1305560" cy="5010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七角星 38"/>
          <p:cNvSpPr/>
          <p:nvPr/>
        </p:nvSpPr>
        <p:spPr>
          <a:xfrm>
            <a:off x="959459" y="1870488"/>
            <a:ext cx="985083" cy="816761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40" name="七角星 39"/>
          <p:cNvSpPr/>
          <p:nvPr/>
        </p:nvSpPr>
        <p:spPr>
          <a:xfrm>
            <a:off x="833717" y="3755779"/>
            <a:ext cx="985083" cy="816761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41" name="七角星 40"/>
          <p:cNvSpPr/>
          <p:nvPr/>
        </p:nvSpPr>
        <p:spPr>
          <a:xfrm>
            <a:off x="410675" y="7095280"/>
            <a:ext cx="985083" cy="816761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8254365" y="2891790"/>
            <a:ext cx="2735580" cy="279590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7918450" y="4194175"/>
            <a:ext cx="4153535" cy="3302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9431655" y="3129915"/>
            <a:ext cx="410210" cy="409575"/>
          </a:xfrm>
          <a:prstGeom prst="ellipse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 flipH="1" flipV="1">
            <a:off x="9585325" y="1644650"/>
            <a:ext cx="60960" cy="435165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9576435" y="3292475"/>
            <a:ext cx="81915" cy="755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8" name="Object 44"/>
          <p:cNvGraphicFramePr>
            <a:graphicFrameLocks noChangeAspect="1"/>
          </p:cNvGraphicFramePr>
          <p:nvPr/>
        </p:nvGraphicFramePr>
        <p:xfrm>
          <a:off x="8932228" y="3240723"/>
          <a:ext cx="382905" cy="387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29" imgW="266700" imgH="228600" progId="Equation.DSMT4">
                  <p:embed/>
                </p:oleObj>
              </mc:Choice>
              <mc:Fallback>
                <p:oleObj name="Equation" r:id="rId29" imgW="266700" imgH="228600" progId="Equation.DSMT4">
                  <p:embed/>
                  <p:pic>
                    <p:nvPicPr>
                      <p:cNvPr id="0" name="图片 308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932228" y="3240723"/>
                        <a:ext cx="382905" cy="3879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椭圆 11"/>
          <p:cNvSpPr/>
          <p:nvPr/>
        </p:nvSpPr>
        <p:spPr>
          <a:xfrm>
            <a:off x="10084435" y="3424555"/>
            <a:ext cx="311150" cy="360680"/>
          </a:xfrm>
          <a:prstGeom prst="ellipse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0196830" y="3535680"/>
            <a:ext cx="75565" cy="984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9958070" y="2751455"/>
            <a:ext cx="584200" cy="6223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3" name="Object 45"/>
          <p:cNvGraphicFramePr>
            <a:graphicFrameLocks noChangeAspect="1"/>
          </p:cNvGraphicFramePr>
          <p:nvPr/>
        </p:nvGraphicFramePr>
        <p:xfrm>
          <a:off x="10005060" y="3764280"/>
          <a:ext cx="462915" cy="353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31" imgW="279400" imgH="177165" progId="Equation.DSMT4">
                  <p:embed/>
                </p:oleObj>
              </mc:Choice>
              <mc:Fallback>
                <p:oleObj name="Equation" r:id="rId31" imgW="279400" imgH="177165" progId="Equation.DSMT4">
                  <p:embed/>
                  <p:pic>
                    <p:nvPicPr>
                      <p:cNvPr id="0" name="图片 3083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0005060" y="3764280"/>
                        <a:ext cx="462915" cy="3536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椭圆 19"/>
          <p:cNvSpPr/>
          <p:nvPr/>
        </p:nvSpPr>
        <p:spPr>
          <a:xfrm>
            <a:off x="11245850" y="1163955"/>
            <a:ext cx="737235" cy="819150"/>
          </a:xfrm>
          <a:prstGeom prst="ellipse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11540490" y="1553210"/>
            <a:ext cx="98425" cy="755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10114915" y="2915285"/>
            <a:ext cx="278765" cy="294640"/>
          </a:xfrm>
          <a:prstGeom prst="ellipse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6" name="Object 47"/>
          <p:cNvGraphicFramePr>
            <a:graphicFrameLocks noChangeAspect="1"/>
          </p:cNvGraphicFramePr>
          <p:nvPr/>
        </p:nvGraphicFramePr>
        <p:xfrm>
          <a:off x="11233150" y="2074545"/>
          <a:ext cx="699135" cy="408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33" imgW="368300" imgH="177165" progId="Equation.DSMT4">
                  <p:embed/>
                </p:oleObj>
              </mc:Choice>
              <mc:Fallback>
                <p:oleObj name="Equation" r:id="rId33" imgW="368300" imgH="177165" progId="Equation.DSMT4">
                  <p:embed/>
                  <p:pic>
                    <p:nvPicPr>
                      <p:cNvPr id="0" name="图片 3085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1233150" y="2074545"/>
                        <a:ext cx="699135" cy="4089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椭圆 17"/>
          <p:cNvSpPr/>
          <p:nvPr/>
        </p:nvSpPr>
        <p:spPr>
          <a:xfrm>
            <a:off x="10891520" y="2293620"/>
            <a:ext cx="98425" cy="7556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9" name="Object 48"/>
          <p:cNvGraphicFramePr>
            <a:graphicFrameLocks noChangeAspect="1"/>
          </p:cNvGraphicFramePr>
          <p:nvPr/>
        </p:nvGraphicFramePr>
        <p:xfrm>
          <a:off x="10562590" y="1457960"/>
          <a:ext cx="755650" cy="438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35" imgW="368300" imgH="177165" progId="Equation.DSMT4">
                  <p:embed/>
                </p:oleObj>
              </mc:Choice>
              <mc:Fallback>
                <p:oleObj name="Equation" r:id="rId35" imgW="368300" imgH="177165" progId="Equation.DSMT4">
                  <p:embed/>
                  <p:pic>
                    <p:nvPicPr>
                      <p:cNvPr id="0" name="图片 3086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0562590" y="1457960"/>
                        <a:ext cx="755650" cy="4387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椭圆 21"/>
          <p:cNvSpPr/>
          <p:nvPr/>
        </p:nvSpPr>
        <p:spPr>
          <a:xfrm>
            <a:off x="10205085" y="3037840"/>
            <a:ext cx="98425" cy="755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3" name="Object 50"/>
          <p:cNvGraphicFramePr>
            <a:graphicFrameLocks noChangeAspect="1"/>
          </p:cNvGraphicFramePr>
          <p:nvPr/>
        </p:nvGraphicFramePr>
        <p:xfrm>
          <a:off x="10503211" y="2602540"/>
          <a:ext cx="38100" cy="23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37" imgW="444500" imgH="228600" progId="Equation.DSMT4">
                  <p:embed/>
                </p:oleObj>
              </mc:Choice>
              <mc:Fallback>
                <p:oleObj name="Equation" r:id="rId37" imgW="444500" imgH="228600" progId="Equation.DSMT4">
                  <p:embed/>
                  <p:pic>
                    <p:nvPicPr>
                      <p:cNvPr id="0" name="图片 3088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0503211" y="2602540"/>
                        <a:ext cx="38100" cy="234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0"/>
          <p:cNvGraphicFramePr>
            <a:graphicFrameLocks noChangeAspect="1"/>
          </p:cNvGraphicFramePr>
          <p:nvPr/>
        </p:nvGraphicFramePr>
        <p:xfrm>
          <a:off x="10629900" y="2879090"/>
          <a:ext cx="65341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39" imgW="444500" imgH="228600" progId="Equation.DSMT4">
                  <p:embed/>
                </p:oleObj>
              </mc:Choice>
              <mc:Fallback>
                <p:oleObj name="Equation" r:id="rId39" imgW="444500" imgH="228600" progId="Equation.DSMT4">
                  <p:embed/>
                  <p:pic>
                    <p:nvPicPr>
                      <p:cNvPr id="0" name="图片 3088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0629900" y="2879090"/>
                        <a:ext cx="653415" cy="403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3"/>
          <p:cNvGraphicFramePr>
            <a:graphicFrameLocks noChangeAspect="1"/>
          </p:cNvGraphicFramePr>
          <p:nvPr/>
        </p:nvGraphicFramePr>
        <p:xfrm>
          <a:off x="1395730" y="4490085"/>
          <a:ext cx="3409315" cy="528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Equation" r:id="rId41" imgW="1587500" imgH="203200" progId="Equation.DSMT4">
                  <p:embed/>
                </p:oleObj>
              </mc:Choice>
              <mc:Fallback>
                <p:oleObj name="Equation" r:id="rId41" imgW="1587500" imgH="203200" progId="Equation.DSMT4">
                  <p:embed/>
                  <p:pic>
                    <p:nvPicPr>
                      <p:cNvPr id="0" name="图片 308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395730" y="4490085"/>
                        <a:ext cx="3409315" cy="528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3"/>
          <p:cNvGraphicFramePr>
            <a:graphicFrameLocks noChangeAspect="1"/>
          </p:cNvGraphicFramePr>
          <p:nvPr/>
        </p:nvGraphicFramePr>
        <p:xfrm>
          <a:off x="959485" y="6471920"/>
          <a:ext cx="3409315" cy="528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42" imgW="1587500" imgH="203200" progId="Equation.DSMT4">
                  <p:embed/>
                </p:oleObj>
              </mc:Choice>
              <mc:Fallback>
                <p:oleObj name="Equation" r:id="rId42" imgW="1587500" imgH="203200" progId="Equation.DSMT4">
                  <p:embed/>
                  <p:pic>
                    <p:nvPicPr>
                      <p:cNvPr id="0" name="图片 308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59485" y="6471920"/>
                        <a:ext cx="3409315" cy="5283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组合 51"/>
          <p:cNvGrpSpPr/>
          <p:nvPr/>
        </p:nvGrpSpPr>
        <p:grpSpPr>
          <a:xfrm>
            <a:off x="4599305" y="1438910"/>
            <a:ext cx="3636010" cy="670560"/>
            <a:chOff x="7043" y="2066"/>
            <a:chExt cx="5726" cy="1056"/>
          </a:xfrm>
        </p:grpSpPr>
        <p:sp>
          <p:nvSpPr>
            <p:cNvPr id="53" name="文本框 2"/>
            <p:cNvSpPr txBox="1"/>
            <p:nvPr/>
          </p:nvSpPr>
          <p:spPr>
            <a:xfrm>
              <a:off x="7043" y="2230"/>
              <a:ext cx="5726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800" dirty="0" smtClean="0">
                  <a:latin typeface="+mn-ea"/>
                </a:rPr>
                <a:t>则    为</a:t>
              </a:r>
              <a:r>
                <a:rPr lang="en-US" altLang="zh-CN" sz="2800" dirty="0" smtClean="0">
                  <a:latin typeface="+mn-ea"/>
                </a:rPr>
                <a:t>E</a:t>
              </a:r>
              <a:r>
                <a:rPr lang="zh-CN" altLang="en-US" sz="2800" dirty="0" smtClean="0">
                  <a:latin typeface="+mn-ea"/>
                </a:rPr>
                <a:t>的内点，     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55" name="Object 38"/>
            <p:cNvGraphicFramePr>
              <a:graphicFrameLocks noChangeAspect="1"/>
            </p:cNvGraphicFramePr>
            <p:nvPr/>
          </p:nvGraphicFramePr>
          <p:xfrm>
            <a:off x="7816" y="2066"/>
            <a:ext cx="637" cy="10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" name="Equation" r:id="rId43" imgW="3962400" imgH="5486400" progId="Equation.DSMT4">
                    <p:embed/>
                  </p:oleObj>
                </mc:Choice>
                <mc:Fallback>
                  <p:oleObj name="Equation" r:id="rId43" imgW="3962400" imgH="5486400" progId="Equation.DSMT4">
                    <p:embed/>
                    <p:pic>
                      <p:nvPicPr>
                        <p:cNvPr id="0" name="图片 307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816" y="2066"/>
                          <a:ext cx="637" cy="10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7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9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7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7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9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000"/>
                            </p:stCondLst>
                            <p:childTnLst>
                              <p:par>
                                <p:cTn id="1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2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2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8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0" grpId="0"/>
      <p:bldP spid="54" grpId="0"/>
      <p:bldP spid="60" grpId="0"/>
      <p:bldP spid="34" grpId="0"/>
      <p:bldP spid="38" grpId="0"/>
      <p:bldP spid="39" grpId="0" bldLvl="0" animBg="1"/>
      <p:bldP spid="39" grpId="1" bldLvl="0" animBg="1"/>
      <p:bldP spid="40" grpId="0" bldLvl="0" animBg="1"/>
      <p:bldP spid="40" grpId="1" bldLvl="0" animBg="1"/>
      <p:bldP spid="41" grpId="0" bldLvl="0" animBg="1"/>
      <p:bldP spid="41" grpId="1" bldLvl="0" animBg="1"/>
      <p:bldP spid="6" grpId="0" bldLvl="0" animBg="1"/>
      <p:bldP spid="18" grpId="0" bldLvl="0" animBg="1"/>
      <p:bldP spid="7" grpId="0" animBg="1"/>
      <p:bldP spid="9" grpId="0" animBg="1"/>
      <p:bldP spid="11" grpId="0" animBg="1"/>
      <p:bldP spid="12" grpId="0" animBg="1"/>
      <p:bldP spid="15" grpId="0" animBg="1"/>
      <p:bldP spid="20" grpId="0" animBg="1"/>
      <p:bldP spid="22" grpId="0" animBg="1"/>
      <p:bldP spid="28" grpId="0" animBg="1"/>
      <p:bldP spid="29" grpId="0" animBg="1"/>
      <p:bldP spid="30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3074757" y="-315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一、平面点集的相关概念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6" name="文本框 2"/>
          <p:cNvSpPr txBox="1"/>
          <p:nvPr/>
        </p:nvSpPr>
        <p:spPr>
          <a:xfrm>
            <a:off x="830888" y="609324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例，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0192" name="Object 16"/>
          <p:cNvGraphicFramePr>
            <a:graphicFrameLocks noChangeAspect="1"/>
          </p:cNvGraphicFramePr>
          <p:nvPr/>
        </p:nvGraphicFramePr>
        <p:xfrm>
          <a:off x="1835785" y="6169025"/>
          <a:ext cx="3237865" cy="509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1548765" imgH="203200" progId="Equation.DSMT4">
                  <p:embed/>
                </p:oleObj>
              </mc:Choice>
              <mc:Fallback>
                <p:oleObj name="Equation" r:id="rId1" imgW="1548765" imgH="2032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35785" y="6169025"/>
                        <a:ext cx="3237865" cy="5092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/>
          <p:cNvSpPr txBox="1"/>
          <p:nvPr/>
        </p:nvSpPr>
        <p:spPr>
          <a:xfrm>
            <a:off x="2858611" y="5451351"/>
            <a:ext cx="40334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但不是集合</a:t>
            </a:r>
            <a:r>
              <a:rPr lang="en-US" altLang="zh-CN" sz="2800" dirty="0" smtClean="0">
                <a:latin typeface="+mn-ea"/>
              </a:rPr>
              <a:t>E</a:t>
            </a:r>
            <a:r>
              <a:rPr lang="zh-CN" altLang="en-US" sz="2800" dirty="0" smtClean="0">
                <a:latin typeface="+mn-ea"/>
              </a:rPr>
              <a:t>的极限点，</a:t>
            </a:r>
            <a:endParaRPr lang="zh-CN" altLang="en-US" sz="2800" dirty="0">
              <a:latin typeface="+mn-ea"/>
            </a:endParaRPr>
          </a:p>
        </p:txBody>
      </p:sp>
      <p:sp>
        <p:nvSpPr>
          <p:cNvPr id="14" name="文本框 2"/>
          <p:cNvSpPr txBox="1"/>
          <p:nvPr/>
        </p:nvSpPr>
        <p:spPr>
          <a:xfrm>
            <a:off x="247680" y="5462852"/>
            <a:ext cx="1386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</a:rPr>
              <a:t>孤立点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15" name="Object 37"/>
          <p:cNvGraphicFramePr>
            <a:graphicFrameLocks noChangeAspect="1"/>
          </p:cNvGraphicFramePr>
          <p:nvPr/>
        </p:nvGraphicFramePr>
        <p:xfrm>
          <a:off x="1867810" y="5433701"/>
          <a:ext cx="981706" cy="622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10363200" imgH="5486400" progId="Equation.DSMT4">
                  <p:embed/>
                </p:oleObj>
              </mc:Choice>
              <mc:Fallback>
                <p:oleObj name="Equation" r:id="rId3" imgW="10363200" imgH="54864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67810" y="5433701"/>
                        <a:ext cx="981706" cy="6220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组合 47"/>
          <p:cNvGrpSpPr/>
          <p:nvPr/>
        </p:nvGrpSpPr>
        <p:grpSpPr>
          <a:xfrm>
            <a:off x="6639560" y="5401945"/>
            <a:ext cx="3994150" cy="670560"/>
            <a:chOff x="10456" y="8507"/>
            <a:chExt cx="6290" cy="1056"/>
          </a:xfrm>
        </p:grpSpPr>
        <p:sp>
          <p:nvSpPr>
            <p:cNvPr id="16" name="文本框 2"/>
            <p:cNvSpPr txBox="1"/>
            <p:nvPr/>
          </p:nvSpPr>
          <p:spPr>
            <a:xfrm>
              <a:off x="10456" y="8644"/>
              <a:ext cx="6291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则    为</a:t>
              </a:r>
              <a:r>
                <a:rPr lang="en-US" altLang="zh-CN" sz="2800" dirty="0" smtClean="0">
                  <a:latin typeface="+mn-ea"/>
                </a:rPr>
                <a:t>E</a:t>
              </a:r>
              <a:r>
                <a:rPr lang="zh-CN" altLang="en-US" sz="2800" dirty="0" smtClean="0">
                  <a:latin typeface="+mn-ea"/>
                </a:rPr>
                <a:t>的孤立点。     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17" name="Object 38"/>
            <p:cNvGraphicFramePr>
              <a:graphicFrameLocks noChangeAspect="1"/>
            </p:cNvGraphicFramePr>
            <p:nvPr/>
          </p:nvGraphicFramePr>
          <p:xfrm>
            <a:off x="11229" y="8507"/>
            <a:ext cx="637" cy="10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9" name="Equation" r:id="rId5" imgW="3962400" imgH="5486400" progId="Equation.DSMT4">
                    <p:embed/>
                  </p:oleObj>
                </mc:Choice>
                <mc:Fallback>
                  <p:oleObj name="Equation" r:id="rId5" imgW="3962400" imgH="5486400" progId="Equation.DSMT4">
                    <p:embed/>
                    <p:pic>
                      <p:nvPicPr>
                        <p:cNvPr id="0" name="图片 409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229" y="8507"/>
                          <a:ext cx="637" cy="10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199" name="Object 23"/>
          <p:cNvGraphicFramePr>
            <a:graphicFrameLocks noChangeAspect="1"/>
          </p:cNvGraphicFramePr>
          <p:nvPr/>
        </p:nvGraphicFramePr>
        <p:xfrm>
          <a:off x="5468620" y="6216015"/>
          <a:ext cx="142367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7" imgW="596900" imgH="177165" progId="Equation.DSMT4">
                  <p:embed/>
                </p:oleObj>
              </mc:Choice>
              <mc:Fallback>
                <p:oleObj name="Equation" r:id="rId7" imgW="596900" imgH="177165" progId="Equation.DSMT4">
                  <p:embed/>
                  <p:pic>
                    <p:nvPicPr>
                      <p:cNvPr id="0" name="图片 40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68620" y="6216015"/>
                        <a:ext cx="1423670" cy="504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2"/>
          <p:cNvSpPr txBox="1"/>
          <p:nvPr/>
        </p:nvSpPr>
        <p:spPr>
          <a:xfrm>
            <a:off x="251261" y="750726"/>
            <a:ext cx="1386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</a:rPr>
              <a:t>极限点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20" name="Object 11"/>
          <p:cNvGraphicFramePr>
            <a:graphicFrameLocks noChangeAspect="1"/>
          </p:cNvGraphicFramePr>
          <p:nvPr/>
        </p:nvGraphicFramePr>
        <p:xfrm>
          <a:off x="1706880" y="445135"/>
          <a:ext cx="1475105" cy="834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9" imgW="16154400" imgH="7620000" progId="Equation.DSMT4">
                  <p:embed/>
                </p:oleObj>
              </mc:Choice>
              <mc:Fallback>
                <p:oleObj name="Equation" r:id="rId9" imgW="16154400" imgH="76200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06880" y="445135"/>
                        <a:ext cx="1475105" cy="8343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5"/>
          <p:cNvGraphicFramePr>
            <a:graphicFrameLocks noChangeAspect="1"/>
          </p:cNvGraphicFramePr>
          <p:nvPr/>
        </p:nvGraphicFramePr>
        <p:xfrm>
          <a:off x="3242310" y="723265"/>
          <a:ext cx="540385" cy="474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1" imgW="279400" imgH="203200" progId="Equation.DSMT4">
                  <p:embed/>
                </p:oleObj>
              </mc:Choice>
              <mc:Fallback>
                <p:oleObj name="Equation" r:id="rId11" imgW="279400" imgH="203200" progId="Equation.DSMT4">
                  <p:embed/>
                  <p:pic>
                    <p:nvPicPr>
                      <p:cNvPr id="0" name="图片 41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42310" y="723265"/>
                        <a:ext cx="540385" cy="4749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"/>
          <p:cNvSpPr txBox="1"/>
          <p:nvPr/>
        </p:nvSpPr>
        <p:spPr>
          <a:xfrm>
            <a:off x="7813003" y="713346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又称聚点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23" name="Object 41"/>
          <p:cNvGraphicFramePr>
            <a:graphicFrameLocks noChangeAspect="1"/>
          </p:cNvGraphicFramePr>
          <p:nvPr/>
        </p:nvGraphicFramePr>
        <p:xfrm>
          <a:off x="3876675" y="734695"/>
          <a:ext cx="68326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13" imgW="7924800" imgH="3962400" progId="Equation.DSMT4">
                  <p:embed/>
                </p:oleObj>
              </mc:Choice>
              <mc:Fallback>
                <p:oleObj name="Equation" r:id="rId13" imgW="7924800" imgH="3962400" progId="Equation.DSMT4">
                  <p:embed/>
                  <p:pic>
                    <p:nvPicPr>
                      <p:cNvPr id="0" name="图片 410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76675" y="734695"/>
                        <a:ext cx="683260" cy="4095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组合 46"/>
          <p:cNvGrpSpPr/>
          <p:nvPr/>
        </p:nvGrpSpPr>
        <p:grpSpPr>
          <a:xfrm>
            <a:off x="4642485" y="635000"/>
            <a:ext cx="3305810" cy="670560"/>
            <a:chOff x="7311" y="1000"/>
            <a:chExt cx="5206" cy="1056"/>
          </a:xfrm>
        </p:grpSpPr>
        <p:sp>
          <p:nvSpPr>
            <p:cNvPr id="24" name="文本框 2"/>
            <p:cNvSpPr txBox="1"/>
            <p:nvPr/>
          </p:nvSpPr>
          <p:spPr>
            <a:xfrm>
              <a:off x="7311" y="1137"/>
              <a:ext cx="5207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则    为</a:t>
              </a:r>
              <a:r>
                <a:rPr lang="en-US" altLang="zh-CN" sz="2800" dirty="0" smtClean="0">
                  <a:latin typeface="+mn-ea"/>
                </a:rPr>
                <a:t>E</a:t>
              </a:r>
              <a:r>
                <a:rPr lang="zh-CN" altLang="en-US" sz="2800" dirty="0" smtClean="0">
                  <a:latin typeface="+mn-ea"/>
                </a:rPr>
                <a:t>的极限点，     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25" name="Object 38"/>
            <p:cNvGraphicFramePr>
              <a:graphicFrameLocks noChangeAspect="1"/>
            </p:cNvGraphicFramePr>
            <p:nvPr/>
          </p:nvGraphicFramePr>
          <p:xfrm>
            <a:off x="8084" y="1000"/>
            <a:ext cx="637" cy="10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4" name="Equation" r:id="rId15" imgW="3962400" imgH="5486400" progId="Equation.DSMT4">
                    <p:embed/>
                  </p:oleObj>
                </mc:Choice>
                <mc:Fallback>
                  <p:oleObj name="Equation" r:id="rId15" imgW="3962400" imgH="5486400" progId="Equation.DSMT4">
                    <p:embed/>
                    <p:pic>
                      <p:nvPicPr>
                        <p:cNvPr id="0" name="图片 410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084" y="1000"/>
                          <a:ext cx="637" cy="105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文本框 2"/>
          <p:cNvSpPr txBox="1"/>
          <p:nvPr/>
        </p:nvSpPr>
        <p:spPr>
          <a:xfrm>
            <a:off x="1460483" y="2720079"/>
            <a:ext cx="55524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极限点可能属于</a:t>
            </a:r>
            <a:r>
              <a:rPr lang="en-US" altLang="zh-CN" sz="2800" dirty="0" smtClean="0">
                <a:latin typeface="+mn-ea"/>
              </a:rPr>
              <a:t>E</a:t>
            </a:r>
            <a:r>
              <a:rPr lang="zh-CN" altLang="en-US" sz="2800" dirty="0" smtClean="0">
                <a:latin typeface="+mn-ea"/>
              </a:rPr>
              <a:t>，也可能不属于</a:t>
            </a:r>
            <a:r>
              <a:rPr lang="en-US" altLang="zh-CN" sz="2800" dirty="0" smtClean="0">
                <a:latin typeface="+mn-ea"/>
              </a:rPr>
              <a:t>E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50205" name="Object 29"/>
          <p:cNvGraphicFramePr>
            <a:graphicFrameLocks noChangeAspect="1"/>
          </p:cNvGraphicFramePr>
          <p:nvPr/>
        </p:nvGraphicFramePr>
        <p:xfrm>
          <a:off x="1001395" y="1496695"/>
          <a:ext cx="3455670" cy="543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16" imgW="1587500" imgH="203200" progId="Equation.DSMT4">
                  <p:embed/>
                </p:oleObj>
              </mc:Choice>
              <mc:Fallback>
                <p:oleObj name="Equation" r:id="rId16" imgW="1587500" imgH="203200" progId="Equation.DSMT4">
                  <p:embed/>
                  <p:pic>
                    <p:nvPicPr>
                      <p:cNvPr id="0" name="图片 4104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001395" y="1496695"/>
                        <a:ext cx="3455670" cy="5435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06" name="Object 30"/>
          <p:cNvGraphicFramePr>
            <a:graphicFrameLocks noChangeAspect="1"/>
          </p:cNvGraphicFramePr>
          <p:nvPr/>
        </p:nvGraphicFramePr>
        <p:xfrm>
          <a:off x="4945619" y="1421419"/>
          <a:ext cx="1247073" cy="537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18" imgW="11887200" imgH="4267200" progId="Equation.DSMT4">
                  <p:embed/>
                </p:oleObj>
              </mc:Choice>
              <mc:Fallback>
                <p:oleObj name="Equation" r:id="rId18" imgW="11887200" imgH="42672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945619" y="1421419"/>
                        <a:ext cx="1247073" cy="53795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07" name="Object 31"/>
          <p:cNvGraphicFramePr>
            <a:graphicFrameLocks noChangeAspect="1"/>
          </p:cNvGraphicFramePr>
          <p:nvPr/>
        </p:nvGraphicFramePr>
        <p:xfrm>
          <a:off x="3591530" y="1958845"/>
          <a:ext cx="1694409" cy="691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20" imgW="16154400" imgH="5486400" progId="Equation.DSMT4">
                  <p:embed/>
                </p:oleObj>
              </mc:Choice>
              <mc:Fallback>
                <p:oleObj name="Equation" r:id="rId20" imgW="16154400" imgH="5486400" progId="Equation.DSMT4">
                  <p:embed/>
                  <p:pic>
                    <p:nvPicPr>
                      <p:cNvPr id="0" name="图片 4106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591530" y="1958845"/>
                        <a:ext cx="1694409" cy="6918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08" name="Object 32"/>
          <p:cNvGraphicFramePr>
            <a:graphicFrameLocks noChangeAspect="1"/>
          </p:cNvGraphicFramePr>
          <p:nvPr/>
        </p:nvGraphicFramePr>
        <p:xfrm>
          <a:off x="5950585" y="2132965"/>
          <a:ext cx="1407795" cy="506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22" imgW="596900" imgH="177165" progId="Equation.DSMT4">
                  <p:embed/>
                </p:oleObj>
              </mc:Choice>
              <mc:Fallback>
                <p:oleObj name="Equation" r:id="rId22" imgW="596900" imgH="177165" progId="Equation.DSMT4">
                  <p:embed/>
                  <p:pic>
                    <p:nvPicPr>
                      <p:cNvPr id="0" name="图片 4107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950585" y="2132965"/>
                        <a:ext cx="1407795" cy="5067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/>
          <p:cNvSpPr/>
          <p:nvPr/>
        </p:nvSpPr>
        <p:spPr>
          <a:xfrm>
            <a:off x="1361064" y="3274930"/>
            <a:ext cx="42589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内点一定是极限点；</a:t>
            </a:r>
            <a:endParaRPr lang="zh-CN" altLang="en-US" sz="2800" dirty="0">
              <a:latin typeface="+mn-ea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360837" y="3986094"/>
            <a:ext cx="45896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外点一定不是极限点；</a:t>
            </a:r>
            <a:endParaRPr lang="zh-CN" altLang="en-US" sz="2800" dirty="0">
              <a:latin typeface="+mn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251797" y="4770176"/>
            <a:ext cx="90380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边界点有可能是极限点，也有可能不是极限点；</a:t>
            </a:r>
            <a:endParaRPr lang="zh-CN" altLang="en-US" sz="2800" dirty="0">
              <a:latin typeface="+mn-ea"/>
            </a:endParaRPr>
          </a:p>
        </p:txBody>
      </p:sp>
      <p:sp>
        <p:nvSpPr>
          <p:cNvPr id="38" name="文本框 2"/>
          <p:cNvSpPr txBox="1"/>
          <p:nvPr/>
        </p:nvSpPr>
        <p:spPr>
          <a:xfrm>
            <a:off x="1267823" y="6961397"/>
            <a:ext cx="72651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孤立点一定是属于</a:t>
            </a:r>
            <a:r>
              <a:rPr lang="en-US" altLang="zh-CN" sz="2800" dirty="0" smtClean="0">
                <a:latin typeface="+mn-ea"/>
              </a:rPr>
              <a:t>E</a:t>
            </a:r>
            <a:r>
              <a:rPr lang="zh-CN" altLang="en-US" sz="2800" dirty="0" smtClean="0">
                <a:latin typeface="+mn-ea"/>
              </a:rPr>
              <a:t>的点，且一定是边界点。</a:t>
            </a:r>
            <a:endParaRPr lang="zh-CN" altLang="en-US" sz="2800" dirty="0">
              <a:latin typeface="+mn-ea"/>
            </a:endParaRPr>
          </a:p>
        </p:txBody>
      </p:sp>
      <p:sp>
        <p:nvSpPr>
          <p:cNvPr id="27" name="七角星 26"/>
          <p:cNvSpPr/>
          <p:nvPr/>
        </p:nvSpPr>
        <p:spPr>
          <a:xfrm>
            <a:off x="249861" y="2544666"/>
            <a:ext cx="985083" cy="816761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28" name="七角星 27"/>
          <p:cNvSpPr/>
          <p:nvPr/>
        </p:nvSpPr>
        <p:spPr>
          <a:xfrm>
            <a:off x="146342" y="6754355"/>
            <a:ext cx="985083" cy="816761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graphicFrame>
        <p:nvGraphicFramePr>
          <p:cNvPr id="50209" name="Object 33"/>
          <p:cNvGraphicFramePr>
            <a:graphicFrameLocks noChangeAspect="1"/>
          </p:cNvGraphicFramePr>
          <p:nvPr/>
        </p:nvGraphicFramePr>
        <p:xfrm>
          <a:off x="1460670" y="2116557"/>
          <a:ext cx="1503362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Equation" r:id="rId24" imgW="14325600" imgH="4267200" progId="Equation.DSMT4">
                  <p:embed/>
                </p:oleObj>
              </mc:Choice>
              <mc:Fallback>
                <p:oleObj name="Equation" r:id="rId24" imgW="14325600" imgH="4267200" progId="Equation.DSMT4">
                  <p:embed/>
                  <p:pic>
                    <p:nvPicPr>
                      <p:cNvPr id="0" name="图片 4108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460670" y="2116557"/>
                        <a:ext cx="1503362" cy="5381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椭圆 29"/>
          <p:cNvSpPr/>
          <p:nvPr/>
        </p:nvSpPr>
        <p:spPr>
          <a:xfrm>
            <a:off x="10763885" y="1905635"/>
            <a:ext cx="584200" cy="6223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8369935" y="2759710"/>
            <a:ext cx="2735580" cy="279590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8034020" y="4062095"/>
            <a:ext cx="4153535" cy="3302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9547225" y="2997835"/>
            <a:ext cx="410210" cy="409575"/>
          </a:xfrm>
          <a:prstGeom prst="ellipse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 flipH="1" flipV="1">
            <a:off x="9673590" y="980440"/>
            <a:ext cx="88265" cy="488378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9692005" y="3178175"/>
            <a:ext cx="81915" cy="755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8" name="Object 44"/>
          <p:cNvGraphicFramePr>
            <a:graphicFrameLocks noChangeAspect="1"/>
          </p:cNvGraphicFramePr>
          <p:nvPr/>
        </p:nvGraphicFramePr>
        <p:xfrm>
          <a:off x="9047798" y="3126423"/>
          <a:ext cx="382905" cy="387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26" imgW="266700" imgH="228600" progId="Equation.DSMT4">
                  <p:embed/>
                </p:oleObj>
              </mc:Choice>
              <mc:Fallback>
                <p:oleObj name="Equation" r:id="rId26" imgW="266700" imgH="228600" progId="Equation.DSMT4">
                  <p:embed/>
                  <p:pic>
                    <p:nvPicPr>
                      <p:cNvPr id="0" name="图片 3082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047798" y="3126423"/>
                        <a:ext cx="382905" cy="3879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椭圆 11"/>
          <p:cNvSpPr/>
          <p:nvPr/>
        </p:nvSpPr>
        <p:spPr>
          <a:xfrm>
            <a:off x="10200005" y="3292475"/>
            <a:ext cx="311150" cy="360680"/>
          </a:xfrm>
          <a:prstGeom prst="ellipse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312400" y="3403600"/>
            <a:ext cx="75565" cy="984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10073640" y="2619375"/>
            <a:ext cx="584200" cy="6223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1" name="Object 45"/>
          <p:cNvGraphicFramePr>
            <a:graphicFrameLocks noChangeAspect="1"/>
          </p:cNvGraphicFramePr>
          <p:nvPr/>
        </p:nvGraphicFramePr>
        <p:xfrm>
          <a:off x="10120630" y="3632200"/>
          <a:ext cx="462915" cy="353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28" imgW="279400" imgH="177165" progId="Equation.DSMT4">
                  <p:embed/>
                </p:oleObj>
              </mc:Choice>
              <mc:Fallback>
                <p:oleObj name="Equation" r:id="rId28" imgW="279400" imgH="177165" progId="Equation.DSMT4">
                  <p:embed/>
                  <p:pic>
                    <p:nvPicPr>
                      <p:cNvPr id="0" name="图片 3083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0120630" y="3632200"/>
                        <a:ext cx="462915" cy="3536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椭圆 2"/>
          <p:cNvSpPr/>
          <p:nvPr/>
        </p:nvSpPr>
        <p:spPr>
          <a:xfrm>
            <a:off x="11361420" y="1031875"/>
            <a:ext cx="737235" cy="819150"/>
          </a:xfrm>
          <a:prstGeom prst="ellipse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11656060" y="1421130"/>
            <a:ext cx="98425" cy="755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10230485" y="2783205"/>
            <a:ext cx="278765" cy="294640"/>
          </a:xfrm>
          <a:prstGeom prst="ellipse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4" name="Object 47"/>
          <p:cNvGraphicFramePr>
            <a:graphicFrameLocks noChangeAspect="1"/>
          </p:cNvGraphicFramePr>
          <p:nvPr/>
        </p:nvGraphicFramePr>
        <p:xfrm>
          <a:off x="11355705" y="2084705"/>
          <a:ext cx="699135" cy="408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30" imgW="368300" imgH="177165" progId="Equation.DSMT4">
                  <p:embed/>
                </p:oleObj>
              </mc:Choice>
              <mc:Fallback>
                <p:oleObj name="Equation" r:id="rId30" imgW="368300" imgH="177165" progId="Equation.DSMT4">
                  <p:embed/>
                  <p:pic>
                    <p:nvPicPr>
                      <p:cNvPr id="0" name="图片 3085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1355705" y="2084705"/>
                        <a:ext cx="699135" cy="4089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椭圆 38"/>
          <p:cNvSpPr/>
          <p:nvPr/>
        </p:nvSpPr>
        <p:spPr>
          <a:xfrm>
            <a:off x="11007090" y="2161540"/>
            <a:ext cx="98425" cy="75565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0" name="Object 48"/>
          <p:cNvGraphicFramePr>
            <a:graphicFrameLocks noChangeAspect="1"/>
          </p:cNvGraphicFramePr>
          <p:nvPr/>
        </p:nvGraphicFramePr>
        <p:xfrm>
          <a:off x="10694670" y="1368425"/>
          <a:ext cx="755650" cy="438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Equation" r:id="rId32" imgW="368300" imgH="177165" progId="Equation.DSMT4">
                  <p:embed/>
                </p:oleObj>
              </mc:Choice>
              <mc:Fallback>
                <p:oleObj name="Equation" r:id="rId32" imgW="368300" imgH="177165" progId="Equation.DSMT4">
                  <p:embed/>
                  <p:pic>
                    <p:nvPicPr>
                      <p:cNvPr id="0" name="图片 3086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0694670" y="1368425"/>
                        <a:ext cx="755650" cy="4387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椭圆 40"/>
          <p:cNvSpPr/>
          <p:nvPr/>
        </p:nvSpPr>
        <p:spPr>
          <a:xfrm>
            <a:off x="10321925" y="2898775"/>
            <a:ext cx="98425" cy="755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2" name="Object 50"/>
          <p:cNvGraphicFramePr>
            <a:graphicFrameLocks noChangeAspect="1"/>
          </p:cNvGraphicFramePr>
          <p:nvPr/>
        </p:nvGraphicFramePr>
        <p:xfrm>
          <a:off x="10618781" y="2470460"/>
          <a:ext cx="38100" cy="23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quation" r:id="rId34" imgW="444500" imgH="228600" progId="Equation.DSMT4">
                  <p:embed/>
                </p:oleObj>
              </mc:Choice>
              <mc:Fallback>
                <p:oleObj name="Equation" r:id="rId34" imgW="444500" imgH="228600" progId="Equation.DSMT4">
                  <p:embed/>
                  <p:pic>
                    <p:nvPicPr>
                      <p:cNvPr id="0" name="图片 3088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0618781" y="2470460"/>
                        <a:ext cx="38100" cy="234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50"/>
          <p:cNvGraphicFramePr>
            <a:graphicFrameLocks noChangeAspect="1"/>
          </p:cNvGraphicFramePr>
          <p:nvPr/>
        </p:nvGraphicFramePr>
        <p:xfrm>
          <a:off x="10745470" y="2747010"/>
          <a:ext cx="65341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36" imgW="444500" imgH="228600" progId="Equation.DSMT4">
                  <p:embed/>
                </p:oleObj>
              </mc:Choice>
              <mc:Fallback>
                <p:oleObj name="Equation" r:id="rId36" imgW="444500" imgH="228600" progId="Equation.DSMT4">
                  <p:embed/>
                  <p:pic>
                    <p:nvPicPr>
                      <p:cNvPr id="0" name="图片 3088"/>
                      <p:cNvPicPr>
                        <a:picLocks noChangeAspect="1"/>
                      </p:cNvPicPr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0745470" y="2747010"/>
                        <a:ext cx="653415" cy="403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30"/>
          <p:cNvGraphicFramePr>
            <a:graphicFrameLocks noChangeAspect="1"/>
          </p:cNvGraphicFramePr>
          <p:nvPr/>
        </p:nvGraphicFramePr>
        <p:xfrm>
          <a:off x="6639560" y="1431290"/>
          <a:ext cx="879475" cy="516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Equation" r:id="rId38" imgW="482600" imgH="228600" progId="Equation.DSMT4">
                  <p:embed/>
                </p:oleObj>
              </mc:Choice>
              <mc:Fallback>
                <p:oleObj name="Equation" r:id="rId38" imgW="482600" imgH="228600" progId="Equation.DSMT4">
                  <p:embed/>
                  <p:pic>
                    <p:nvPicPr>
                      <p:cNvPr id="0" name="图片 4105"/>
                      <p:cNvPicPr>
                        <a:picLocks noChangeAspect="1"/>
                      </p:cNvPicPr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6639560" y="1431290"/>
                        <a:ext cx="879475" cy="5168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0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0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0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0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13" grpId="0"/>
      <p:bldP spid="14" grpId="0"/>
      <p:bldP spid="19" grpId="0"/>
      <p:bldP spid="22" grpId="0"/>
      <p:bldP spid="26" grpId="0"/>
      <p:bldP spid="31" grpId="0"/>
      <p:bldP spid="32" grpId="0"/>
      <p:bldP spid="37" grpId="0"/>
      <p:bldP spid="38" grpId="0"/>
      <p:bldP spid="27" grpId="0" bldLvl="0" animBg="1"/>
      <p:bldP spid="27" grpId="1" bldLvl="0" animBg="1"/>
      <p:bldP spid="28" grpId="0" bldLvl="0" animBg="1"/>
      <p:bldP spid="28" grpId="1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3657687" y="-315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一、平面点集的相关概念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5897" y="760779"/>
            <a:ext cx="24657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latin typeface="+mn-ea"/>
              </a:rPr>
              <a:t>3</a:t>
            </a:r>
            <a:r>
              <a:rPr lang="zh-CN" altLang="en-US" sz="3200" b="1" dirty="0" smtClean="0">
                <a:latin typeface="+mn-ea"/>
              </a:rPr>
              <a:t>、平面点集</a:t>
            </a:r>
            <a:endParaRPr lang="zh-CN" altLang="en-US" sz="3200" b="1" dirty="0">
              <a:latin typeface="+mn-ea"/>
            </a:endParaRPr>
          </a:p>
        </p:txBody>
      </p:sp>
      <p:sp>
        <p:nvSpPr>
          <p:cNvPr id="54" name="文本框 2"/>
          <p:cNvSpPr txBox="1"/>
          <p:nvPr>
            <p:custDataLst>
              <p:tags r:id="rId1"/>
            </p:custDataLst>
          </p:nvPr>
        </p:nvSpPr>
        <p:spPr>
          <a:xfrm>
            <a:off x="753536" y="1373254"/>
            <a:ext cx="2396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+mn-ea"/>
              </a:rPr>
              <a:t> </a:t>
            </a:r>
            <a:r>
              <a:rPr lang="en-US" altLang="zh-CN" sz="3200" dirty="0" smtClean="0">
                <a:latin typeface="+mn-ea"/>
              </a:rPr>
              <a:t>E</a:t>
            </a:r>
            <a:r>
              <a:rPr lang="zh-CN" altLang="en-US" sz="3200" dirty="0" smtClean="0">
                <a:latin typeface="+mn-ea"/>
              </a:rPr>
              <a:t>为开集：</a:t>
            </a:r>
            <a:endParaRPr lang="zh-CN" altLang="en-US" sz="3200" dirty="0">
              <a:latin typeface="+mn-ea"/>
            </a:endParaRPr>
          </a:p>
        </p:txBody>
      </p:sp>
      <p:sp>
        <p:nvSpPr>
          <p:cNvPr id="30" name="文本框 2"/>
          <p:cNvSpPr txBox="1"/>
          <p:nvPr>
            <p:custDataLst>
              <p:tags r:id="rId2"/>
            </p:custDataLst>
          </p:nvPr>
        </p:nvSpPr>
        <p:spPr>
          <a:xfrm>
            <a:off x="698902" y="4321337"/>
            <a:ext cx="2396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+mn-ea"/>
              </a:rPr>
              <a:t> </a:t>
            </a:r>
            <a:r>
              <a:rPr lang="en-US" altLang="zh-CN" sz="3200" dirty="0" smtClean="0">
                <a:latin typeface="+mn-ea"/>
              </a:rPr>
              <a:t>E</a:t>
            </a:r>
            <a:r>
              <a:rPr lang="zh-CN" altLang="en-US" sz="3200" dirty="0" smtClean="0">
                <a:latin typeface="+mn-ea"/>
              </a:rPr>
              <a:t>为闭集：</a:t>
            </a:r>
            <a:endParaRPr lang="zh-CN" altLang="en-US" sz="3200" dirty="0">
              <a:latin typeface="+mn-ea"/>
            </a:endParaRPr>
          </a:p>
        </p:txBody>
      </p:sp>
      <p:sp>
        <p:nvSpPr>
          <p:cNvPr id="33" name="矩形 32"/>
          <p:cNvSpPr/>
          <p:nvPr>
            <p:custDataLst>
              <p:tags r:id="rId3"/>
            </p:custDataLst>
          </p:nvPr>
        </p:nvSpPr>
        <p:spPr>
          <a:xfrm>
            <a:off x="5029241" y="1407415"/>
            <a:ext cx="33445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均为</a:t>
            </a:r>
            <a:r>
              <a:rPr lang="en-US" altLang="zh-CN" sz="3200" dirty="0" smtClean="0">
                <a:latin typeface="+mn-ea"/>
              </a:rPr>
              <a:t>E</a:t>
            </a:r>
            <a:r>
              <a:rPr lang="zh-CN" altLang="en-US" sz="3200" dirty="0" smtClean="0">
                <a:latin typeface="+mn-ea"/>
              </a:rPr>
              <a:t>的内点</a:t>
            </a:r>
            <a:endParaRPr lang="zh-CN" altLang="en-US" sz="3200" dirty="0">
              <a:latin typeface="+mn-ea"/>
            </a:endParaRPr>
          </a:p>
        </p:txBody>
      </p:sp>
      <p:sp>
        <p:nvSpPr>
          <p:cNvPr id="35" name="矩形 34"/>
          <p:cNvSpPr/>
          <p:nvPr>
            <p:custDataLst>
              <p:tags r:id="rId4"/>
            </p:custDataLst>
          </p:nvPr>
        </p:nvSpPr>
        <p:spPr>
          <a:xfrm>
            <a:off x="750295" y="5857094"/>
            <a:ext cx="212538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+mn-ea"/>
              </a:rPr>
              <a:t> </a:t>
            </a:r>
            <a:r>
              <a:rPr lang="en-US" altLang="zh-CN" sz="3200" dirty="0" smtClean="0">
                <a:latin typeface="+mn-ea"/>
              </a:rPr>
              <a:t>E</a:t>
            </a:r>
            <a:r>
              <a:rPr lang="zh-CN" altLang="en-US" sz="3200" dirty="0" smtClean="0">
                <a:latin typeface="+mn-ea"/>
              </a:rPr>
              <a:t>的导集：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0192" name="Object 16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3664761" y="1427134"/>
          <a:ext cx="1232684" cy="518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6" imgW="11277600" imgH="3962400" progId="Equation.DSMT4">
                  <p:embed/>
                </p:oleObj>
              </mc:Choice>
              <mc:Fallback>
                <p:oleObj name="Equation" r:id="rId6" imgW="11277600" imgH="39624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664761" y="1427134"/>
                        <a:ext cx="1232684" cy="51824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/>
          <p:cNvSpPr txBox="1"/>
          <p:nvPr>
            <p:custDataLst>
              <p:tags r:id="rId8"/>
            </p:custDataLst>
          </p:nvPr>
        </p:nvSpPr>
        <p:spPr>
          <a:xfrm>
            <a:off x="871430" y="2853468"/>
            <a:ext cx="2396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+mn-ea"/>
              </a:rPr>
              <a:t> </a:t>
            </a:r>
            <a:r>
              <a:rPr lang="en-US" altLang="zh-CN" sz="3200" dirty="0" smtClean="0">
                <a:latin typeface="+mn-ea"/>
              </a:rPr>
              <a:t>E</a:t>
            </a:r>
            <a:r>
              <a:rPr lang="zh-CN" altLang="en-US" sz="3200" dirty="0" smtClean="0">
                <a:latin typeface="+mn-ea"/>
              </a:rPr>
              <a:t>的边界：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15" name="Object 16"/>
          <p:cNvGraphicFramePr>
            <a:graphicFrameLocks noChangeAspect="1"/>
          </p:cNvGraphicFramePr>
          <p:nvPr>
            <p:custDataLst>
              <p:tags r:id="rId9"/>
            </p:custDataLst>
          </p:nvPr>
        </p:nvGraphicFramePr>
        <p:xfrm>
          <a:off x="4420553" y="2835818"/>
          <a:ext cx="4195762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10" imgW="34442400" imgH="4876800" progId="Equation.DSMT4">
                  <p:embed/>
                </p:oleObj>
              </mc:Choice>
              <mc:Fallback>
                <p:oleObj name="Equation" r:id="rId10" imgW="34442400" imgH="48768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420553" y="2835818"/>
                        <a:ext cx="4195762" cy="7127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>
            <p:custDataLst>
              <p:tags r:id="rId12"/>
            </p:custDataLst>
          </p:nvPr>
        </p:nvSpPr>
        <p:spPr>
          <a:xfrm>
            <a:off x="4957353" y="2870375"/>
            <a:ext cx="38132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z</a:t>
            </a:r>
            <a:r>
              <a:rPr lang="zh-CN" altLang="en-US" sz="3200" dirty="0" smtClean="0">
                <a:latin typeface="+mn-ea"/>
              </a:rPr>
              <a:t>为集合</a:t>
            </a:r>
            <a:r>
              <a:rPr lang="en-US" altLang="zh-CN" sz="3200" dirty="0" smtClean="0">
                <a:latin typeface="+mn-ea"/>
              </a:rPr>
              <a:t>E</a:t>
            </a:r>
            <a:r>
              <a:rPr lang="zh-CN" altLang="en-US" sz="3200" dirty="0" smtClean="0">
                <a:latin typeface="+mn-ea"/>
              </a:rPr>
              <a:t>的边界点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1204" name="Object 4"/>
          <p:cNvGraphicFramePr>
            <a:graphicFrameLocks noChangeAspect="1"/>
          </p:cNvGraphicFramePr>
          <p:nvPr>
            <p:custDataLst>
              <p:tags r:id="rId13"/>
            </p:custDataLst>
          </p:nvPr>
        </p:nvGraphicFramePr>
        <p:xfrm>
          <a:off x="2742136" y="4384644"/>
          <a:ext cx="1162918" cy="525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14" imgW="11277600" imgH="4267200" progId="Equation.DSMT4">
                  <p:embed/>
                </p:oleObj>
              </mc:Choice>
              <mc:Fallback>
                <p:oleObj name="Equation" r:id="rId14" imgW="11277600" imgH="42672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742136" y="4384644"/>
                        <a:ext cx="1162918" cy="5259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5" name="Object 5"/>
          <p:cNvGraphicFramePr>
            <a:graphicFrameLocks noChangeAspect="1"/>
          </p:cNvGraphicFramePr>
          <p:nvPr>
            <p:custDataLst>
              <p:tags r:id="rId16"/>
            </p:custDataLst>
          </p:nvPr>
        </p:nvGraphicFramePr>
        <p:xfrm>
          <a:off x="3375858" y="2905879"/>
          <a:ext cx="1008062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17" imgW="8229600" imgH="4267200" progId="Equation.DSMT4">
                  <p:embed/>
                </p:oleObj>
              </mc:Choice>
              <mc:Fallback>
                <p:oleObj name="Equation" r:id="rId17" imgW="8229600" imgH="4267200" progId="Equation.DSMT4">
                  <p:embed/>
                  <p:pic>
                    <p:nvPicPr>
                      <p:cNvPr id="0" name="图片 512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75858" y="2905879"/>
                        <a:ext cx="1008062" cy="5222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6"/>
          <p:cNvGraphicFramePr>
            <a:graphicFrameLocks noChangeAspect="1"/>
          </p:cNvGraphicFramePr>
          <p:nvPr>
            <p:custDataLst>
              <p:tags r:id="rId19"/>
            </p:custDataLst>
          </p:nvPr>
        </p:nvGraphicFramePr>
        <p:xfrm>
          <a:off x="4353879" y="5857133"/>
          <a:ext cx="4195762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20" imgW="34442400" imgH="4876800" progId="Equation.DSMT4">
                  <p:embed/>
                </p:oleObj>
              </mc:Choice>
              <mc:Fallback>
                <p:oleObj name="Equation" r:id="rId20" imgW="34442400" imgH="48768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353879" y="5857133"/>
                        <a:ext cx="4195762" cy="7127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/>
          <p:cNvSpPr/>
          <p:nvPr>
            <p:custDataLst>
              <p:tags r:id="rId22"/>
            </p:custDataLst>
          </p:nvPr>
        </p:nvSpPr>
        <p:spPr>
          <a:xfrm>
            <a:off x="4873727" y="5891600"/>
            <a:ext cx="38132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z</a:t>
            </a:r>
            <a:r>
              <a:rPr lang="zh-CN" altLang="en-US" sz="3200" dirty="0" smtClean="0">
                <a:latin typeface="+mn-ea"/>
              </a:rPr>
              <a:t>为集合</a:t>
            </a:r>
            <a:r>
              <a:rPr lang="en-US" altLang="zh-CN" sz="3200" dirty="0" smtClean="0">
                <a:latin typeface="+mn-ea"/>
              </a:rPr>
              <a:t>E</a:t>
            </a:r>
            <a:r>
              <a:rPr lang="zh-CN" altLang="en-US" sz="3200" dirty="0" smtClean="0">
                <a:latin typeface="+mn-ea"/>
              </a:rPr>
              <a:t>的极限点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1" name="Object 5"/>
          <p:cNvGraphicFramePr>
            <a:graphicFrameLocks noChangeAspect="1"/>
          </p:cNvGraphicFramePr>
          <p:nvPr>
            <p:custDataLst>
              <p:tags r:id="rId23"/>
            </p:custDataLst>
          </p:nvPr>
        </p:nvGraphicFramePr>
        <p:xfrm>
          <a:off x="3311399" y="5961908"/>
          <a:ext cx="89693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24" imgW="7315200" imgH="3962400" progId="Equation.DSMT4">
                  <p:embed/>
                </p:oleObj>
              </mc:Choice>
              <mc:Fallback>
                <p:oleObj name="Equation" r:id="rId24" imgW="7315200" imgH="3962400" progId="Equation.DSMT4">
                  <p:embed/>
                  <p:pic>
                    <p:nvPicPr>
                      <p:cNvPr id="0" name="图片 5125"/>
                      <p:cNvPicPr>
                        <a:picLocks noChangeAspect="1"/>
                      </p:cNvPicPr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311399" y="5961908"/>
                        <a:ext cx="896937" cy="485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8" name="Object 8"/>
          <p:cNvGraphicFramePr>
            <a:graphicFrameLocks noChangeAspect="1"/>
          </p:cNvGraphicFramePr>
          <p:nvPr>
            <p:custDataLst>
              <p:tags r:id="rId26"/>
            </p:custDataLst>
          </p:nvPr>
        </p:nvGraphicFramePr>
        <p:xfrm>
          <a:off x="1683703" y="1882775"/>
          <a:ext cx="2220611" cy="59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27" imgW="24688800" imgH="5486400" progId="Equation.DSMT4">
                  <p:embed/>
                </p:oleObj>
              </mc:Choice>
              <mc:Fallback>
                <p:oleObj name="Equation" r:id="rId27" imgW="24688800" imgH="5486400" progId="Equation.DSMT4">
                  <p:embed/>
                  <p:pic>
                    <p:nvPicPr>
                      <p:cNvPr id="0" name="图片 5126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683703" y="1882775"/>
                        <a:ext cx="2220611" cy="591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>
            <p:custDataLst>
              <p:tags r:id="rId29"/>
            </p:custDataLst>
          </p:nvPr>
        </p:nvSpPr>
        <p:spPr>
          <a:xfrm>
            <a:off x="776539" y="187173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例，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1209" name="Object 9"/>
          <p:cNvGraphicFramePr>
            <a:graphicFrameLocks noChangeAspect="1"/>
          </p:cNvGraphicFramePr>
          <p:nvPr>
            <p:custDataLst>
              <p:tags r:id="rId30"/>
            </p:custDataLst>
          </p:nvPr>
        </p:nvGraphicFramePr>
        <p:xfrm>
          <a:off x="1523365" y="4929189"/>
          <a:ext cx="2165021" cy="590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31" imgW="24079200" imgH="5486400" progId="Equation.DSMT4">
                  <p:embed/>
                </p:oleObj>
              </mc:Choice>
              <mc:Fallback>
                <p:oleObj name="Equation" r:id="rId31" imgW="24079200" imgH="5486400" progId="Equation.DSMT4">
                  <p:embed/>
                  <p:pic>
                    <p:nvPicPr>
                      <p:cNvPr id="0" name="图片 5127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23365" y="4929189"/>
                        <a:ext cx="2165021" cy="590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0" name="Object 10"/>
          <p:cNvGraphicFramePr>
            <a:graphicFrameLocks noChangeAspect="1"/>
          </p:cNvGraphicFramePr>
          <p:nvPr>
            <p:custDataLst>
              <p:tags r:id="rId33"/>
            </p:custDataLst>
          </p:nvPr>
        </p:nvGraphicFramePr>
        <p:xfrm>
          <a:off x="3676015" y="4989843"/>
          <a:ext cx="1316140" cy="524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34" imgW="14630400" imgH="4876800" progId="Equation.DSMT4">
                  <p:embed/>
                </p:oleObj>
              </mc:Choice>
              <mc:Fallback>
                <p:oleObj name="Equation" r:id="rId34" imgW="14630400" imgH="4876800" progId="Equation.DSMT4">
                  <p:embed/>
                  <p:pic>
                    <p:nvPicPr>
                      <p:cNvPr id="0" name="图片 5128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3676015" y="4989843"/>
                        <a:ext cx="1316140" cy="52435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1" name="Object 11"/>
          <p:cNvGraphicFramePr>
            <a:graphicFrameLocks noChangeAspect="1"/>
          </p:cNvGraphicFramePr>
          <p:nvPr>
            <p:custDataLst>
              <p:tags r:id="rId36"/>
            </p:custDataLst>
          </p:nvPr>
        </p:nvGraphicFramePr>
        <p:xfrm>
          <a:off x="4355465" y="1943100"/>
          <a:ext cx="2220611" cy="590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Equation" r:id="rId37" imgW="24688800" imgH="5486400" progId="Equation.DSMT4">
                  <p:embed/>
                </p:oleObj>
              </mc:Choice>
              <mc:Fallback>
                <p:oleObj name="Equation" r:id="rId37" imgW="24688800" imgH="5486400" progId="Equation.DSMT4">
                  <p:embed/>
                  <p:pic>
                    <p:nvPicPr>
                      <p:cNvPr id="0" name="图片 5129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355465" y="1943100"/>
                        <a:ext cx="2220611" cy="59046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2" name="Object 12"/>
          <p:cNvGraphicFramePr>
            <a:graphicFrameLocks noChangeAspect="1"/>
          </p:cNvGraphicFramePr>
          <p:nvPr>
            <p:custDataLst>
              <p:tags r:id="rId39"/>
            </p:custDataLst>
          </p:nvPr>
        </p:nvGraphicFramePr>
        <p:xfrm>
          <a:off x="6848559" y="1952205"/>
          <a:ext cx="2467012" cy="590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Equation" r:id="rId40" imgW="27432000" imgH="5486400" progId="Equation.DSMT4">
                  <p:embed/>
                </p:oleObj>
              </mc:Choice>
              <mc:Fallback>
                <p:oleObj name="Equation" r:id="rId40" imgW="27432000" imgH="5486400" progId="Equation.DSMT4">
                  <p:embed/>
                  <p:pic>
                    <p:nvPicPr>
                      <p:cNvPr id="0" name="图片 5130"/>
                      <p:cNvPicPr>
                        <a:picLocks noChangeAspect="1"/>
                      </p:cNvPicPr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6848559" y="1952205"/>
                        <a:ext cx="2467012" cy="59046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8"/>
          <p:cNvGraphicFramePr>
            <a:graphicFrameLocks noChangeAspect="1"/>
          </p:cNvGraphicFramePr>
          <p:nvPr>
            <p:custDataLst>
              <p:tags r:id="rId42"/>
            </p:custDataLst>
          </p:nvPr>
        </p:nvGraphicFramePr>
        <p:xfrm>
          <a:off x="1610469" y="3468567"/>
          <a:ext cx="2385880" cy="59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Equation" r:id="rId43" imgW="26517600" imgH="5486400" progId="Equation.DSMT4">
                  <p:embed/>
                </p:oleObj>
              </mc:Choice>
              <mc:Fallback>
                <p:oleObj name="Equation" r:id="rId43" imgW="26517600" imgH="5486400" progId="Equation.DSMT4">
                  <p:embed/>
                  <p:pic>
                    <p:nvPicPr>
                      <p:cNvPr id="0" name="图片 5131"/>
                      <p:cNvPicPr>
                        <a:picLocks noChangeAspect="1"/>
                      </p:cNvPicPr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610469" y="3468567"/>
                        <a:ext cx="2385880" cy="591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"/>
          <p:cNvSpPr txBox="1"/>
          <p:nvPr>
            <p:custDataLst>
              <p:tags r:id="rId45"/>
            </p:custDataLst>
          </p:nvPr>
        </p:nvSpPr>
        <p:spPr>
          <a:xfrm>
            <a:off x="790917" y="3439579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例，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26" name="Object 11"/>
          <p:cNvGraphicFramePr>
            <a:graphicFrameLocks noChangeAspect="1"/>
          </p:cNvGraphicFramePr>
          <p:nvPr>
            <p:custDataLst>
              <p:tags r:id="rId46"/>
            </p:custDataLst>
          </p:nvPr>
        </p:nvGraphicFramePr>
        <p:xfrm>
          <a:off x="4262015" y="3511640"/>
          <a:ext cx="2358836" cy="590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Equation" r:id="rId47" imgW="26212800" imgH="5486400" progId="Equation.DSMT4">
                  <p:embed/>
                </p:oleObj>
              </mc:Choice>
              <mc:Fallback>
                <p:oleObj name="Equation" r:id="rId47" imgW="26212800" imgH="5486400" progId="Equation.DSMT4">
                  <p:embed/>
                  <p:pic>
                    <p:nvPicPr>
                      <p:cNvPr id="0" name="图片 5132"/>
                      <p:cNvPicPr>
                        <a:picLocks noChangeAspect="1"/>
                      </p:cNvPicPr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4262015" y="3511640"/>
                        <a:ext cx="2358836" cy="590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2"/>
          <p:cNvGraphicFramePr>
            <a:graphicFrameLocks noChangeAspect="1"/>
          </p:cNvGraphicFramePr>
          <p:nvPr>
            <p:custDataLst>
              <p:tags r:id="rId49"/>
            </p:custDataLst>
          </p:nvPr>
        </p:nvGraphicFramePr>
        <p:xfrm>
          <a:off x="7011670" y="3536315"/>
          <a:ext cx="2515870" cy="574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Equation" r:id="rId50" imgW="1206500" imgH="228600" progId="Equation.DSMT4">
                  <p:embed/>
                </p:oleObj>
              </mc:Choice>
              <mc:Fallback>
                <p:oleObj name="Equation" r:id="rId50" imgW="1206500" imgH="228600" progId="Equation.DSMT4">
                  <p:embed/>
                  <p:pic>
                    <p:nvPicPr>
                      <p:cNvPr id="0" name="图片 5133"/>
                      <p:cNvPicPr>
                        <a:picLocks noChangeAspect="1"/>
                      </p:cNvPicPr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7011670" y="3536315"/>
                        <a:ext cx="2515870" cy="5740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"/>
          <p:cNvSpPr txBox="1"/>
          <p:nvPr>
            <p:custDataLst>
              <p:tags r:id="rId52"/>
            </p:custDataLst>
          </p:nvPr>
        </p:nvSpPr>
        <p:spPr>
          <a:xfrm>
            <a:off x="753539" y="486869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例，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1216" name="Object 16"/>
          <p:cNvGraphicFramePr>
            <a:graphicFrameLocks noChangeAspect="1"/>
          </p:cNvGraphicFramePr>
          <p:nvPr>
            <p:custDataLst>
              <p:tags r:id="rId53"/>
            </p:custDataLst>
          </p:nvPr>
        </p:nvGraphicFramePr>
        <p:xfrm>
          <a:off x="5388929" y="4989514"/>
          <a:ext cx="3945416" cy="590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Equation" r:id="rId54" imgW="43891200" imgH="5486400" progId="Equation.DSMT4">
                  <p:embed/>
                </p:oleObj>
              </mc:Choice>
              <mc:Fallback>
                <p:oleObj name="Equation" r:id="rId54" imgW="43891200" imgH="5486400" progId="Equation.DSMT4">
                  <p:embed/>
                  <p:pic>
                    <p:nvPicPr>
                      <p:cNvPr id="0" name="图片 5134"/>
                      <p:cNvPicPr>
                        <a:picLocks noChangeAspect="1"/>
                      </p:cNvPicPr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5388929" y="4989514"/>
                        <a:ext cx="3945416" cy="590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7" name="Object 17"/>
          <p:cNvGraphicFramePr>
            <a:graphicFrameLocks noChangeAspect="1"/>
          </p:cNvGraphicFramePr>
          <p:nvPr>
            <p:custDataLst>
              <p:tags r:id="rId56"/>
            </p:custDataLst>
          </p:nvPr>
        </p:nvGraphicFramePr>
        <p:xfrm>
          <a:off x="1706526" y="6457083"/>
          <a:ext cx="2301743" cy="724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Equation" r:id="rId57" imgW="25603200" imgH="6705600" progId="Equation.DSMT4">
                  <p:embed/>
                </p:oleObj>
              </mc:Choice>
              <mc:Fallback>
                <p:oleObj name="Equation" r:id="rId57" imgW="25603200" imgH="6705600" progId="Equation.DSMT4">
                  <p:embed/>
                  <p:pic>
                    <p:nvPicPr>
                      <p:cNvPr id="0" name="图片 5135"/>
                      <p:cNvPicPr>
                        <a:picLocks noChangeAspect="1"/>
                      </p:cNvPicPr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1706526" y="6457083"/>
                        <a:ext cx="2301743" cy="72417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8" name="Object 18"/>
          <p:cNvGraphicFramePr>
            <a:graphicFrameLocks noChangeAspect="1"/>
          </p:cNvGraphicFramePr>
          <p:nvPr>
            <p:custDataLst>
              <p:tags r:id="rId59"/>
            </p:custDataLst>
          </p:nvPr>
        </p:nvGraphicFramePr>
        <p:xfrm>
          <a:off x="4323894" y="6502490"/>
          <a:ext cx="2276202" cy="721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Equation" r:id="rId60" imgW="25298400" imgH="6705600" progId="Equation.DSMT4">
                  <p:embed/>
                </p:oleObj>
              </mc:Choice>
              <mc:Fallback>
                <p:oleObj name="Equation" r:id="rId60" imgW="25298400" imgH="6705600" progId="Equation.DSMT4">
                  <p:embed/>
                  <p:pic>
                    <p:nvPicPr>
                      <p:cNvPr id="0" name="图片 5136"/>
                      <p:cNvPicPr>
                        <a:picLocks noChangeAspect="1"/>
                      </p:cNvPicPr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4323894" y="6502490"/>
                        <a:ext cx="2276202" cy="72117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9" name="Object 19"/>
          <p:cNvGraphicFramePr>
            <a:graphicFrameLocks noChangeAspect="1"/>
          </p:cNvGraphicFramePr>
          <p:nvPr>
            <p:custDataLst>
              <p:tags r:id="rId62"/>
            </p:custDataLst>
          </p:nvPr>
        </p:nvGraphicFramePr>
        <p:xfrm>
          <a:off x="6792895" y="6569449"/>
          <a:ext cx="2522602" cy="721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" name="Equation" r:id="rId63" imgW="28041600" imgH="6705600" progId="Equation.DSMT4">
                  <p:embed/>
                </p:oleObj>
              </mc:Choice>
              <mc:Fallback>
                <p:oleObj name="Equation" r:id="rId63" imgW="28041600" imgH="6705600" progId="Equation.DSMT4">
                  <p:embed/>
                  <p:pic>
                    <p:nvPicPr>
                      <p:cNvPr id="0" name="图片 5137"/>
                      <p:cNvPicPr>
                        <a:picLocks noChangeAspect="1"/>
                      </p:cNvPicPr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6792895" y="6569449"/>
                        <a:ext cx="2522602" cy="72117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0" name="Object 20"/>
          <p:cNvGraphicFramePr>
            <a:graphicFrameLocks noChangeAspect="1"/>
          </p:cNvGraphicFramePr>
          <p:nvPr/>
        </p:nvGraphicFramePr>
        <p:xfrm>
          <a:off x="1720534" y="7223443"/>
          <a:ext cx="2165020" cy="588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" name="Equation" r:id="rId65" imgW="24079200" imgH="5486400" progId="Equation.DSMT4">
                  <p:embed/>
                </p:oleObj>
              </mc:Choice>
              <mc:Fallback>
                <p:oleObj name="Equation" r:id="rId65" imgW="24079200" imgH="5486400" progId="Equation.DSMT4">
                  <p:embed/>
                  <p:pic>
                    <p:nvPicPr>
                      <p:cNvPr id="0" name="图片 5138"/>
                      <p:cNvPicPr>
                        <a:picLocks noChangeAspect="1"/>
                      </p:cNvPicPr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1720534" y="7223443"/>
                        <a:ext cx="2165020" cy="58895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2"/>
          <p:cNvSpPr txBox="1"/>
          <p:nvPr>
            <p:custDataLst>
              <p:tags r:id="rId67"/>
            </p:custDataLst>
          </p:nvPr>
        </p:nvSpPr>
        <p:spPr>
          <a:xfrm>
            <a:off x="825185" y="6533169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例，</a:t>
            </a:r>
            <a:endParaRPr lang="zh-CN" altLang="en-US" sz="3200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0" grpId="0"/>
      <p:bldP spid="33" grpId="0"/>
      <p:bldP spid="35" grpId="0"/>
      <p:bldP spid="13" grpId="0"/>
      <p:bldP spid="16" grpId="0"/>
      <p:bldP spid="20" grpId="0"/>
      <p:bldP spid="23" grpId="0"/>
      <p:bldP spid="25" grpId="0"/>
      <p:bldP spid="28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4361951" y="15854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二、区域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52514" y="832549"/>
            <a:ext cx="16529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latin typeface="+mn-ea"/>
              </a:rPr>
              <a:t>1</a:t>
            </a:r>
            <a:r>
              <a:rPr lang="zh-CN" altLang="en-US" sz="3200" b="1" dirty="0" smtClean="0">
                <a:latin typeface="+mn-ea"/>
              </a:rPr>
              <a:t>、定义</a:t>
            </a:r>
            <a:endParaRPr lang="zh-CN" altLang="en-US" sz="3200" b="1" dirty="0">
              <a:latin typeface="+mn-ea"/>
            </a:endParaRPr>
          </a:p>
        </p:txBody>
      </p:sp>
      <p:sp>
        <p:nvSpPr>
          <p:cNvPr id="54" name="文本框 2"/>
          <p:cNvSpPr txBox="1"/>
          <p:nvPr/>
        </p:nvSpPr>
        <p:spPr>
          <a:xfrm>
            <a:off x="1202681" y="1445019"/>
            <a:ext cx="2348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+mn-ea"/>
              </a:rPr>
              <a:t> </a:t>
            </a:r>
            <a:r>
              <a:rPr lang="en-US" altLang="zh-CN" sz="3200" dirty="0" smtClean="0">
                <a:latin typeface="+mn-ea"/>
              </a:rPr>
              <a:t>(</a:t>
            </a:r>
            <a:r>
              <a:rPr lang="zh-CN" altLang="en-US" sz="3200" dirty="0" smtClean="0">
                <a:latin typeface="+mn-ea"/>
              </a:rPr>
              <a:t>开</a:t>
            </a:r>
            <a:r>
              <a:rPr lang="en-US" altLang="zh-CN" sz="3200" dirty="0" smtClean="0">
                <a:latin typeface="+mn-ea"/>
              </a:rPr>
              <a:t>)</a:t>
            </a:r>
            <a:r>
              <a:rPr lang="zh-CN" altLang="en-US" sz="3200" dirty="0" smtClean="0">
                <a:latin typeface="+mn-ea"/>
              </a:rPr>
              <a:t>区域：</a:t>
            </a:r>
            <a:endParaRPr lang="zh-CN" altLang="en-US" sz="3200" dirty="0">
              <a:latin typeface="+mn-ea"/>
            </a:endParaRPr>
          </a:p>
        </p:txBody>
      </p:sp>
      <p:sp>
        <p:nvSpPr>
          <p:cNvPr id="30" name="文本框 2"/>
          <p:cNvSpPr txBox="1"/>
          <p:nvPr/>
        </p:nvSpPr>
        <p:spPr>
          <a:xfrm>
            <a:off x="1268819" y="4348310"/>
            <a:ext cx="21018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+mn-ea"/>
              </a:rPr>
              <a:t> 有界域：</a:t>
            </a:r>
            <a:endParaRPr lang="zh-CN" altLang="en-US" sz="3200" dirty="0">
              <a:latin typeface="+mn-e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287268" y="1427422"/>
            <a:ext cx="462129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连通的开集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3" name="文本框 2"/>
          <p:cNvSpPr txBox="1"/>
          <p:nvPr/>
        </p:nvSpPr>
        <p:spPr>
          <a:xfrm>
            <a:off x="1286069" y="2952858"/>
            <a:ext cx="21018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+mn-ea"/>
              </a:rPr>
              <a:t> 闭区域：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456921" y="2935261"/>
            <a:ext cx="15186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开区域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3255" name="Object 7"/>
          <p:cNvGraphicFramePr>
            <a:graphicFrameLocks noChangeAspect="1"/>
          </p:cNvGraphicFramePr>
          <p:nvPr/>
        </p:nvGraphicFramePr>
        <p:xfrm>
          <a:off x="4778432" y="3113783"/>
          <a:ext cx="426842" cy="327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3962400" imgH="3048000" progId="Equation.DSMT4">
                  <p:embed/>
                </p:oleObj>
              </mc:Choice>
              <mc:Fallback>
                <p:oleObj name="Equation" r:id="rId1" imgW="3962400" imgH="30480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78432" y="3113783"/>
                        <a:ext cx="426842" cy="32780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5127569" y="2897879"/>
            <a:ext cx="29880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开区域的边界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9" name="文本框 2"/>
          <p:cNvSpPr txBox="1"/>
          <p:nvPr/>
        </p:nvSpPr>
        <p:spPr>
          <a:xfrm>
            <a:off x="1392224" y="6384748"/>
            <a:ext cx="1691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+mn-ea"/>
              </a:rPr>
              <a:t> 无界域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488551" y="4396837"/>
            <a:ext cx="25221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若存在</a:t>
            </a:r>
            <a:r>
              <a:rPr lang="en-US" altLang="zh-CN" sz="3200" dirty="0" smtClean="0">
                <a:latin typeface="+mn-ea"/>
              </a:rPr>
              <a:t>R&gt;0,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814806" y="4376709"/>
            <a:ext cx="199024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使得区域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3256" name="Object 8"/>
          <p:cNvGraphicFramePr>
            <a:graphicFrameLocks noChangeAspect="1"/>
          </p:cNvGraphicFramePr>
          <p:nvPr/>
        </p:nvGraphicFramePr>
        <p:xfrm>
          <a:off x="7654594" y="4401273"/>
          <a:ext cx="26289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24384000" imgH="4876800" progId="Equation.DSMT4">
                  <p:embed/>
                </p:oleObj>
              </mc:Choice>
              <mc:Fallback>
                <p:oleObj name="Equation" r:id="rId3" imgW="24384000" imgH="4876800" progId="Equation.DSMT4">
                  <p:embed/>
                  <p:pic>
                    <p:nvPicPr>
                      <p:cNvPr id="0" name="图片 71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54594" y="4401273"/>
                        <a:ext cx="2628900" cy="5254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1605103" y="4946050"/>
            <a:ext cx="361200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则区域</a:t>
            </a:r>
            <a:r>
              <a:rPr lang="en-US" altLang="zh-CN" sz="3200" dirty="0" smtClean="0">
                <a:latin typeface="+mn-ea"/>
              </a:rPr>
              <a:t>E</a:t>
            </a:r>
            <a:r>
              <a:rPr lang="zh-CN" altLang="en-US" sz="3200" dirty="0" smtClean="0">
                <a:latin typeface="+mn-ea"/>
              </a:rPr>
              <a:t>为有界域。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3257" name="Object 9"/>
          <p:cNvGraphicFramePr>
            <a:graphicFrameLocks noChangeAspect="1"/>
          </p:cNvGraphicFramePr>
          <p:nvPr/>
        </p:nvGraphicFramePr>
        <p:xfrm>
          <a:off x="2132885" y="2048891"/>
          <a:ext cx="234632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5" imgW="24688800" imgH="5486400" progId="Equation.DSMT4">
                  <p:embed/>
                </p:oleObj>
              </mc:Choice>
              <mc:Fallback>
                <p:oleObj name="Equation" r:id="rId5" imgW="24688800" imgH="5486400" progId="Equation.DSMT4">
                  <p:embed/>
                  <p:pic>
                    <p:nvPicPr>
                      <p:cNvPr id="0" name="图片 71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32885" y="2048891"/>
                        <a:ext cx="2346325" cy="625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8" name="Object 10"/>
          <p:cNvGraphicFramePr>
            <a:graphicFrameLocks noChangeAspect="1"/>
          </p:cNvGraphicFramePr>
          <p:nvPr/>
        </p:nvGraphicFramePr>
        <p:xfrm>
          <a:off x="4786233" y="2055241"/>
          <a:ext cx="2346325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7" imgW="24688800" imgH="5486400" progId="Equation.DSMT4">
                  <p:embed/>
                </p:oleObj>
              </mc:Choice>
              <mc:Fallback>
                <p:oleObj name="Equation" r:id="rId7" imgW="24688800" imgH="5486400" progId="Equation.DSMT4">
                  <p:embed/>
                  <p:pic>
                    <p:nvPicPr>
                      <p:cNvPr id="0" name="图片 717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86233" y="2055241"/>
                        <a:ext cx="2346325" cy="6238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9" name="Object 11"/>
          <p:cNvGraphicFramePr>
            <a:graphicFrameLocks noChangeAspect="1"/>
          </p:cNvGraphicFramePr>
          <p:nvPr/>
        </p:nvGraphicFramePr>
        <p:xfrm>
          <a:off x="7297023" y="2055241"/>
          <a:ext cx="2606675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9" imgW="27432000" imgH="5486400" progId="Equation.DSMT4">
                  <p:embed/>
                </p:oleObj>
              </mc:Choice>
              <mc:Fallback>
                <p:oleObj name="Equation" r:id="rId9" imgW="27432000" imgH="54864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297023" y="2055241"/>
                        <a:ext cx="2606675" cy="6238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0" name="Object 12"/>
          <p:cNvGraphicFramePr>
            <a:graphicFrameLocks noChangeAspect="1"/>
          </p:cNvGraphicFramePr>
          <p:nvPr/>
        </p:nvGraphicFramePr>
        <p:xfrm>
          <a:off x="2147797" y="3603206"/>
          <a:ext cx="16795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11" imgW="17678400" imgH="4876800" progId="Equation.DSMT4">
                  <p:embed/>
                </p:oleObj>
              </mc:Choice>
              <mc:Fallback>
                <p:oleObj name="Equation" r:id="rId11" imgW="17678400" imgH="48768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47797" y="3603206"/>
                        <a:ext cx="1679575" cy="555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1" name="Object 13"/>
          <p:cNvGraphicFramePr>
            <a:graphicFrameLocks noChangeAspect="1"/>
          </p:cNvGraphicFramePr>
          <p:nvPr/>
        </p:nvGraphicFramePr>
        <p:xfrm>
          <a:off x="4710113" y="3629025"/>
          <a:ext cx="162242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13" imgW="17068800" imgH="4876800" progId="Equation.DSMT4">
                  <p:embed/>
                </p:oleObj>
              </mc:Choice>
              <mc:Fallback>
                <p:oleObj name="Equation" r:id="rId13" imgW="17068800" imgH="4876800" progId="Equation.DSMT4">
                  <p:embed/>
                  <p:pic>
                    <p:nvPicPr>
                      <p:cNvPr id="0" name="图片 717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710113" y="3629025"/>
                        <a:ext cx="1622425" cy="554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2" name="Object 14"/>
          <p:cNvGraphicFramePr>
            <a:graphicFrameLocks noChangeAspect="1"/>
          </p:cNvGraphicFramePr>
          <p:nvPr/>
        </p:nvGraphicFramePr>
        <p:xfrm>
          <a:off x="7202488" y="3638550"/>
          <a:ext cx="18827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15" imgW="19812000" imgH="4876800" progId="Equation.DSMT4">
                  <p:embed/>
                </p:oleObj>
              </mc:Choice>
              <mc:Fallback>
                <p:oleObj name="Equation" r:id="rId15" imgW="19812000" imgH="48768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202488" y="3638550"/>
                        <a:ext cx="1882775" cy="554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3" name="Object 15"/>
          <p:cNvGraphicFramePr>
            <a:graphicFrameLocks noChangeAspect="1"/>
          </p:cNvGraphicFramePr>
          <p:nvPr/>
        </p:nvGraphicFramePr>
        <p:xfrm>
          <a:off x="2139744" y="5575930"/>
          <a:ext cx="167957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17" imgW="17678400" imgH="4876800" progId="Equation.DSMT4">
                  <p:embed/>
                </p:oleObj>
              </mc:Choice>
              <mc:Fallback>
                <p:oleObj name="Equation" r:id="rId17" imgW="17678400" imgH="48768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39744" y="5575930"/>
                        <a:ext cx="1679575" cy="5572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4" name="Object 16"/>
          <p:cNvGraphicFramePr>
            <a:graphicFrameLocks noChangeAspect="1"/>
          </p:cNvGraphicFramePr>
          <p:nvPr/>
        </p:nvGraphicFramePr>
        <p:xfrm>
          <a:off x="2116710" y="7089474"/>
          <a:ext cx="231775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Equation" r:id="rId19" imgW="24384000" imgH="5486400" progId="Equation.DSMT4">
                  <p:embed/>
                </p:oleObj>
              </mc:Choice>
              <mc:Fallback>
                <p:oleObj name="Equation" r:id="rId19" imgW="24384000" imgH="5486400" progId="Equation.DSMT4">
                  <p:embed/>
                  <p:pic>
                    <p:nvPicPr>
                      <p:cNvPr id="0" name="图片 717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116710" y="7089474"/>
                        <a:ext cx="2317750" cy="6238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5" name="Object 17"/>
          <p:cNvGraphicFramePr>
            <a:graphicFrameLocks noChangeAspect="1"/>
          </p:cNvGraphicFramePr>
          <p:nvPr/>
        </p:nvGraphicFramePr>
        <p:xfrm>
          <a:off x="4525787" y="7133504"/>
          <a:ext cx="2606675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Equation" r:id="rId21" imgW="27432000" imgH="5486400" progId="Equation.DSMT4">
                  <p:embed/>
                </p:oleObj>
              </mc:Choice>
              <mc:Fallback>
                <p:oleObj name="Equation" r:id="rId21" imgW="27432000" imgH="5486400" progId="Equation.DSMT4">
                  <p:embed/>
                  <p:pic>
                    <p:nvPicPr>
                      <p:cNvPr id="0" name="图片 717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525787" y="7133504"/>
                        <a:ext cx="2606675" cy="6238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6" name="Object 18"/>
          <p:cNvGraphicFramePr>
            <a:graphicFrameLocks noChangeAspect="1"/>
          </p:cNvGraphicFramePr>
          <p:nvPr/>
        </p:nvGraphicFramePr>
        <p:xfrm>
          <a:off x="4286911" y="5584825"/>
          <a:ext cx="202723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Equation" r:id="rId23" imgW="21336000" imgH="4876800" progId="Equation.DSMT4">
                  <p:embed/>
                </p:oleObj>
              </mc:Choice>
              <mc:Fallback>
                <p:oleObj name="Equation" r:id="rId23" imgW="21336000" imgH="4876800" progId="Equation.DSMT4">
                  <p:embed/>
                  <p:pic>
                    <p:nvPicPr>
                      <p:cNvPr id="0" name="图片 717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286911" y="5584825"/>
                        <a:ext cx="2027238" cy="557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3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4" grpId="0"/>
      <p:bldP spid="30" grpId="0"/>
      <p:bldP spid="33" grpId="0"/>
      <p:bldP spid="13" grpId="0"/>
      <p:bldP spid="16" grpId="0"/>
      <p:bldP spid="18" grpId="0"/>
      <p:bldP spid="19" grpId="0"/>
      <p:bldP spid="12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椭圆 39"/>
          <p:cNvSpPr/>
          <p:nvPr/>
        </p:nvSpPr>
        <p:spPr>
          <a:xfrm>
            <a:off x="6377940" y="4956810"/>
            <a:ext cx="2743200" cy="2614295"/>
          </a:xfrm>
          <a:prstGeom prst="ellipse">
            <a:avLst/>
          </a:prstGeom>
          <a:blipFill>
            <a:blip r:embed="rId1"/>
          </a:blip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491615" y="4963795"/>
            <a:ext cx="2849880" cy="1557020"/>
          </a:xfrm>
          <a:prstGeom prst="rect">
            <a:avLst/>
          </a:prstGeom>
          <a:blipFill>
            <a:blip r:embed="rId1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4471122" y="10192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二、区域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33" y="632121"/>
            <a:ext cx="40913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latin typeface="+mn-ea"/>
              </a:rPr>
              <a:t>2</a:t>
            </a:r>
            <a:r>
              <a:rPr lang="zh-CN" altLang="en-US" sz="3200" b="1" dirty="0" smtClean="0">
                <a:latin typeface="+mn-ea"/>
              </a:rPr>
              <a:t>、区域的表示方法：</a:t>
            </a:r>
            <a:endParaRPr lang="zh-CN" altLang="en-US" sz="3200" b="1" dirty="0">
              <a:latin typeface="+mn-ea"/>
            </a:endParaRPr>
          </a:p>
        </p:txBody>
      </p:sp>
      <p:sp>
        <p:nvSpPr>
          <p:cNvPr id="9" name="文本框 2"/>
          <p:cNvSpPr txBox="1"/>
          <p:nvPr/>
        </p:nvSpPr>
        <p:spPr>
          <a:xfrm>
            <a:off x="4341009" y="611992"/>
            <a:ext cx="28016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关于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3200" dirty="0" smtClean="0">
                <a:latin typeface="+mn-ea"/>
              </a:rPr>
              <a:t>的</a:t>
            </a:r>
            <a:r>
              <a:rPr lang="zh-CN" altLang="en-US" sz="3200" dirty="0" smtClean="0">
                <a:latin typeface="+mn-ea"/>
              </a:rPr>
              <a:t>不等式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874222" y="2240506"/>
          <a:ext cx="2155559" cy="565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2" imgW="18592800" imgH="4876800" progId="Equation.DSMT4">
                  <p:embed/>
                </p:oleObj>
              </mc:Choice>
              <mc:Fallback>
                <p:oleObj name="Equation" r:id="rId2" imgW="18592800" imgH="48768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74222" y="2240506"/>
                        <a:ext cx="2155559" cy="56539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5" name="Object 3"/>
          <p:cNvGraphicFramePr>
            <a:graphicFrameLocks noChangeAspect="1"/>
          </p:cNvGraphicFramePr>
          <p:nvPr/>
        </p:nvGraphicFramePr>
        <p:xfrm>
          <a:off x="6107430" y="2280920"/>
          <a:ext cx="259651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4" imgW="1079500" imgH="203200" progId="Equation.DSMT4">
                  <p:embed/>
                </p:oleObj>
              </mc:Choice>
              <mc:Fallback>
                <p:oleObj name="Equation" r:id="rId4" imgW="1079500" imgH="203200" progId="Equation.DSMT4">
                  <p:embed/>
                  <p:pic>
                    <p:nvPicPr>
                      <p:cNvPr id="0" name="图片 8194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07430" y="2280920"/>
                        <a:ext cx="2596515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/>
        </p:nvSpPr>
        <p:spPr>
          <a:xfrm>
            <a:off x="735866" y="1384871"/>
            <a:ext cx="75850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例</a:t>
            </a:r>
            <a:r>
              <a:rPr lang="en-US" altLang="zh-CN" sz="3200" b="1" dirty="0" smtClean="0">
                <a:latin typeface="+mn-ea"/>
              </a:rPr>
              <a:t>1  </a:t>
            </a:r>
            <a:r>
              <a:rPr lang="zh-CN" altLang="en-US" sz="3200" dirty="0" smtClean="0">
                <a:latin typeface="+mn-ea"/>
              </a:rPr>
              <a:t>描述下列不等式代表什么样的</a:t>
            </a:r>
            <a:r>
              <a:rPr lang="zh-CN" altLang="en-US" sz="3200" dirty="0" smtClean="0">
                <a:latin typeface="+mn-ea"/>
              </a:rPr>
              <a:t>区域。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8472170" y="1384935"/>
          <a:ext cx="1801495" cy="589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6" imgW="596900" imgH="190500" progId="Equation.DSMT4">
                  <p:embed/>
                </p:oleObj>
              </mc:Choice>
              <mc:Fallback>
                <p:oleObj name="Equation" r:id="rId6" imgW="596900" imgH="1905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472170" y="1384935"/>
                        <a:ext cx="1801495" cy="5892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546985" y="2805430"/>
          <a:ext cx="81089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8" imgW="355600" imgH="203200" progId="Equation.DSMT4">
                  <p:embed/>
                </p:oleObj>
              </mc:Choice>
              <mc:Fallback>
                <p:oleObj name="Equation" r:id="rId8" imgW="355600" imgH="2032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46985" y="2805430"/>
                        <a:ext cx="810895" cy="466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右箭头 7"/>
          <p:cNvSpPr/>
          <p:nvPr/>
        </p:nvSpPr>
        <p:spPr>
          <a:xfrm>
            <a:off x="1698625" y="2899410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1698625" y="3599815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2"/>
          <p:cNvSpPr txBox="1"/>
          <p:nvPr/>
        </p:nvSpPr>
        <p:spPr>
          <a:xfrm>
            <a:off x="2502049" y="3441552"/>
            <a:ext cx="17068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是不含实轴</a:t>
            </a:r>
            <a:endParaRPr lang="zh-CN" altLang="en-US" sz="24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的上半平面</a:t>
            </a:r>
            <a:endParaRPr lang="zh-CN" altLang="en-US" sz="2400" dirty="0" smtClean="0">
              <a:latin typeface="+mn-ea"/>
            </a:endParaRPr>
          </a:p>
        </p:txBody>
      </p:sp>
      <p:sp>
        <p:nvSpPr>
          <p:cNvPr id="20" name="右箭头 19"/>
          <p:cNvSpPr/>
          <p:nvPr/>
        </p:nvSpPr>
        <p:spPr>
          <a:xfrm>
            <a:off x="5282565" y="3001645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右箭头 20"/>
          <p:cNvSpPr/>
          <p:nvPr/>
        </p:nvSpPr>
        <p:spPr>
          <a:xfrm>
            <a:off x="5282565" y="3656330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6153786" y="2816860"/>
          <a:ext cx="2484755" cy="525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10" imgW="1155700" imgH="228600" progId="Equation.DSMT4">
                  <p:embed/>
                </p:oleObj>
              </mc:Choice>
              <mc:Fallback>
                <p:oleObj name="Equation" r:id="rId10" imgW="1155700" imgH="2286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153786" y="2816860"/>
                        <a:ext cx="2484755" cy="525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"/>
          <p:cNvSpPr txBox="1"/>
          <p:nvPr/>
        </p:nvSpPr>
        <p:spPr>
          <a:xfrm>
            <a:off x="6212205" y="3482340"/>
            <a:ext cx="31578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是圆心在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z=2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的圆环。</a:t>
            </a:r>
            <a:endParaRPr lang="zh-C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直接箭头连接符 41"/>
          <p:cNvCxnSpPr/>
          <p:nvPr/>
        </p:nvCxnSpPr>
        <p:spPr>
          <a:xfrm>
            <a:off x="1490345" y="6533515"/>
            <a:ext cx="2922270" cy="5715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H="1" flipV="1">
            <a:off x="2934970" y="5061585"/>
            <a:ext cx="33020" cy="294957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椭圆 43"/>
          <p:cNvSpPr/>
          <p:nvPr/>
        </p:nvSpPr>
        <p:spPr>
          <a:xfrm>
            <a:off x="6938645" y="5455285"/>
            <a:ext cx="1693545" cy="1551940"/>
          </a:xfrm>
          <a:prstGeom prst="ellipse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5" name="直接箭头连接符 34"/>
          <p:cNvCxnSpPr/>
          <p:nvPr/>
        </p:nvCxnSpPr>
        <p:spPr>
          <a:xfrm flipV="1">
            <a:off x="5679440" y="6281420"/>
            <a:ext cx="3691255" cy="3365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H="1" flipV="1">
            <a:off x="6344920" y="4840605"/>
            <a:ext cx="33020" cy="294957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/>
          <p:cNvSpPr/>
          <p:nvPr/>
        </p:nvSpPr>
        <p:spPr>
          <a:xfrm>
            <a:off x="7692390" y="6276340"/>
            <a:ext cx="114300" cy="755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2" grpId="0"/>
      <p:bldP spid="8" grpId="0" bldLvl="0" animBg="1"/>
      <p:bldP spid="10" grpId="0" bldLvl="0" animBg="1"/>
      <p:bldP spid="11" grpId="0"/>
      <p:bldP spid="37" grpId="0" bldLvl="0" animBg="1"/>
      <p:bldP spid="20" grpId="0" bldLvl="0" animBg="1"/>
      <p:bldP spid="21" grpId="0" bldLvl="0" animBg="1"/>
      <p:bldP spid="24" grpId="0"/>
      <p:bldP spid="41" grpId="0" bldLvl="0" animBg="1"/>
      <p:bldP spid="44" grpId="0" bldLvl="0" animBg="1"/>
      <p:bldP spid="40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>
          <a:xfrm>
            <a:off x="7497445" y="4229735"/>
            <a:ext cx="3441065" cy="3309620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4471122" y="10192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二、区域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54278" name="Object 6"/>
          <p:cNvGraphicFramePr>
            <a:graphicFrameLocks noChangeAspect="1"/>
          </p:cNvGraphicFramePr>
          <p:nvPr/>
        </p:nvGraphicFramePr>
        <p:xfrm>
          <a:off x="1289050" y="1406525"/>
          <a:ext cx="2611120" cy="875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1" imgW="1193800" imgH="393700" progId="Equation.DSMT4">
                  <p:embed/>
                </p:oleObj>
              </mc:Choice>
              <mc:Fallback>
                <p:oleObj name="Equation" r:id="rId1" imgW="1193800" imgH="3937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89050" y="1406525"/>
                        <a:ext cx="2611120" cy="8750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/>
        </p:nvSpPr>
        <p:spPr>
          <a:xfrm>
            <a:off x="735866" y="687006"/>
            <a:ext cx="758507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例</a:t>
            </a:r>
            <a:r>
              <a:rPr lang="en-US" altLang="zh-CN" sz="3200" b="1" dirty="0" smtClean="0">
                <a:latin typeface="+mn-ea"/>
              </a:rPr>
              <a:t>1  </a:t>
            </a:r>
            <a:r>
              <a:rPr lang="zh-CN" altLang="en-US" sz="3200" dirty="0" smtClean="0">
                <a:latin typeface="+mn-ea"/>
              </a:rPr>
              <a:t>描述下列不等式代表什么样的</a:t>
            </a:r>
            <a:r>
              <a:rPr lang="zh-CN" altLang="en-US" sz="3200" dirty="0" smtClean="0">
                <a:latin typeface="+mn-ea"/>
              </a:rPr>
              <a:t>区域。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8242935" y="687070"/>
          <a:ext cx="1801495" cy="589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3" imgW="596900" imgH="190500" progId="Equation.DSMT4">
                  <p:embed/>
                </p:oleObj>
              </mc:Choice>
              <mc:Fallback>
                <p:oleObj name="Equation" r:id="rId3" imgW="596900" imgH="1905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42935" y="687070"/>
                        <a:ext cx="1801495" cy="5892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右箭头 24"/>
          <p:cNvSpPr/>
          <p:nvPr/>
        </p:nvSpPr>
        <p:spPr>
          <a:xfrm>
            <a:off x="1109980" y="2418080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右箭头 25"/>
          <p:cNvSpPr/>
          <p:nvPr/>
        </p:nvSpPr>
        <p:spPr>
          <a:xfrm>
            <a:off x="1086485" y="3178175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7" name="Object 6"/>
          <p:cNvGraphicFramePr>
            <a:graphicFrameLocks noChangeAspect="1"/>
          </p:cNvGraphicFramePr>
          <p:nvPr/>
        </p:nvGraphicFramePr>
        <p:xfrm>
          <a:off x="2027555" y="2080260"/>
          <a:ext cx="3442970" cy="888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5" imgW="1548765" imgH="393700" progId="Equation.DSMT4">
                  <p:embed/>
                </p:oleObj>
              </mc:Choice>
              <mc:Fallback>
                <p:oleObj name="Equation" r:id="rId5" imgW="1548765" imgH="3937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27555" y="2080260"/>
                        <a:ext cx="3442970" cy="8883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6"/>
          <p:cNvGraphicFramePr>
            <a:graphicFrameLocks noChangeAspect="1"/>
          </p:cNvGraphicFramePr>
          <p:nvPr/>
        </p:nvGraphicFramePr>
        <p:xfrm>
          <a:off x="2166620" y="2840355"/>
          <a:ext cx="2174240" cy="888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7" imgW="977900" imgH="393700" progId="Equation.DSMT4">
                  <p:embed/>
                </p:oleObj>
              </mc:Choice>
              <mc:Fallback>
                <p:oleObj name="Equation" r:id="rId7" imgW="977900" imgH="3937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66620" y="2840355"/>
                        <a:ext cx="2174240" cy="8883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右箭头 29"/>
          <p:cNvSpPr/>
          <p:nvPr/>
        </p:nvSpPr>
        <p:spPr>
          <a:xfrm>
            <a:off x="1086485" y="3799840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1" name="Object 6"/>
          <p:cNvGraphicFramePr>
            <a:graphicFrameLocks noChangeAspect="1"/>
          </p:cNvGraphicFramePr>
          <p:nvPr/>
        </p:nvGraphicFramePr>
        <p:xfrm>
          <a:off x="2338388" y="3799523"/>
          <a:ext cx="1440815" cy="373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9" imgW="647700" imgH="165100" progId="Equation.DSMT4">
                  <p:embed/>
                </p:oleObj>
              </mc:Choice>
              <mc:Fallback>
                <p:oleObj name="Equation" r:id="rId9" imgW="647700" imgH="1651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38388" y="3799523"/>
                        <a:ext cx="1440815" cy="373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右箭头 32"/>
          <p:cNvSpPr/>
          <p:nvPr/>
        </p:nvSpPr>
        <p:spPr>
          <a:xfrm>
            <a:off x="6038850" y="2280285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5" name="Object 6"/>
          <p:cNvGraphicFramePr>
            <a:graphicFrameLocks noChangeAspect="1"/>
          </p:cNvGraphicFramePr>
          <p:nvPr/>
        </p:nvGraphicFramePr>
        <p:xfrm>
          <a:off x="7111365" y="2186305"/>
          <a:ext cx="960120" cy="400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11" imgW="431800" imgH="177165" progId="Equation.DSMT4">
                  <p:embed/>
                </p:oleObj>
              </mc:Choice>
              <mc:Fallback>
                <p:oleObj name="Equation" r:id="rId11" imgW="431800" imgH="177165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111365" y="2186305"/>
                        <a:ext cx="960120" cy="4006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1288415" y="4272280"/>
            <a:ext cx="4396740" cy="3656330"/>
            <a:chOff x="2029" y="6728"/>
            <a:chExt cx="6924" cy="5758"/>
          </a:xfrm>
        </p:grpSpPr>
        <p:cxnSp>
          <p:nvCxnSpPr>
            <p:cNvPr id="42" name="直接箭头连接符 41"/>
            <p:cNvCxnSpPr/>
            <p:nvPr/>
          </p:nvCxnSpPr>
          <p:spPr>
            <a:xfrm flipV="1">
              <a:off x="2029" y="9598"/>
              <a:ext cx="6925" cy="1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/>
          </p:nvCxnSpPr>
          <p:spPr>
            <a:xfrm flipH="1" flipV="1">
              <a:off x="4775" y="6728"/>
              <a:ext cx="84" cy="575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"/>
          <p:cNvGrpSpPr/>
          <p:nvPr/>
        </p:nvGrpSpPr>
        <p:grpSpPr>
          <a:xfrm>
            <a:off x="6786880" y="4066666"/>
            <a:ext cx="3542030" cy="3651124"/>
            <a:chOff x="10688" y="6396"/>
            <a:chExt cx="5578" cy="5758"/>
          </a:xfrm>
        </p:grpSpPr>
        <p:cxnSp>
          <p:nvCxnSpPr>
            <p:cNvPr id="44" name="直接箭头连接符 43"/>
            <p:cNvCxnSpPr/>
            <p:nvPr/>
          </p:nvCxnSpPr>
          <p:spPr>
            <a:xfrm flipV="1">
              <a:off x="10688" y="9291"/>
              <a:ext cx="5578" cy="7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/>
            <p:nvPr/>
          </p:nvCxnSpPr>
          <p:spPr>
            <a:xfrm flipH="1" flipV="1">
              <a:off x="13325" y="6396"/>
              <a:ext cx="84" cy="575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" name="直接连接符 45"/>
          <p:cNvCxnSpPr/>
          <p:nvPr/>
        </p:nvCxnSpPr>
        <p:spPr>
          <a:xfrm flipV="1">
            <a:off x="3064510" y="3915410"/>
            <a:ext cx="2228215" cy="21951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3048000" y="6127115"/>
            <a:ext cx="2146300" cy="18681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3342640" y="5848985"/>
            <a:ext cx="0" cy="523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3572510" y="5570220"/>
            <a:ext cx="15875" cy="10979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3900170" y="5259070"/>
            <a:ext cx="0" cy="1638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>
            <a:off x="4243705" y="4914900"/>
            <a:ext cx="16510" cy="2228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>
            <a:off x="4489450" y="4652645"/>
            <a:ext cx="66040" cy="27031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H="1">
            <a:off x="4817110" y="4324985"/>
            <a:ext cx="82550" cy="3326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H="1">
            <a:off x="5112385" y="4046220"/>
            <a:ext cx="65405" cy="3867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480935" y="4156075"/>
            <a:ext cx="16510" cy="342392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5685790" y="1483360"/>
          <a:ext cx="2947035" cy="513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3" imgW="1181100" imgH="203200" progId="Equation.DSMT4">
                  <p:embed/>
                </p:oleObj>
              </mc:Choice>
              <mc:Fallback>
                <p:oleObj name="Equation" r:id="rId13" imgW="1181100" imgH="2032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685790" y="1483360"/>
                        <a:ext cx="2947035" cy="51361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26" grpId="0" bldLvl="0" animBg="1"/>
      <p:bldP spid="30" grpId="0" bldLvl="0" animBg="1"/>
      <p:bldP spid="33" grpId="0" bldLvl="0" animBg="1"/>
      <p:bldP spid="57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椭圆 39"/>
          <p:cNvSpPr/>
          <p:nvPr/>
        </p:nvSpPr>
        <p:spPr>
          <a:xfrm>
            <a:off x="9154795" y="5129530"/>
            <a:ext cx="2743200" cy="2614295"/>
          </a:xfrm>
          <a:prstGeom prst="ellipse">
            <a:avLst/>
          </a:prstGeom>
          <a:blipFill>
            <a:blip r:embed="rId1"/>
          </a:blip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6019800" y="4864735"/>
            <a:ext cx="1917065" cy="1753870"/>
          </a:xfrm>
          <a:prstGeom prst="ellipse">
            <a:avLst/>
          </a:prstGeom>
          <a:blipFill>
            <a:blip r:embed="rId1"/>
          </a:blip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727075" y="4963795"/>
            <a:ext cx="3178810" cy="1557020"/>
          </a:xfrm>
          <a:prstGeom prst="rect">
            <a:avLst/>
          </a:prstGeom>
          <a:blipFill>
            <a:blip r:embed="rId1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4471122" y="10192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二、区域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5733" y="632121"/>
            <a:ext cx="41328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2</a:t>
            </a:r>
            <a:r>
              <a:rPr lang="zh-CN" altLang="en-US" sz="3200" dirty="0" smtClean="0">
                <a:latin typeface="+mn-ea"/>
              </a:rPr>
              <a:t>、区域的表示方法：</a:t>
            </a:r>
            <a:endParaRPr lang="zh-CN" altLang="en-US" sz="3200" dirty="0">
              <a:latin typeface="+mn-ea"/>
            </a:endParaRPr>
          </a:p>
        </p:txBody>
      </p:sp>
      <p:sp>
        <p:nvSpPr>
          <p:cNvPr id="9" name="文本框 2"/>
          <p:cNvSpPr txBox="1"/>
          <p:nvPr/>
        </p:nvSpPr>
        <p:spPr>
          <a:xfrm>
            <a:off x="4341009" y="611992"/>
            <a:ext cx="28016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关于</a:t>
            </a:r>
            <a:r>
              <a:rPr lang="en-US" altLang="zh-CN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CN" altLang="en-US" sz="3200" dirty="0" smtClean="0">
                <a:latin typeface="+mn-ea"/>
              </a:rPr>
              <a:t>的</a:t>
            </a:r>
            <a:r>
              <a:rPr lang="zh-CN" altLang="en-US" sz="3200" dirty="0" smtClean="0">
                <a:latin typeface="+mn-ea"/>
              </a:rPr>
              <a:t>不等式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109682" y="2240506"/>
          <a:ext cx="2155559" cy="565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2" imgW="18592800" imgH="4876800" progId="Equation.DSMT4">
                  <p:embed/>
                </p:oleObj>
              </mc:Choice>
              <mc:Fallback>
                <p:oleObj name="Equation" r:id="rId2" imgW="18592800" imgH="48768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09682" y="2240506"/>
                        <a:ext cx="2155559" cy="56539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4" name="Object 2"/>
          <p:cNvGraphicFramePr>
            <a:graphicFrameLocks noChangeAspect="1"/>
          </p:cNvGraphicFramePr>
          <p:nvPr/>
        </p:nvGraphicFramePr>
        <p:xfrm>
          <a:off x="3989274" y="2265364"/>
          <a:ext cx="3002622" cy="539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4" imgW="27127200" imgH="4876800" progId="Equation.DSMT4">
                  <p:embed/>
                </p:oleObj>
              </mc:Choice>
              <mc:Fallback>
                <p:oleObj name="Equation" r:id="rId4" imgW="27127200" imgH="4876800" progId="Equation.DSMT4">
                  <p:embed/>
                  <p:pic>
                    <p:nvPicPr>
                      <p:cNvPr id="0" name="图片 8193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89274" y="2265364"/>
                        <a:ext cx="3002622" cy="53944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5" name="Object 3"/>
          <p:cNvGraphicFramePr>
            <a:graphicFrameLocks noChangeAspect="1"/>
          </p:cNvGraphicFramePr>
          <p:nvPr/>
        </p:nvGraphicFramePr>
        <p:xfrm>
          <a:off x="8930640" y="2240280"/>
          <a:ext cx="250380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6" imgW="1041400" imgH="203200" progId="Equation.DSMT4">
                  <p:embed/>
                </p:oleObj>
              </mc:Choice>
              <mc:Fallback>
                <p:oleObj name="Equation" r:id="rId6" imgW="1041400" imgH="203200" progId="Equation.DSMT4">
                  <p:embed/>
                  <p:pic>
                    <p:nvPicPr>
                      <p:cNvPr id="0" name="图片 8194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30640" y="2240280"/>
                        <a:ext cx="2503805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/>
        </p:nvSpPr>
        <p:spPr>
          <a:xfrm>
            <a:off x="735866" y="1384871"/>
            <a:ext cx="77362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例</a:t>
            </a:r>
            <a:r>
              <a:rPr lang="en-US" altLang="zh-CN" sz="3200" dirty="0" smtClean="0">
                <a:latin typeface="+mn-ea"/>
              </a:rPr>
              <a:t>1</a:t>
            </a:r>
            <a:r>
              <a:rPr lang="zh-CN" altLang="en-US" sz="3200" dirty="0" smtClean="0">
                <a:latin typeface="+mn-ea"/>
              </a:rPr>
              <a:t>：描述下列不等式代表什么样的</a:t>
            </a:r>
            <a:r>
              <a:rPr lang="zh-CN" altLang="en-US" sz="3200" dirty="0" smtClean="0">
                <a:latin typeface="+mn-ea"/>
              </a:rPr>
              <a:t>区域。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8472170" y="1384935"/>
          <a:ext cx="1801495" cy="589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8" imgW="596900" imgH="190500" progId="Equation.DSMT4">
                  <p:embed/>
                </p:oleObj>
              </mc:Choice>
              <mc:Fallback>
                <p:oleObj name="Equation" r:id="rId8" imgW="596900" imgH="1905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472170" y="1384935"/>
                        <a:ext cx="1801495" cy="5892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782445" y="2805430"/>
          <a:ext cx="81089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0" imgW="355600" imgH="203200" progId="Equation.DSMT4">
                  <p:embed/>
                </p:oleObj>
              </mc:Choice>
              <mc:Fallback>
                <p:oleObj name="Equation" r:id="rId10" imgW="355600" imgH="2032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82445" y="2805430"/>
                        <a:ext cx="810895" cy="466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右箭头 7"/>
          <p:cNvSpPr/>
          <p:nvPr/>
        </p:nvSpPr>
        <p:spPr>
          <a:xfrm>
            <a:off x="934085" y="2899410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934085" y="3599815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2"/>
          <p:cNvSpPr txBox="1"/>
          <p:nvPr/>
        </p:nvSpPr>
        <p:spPr>
          <a:xfrm>
            <a:off x="1737509" y="3441552"/>
            <a:ext cx="17068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是不含实轴</a:t>
            </a:r>
            <a:endParaRPr lang="zh-CN" altLang="en-US" sz="24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的上半平面</a:t>
            </a:r>
            <a:endParaRPr lang="zh-CN" altLang="en-US" sz="2400" dirty="0" smtClean="0">
              <a:latin typeface="+mn-ea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3705225" y="2915920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676775" y="2805430"/>
          <a:ext cx="2675255" cy="525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2" imgW="1244600" imgH="228600" progId="Equation.DSMT4">
                  <p:embed/>
                </p:oleObj>
              </mc:Choice>
              <mc:Fallback>
                <p:oleObj name="Equation" r:id="rId12" imgW="1244600" imgH="2286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676775" y="2805430"/>
                        <a:ext cx="2675255" cy="525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右箭头 16"/>
          <p:cNvSpPr/>
          <p:nvPr/>
        </p:nvSpPr>
        <p:spPr>
          <a:xfrm>
            <a:off x="3705225" y="3615690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2"/>
          <p:cNvSpPr txBox="1"/>
          <p:nvPr/>
        </p:nvSpPr>
        <p:spPr>
          <a:xfrm>
            <a:off x="4636919" y="3441552"/>
            <a:ext cx="249491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是圆心在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z=1+i,</a:t>
            </a:r>
            <a:endParaRPr lang="zh-CN" altLang="en-US" sz="24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半径为</a:t>
            </a:r>
            <a:r>
              <a:rPr lang="en-US" altLang="zh-CN" sz="2400" dirty="0" smtClean="0">
                <a:latin typeface="+mn-ea"/>
              </a:rPr>
              <a:t>1</a:t>
            </a:r>
            <a:r>
              <a:rPr lang="zh-CN" altLang="en-US" sz="2400" dirty="0" smtClean="0">
                <a:latin typeface="+mn-ea"/>
              </a:rPr>
              <a:t>的开圆盘</a:t>
            </a:r>
            <a:endParaRPr lang="zh-CN" altLang="en-US" sz="2400" dirty="0" smtClean="0">
              <a:latin typeface="+mn-ea"/>
            </a:endParaRPr>
          </a:p>
        </p:txBody>
      </p:sp>
      <p:sp>
        <p:nvSpPr>
          <p:cNvPr id="20" name="右箭头 19"/>
          <p:cNvSpPr/>
          <p:nvPr/>
        </p:nvSpPr>
        <p:spPr>
          <a:xfrm>
            <a:off x="8059420" y="2961005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右箭头 20"/>
          <p:cNvSpPr/>
          <p:nvPr/>
        </p:nvSpPr>
        <p:spPr>
          <a:xfrm>
            <a:off x="8059420" y="3615690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8930641" y="2776220"/>
          <a:ext cx="2484755" cy="525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14" imgW="1155700" imgH="228600" progId="Equation.DSMT4">
                  <p:embed/>
                </p:oleObj>
              </mc:Choice>
              <mc:Fallback>
                <p:oleObj name="Equation" r:id="rId14" imgW="1155700" imgH="2286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930641" y="2776220"/>
                        <a:ext cx="2484755" cy="525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"/>
          <p:cNvSpPr txBox="1"/>
          <p:nvPr/>
        </p:nvSpPr>
        <p:spPr>
          <a:xfrm>
            <a:off x="8989060" y="3441700"/>
            <a:ext cx="31578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是圆心在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z=2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的圆环。</a:t>
            </a:r>
            <a:endParaRPr lang="zh-C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直接箭头连接符 41"/>
          <p:cNvCxnSpPr/>
          <p:nvPr/>
        </p:nvCxnSpPr>
        <p:spPr>
          <a:xfrm>
            <a:off x="725805" y="6533515"/>
            <a:ext cx="2922270" cy="5715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H="1" flipV="1">
            <a:off x="2170430" y="5061585"/>
            <a:ext cx="33020" cy="294957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4540250" y="6596380"/>
            <a:ext cx="2922270" cy="571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H="1" flipV="1">
            <a:off x="5998210" y="5124450"/>
            <a:ext cx="33020" cy="294957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椭圆 43"/>
          <p:cNvSpPr/>
          <p:nvPr/>
        </p:nvSpPr>
        <p:spPr>
          <a:xfrm>
            <a:off x="9715500" y="5628005"/>
            <a:ext cx="1693545" cy="1551940"/>
          </a:xfrm>
          <a:prstGeom prst="ellipse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5" name="直接箭头连接符 34"/>
          <p:cNvCxnSpPr/>
          <p:nvPr/>
        </p:nvCxnSpPr>
        <p:spPr>
          <a:xfrm flipV="1">
            <a:off x="8456295" y="6454140"/>
            <a:ext cx="3691255" cy="3365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H="1" flipV="1">
            <a:off x="9121775" y="5013325"/>
            <a:ext cx="33020" cy="294957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/>
          <p:cNvSpPr/>
          <p:nvPr/>
        </p:nvSpPr>
        <p:spPr>
          <a:xfrm>
            <a:off x="6884035" y="5684520"/>
            <a:ext cx="114300" cy="755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10469245" y="6449060"/>
            <a:ext cx="114300" cy="755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2" grpId="0"/>
      <p:bldP spid="8" grpId="0" animBg="1"/>
      <p:bldP spid="10" grpId="0" animBg="1"/>
      <p:bldP spid="11" grpId="0"/>
      <p:bldP spid="37" grpId="0" animBg="1"/>
      <p:bldP spid="14" grpId="0" animBg="1"/>
      <p:bldP spid="17" grpId="0" animBg="1"/>
      <p:bldP spid="18" grpId="0"/>
      <p:bldP spid="38" grpId="0" animBg="1"/>
      <p:bldP spid="39" grpId="0" animBg="1"/>
      <p:bldP spid="20" grpId="0" animBg="1"/>
      <p:bldP spid="21" grpId="0" animBg="1"/>
      <p:bldP spid="24" grpId="0"/>
      <p:bldP spid="41" grpId="0" animBg="1"/>
      <p:bldP spid="44" grpId="0" animBg="1"/>
      <p:bldP spid="4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>
          <a:xfrm>
            <a:off x="7497445" y="4229735"/>
            <a:ext cx="3441065" cy="3309620"/>
          </a:xfrm>
          <a:prstGeom prst="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2"/>
          <p:cNvSpPr txBox="1"/>
          <p:nvPr/>
        </p:nvSpPr>
        <p:spPr>
          <a:xfrm>
            <a:off x="4471122" y="10192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二、区域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54277" name="Object 5"/>
          <p:cNvGraphicFramePr>
            <a:graphicFrameLocks noChangeAspect="1"/>
          </p:cNvGraphicFramePr>
          <p:nvPr/>
        </p:nvGraphicFramePr>
        <p:xfrm>
          <a:off x="6972204" y="1406644"/>
          <a:ext cx="307181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1" imgW="27127200" imgH="4876800" progId="Equation.DSMT4">
                  <p:embed/>
                </p:oleObj>
              </mc:Choice>
              <mc:Fallback>
                <p:oleObj name="Equation" r:id="rId1" imgW="27127200" imgH="48768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72204" y="1406644"/>
                        <a:ext cx="3071813" cy="552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8" name="Object 6"/>
          <p:cNvGraphicFramePr>
            <a:graphicFrameLocks noChangeAspect="1"/>
          </p:cNvGraphicFramePr>
          <p:nvPr/>
        </p:nvGraphicFramePr>
        <p:xfrm>
          <a:off x="1086485" y="1179513"/>
          <a:ext cx="3008313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3" imgW="28346400" imgH="9448800" progId="Equation.DSMT4">
                  <p:embed/>
                </p:oleObj>
              </mc:Choice>
              <mc:Fallback>
                <p:oleObj name="Equation" r:id="rId3" imgW="28346400" imgH="94488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6485" y="1179513"/>
                        <a:ext cx="3008313" cy="1006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2"/>
          <p:cNvSpPr txBox="1"/>
          <p:nvPr/>
        </p:nvSpPr>
        <p:spPr>
          <a:xfrm>
            <a:off x="735866" y="687006"/>
            <a:ext cx="77362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例</a:t>
            </a:r>
            <a:r>
              <a:rPr lang="en-US" altLang="zh-CN" sz="3200" dirty="0" smtClean="0">
                <a:latin typeface="+mn-ea"/>
              </a:rPr>
              <a:t>1</a:t>
            </a:r>
            <a:r>
              <a:rPr lang="zh-CN" altLang="en-US" sz="3200" dirty="0" smtClean="0">
                <a:latin typeface="+mn-ea"/>
              </a:rPr>
              <a:t>：描述下列不等式代表什么样的</a:t>
            </a:r>
            <a:r>
              <a:rPr lang="zh-CN" altLang="en-US" sz="3200" dirty="0" smtClean="0">
                <a:latin typeface="+mn-ea"/>
              </a:rPr>
              <a:t>区域。</a:t>
            </a:r>
            <a:endParaRPr lang="zh-CN" altLang="en-US" sz="3200" dirty="0" smtClean="0">
              <a:latin typeface="+mn-ea"/>
            </a:endParaRPr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8242935" y="687070"/>
          <a:ext cx="1801495" cy="589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5" imgW="596900" imgH="190500" progId="Equation.DSMT4">
                  <p:embed/>
                </p:oleObj>
              </mc:Choice>
              <mc:Fallback>
                <p:oleObj name="Equation" r:id="rId5" imgW="596900" imgH="1905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42935" y="687070"/>
                        <a:ext cx="1801495" cy="5892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右箭头 24"/>
          <p:cNvSpPr/>
          <p:nvPr/>
        </p:nvSpPr>
        <p:spPr>
          <a:xfrm>
            <a:off x="1109980" y="2418080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右箭头 25"/>
          <p:cNvSpPr/>
          <p:nvPr/>
        </p:nvSpPr>
        <p:spPr>
          <a:xfrm>
            <a:off x="1086485" y="3178175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7" name="Object 6"/>
          <p:cNvGraphicFramePr>
            <a:graphicFrameLocks noChangeAspect="1"/>
          </p:cNvGraphicFramePr>
          <p:nvPr/>
        </p:nvGraphicFramePr>
        <p:xfrm>
          <a:off x="2027555" y="2080260"/>
          <a:ext cx="3442970" cy="888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7" imgW="1548765" imgH="393700" progId="Equation.DSMT4">
                  <p:embed/>
                </p:oleObj>
              </mc:Choice>
              <mc:Fallback>
                <p:oleObj name="Equation" r:id="rId7" imgW="1548765" imgH="3937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27555" y="2080260"/>
                        <a:ext cx="3442970" cy="8883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6"/>
          <p:cNvGraphicFramePr>
            <a:graphicFrameLocks noChangeAspect="1"/>
          </p:cNvGraphicFramePr>
          <p:nvPr/>
        </p:nvGraphicFramePr>
        <p:xfrm>
          <a:off x="2166620" y="2840355"/>
          <a:ext cx="2174240" cy="888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9" imgW="977900" imgH="393700" progId="Equation.DSMT4">
                  <p:embed/>
                </p:oleObj>
              </mc:Choice>
              <mc:Fallback>
                <p:oleObj name="Equation" r:id="rId9" imgW="977900" imgH="3937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66620" y="2840355"/>
                        <a:ext cx="2174240" cy="8883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右箭头 29"/>
          <p:cNvSpPr/>
          <p:nvPr/>
        </p:nvSpPr>
        <p:spPr>
          <a:xfrm>
            <a:off x="1086485" y="3799840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1" name="Object 6"/>
          <p:cNvGraphicFramePr>
            <a:graphicFrameLocks noChangeAspect="1"/>
          </p:cNvGraphicFramePr>
          <p:nvPr/>
        </p:nvGraphicFramePr>
        <p:xfrm>
          <a:off x="2338388" y="3799523"/>
          <a:ext cx="1440815" cy="373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11" imgW="647700" imgH="165100" progId="Equation.DSMT4">
                  <p:embed/>
                </p:oleObj>
              </mc:Choice>
              <mc:Fallback>
                <p:oleObj name="Equation" r:id="rId11" imgW="647700" imgH="1651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338388" y="3799523"/>
                        <a:ext cx="1440815" cy="3733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右箭头 32"/>
          <p:cNvSpPr/>
          <p:nvPr/>
        </p:nvSpPr>
        <p:spPr>
          <a:xfrm>
            <a:off x="6038850" y="2280285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35" name="Object 6"/>
          <p:cNvGraphicFramePr>
            <a:graphicFrameLocks noChangeAspect="1"/>
          </p:cNvGraphicFramePr>
          <p:nvPr/>
        </p:nvGraphicFramePr>
        <p:xfrm>
          <a:off x="7111365" y="2186305"/>
          <a:ext cx="960120" cy="400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13" imgW="431800" imgH="177165" progId="Equation.DSMT4">
                  <p:embed/>
                </p:oleObj>
              </mc:Choice>
              <mc:Fallback>
                <p:oleObj name="Equation" r:id="rId13" imgW="431800" imgH="177165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111365" y="2186305"/>
                        <a:ext cx="960120" cy="4006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2" name="直接箭头连接符 41"/>
          <p:cNvCxnSpPr/>
          <p:nvPr/>
        </p:nvCxnSpPr>
        <p:spPr>
          <a:xfrm flipV="1">
            <a:off x="1288415" y="6094730"/>
            <a:ext cx="4397375" cy="647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H="1" flipV="1">
            <a:off x="3032125" y="4272280"/>
            <a:ext cx="53340" cy="365633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 flipV="1">
            <a:off x="6786880" y="5899785"/>
            <a:ext cx="3542030" cy="4889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H="1" flipV="1">
            <a:off x="8461375" y="4061460"/>
            <a:ext cx="53340" cy="365633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3064510" y="3915410"/>
            <a:ext cx="2228215" cy="21951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3048000" y="6127115"/>
            <a:ext cx="2146300" cy="18681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3342640" y="5848985"/>
            <a:ext cx="0" cy="523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3572510" y="5570220"/>
            <a:ext cx="15875" cy="10979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3900170" y="5259070"/>
            <a:ext cx="0" cy="1638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>
            <a:off x="4243705" y="4914900"/>
            <a:ext cx="16510" cy="22282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>
            <a:off x="4489450" y="4652645"/>
            <a:ext cx="66040" cy="27031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H="1">
            <a:off x="4817110" y="4324985"/>
            <a:ext cx="82550" cy="3326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H="1">
            <a:off x="5112385" y="4046220"/>
            <a:ext cx="65405" cy="3867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480935" y="4156075"/>
            <a:ext cx="16510" cy="342392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30" grpId="0" animBg="1"/>
      <p:bldP spid="33" grpId="0" animBg="1"/>
      <p:bldP spid="5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4471122" y="10192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二、区域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54279" name="Object 7"/>
          <p:cNvGraphicFramePr>
            <a:graphicFrameLocks noChangeAspect="1"/>
          </p:cNvGraphicFramePr>
          <p:nvPr/>
        </p:nvGraphicFramePr>
        <p:xfrm>
          <a:off x="2341880" y="3995420"/>
          <a:ext cx="3806190" cy="607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1" imgW="1295400" imgH="203200" progId="Equation.DSMT4">
                  <p:embed/>
                </p:oleObj>
              </mc:Choice>
              <mc:Fallback>
                <p:oleObj name="Equation" r:id="rId1" imgW="1295400" imgH="203200" progId="Equation.DSMT4">
                  <p:embed/>
                  <p:pic>
                    <p:nvPicPr>
                      <p:cNvPr id="0" name="图片 819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41880" y="3995420"/>
                        <a:ext cx="3806190" cy="6070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/>
          <p:cNvSpPr txBox="1"/>
          <p:nvPr/>
        </p:nvSpPr>
        <p:spPr>
          <a:xfrm>
            <a:off x="2342188" y="1847381"/>
            <a:ext cx="7904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 smtClean="0">
                <a:latin typeface="+mn-ea"/>
              </a:rPr>
              <a:t>练习：</a:t>
            </a:r>
            <a:r>
              <a:rPr lang="zh-CN" altLang="en-US" sz="3200" dirty="0" smtClean="0">
                <a:latin typeface="+mn-ea"/>
                <a:sym typeface="+mn-ea"/>
              </a:rPr>
              <a:t>描述下列不等式代表什么样的</a:t>
            </a:r>
            <a:r>
              <a:rPr lang="zh-CN" altLang="en-US" sz="3200" dirty="0" smtClean="0">
                <a:latin typeface="+mn-ea"/>
                <a:sym typeface="+mn-ea"/>
              </a:rPr>
              <a:t>区域。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4280" name="Object 8"/>
          <p:cNvGraphicFramePr>
            <a:graphicFrameLocks noChangeAspect="1"/>
          </p:cNvGraphicFramePr>
          <p:nvPr/>
        </p:nvGraphicFramePr>
        <p:xfrm>
          <a:off x="2341575" y="3009971"/>
          <a:ext cx="2961320" cy="614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3" imgW="23469600" imgH="4876800" progId="Equation.DSMT4">
                  <p:embed/>
                </p:oleObj>
              </mc:Choice>
              <mc:Fallback>
                <p:oleObj name="Equation" r:id="rId3" imgW="23469600" imgH="4876800" progId="Equation.DSMT4">
                  <p:embed/>
                  <p:pic>
                    <p:nvPicPr>
                      <p:cNvPr id="0" name="图片 819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41575" y="3009971"/>
                        <a:ext cx="2961320" cy="61464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4471122" y="10192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二、区域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54279" name="Object 7"/>
          <p:cNvGraphicFramePr>
            <a:graphicFrameLocks noChangeAspect="1"/>
          </p:cNvGraphicFramePr>
          <p:nvPr/>
        </p:nvGraphicFramePr>
        <p:xfrm>
          <a:off x="2410347" y="3855359"/>
          <a:ext cx="3382746" cy="553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1" imgW="29870400" imgH="4876800" progId="Equation.DSMT4">
                  <p:embed/>
                </p:oleObj>
              </mc:Choice>
              <mc:Fallback>
                <p:oleObj name="Equation" r:id="rId1" imgW="29870400" imgH="4876800" progId="Equation.DSMT4">
                  <p:embed/>
                  <p:pic>
                    <p:nvPicPr>
                      <p:cNvPr id="0" name="图片 819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10347" y="3855359"/>
                        <a:ext cx="3382746" cy="55346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2"/>
          <p:cNvSpPr txBox="1"/>
          <p:nvPr/>
        </p:nvSpPr>
        <p:spPr>
          <a:xfrm>
            <a:off x="2342188" y="1847381"/>
            <a:ext cx="7904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 smtClean="0">
                <a:latin typeface="+mn-ea"/>
              </a:rPr>
              <a:t>练习：</a:t>
            </a:r>
            <a:r>
              <a:rPr lang="zh-CN" altLang="en-US" sz="3200" dirty="0" smtClean="0">
                <a:latin typeface="+mn-ea"/>
                <a:sym typeface="+mn-ea"/>
              </a:rPr>
              <a:t>描述下列不等式代表什么样的</a:t>
            </a:r>
            <a:r>
              <a:rPr lang="zh-CN" altLang="en-US" sz="3200" dirty="0" smtClean="0">
                <a:latin typeface="+mn-ea"/>
                <a:sym typeface="+mn-ea"/>
              </a:rPr>
              <a:t>区域。</a:t>
            </a:r>
            <a:endParaRPr lang="zh-CN" altLang="en-US" sz="3200" dirty="0">
              <a:latin typeface="+mn-ea"/>
            </a:endParaRPr>
          </a:p>
        </p:txBody>
      </p:sp>
      <p:graphicFrame>
        <p:nvGraphicFramePr>
          <p:cNvPr id="54280" name="Object 8"/>
          <p:cNvGraphicFramePr>
            <a:graphicFrameLocks noChangeAspect="1"/>
          </p:cNvGraphicFramePr>
          <p:nvPr/>
        </p:nvGraphicFramePr>
        <p:xfrm>
          <a:off x="2341575" y="3009971"/>
          <a:ext cx="2961320" cy="614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3" imgW="23469600" imgH="4876800" progId="Equation.DSMT4">
                  <p:embed/>
                </p:oleObj>
              </mc:Choice>
              <mc:Fallback>
                <p:oleObj name="Equation" r:id="rId3" imgW="23469600" imgH="4876800" progId="Equation.DSMT4">
                  <p:embed/>
                  <p:pic>
                    <p:nvPicPr>
                      <p:cNvPr id="0" name="图片 819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41575" y="3009971"/>
                        <a:ext cx="2961320" cy="61464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1" name="Object 9"/>
          <p:cNvGraphicFramePr>
            <a:graphicFrameLocks noChangeAspect="1"/>
          </p:cNvGraphicFramePr>
          <p:nvPr/>
        </p:nvGraphicFramePr>
        <p:xfrm>
          <a:off x="6080617" y="2983732"/>
          <a:ext cx="3422685" cy="614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5" imgW="27127200" imgH="4876800" progId="Equation.DSMT4">
                  <p:embed/>
                </p:oleObj>
              </mc:Choice>
              <mc:Fallback>
                <p:oleObj name="Equation" r:id="rId5" imgW="27127200" imgH="4876800" progId="Equation.DSMT4">
                  <p:embed/>
                  <p:pic>
                    <p:nvPicPr>
                      <p:cNvPr id="0" name="图片 819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80617" y="2983732"/>
                        <a:ext cx="3422685" cy="61464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4722582" y="-315"/>
            <a:ext cx="27462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三、 约当曲线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9188" y="877987"/>
            <a:ext cx="32467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+mn-ea"/>
              </a:rPr>
              <a:t>1</a:t>
            </a:r>
            <a:r>
              <a:rPr lang="zh-CN" altLang="en-US" sz="2800" b="1" dirty="0" smtClean="0">
                <a:latin typeface="+mn-ea"/>
              </a:rPr>
              <a:t>、约当曲线的概念</a:t>
            </a:r>
            <a:endParaRPr lang="zh-CN" altLang="en-US" sz="2800" b="1" dirty="0"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826260" y="1671955"/>
            <a:ext cx="8841740" cy="551815"/>
            <a:chOff x="2876" y="2353"/>
            <a:chExt cx="13924" cy="869"/>
          </a:xfrm>
        </p:grpSpPr>
        <p:sp>
          <p:nvSpPr>
            <p:cNvPr id="12" name="文本框 2"/>
            <p:cNvSpPr txBox="1"/>
            <p:nvPr/>
          </p:nvSpPr>
          <p:spPr>
            <a:xfrm>
              <a:off x="2876" y="2353"/>
              <a:ext cx="13925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假设              是定义在区间          上的连续实值函数，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54274" name="Object 2"/>
            <p:cNvGraphicFramePr>
              <a:graphicFrameLocks noChangeAspect="1"/>
            </p:cNvGraphicFramePr>
            <p:nvPr/>
          </p:nvGraphicFramePr>
          <p:xfrm>
            <a:off x="4323" y="2396"/>
            <a:ext cx="2045" cy="7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7" name="Equation" r:id="rId1" imgW="14020800" imgH="4876800" progId="Equation.DSMT4">
                    <p:embed/>
                  </p:oleObj>
                </mc:Choice>
                <mc:Fallback>
                  <p:oleObj name="Equation" r:id="rId1" imgW="14020800" imgH="4876800" progId="Equation.DSMT4">
                    <p:embed/>
                    <p:pic>
                      <p:nvPicPr>
                        <p:cNvPr id="0" name="图片 92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323" y="2396"/>
                          <a:ext cx="2045" cy="76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08" name="Object 12"/>
            <p:cNvGraphicFramePr>
              <a:graphicFrameLocks noChangeAspect="1"/>
            </p:cNvGraphicFramePr>
            <p:nvPr/>
          </p:nvGraphicFramePr>
          <p:xfrm>
            <a:off x="10105" y="2464"/>
            <a:ext cx="1362" cy="7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18" name="Equation" r:id="rId3" imgW="9448800" imgH="4876800" progId="Equation.DSMT4">
                    <p:embed/>
                  </p:oleObj>
                </mc:Choice>
                <mc:Fallback>
                  <p:oleObj name="Equation" r:id="rId3" imgW="9448800" imgH="4876800" progId="Equation.DSMT4">
                    <p:embed/>
                    <p:pic>
                      <p:nvPicPr>
                        <p:cNvPr id="0" name="图片 921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105" y="2464"/>
                          <a:ext cx="1362" cy="75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5309" name="Object 13"/>
          <p:cNvGraphicFramePr>
            <a:graphicFrameLocks noChangeAspect="1"/>
          </p:cNvGraphicFramePr>
          <p:nvPr/>
        </p:nvGraphicFramePr>
        <p:xfrm>
          <a:off x="3278763" y="2367256"/>
          <a:ext cx="4813663" cy="531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5" imgW="46939200" imgH="4876800" progId="Equation.DSMT4">
                  <p:embed/>
                </p:oleObj>
              </mc:Choice>
              <mc:Fallback>
                <p:oleObj name="Equation" r:id="rId5" imgW="46939200" imgH="4876800" progId="Equation.DSMT4">
                  <p:embed/>
                  <p:pic>
                    <p:nvPicPr>
                      <p:cNvPr id="0" name="图片 92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78763" y="2367256"/>
                        <a:ext cx="4813663" cy="53151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2"/>
          <p:cNvSpPr txBox="1"/>
          <p:nvPr/>
        </p:nvSpPr>
        <p:spPr>
          <a:xfrm>
            <a:off x="1323309" y="2982605"/>
            <a:ext cx="6464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所确定的点集为复平面上的</a:t>
            </a:r>
            <a:r>
              <a:rPr lang="zh-CN" altLang="en-US" sz="2800" b="1" i="1" u="sng" dirty="0" smtClean="0">
                <a:solidFill>
                  <a:srgbClr val="FF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一条曲线    </a:t>
            </a:r>
            <a:r>
              <a:rPr lang="zh-CN" altLang="en-US" sz="2800" u="sng" dirty="0" smtClean="0">
                <a:latin typeface="+mn-ea"/>
              </a:rPr>
              <a:t>。</a:t>
            </a:r>
            <a:endParaRPr lang="zh-CN" altLang="en-US" sz="2800" u="sng" dirty="0">
              <a:latin typeface="+mn-ea"/>
            </a:endParaRPr>
          </a:p>
        </p:txBody>
      </p:sp>
      <p:graphicFrame>
        <p:nvGraphicFramePr>
          <p:cNvPr id="55310" name="Object 14"/>
          <p:cNvGraphicFramePr>
            <a:graphicFrameLocks noChangeAspect="1"/>
          </p:cNvGraphicFramePr>
          <p:nvPr/>
        </p:nvGraphicFramePr>
        <p:xfrm>
          <a:off x="8955604" y="3013370"/>
          <a:ext cx="1493126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7" imgW="14020800" imgH="4876800" progId="Equation.DSMT4">
                  <p:embed/>
                </p:oleObj>
              </mc:Choice>
              <mc:Fallback>
                <p:oleObj name="Equation" r:id="rId7" imgW="14020800" imgH="4876800" progId="Equation.DSMT4">
                  <p:embed/>
                  <p:pic>
                    <p:nvPicPr>
                      <p:cNvPr id="0" name="图片 921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955604" y="3013370"/>
                        <a:ext cx="1493126" cy="558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"/>
          <p:cNvSpPr txBox="1"/>
          <p:nvPr/>
        </p:nvSpPr>
        <p:spPr>
          <a:xfrm>
            <a:off x="1389445" y="3713352"/>
            <a:ext cx="2507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为曲线的</a:t>
            </a:r>
            <a:r>
              <a:rPr lang="zh-CN" altLang="en-US" sz="2800" b="1" i="1" u="sng" dirty="0" smtClean="0">
                <a:solidFill>
                  <a:srgbClr val="FF33CC"/>
                </a:solidFill>
                <a:latin typeface="+mn-ea"/>
              </a:rPr>
              <a:t>起点</a:t>
            </a:r>
            <a:r>
              <a:rPr lang="zh-CN" altLang="en-US" sz="2800" dirty="0" smtClean="0">
                <a:solidFill>
                  <a:srgbClr val="FF33CC"/>
                </a:solidFill>
                <a:latin typeface="+mn-ea"/>
              </a:rPr>
              <a:t>；</a:t>
            </a:r>
            <a:endParaRPr lang="zh-CN" altLang="en-US" sz="2800" dirty="0">
              <a:solidFill>
                <a:srgbClr val="FF33CC"/>
              </a:solidFill>
              <a:latin typeface="+mn-ea"/>
            </a:endParaRPr>
          </a:p>
        </p:txBody>
      </p:sp>
      <p:graphicFrame>
        <p:nvGraphicFramePr>
          <p:cNvPr id="55311" name="Object 15"/>
          <p:cNvGraphicFramePr>
            <a:graphicFrameLocks noChangeAspect="1"/>
          </p:cNvGraphicFramePr>
          <p:nvPr/>
        </p:nvGraphicFramePr>
        <p:xfrm>
          <a:off x="3926102" y="3772508"/>
          <a:ext cx="1493126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9" imgW="14020800" imgH="4876800" progId="Equation.DSMT4">
                  <p:embed/>
                </p:oleObj>
              </mc:Choice>
              <mc:Fallback>
                <p:oleObj name="Equation" r:id="rId9" imgW="14020800" imgH="4876800" progId="Equation.DSMT4">
                  <p:embed/>
                  <p:pic>
                    <p:nvPicPr>
                      <p:cNvPr id="0" name="图片 922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26102" y="3772508"/>
                        <a:ext cx="1493126" cy="558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/>
        </p:nvSpPr>
        <p:spPr>
          <a:xfrm>
            <a:off x="5458276" y="3744981"/>
            <a:ext cx="2507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为曲线的</a:t>
            </a:r>
            <a:r>
              <a:rPr lang="zh-CN" altLang="en-US" sz="2800" b="1" i="1" u="sng" dirty="0" smtClean="0">
                <a:solidFill>
                  <a:srgbClr val="FF33CC"/>
                </a:solidFill>
                <a:latin typeface="+mn-ea"/>
              </a:rPr>
              <a:t>终点</a:t>
            </a:r>
            <a:r>
              <a:rPr lang="zh-CN" altLang="en-US" sz="2800" dirty="0" smtClean="0">
                <a:solidFill>
                  <a:srgbClr val="FF33CC"/>
                </a:solidFill>
                <a:latin typeface="+mn-ea"/>
              </a:rPr>
              <a:t>。</a:t>
            </a:r>
            <a:endParaRPr lang="zh-CN" altLang="en-US" sz="2800" dirty="0">
              <a:solidFill>
                <a:srgbClr val="FF33CC"/>
              </a:solidFill>
              <a:latin typeface="+mn-ea"/>
            </a:endParaRPr>
          </a:p>
        </p:txBody>
      </p:sp>
      <p:graphicFrame>
        <p:nvGraphicFramePr>
          <p:cNvPr id="55314" name="Object 18"/>
          <p:cNvGraphicFramePr>
            <a:graphicFrameLocks noChangeAspect="1"/>
          </p:cNvGraphicFramePr>
          <p:nvPr/>
        </p:nvGraphicFramePr>
        <p:xfrm>
          <a:off x="8349634" y="4638292"/>
          <a:ext cx="2195263" cy="604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Equation" r:id="rId11" imgW="18897600" imgH="5486400" progId="Equation.DSMT4">
                  <p:embed/>
                </p:oleObj>
              </mc:Choice>
              <mc:Fallback>
                <p:oleObj name="Equation" r:id="rId11" imgW="18897600" imgH="5486400" progId="Equation.DSMT4">
                  <p:embed/>
                  <p:pic>
                    <p:nvPicPr>
                      <p:cNvPr id="0" name="图片 922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349634" y="4638292"/>
                        <a:ext cx="2195263" cy="60445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1786255" y="5323205"/>
            <a:ext cx="4569460" cy="537210"/>
            <a:chOff x="2813" y="7711"/>
            <a:chExt cx="7196" cy="846"/>
          </a:xfrm>
        </p:grpSpPr>
        <p:sp>
          <p:nvSpPr>
            <p:cNvPr id="28" name="文本框 2"/>
            <p:cNvSpPr txBox="1"/>
            <p:nvPr/>
          </p:nvSpPr>
          <p:spPr>
            <a:xfrm>
              <a:off x="2813" y="7711"/>
              <a:ext cx="7196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则点       称为</a:t>
              </a:r>
              <a:r>
                <a:rPr lang="en-US" altLang="zh-CN" sz="2800" dirty="0" smtClean="0">
                  <a:latin typeface="+mn-ea"/>
                </a:rPr>
                <a:t>T</a:t>
              </a:r>
              <a:r>
                <a:rPr lang="zh-CN" altLang="en-US" sz="2800" dirty="0" smtClean="0">
                  <a:latin typeface="+mn-ea"/>
                </a:rPr>
                <a:t>的</a:t>
              </a:r>
              <a:r>
                <a:rPr lang="zh-CN" altLang="en-US" sz="2800" b="1" i="1" u="sng" dirty="0" smtClean="0">
                  <a:solidFill>
                    <a:srgbClr val="FF33CC"/>
                  </a:solidFill>
                  <a:latin typeface="+mn-ea"/>
                </a:rPr>
                <a:t>重点。</a:t>
              </a:r>
              <a:endParaRPr lang="zh-CN" altLang="en-US" sz="2800" b="1" i="1" u="sng" dirty="0">
                <a:solidFill>
                  <a:srgbClr val="FF33CC"/>
                </a:solidFill>
                <a:latin typeface="+mn-ea"/>
              </a:endParaRPr>
            </a:p>
          </p:txBody>
        </p:sp>
        <p:graphicFrame>
          <p:nvGraphicFramePr>
            <p:cNvPr id="29" name="Object 2"/>
            <p:cNvGraphicFramePr>
              <a:graphicFrameLocks noChangeAspect="1"/>
            </p:cNvGraphicFramePr>
            <p:nvPr/>
          </p:nvGraphicFramePr>
          <p:xfrm>
            <a:off x="4123" y="7727"/>
            <a:ext cx="1155" cy="8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5" name="Equation" r:id="rId13" imgW="7620000" imgH="5486400" progId="Equation.DSMT4">
                    <p:embed/>
                  </p:oleObj>
                </mc:Choice>
                <mc:Fallback>
                  <p:oleObj name="Equation" r:id="rId13" imgW="7620000" imgH="5486400" progId="Equation.DSMT4">
                    <p:embed/>
                    <p:pic>
                      <p:nvPicPr>
                        <p:cNvPr id="0" name="图片 922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123" y="7727"/>
                          <a:ext cx="1155" cy="83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1703070" y="4583430"/>
            <a:ext cx="6981190" cy="661670"/>
            <a:chOff x="2682" y="6546"/>
            <a:chExt cx="10994" cy="1042"/>
          </a:xfrm>
        </p:grpSpPr>
        <p:sp>
          <p:nvSpPr>
            <p:cNvPr id="24" name="文本框 2"/>
            <p:cNvSpPr txBox="1"/>
            <p:nvPr/>
          </p:nvSpPr>
          <p:spPr>
            <a:xfrm>
              <a:off x="2682" y="6656"/>
              <a:ext cx="10995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若存在                                且            有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25" name="Object 2"/>
            <p:cNvGraphicFramePr>
              <a:graphicFrameLocks noChangeAspect="1"/>
            </p:cNvGraphicFramePr>
            <p:nvPr/>
          </p:nvGraphicFramePr>
          <p:xfrm>
            <a:off x="4604" y="6681"/>
            <a:ext cx="2479" cy="8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2" name="Equation" r:id="rId15" imgW="673100" imgH="228600" progId="Equation.DSMT4">
                    <p:embed/>
                  </p:oleObj>
                </mc:Choice>
                <mc:Fallback>
                  <p:oleObj name="Equation" r:id="rId15" imgW="673100" imgH="228600" progId="Equation.DSMT4">
                    <p:embed/>
                    <p:pic>
                      <p:nvPicPr>
                        <p:cNvPr id="0" name="图片 922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604" y="6681"/>
                          <a:ext cx="2479" cy="85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13" name="Object 17"/>
            <p:cNvGraphicFramePr>
              <a:graphicFrameLocks noChangeAspect="1"/>
            </p:cNvGraphicFramePr>
            <p:nvPr/>
          </p:nvGraphicFramePr>
          <p:xfrm>
            <a:off x="7253" y="6739"/>
            <a:ext cx="2545" cy="8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3" name="Equation" r:id="rId17" imgW="16764000" imgH="5486400" progId="Equation.DSMT4">
                    <p:embed/>
                  </p:oleObj>
                </mc:Choice>
                <mc:Fallback>
                  <p:oleObj name="Equation" r:id="rId17" imgW="16764000" imgH="5486400" progId="Equation.DSMT4">
                    <p:embed/>
                    <p:pic>
                      <p:nvPicPr>
                        <p:cNvPr id="0" name="图片 92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253" y="6739"/>
                          <a:ext cx="2545" cy="8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17" name="Object 21"/>
            <p:cNvGraphicFramePr>
              <a:graphicFrameLocks noChangeAspect="1"/>
            </p:cNvGraphicFramePr>
            <p:nvPr/>
          </p:nvGraphicFramePr>
          <p:xfrm>
            <a:off x="10528" y="6546"/>
            <a:ext cx="2017" cy="10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6" name="Equation" r:id="rId19" imgW="10058400" imgH="5486400" progId="Equation.DSMT4">
                    <p:embed/>
                  </p:oleObj>
                </mc:Choice>
                <mc:Fallback>
                  <p:oleObj name="Equation" r:id="rId19" imgW="10058400" imgH="5486400" progId="Equation.DSMT4">
                    <p:embed/>
                    <p:pic>
                      <p:nvPicPr>
                        <p:cNvPr id="0" name="图片 922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0528" y="6546"/>
                          <a:ext cx="2017" cy="104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文本框 2"/>
          <p:cNvSpPr txBox="1"/>
          <p:nvPr/>
        </p:nvSpPr>
        <p:spPr>
          <a:xfrm>
            <a:off x="10350855" y="165604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则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55318" name="Object 22"/>
          <p:cNvGraphicFramePr>
            <a:graphicFrameLocks noChangeAspect="1"/>
          </p:cNvGraphicFramePr>
          <p:nvPr/>
        </p:nvGraphicFramePr>
        <p:xfrm>
          <a:off x="7243769" y="3047784"/>
          <a:ext cx="32385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Equation" r:id="rId21" imgW="3352800" imgH="3962400" progId="Equation.DSMT4">
                  <p:embed/>
                </p:oleObj>
              </mc:Choice>
              <mc:Fallback>
                <p:oleObj name="Equation" r:id="rId21" imgW="3352800" imgH="3962400" progId="Equation.DSMT4">
                  <p:embed/>
                  <p:pic>
                    <p:nvPicPr>
                      <p:cNvPr id="0" name="图片 922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243769" y="3047784"/>
                        <a:ext cx="323850" cy="3825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"/>
          <p:cNvSpPr txBox="1"/>
          <p:nvPr/>
        </p:nvSpPr>
        <p:spPr>
          <a:xfrm>
            <a:off x="8141052" y="300272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其中</a:t>
            </a:r>
            <a:endParaRPr lang="zh-CN" altLang="en-US" sz="2800" dirty="0">
              <a:latin typeface="+mn-ea"/>
            </a:endParaRPr>
          </a:p>
        </p:txBody>
      </p:sp>
      <p:sp>
        <p:nvSpPr>
          <p:cNvPr id="26" name="文本框 2"/>
          <p:cNvSpPr txBox="1"/>
          <p:nvPr/>
        </p:nvSpPr>
        <p:spPr>
          <a:xfrm>
            <a:off x="1308934" y="1671796"/>
            <a:ext cx="622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+mn-ea"/>
              </a:rPr>
              <a:t>(1)</a:t>
            </a:r>
            <a:endParaRPr lang="zh-CN" altLang="en-US" sz="2800" dirty="0">
              <a:latin typeface="+mn-ea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1271556" y="4670625"/>
            <a:ext cx="622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+mn-ea"/>
              </a:rPr>
              <a:t>(2)</a:t>
            </a:r>
            <a:endParaRPr lang="zh-CN" altLang="en-US" sz="2800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5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/>
      <p:bldP spid="21" grpId="0"/>
      <p:bldP spid="23" grpId="0"/>
      <p:bldP spid="20" grpId="0"/>
      <p:bldP spid="22" grpId="1"/>
      <p:bldP spid="26" grpId="0"/>
      <p:bldP spid="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4107902" y="68265"/>
            <a:ext cx="27462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三、 约当曲线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5607" y="4227989"/>
            <a:ext cx="26898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+mn-ea"/>
              </a:rPr>
              <a:t>2</a:t>
            </a:r>
            <a:r>
              <a:rPr lang="zh-CN" altLang="en-US" sz="2800" b="1" dirty="0" smtClean="0">
                <a:latin typeface="+mn-ea"/>
              </a:rPr>
              <a:t>、</a:t>
            </a:r>
            <a:r>
              <a:rPr lang="en-US" altLang="zh-CN" sz="2800" b="1" dirty="0" smtClean="0">
                <a:latin typeface="+mn-ea"/>
              </a:rPr>
              <a:t>Jordan</a:t>
            </a:r>
            <a:r>
              <a:rPr lang="zh-CN" altLang="en-US" sz="2800" b="1" dirty="0" smtClean="0">
                <a:latin typeface="+mn-ea"/>
              </a:rPr>
              <a:t>定理</a:t>
            </a:r>
            <a:endParaRPr lang="zh-CN" altLang="en-US" sz="2800" b="1" dirty="0">
              <a:latin typeface="+mn-ea"/>
            </a:endParaRPr>
          </a:p>
        </p:txBody>
      </p:sp>
      <p:sp>
        <p:nvSpPr>
          <p:cNvPr id="23" name="文本框 2"/>
          <p:cNvSpPr txBox="1"/>
          <p:nvPr/>
        </p:nvSpPr>
        <p:spPr>
          <a:xfrm>
            <a:off x="675988" y="4947776"/>
            <a:ext cx="250761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+mn-ea"/>
              </a:rPr>
              <a:t>定理</a:t>
            </a:r>
            <a:r>
              <a:rPr lang="en-US" altLang="zh-CN" sz="2800" b="1" dirty="0" smtClean="0">
                <a:latin typeface="+mn-ea"/>
              </a:rPr>
              <a:t>1.</a:t>
            </a:r>
            <a:endParaRPr lang="zh-CN" altLang="en-US" sz="2800" b="1" dirty="0">
              <a:latin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157095" y="5755640"/>
            <a:ext cx="6765290" cy="523240"/>
            <a:chOff x="3397" y="9064"/>
            <a:chExt cx="10654" cy="824"/>
          </a:xfrm>
        </p:grpSpPr>
        <p:sp>
          <p:nvSpPr>
            <p:cNvPr id="32" name="文本框 2"/>
            <p:cNvSpPr txBox="1"/>
            <p:nvPr/>
          </p:nvSpPr>
          <p:spPr>
            <a:xfrm>
              <a:off x="3397" y="9064"/>
              <a:ext cx="10655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一个区域为有界域，称为    的内部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57355" name="Object 11"/>
            <p:cNvGraphicFramePr>
              <a:graphicFrameLocks noChangeAspect="1"/>
            </p:cNvGraphicFramePr>
            <p:nvPr/>
          </p:nvGraphicFramePr>
          <p:xfrm>
            <a:off x="9890" y="9136"/>
            <a:ext cx="590" cy="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2" name="Equation" r:id="rId1" imgW="3352800" imgH="3657600" progId="Equation.DSMT4">
                    <p:embed/>
                  </p:oleObj>
                </mc:Choice>
                <mc:Fallback>
                  <p:oleObj name="Equation" r:id="rId1" imgW="3352800" imgH="3657600" progId="Equation.DSMT4">
                    <p:embed/>
                    <p:pic>
                      <p:nvPicPr>
                        <p:cNvPr id="0" name="图片 1024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9890" y="9136"/>
                          <a:ext cx="590" cy="6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/>
          <p:cNvGrpSpPr/>
          <p:nvPr/>
        </p:nvGrpSpPr>
        <p:grpSpPr>
          <a:xfrm>
            <a:off x="2205990" y="6322060"/>
            <a:ext cx="6765290" cy="523240"/>
            <a:chOff x="3474" y="9956"/>
            <a:chExt cx="10654" cy="824"/>
          </a:xfrm>
        </p:grpSpPr>
        <p:sp>
          <p:nvSpPr>
            <p:cNvPr id="17" name="文本框 2"/>
            <p:cNvSpPr txBox="1"/>
            <p:nvPr/>
          </p:nvSpPr>
          <p:spPr>
            <a:xfrm>
              <a:off x="3474" y="9956"/>
              <a:ext cx="10655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一个区域为无界域，称为    的外部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57356" name="Object 12"/>
            <p:cNvGraphicFramePr>
              <a:graphicFrameLocks noChangeAspect="1"/>
            </p:cNvGraphicFramePr>
            <p:nvPr/>
          </p:nvGraphicFramePr>
          <p:xfrm>
            <a:off x="9987" y="10100"/>
            <a:ext cx="590" cy="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3" name="Equation" r:id="rId3" imgW="3352800" imgH="3657600" progId="Equation.DSMT4">
                    <p:embed/>
                  </p:oleObj>
                </mc:Choice>
                <mc:Fallback>
                  <p:oleObj name="Equation" r:id="rId3" imgW="3352800" imgH="3657600" progId="Equation.DSMT4">
                    <p:embed/>
                    <p:pic>
                      <p:nvPicPr>
                        <p:cNvPr id="0" name="图片 1024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9987" y="10100"/>
                          <a:ext cx="590" cy="6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文本框 2"/>
          <p:cNvSpPr txBox="1"/>
          <p:nvPr/>
        </p:nvSpPr>
        <p:spPr>
          <a:xfrm>
            <a:off x="1615130" y="1283520"/>
            <a:ext cx="9348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若曲线</a:t>
            </a:r>
            <a:r>
              <a:rPr lang="en-US" altLang="zh-CN" sz="2800" dirty="0" smtClean="0">
                <a:latin typeface="+mn-ea"/>
              </a:rPr>
              <a:t>T</a:t>
            </a:r>
            <a:r>
              <a:rPr lang="zh-CN" altLang="en-US" sz="2800" dirty="0" smtClean="0">
                <a:latin typeface="+mn-ea"/>
              </a:rPr>
              <a:t>没有重点，则称</a:t>
            </a:r>
            <a:r>
              <a:rPr lang="en-US" altLang="zh-CN" sz="2800" dirty="0" smtClean="0">
                <a:latin typeface="+mn-ea"/>
              </a:rPr>
              <a:t>T</a:t>
            </a:r>
            <a:r>
              <a:rPr lang="zh-CN" altLang="en-US" sz="2800" dirty="0" smtClean="0">
                <a:latin typeface="+mn-ea"/>
              </a:rPr>
              <a:t>为</a:t>
            </a:r>
            <a:r>
              <a:rPr lang="zh-CN" altLang="en-US" sz="2800" dirty="0" smtClean="0">
                <a:solidFill>
                  <a:srgbClr val="FF33CC"/>
                </a:solidFill>
                <a:latin typeface="+mn-ea"/>
              </a:rPr>
              <a:t>简单曲线</a:t>
            </a:r>
            <a:r>
              <a:rPr lang="zh-CN" altLang="en-US" sz="2800" dirty="0" smtClean="0">
                <a:latin typeface="+mn-ea"/>
              </a:rPr>
              <a:t>，也称为</a:t>
            </a:r>
            <a:r>
              <a:rPr lang="en-US" altLang="zh-CN" sz="2800" dirty="0" smtClean="0">
                <a:latin typeface="+mn-ea"/>
              </a:rPr>
              <a:t>Jordan</a:t>
            </a:r>
            <a:r>
              <a:rPr lang="zh-CN" altLang="en-US" sz="2800" dirty="0" smtClean="0">
                <a:latin typeface="+mn-ea"/>
              </a:rPr>
              <a:t>曲线。</a:t>
            </a:r>
            <a:endParaRPr lang="zh-CN" altLang="en-US" sz="2800" dirty="0"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614170" y="1985010"/>
            <a:ext cx="5240020" cy="521970"/>
            <a:chOff x="2542" y="3159"/>
            <a:chExt cx="8252" cy="822"/>
          </a:xfrm>
        </p:grpSpPr>
        <p:sp>
          <p:nvSpPr>
            <p:cNvPr id="20" name="文本框 2"/>
            <p:cNvSpPr txBox="1"/>
            <p:nvPr/>
          </p:nvSpPr>
          <p:spPr>
            <a:xfrm>
              <a:off x="2542" y="3159"/>
              <a:ext cx="8252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若</a:t>
              </a:r>
              <a:r>
                <a:rPr lang="en-US" altLang="zh-CN" sz="2800" dirty="0" smtClean="0">
                  <a:latin typeface="+mn-ea"/>
                </a:rPr>
                <a:t>T</a:t>
              </a:r>
              <a:r>
                <a:rPr lang="zh-CN" altLang="en-US" sz="2800" dirty="0" smtClean="0">
                  <a:latin typeface="+mn-ea"/>
                </a:rPr>
                <a:t>为简单曲线，且                  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21" name="Object 20"/>
            <p:cNvGraphicFramePr>
              <a:graphicFrameLocks noChangeAspect="1"/>
            </p:cNvGraphicFramePr>
            <p:nvPr/>
          </p:nvGraphicFramePr>
          <p:xfrm>
            <a:off x="7552" y="3254"/>
            <a:ext cx="2957" cy="7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4" name="Equation" r:id="rId4" imgW="19507200" imgH="4876800" progId="Equation.DSMT4">
                    <p:embed/>
                  </p:oleObj>
                </mc:Choice>
                <mc:Fallback>
                  <p:oleObj name="Equation" r:id="rId4" imgW="19507200" imgH="4876800" progId="Equation.DSMT4">
                    <p:embed/>
                    <p:pic>
                      <p:nvPicPr>
                        <p:cNvPr id="0" name="图片 1024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552" y="3254"/>
                          <a:ext cx="2957" cy="70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1548130" y="2684780"/>
            <a:ext cx="4732020" cy="542290"/>
            <a:chOff x="2438" y="4228"/>
            <a:chExt cx="7452" cy="854"/>
          </a:xfrm>
        </p:grpSpPr>
        <p:sp>
          <p:nvSpPr>
            <p:cNvPr id="22" name="文本框 2"/>
            <p:cNvSpPr txBox="1"/>
            <p:nvPr/>
          </p:nvSpPr>
          <p:spPr>
            <a:xfrm>
              <a:off x="2438" y="4228"/>
              <a:ext cx="745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若                存在且              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24" name="Object 2"/>
            <p:cNvGraphicFramePr>
              <a:graphicFrameLocks noChangeAspect="1"/>
            </p:cNvGraphicFramePr>
            <p:nvPr/>
          </p:nvGraphicFramePr>
          <p:xfrm>
            <a:off x="3310" y="4342"/>
            <a:ext cx="2353" cy="7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5" name="Equation" r:id="rId6" imgW="15544800" imgH="4876800" progId="Equation.DSMT4">
                    <p:embed/>
                  </p:oleObj>
                </mc:Choice>
                <mc:Fallback>
                  <p:oleObj name="Equation" r:id="rId6" imgW="15544800" imgH="4876800" progId="Equation.DSMT4">
                    <p:embed/>
                    <p:pic>
                      <p:nvPicPr>
                        <p:cNvPr id="0" name="图片 1024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310" y="4342"/>
                          <a:ext cx="2353" cy="7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3"/>
            <p:cNvGraphicFramePr>
              <a:graphicFrameLocks noChangeAspect="1"/>
            </p:cNvGraphicFramePr>
            <p:nvPr/>
          </p:nvGraphicFramePr>
          <p:xfrm>
            <a:off x="7562" y="4325"/>
            <a:ext cx="2123" cy="7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6" name="Equation" r:id="rId8" imgW="14020800" imgH="4876800" progId="Equation.DSMT4">
                    <p:embed/>
                  </p:oleObj>
                </mc:Choice>
                <mc:Fallback>
                  <p:oleObj name="Equation" r:id="rId8" imgW="14020800" imgH="4876800" progId="Equation.DSMT4">
                    <p:embed/>
                    <p:pic>
                      <p:nvPicPr>
                        <p:cNvPr id="0" name="图片 1024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7562" y="4325"/>
                          <a:ext cx="2123" cy="7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文本框 2"/>
          <p:cNvSpPr txBox="1"/>
          <p:nvPr/>
        </p:nvSpPr>
        <p:spPr>
          <a:xfrm>
            <a:off x="1614019" y="3519468"/>
            <a:ext cx="9348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若</a:t>
            </a:r>
            <a:r>
              <a:rPr lang="en-US" altLang="zh-CN" sz="2800" dirty="0" smtClean="0">
                <a:latin typeface="+mn-ea"/>
              </a:rPr>
              <a:t>T</a:t>
            </a:r>
            <a:r>
              <a:rPr lang="zh-CN" altLang="en-US" sz="2800" dirty="0" smtClean="0">
                <a:latin typeface="+mn-ea"/>
              </a:rPr>
              <a:t>由有限条光滑曲线连接而成，则</a:t>
            </a:r>
            <a:r>
              <a:rPr lang="en-US" altLang="zh-CN" sz="2800" dirty="0" smtClean="0">
                <a:latin typeface="+mn-ea"/>
              </a:rPr>
              <a:t>T</a:t>
            </a:r>
            <a:r>
              <a:rPr lang="zh-CN" altLang="en-US" sz="2800" dirty="0" smtClean="0">
                <a:latin typeface="+mn-ea"/>
              </a:rPr>
              <a:t>称为</a:t>
            </a:r>
            <a:r>
              <a:rPr lang="zh-CN" altLang="en-US" sz="2800" dirty="0" smtClean="0">
                <a:solidFill>
                  <a:srgbClr val="FF33CC"/>
                </a:solidFill>
                <a:latin typeface="+mn-ea"/>
              </a:rPr>
              <a:t>分段光滑曲线</a:t>
            </a:r>
            <a:r>
              <a:rPr lang="zh-CN" altLang="en-US" sz="2800" dirty="0" smtClean="0">
                <a:latin typeface="+mn-ea"/>
              </a:rPr>
              <a:t>。</a:t>
            </a:r>
            <a:endParaRPr lang="zh-CN" altLang="en-US" sz="2800" dirty="0">
              <a:latin typeface="+mn-ea"/>
            </a:endParaRPr>
          </a:p>
        </p:txBody>
      </p:sp>
      <p:sp>
        <p:nvSpPr>
          <p:cNvPr id="18" name="文本框 2"/>
          <p:cNvSpPr txBox="1"/>
          <p:nvPr/>
        </p:nvSpPr>
        <p:spPr>
          <a:xfrm>
            <a:off x="1043420" y="1324463"/>
            <a:ext cx="622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+mn-ea"/>
              </a:rPr>
              <a:t>(3)</a:t>
            </a:r>
            <a:endParaRPr lang="zh-CN" altLang="en-US" sz="2800" dirty="0">
              <a:latin typeface="+mn-ea"/>
            </a:endParaRPr>
          </a:p>
        </p:txBody>
      </p:sp>
      <p:sp>
        <p:nvSpPr>
          <p:cNvPr id="27" name="文本框 2"/>
          <p:cNvSpPr txBox="1"/>
          <p:nvPr/>
        </p:nvSpPr>
        <p:spPr>
          <a:xfrm>
            <a:off x="1040544" y="1959942"/>
            <a:ext cx="622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+mn-ea"/>
              </a:rPr>
              <a:t>(4)</a:t>
            </a:r>
            <a:endParaRPr lang="zh-CN" altLang="en-US" sz="2800" dirty="0">
              <a:latin typeface="+mn-ea"/>
            </a:endParaRPr>
          </a:p>
        </p:txBody>
      </p:sp>
      <p:sp>
        <p:nvSpPr>
          <p:cNvPr id="28" name="文本框 2"/>
          <p:cNvSpPr txBox="1"/>
          <p:nvPr/>
        </p:nvSpPr>
        <p:spPr>
          <a:xfrm>
            <a:off x="1037669" y="2684848"/>
            <a:ext cx="622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+mn-ea"/>
              </a:rPr>
              <a:t>(5)</a:t>
            </a:r>
            <a:endParaRPr lang="zh-CN" altLang="en-US" sz="2800" dirty="0">
              <a:latin typeface="+mn-ea"/>
            </a:endParaRPr>
          </a:p>
        </p:txBody>
      </p:sp>
      <p:sp>
        <p:nvSpPr>
          <p:cNvPr id="29" name="文本框 2"/>
          <p:cNvSpPr txBox="1"/>
          <p:nvPr/>
        </p:nvSpPr>
        <p:spPr>
          <a:xfrm>
            <a:off x="1086552" y="3444788"/>
            <a:ext cx="622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+mn-ea"/>
              </a:rPr>
              <a:t>(6)</a:t>
            </a:r>
            <a:endParaRPr lang="zh-CN" altLang="en-US" sz="2800" dirty="0">
              <a:latin typeface="+mn-ea"/>
            </a:endParaRPr>
          </a:p>
        </p:txBody>
      </p:sp>
      <p:sp>
        <p:nvSpPr>
          <p:cNvPr id="30" name="七角星 29"/>
          <p:cNvSpPr/>
          <p:nvPr/>
        </p:nvSpPr>
        <p:spPr>
          <a:xfrm>
            <a:off x="1068507" y="5551355"/>
            <a:ext cx="985083" cy="816761"/>
          </a:xfrm>
          <a:prstGeom prst="star7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 smtClean="0">
                <a:solidFill>
                  <a:schemeClr val="tx1"/>
                </a:solidFill>
              </a:rPr>
              <a:t>注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705610" y="4959350"/>
            <a:ext cx="9779000" cy="521970"/>
            <a:chOff x="2686" y="7810"/>
            <a:chExt cx="15400" cy="822"/>
          </a:xfrm>
        </p:grpSpPr>
        <p:sp>
          <p:nvSpPr>
            <p:cNvPr id="36" name="文本框 2"/>
            <p:cNvSpPr txBox="1"/>
            <p:nvPr/>
          </p:nvSpPr>
          <p:spPr>
            <a:xfrm>
              <a:off x="2686" y="7810"/>
              <a:ext cx="1540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latin typeface="+mn-ea"/>
                </a:rPr>
                <a:t>简单闭曲线   将复平面分为两个区域，且均以    为公共边界。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15" name="对象 14"/>
            <p:cNvGraphicFramePr>
              <a:graphicFrameLocks noChangeAspect="1"/>
            </p:cNvGraphicFramePr>
            <p:nvPr/>
          </p:nvGraphicFramePr>
          <p:xfrm>
            <a:off x="5637" y="7871"/>
            <a:ext cx="590" cy="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1" name="Equation" r:id="rId10" imgW="3352800" imgH="3657600" progId="Equation.DSMT4">
                    <p:embed/>
                  </p:oleObj>
                </mc:Choice>
                <mc:Fallback>
                  <p:oleObj name="Equation" r:id="rId10" imgW="3352800" imgH="3657600" progId="Equation.DSMT4">
                    <p:embed/>
                    <p:pic>
                      <p:nvPicPr>
                        <p:cNvPr id="0" name="图片 1024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637" y="7871"/>
                          <a:ext cx="590" cy="6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/>
          </p:nvGraphicFramePr>
          <p:xfrm>
            <a:off x="14052" y="7901"/>
            <a:ext cx="590" cy="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Equation" r:id="rId11" imgW="3352800" imgH="3657600" progId="Equation.DSMT4">
                    <p:embed/>
                  </p:oleObj>
                </mc:Choice>
                <mc:Fallback>
                  <p:oleObj name="Equation" r:id="rId11" imgW="3352800" imgH="3657600" progId="Equation.DSMT4">
                    <p:embed/>
                    <p:pic>
                      <p:nvPicPr>
                        <p:cNvPr id="0" name="图片 1024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052" y="7901"/>
                          <a:ext cx="590" cy="6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文本框 2"/>
          <p:cNvSpPr txBox="1"/>
          <p:nvPr>
            <p:custDataLst>
              <p:tags r:id="rId12"/>
            </p:custDataLst>
          </p:nvPr>
        </p:nvSpPr>
        <p:spPr>
          <a:xfrm>
            <a:off x="6854190" y="1985010"/>
            <a:ext cx="35845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+mn-ea"/>
              </a:rPr>
              <a:t>则称</a:t>
            </a:r>
            <a:r>
              <a:rPr lang="en-US" altLang="zh-CN" sz="2800" dirty="0" smtClean="0">
                <a:latin typeface="+mn-ea"/>
              </a:rPr>
              <a:t>T</a:t>
            </a:r>
            <a:r>
              <a:rPr lang="zh-CN" altLang="en-US" sz="2800" dirty="0" smtClean="0">
                <a:latin typeface="+mn-ea"/>
              </a:rPr>
              <a:t>为</a:t>
            </a:r>
            <a:r>
              <a:rPr lang="zh-CN" altLang="en-US" sz="2800" dirty="0" smtClean="0">
                <a:solidFill>
                  <a:srgbClr val="FF33CC"/>
                </a:solidFill>
                <a:latin typeface="+mn-ea"/>
              </a:rPr>
              <a:t>简单闭曲线 </a:t>
            </a:r>
            <a:r>
              <a:rPr lang="zh-CN" altLang="en-US" sz="2800" dirty="0" smtClean="0">
                <a:latin typeface="+mn-ea"/>
              </a:rPr>
              <a:t>。</a:t>
            </a:r>
            <a:endParaRPr lang="zh-CN" altLang="en-US" sz="2800" dirty="0">
              <a:latin typeface="+mn-ea"/>
            </a:endParaRPr>
          </a:p>
        </p:txBody>
      </p:sp>
      <p:sp>
        <p:nvSpPr>
          <p:cNvPr id="8" name="文本框 2"/>
          <p:cNvSpPr txBox="1"/>
          <p:nvPr>
            <p:custDataLst>
              <p:tags r:id="rId13"/>
            </p:custDataLst>
          </p:nvPr>
        </p:nvSpPr>
        <p:spPr>
          <a:xfrm>
            <a:off x="6280785" y="2696845"/>
            <a:ext cx="35236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+mn-ea"/>
              </a:rPr>
              <a:t>则曲线</a:t>
            </a:r>
            <a:r>
              <a:rPr lang="en-US" altLang="zh-CN" sz="2800" dirty="0" smtClean="0">
                <a:latin typeface="+mn-ea"/>
              </a:rPr>
              <a:t>T</a:t>
            </a:r>
            <a:r>
              <a:rPr lang="zh-CN" altLang="en-US" sz="2800" dirty="0" smtClean="0">
                <a:latin typeface="+mn-ea"/>
              </a:rPr>
              <a:t>为</a:t>
            </a:r>
            <a:r>
              <a:rPr lang="zh-CN" altLang="en-US" sz="2800" dirty="0" smtClean="0">
                <a:solidFill>
                  <a:srgbClr val="FF33CC"/>
                </a:solidFill>
                <a:latin typeface="+mn-ea"/>
              </a:rPr>
              <a:t>光滑曲线</a:t>
            </a:r>
            <a:r>
              <a:rPr lang="zh-CN" altLang="en-US" sz="2800" dirty="0" smtClean="0">
                <a:latin typeface="+mn-ea"/>
              </a:rPr>
              <a:t>。</a:t>
            </a:r>
            <a:endParaRPr lang="zh-CN" altLang="en-US" sz="2800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/>
      <p:bldP spid="26" grpId="0"/>
      <p:bldP spid="18" grpId="0"/>
      <p:bldP spid="27" grpId="0"/>
      <p:bldP spid="28" grpId="0"/>
      <p:bldP spid="29" grpId="0"/>
      <p:bldP spid="30" grpId="0" bldLvl="0" animBg="1"/>
      <p:bldP spid="30" grpId="1" bldLvl="0" animBg="1"/>
      <p:bldP spid="23" grpId="0"/>
      <p:bldP spid="6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4722582" y="-315"/>
            <a:ext cx="27462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三、 约当曲线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9653" y="1022335"/>
            <a:ext cx="28911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+mn-ea"/>
              </a:rPr>
              <a:t>3</a:t>
            </a:r>
            <a:r>
              <a:rPr lang="zh-CN" altLang="en-US" sz="2800" b="1" dirty="0" smtClean="0">
                <a:latin typeface="+mn-ea"/>
              </a:rPr>
              <a:t>、曲线的表示法</a:t>
            </a:r>
            <a:endParaRPr lang="zh-CN" altLang="en-US" sz="2800" b="1" dirty="0">
              <a:latin typeface="+mn-ea"/>
            </a:endParaRPr>
          </a:p>
        </p:txBody>
      </p:sp>
      <p:sp>
        <p:nvSpPr>
          <p:cNvPr id="32" name="文本框 2"/>
          <p:cNvSpPr txBox="1"/>
          <p:nvPr/>
        </p:nvSpPr>
        <p:spPr>
          <a:xfrm>
            <a:off x="1419860" y="1704340"/>
            <a:ext cx="33032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zh-CN" altLang="en-US" sz="2800" dirty="0" smtClean="0">
                <a:latin typeface="+mn-ea"/>
              </a:rPr>
              <a:t>（</a:t>
            </a:r>
            <a:r>
              <a:rPr lang="en-US" altLang="zh-CN" sz="2800" dirty="0" smtClean="0">
                <a:latin typeface="+mn-ea"/>
              </a:rPr>
              <a:t>1</a:t>
            </a:r>
            <a:r>
              <a:rPr lang="zh-CN" altLang="en-US" sz="2800" dirty="0" smtClean="0">
                <a:latin typeface="+mn-ea"/>
              </a:rPr>
              <a:t>）关于</a:t>
            </a:r>
            <a:r>
              <a:rPr lang="en-US" altLang="zh-CN" sz="2800" dirty="0" smtClean="0">
                <a:latin typeface="+mn-ea"/>
              </a:rPr>
              <a:t>z</a:t>
            </a:r>
            <a:r>
              <a:rPr lang="zh-CN" altLang="en-US" sz="2800" dirty="0" smtClean="0">
                <a:latin typeface="+mn-ea"/>
              </a:rPr>
              <a:t>的方程</a:t>
            </a:r>
            <a:r>
              <a:rPr lang="zh-CN" altLang="en-US" sz="2800" dirty="0" smtClean="0">
                <a:latin typeface="+mn-ea"/>
              </a:rPr>
              <a:t>：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56338" name="Object 18"/>
          <p:cNvGraphicFramePr>
            <a:graphicFrameLocks noChangeAspect="1"/>
          </p:cNvGraphicFramePr>
          <p:nvPr/>
        </p:nvGraphicFramePr>
        <p:xfrm>
          <a:off x="1566341" y="5036295"/>
          <a:ext cx="1881188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1" imgW="18592800" imgH="4876800" progId="Equation.DSMT4">
                  <p:embed/>
                </p:oleObj>
              </mc:Choice>
              <mc:Fallback>
                <p:oleObj name="Equation" r:id="rId1" imgW="18592800" imgH="4876800" progId="Equation.DSMT4">
                  <p:embed/>
                  <p:pic>
                    <p:nvPicPr>
                      <p:cNvPr id="0" name="图片 1126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66341" y="5036295"/>
                        <a:ext cx="1881188" cy="5318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9" name="Object 19"/>
          <p:cNvGraphicFramePr>
            <a:graphicFrameLocks noChangeAspect="1"/>
          </p:cNvGraphicFramePr>
          <p:nvPr/>
        </p:nvGraphicFramePr>
        <p:xfrm>
          <a:off x="3795072" y="4749682"/>
          <a:ext cx="1943100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3" imgW="19202400" imgH="9448800" progId="Equation.DSMT4">
                  <p:embed/>
                </p:oleObj>
              </mc:Choice>
              <mc:Fallback>
                <p:oleObj name="Equation" r:id="rId3" imgW="19202400" imgH="94488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95072" y="4749682"/>
                        <a:ext cx="1943100" cy="10302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0" name="Object 20"/>
          <p:cNvGraphicFramePr>
            <a:graphicFrameLocks noChangeAspect="1"/>
          </p:cNvGraphicFramePr>
          <p:nvPr/>
        </p:nvGraphicFramePr>
        <p:xfrm>
          <a:off x="5870893" y="5057555"/>
          <a:ext cx="249872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5" imgW="24688800" imgH="4876800" progId="Equation.DSMT4">
                  <p:embed/>
                </p:oleObj>
              </mc:Choice>
              <mc:Fallback>
                <p:oleObj name="Equation" r:id="rId5" imgW="24688800" imgH="4876800" progId="Equation.DSMT4">
                  <p:embed/>
                  <p:pic>
                    <p:nvPicPr>
                      <p:cNvPr id="0" name="图片 1126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70893" y="5057555"/>
                        <a:ext cx="2498725" cy="5318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1" name="Object 21"/>
          <p:cNvGraphicFramePr>
            <a:graphicFrameLocks noChangeAspect="1"/>
          </p:cNvGraphicFramePr>
          <p:nvPr/>
        </p:nvGraphicFramePr>
        <p:xfrm>
          <a:off x="1963420" y="6736080"/>
          <a:ext cx="1831340" cy="581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Equation" r:id="rId7" imgW="787400" imgH="228600" progId="Equation.DSMT4">
                  <p:embed/>
                </p:oleObj>
              </mc:Choice>
              <mc:Fallback>
                <p:oleObj name="Equation" r:id="rId7" imgW="787400" imgH="228600" progId="Equation.DSMT4">
                  <p:embed/>
                  <p:pic>
                    <p:nvPicPr>
                      <p:cNvPr id="0" name="图片 1127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3420" y="6736080"/>
                        <a:ext cx="1831340" cy="5816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2" name="Object 22"/>
          <p:cNvGraphicFramePr>
            <a:graphicFrameLocks noChangeAspect="1"/>
          </p:cNvGraphicFramePr>
          <p:nvPr/>
        </p:nvGraphicFramePr>
        <p:xfrm>
          <a:off x="4316730" y="6846570"/>
          <a:ext cx="2973705" cy="471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Equation" r:id="rId9" imgW="1371600" imgH="203200" progId="Equation.DSMT4">
                  <p:embed/>
                </p:oleObj>
              </mc:Choice>
              <mc:Fallback>
                <p:oleObj name="Equation" r:id="rId9" imgW="1371600" imgH="203200" progId="Equation.DSMT4">
                  <p:embed/>
                  <p:pic>
                    <p:nvPicPr>
                      <p:cNvPr id="0" name="图片 1127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16730" y="6846570"/>
                        <a:ext cx="2973705" cy="4711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2"/>
          <p:cNvSpPr txBox="1"/>
          <p:nvPr/>
        </p:nvSpPr>
        <p:spPr>
          <a:xfrm>
            <a:off x="1459345" y="4349664"/>
            <a:ext cx="67173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tx1"/>
                </a:solidFill>
                <a:latin typeface="+mn-ea"/>
              </a:rPr>
              <a:t>例</a:t>
            </a:r>
            <a:r>
              <a:rPr lang="en-US" altLang="zh-CN" sz="2800" b="1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800" dirty="0" smtClean="0">
                <a:latin typeface="+mn-ea"/>
              </a:rPr>
              <a:t>   请指出下列方程所表示的曲线：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56348" name="Object 28"/>
          <p:cNvGraphicFramePr>
            <a:graphicFrameLocks noChangeAspect="1"/>
          </p:cNvGraphicFramePr>
          <p:nvPr/>
        </p:nvGraphicFramePr>
        <p:xfrm>
          <a:off x="4726856" y="1671746"/>
          <a:ext cx="13589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name="Equation" r:id="rId11" imgW="13411200" imgH="4876800" progId="Equation.DSMT4">
                  <p:embed/>
                </p:oleObj>
              </mc:Choice>
              <mc:Fallback>
                <p:oleObj name="Equation" r:id="rId11" imgW="13411200" imgH="4876800" progId="Equation.DSMT4">
                  <p:embed/>
                  <p:pic>
                    <p:nvPicPr>
                      <p:cNvPr id="0" name="图片 1127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26856" y="1671746"/>
                        <a:ext cx="1358900" cy="5318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"/>
          <p:cNvSpPr txBox="1"/>
          <p:nvPr/>
        </p:nvSpPr>
        <p:spPr>
          <a:xfrm>
            <a:off x="1459345" y="6052099"/>
            <a:ext cx="67173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+mn-ea"/>
              </a:rPr>
              <a:t>练习</a:t>
            </a:r>
            <a:r>
              <a:rPr lang="zh-CN" altLang="en-US" sz="2800" dirty="0" smtClean="0">
                <a:latin typeface="+mn-ea"/>
              </a:rPr>
              <a:t>  请指出下列方程所表示的曲线：</a:t>
            </a:r>
            <a:endParaRPr lang="zh-CN" altLang="en-US" sz="2800" dirty="0">
              <a:latin typeface="+mn-ea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1290955" y="2302510"/>
            <a:ext cx="6809740" cy="588010"/>
            <a:chOff x="1274" y="9827"/>
            <a:chExt cx="10724" cy="926"/>
          </a:xfrm>
        </p:grpSpPr>
        <p:sp>
          <p:nvSpPr>
            <p:cNvPr id="28" name="文本框 2"/>
            <p:cNvSpPr txBox="1"/>
            <p:nvPr>
              <p:custDataLst>
                <p:tags r:id="rId13"/>
              </p:custDataLst>
            </p:nvPr>
          </p:nvSpPr>
          <p:spPr>
            <a:xfrm>
              <a:off x="1274" y="9854"/>
              <a:ext cx="10725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>
                <a:buFont typeface="Arial" panose="020B0604020202020204" pitchFamily="34" charset="0"/>
                <a:buChar char="•"/>
              </a:pPr>
              <a:r>
                <a:rPr lang="zh-CN" altLang="en-US" sz="2800" dirty="0" smtClean="0">
                  <a:latin typeface="+mn-ea"/>
                </a:rPr>
                <a:t>平面直线                  的复数方程 ：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29" name="Object 7"/>
            <p:cNvGraphicFramePr>
              <a:graphicFrameLocks noChangeAspect="1"/>
            </p:cNvGraphicFramePr>
            <p:nvPr>
              <p:custDataLst>
                <p:tags r:id="rId14"/>
              </p:custDataLst>
            </p:nvPr>
          </p:nvGraphicFramePr>
          <p:xfrm>
            <a:off x="4240" y="9827"/>
            <a:ext cx="2646" cy="9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2" name="Equation" r:id="rId15" imgW="16764000" imgH="4876800" progId="Equation.DSMT4">
                    <p:embed/>
                  </p:oleObj>
                </mc:Choice>
                <mc:Fallback>
                  <p:oleObj name="Equation" r:id="rId15" imgW="16764000" imgH="4876800" progId="Equation.DSMT4">
                    <p:embed/>
                    <p:pic>
                      <p:nvPicPr>
                        <p:cNvPr id="0" name="图片 1434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240" y="9827"/>
                          <a:ext cx="2646" cy="92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" name="Object 10"/>
          <p:cNvGraphicFramePr>
            <a:graphicFrameLocks noChangeAspect="1"/>
          </p:cNvGraphicFramePr>
          <p:nvPr>
            <p:custDataLst>
              <p:tags r:id="rId17"/>
            </p:custDataLst>
          </p:nvPr>
        </p:nvGraphicFramePr>
        <p:xfrm>
          <a:off x="7201535" y="2409190"/>
          <a:ext cx="185864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Equation" r:id="rId18" imgW="20116800" imgH="4876800" progId="Equation.DSMT4">
                  <p:embed/>
                </p:oleObj>
              </mc:Choice>
              <mc:Fallback>
                <p:oleObj name="Equation" r:id="rId18" imgW="20116800" imgH="4876800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201535" y="2409190"/>
                        <a:ext cx="1858645" cy="542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9"/>
          <p:cNvGraphicFramePr>
            <a:graphicFrameLocks noChangeAspect="1"/>
          </p:cNvGraphicFramePr>
          <p:nvPr>
            <p:custDataLst>
              <p:tags r:id="rId20"/>
            </p:custDataLst>
          </p:nvPr>
        </p:nvGraphicFramePr>
        <p:xfrm>
          <a:off x="9363075" y="2409190"/>
          <a:ext cx="2450465" cy="542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Equation" r:id="rId21" imgW="26517600" imgH="4876800" progId="Equation.DSMT4">
                  <p:embed/>
                </p:oleObj>
              </mc:Choice>
              <mc:Fallback>
                <p:oleObj name="Equation" r:id="rId21" imgW="26517600" imgH="4876800" progId="Equation.DSMT4">
                  <p:embed/>
                  <p:pic>
                    <p:nvPicPr>
                      <p:cNvPr id="0" name="图片 1434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363075" y="2409190"/>
                        <a:ext cx="2450465" cy="5422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2"/>
          <p:cNvSpPr txBox="1"/>
          <p:nvPr>
            <p:custDataLst>
              <p:tags r:id="rId23"/>
            </p:custDataLst>
          </p:nvPr>
        </p:nvSpPr>
        <p:spPr>
          <a:xfrm>
            <a:off x="765594" y="2990018"/>
            <a:ext cx="652869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1"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</a:rPr>
              <a:t>以原点    为圆心，半径为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 smtClean="0">
                <a:latin typeface="+mn-ea"/>
              </a:rPr>
              <a:t>的圆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40970" name="Object 10"/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6408420" y="3001010"/>
          <a:ext cx="2032635" cy="556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25" imgW="889000" imgH="203200" progId="Equation.DSMT4">
                  <p:embed/>
                </p:oleObj>
              </mc:Choice>
              <mc:Fallback>
                <p:oleObj name="Equation" r:id="rId25" imgW="889000" imgH="2032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408420" y="3001010"/>
                        <a:ext cx="2032635" cy="5562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0" name="Object 18"/>
          <p:cNvGraphicFramePr>
            <a:graphicFrameLocks noChangeAspect="1"/>
          </p:cNvGraphicFramePr>
          <p:nvPr>
            <p:custDataLst>
              <p:tags r:id="rId27"/>
            </p:custDataLst>
          </p:nvPr>
        </p:nvGraphicFramePr>
        <p:xfrm>
          <a:off x="2580598" y="3015273"/>
          <a:ext cx="380611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28" imgW="3048000" imgH="3352800" progId="Equation.DSMT4">
                  <p:embed/>
                </p:oleObj>
              </mc:Choice>
              <mc:Fallback>
                <p:oleObj name="Equation" r:id="rId28" imgW="3048000" imgH="33528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580598" y="3015273"/>
                        <a:ext cx="380611" cy="517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0"/>
          <p:cNvGraphicFramePr>
            <a:graphicFrameLocks noChangeAspect="1"/>
          </p:cNvGraphicFramePr>
          <p:nvPr>
            <p:custDataLst>
              <p:tags r:id="rId30"/>
            </p:custDataLst>
          </p:nvPr>
        </p:nvGraphicFramePr>
        <p:xfrm>
          <a:off x="6085840" y="3582670"/>
          <a:ext cx="146558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31" imgW="16154400" imgH="5486400" progId="Equation.DSMT4">
                  <p:embed/>
                </p:oleObj>
              </mc:Choice>
              <mc:Fallback>
                <p:oleObj name="Equation" r:id="rId31" imgW="16154400" imgH="54864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085840" y="3582670"/>
                        <a:ext cx="1465580" cy="600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765175" y="3550285"/>
            <a:ext cx="6099810" cy="702310"/>
            <a:chOff x="1205" y="5591"/>
            <a:chExt cx="9606" cy="1106"/>
          </a:xfrm>
        </p:grpSpPr>
        <p:sp>
          <p:nvSpPr>
            <p:cNvPr id="17" name="文本框 2"/>
            <p:cNvSpPr txBox="1"/>
            <p:nvPr>
              <p:custDataLst>
                <p:tags r:id="rId33"/>
              </p:custDataLst>
            </p:nvPr>
          </p:nvSpPr>
          <p:spPr>
            <a:xfrm>
              <a:off x="1205" y="5737"/>
              <a:ext cx="960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1">
                <a:buFont typeface="Arial" panose="020B0604020202020204" pitchFamily="34" charset="0"/>
                <a:buChar char="•"/>
              </a:pPr>
              <a:r>
                <a:rPr lang="zh-CN" altLang="en-US" sz="2800" dirty="0" smtClean="0">
                  <a:latin typeface="+mn-ea"/>
                </a:rPr>
                <a:t>以点    为圆心，半径为</a:t>
              </a:r>
              <a:r>
                <a:rPr lang="en-US" altLang="zh-CN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sz="2800" dirty="0" smtClean="0">
                  <a:latin typeface="+mn-ea"/>
                </a:rPr>
                <a:t>的圆</a:t>
              </a:r>
              <a:endParaRPr lang="zh-CN" altLang="en-US" sz="2800" dirty="0">
                <a:latin typeface="+mn-ea"/>
              </a:endParaRPr>
            </a:p>
          </p:txBody>
        </p:sp>
        <p:graphicFrame>
          <p:nvGraphicFramePr>
            <p:cNvPr id="23" name="Object 18"/>
            <p:cNvGraphicFramePr>
              <a:graphicFrameLocks noChangeAspect="1"/>
            </p:cNvGraphicFramePr>
            <p:nvPr>
              <p:custDataLst>
                <p:tags r:id="rId34"/>
              </p:custDataLst>
            </p:nvPr>
          </p:nvGraphicFramePr>
          <p:xfrm>
            <a:off x="3396" y="5591"/>
            <a:ext cx="664" cy="11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4" name="Equation" r:id="rId35" imgW="3962400" imgH="5486400" progId="Equation.DSMT4">
                    <p:embed/>
                  </p:oleObj>
                </mc:Choice>
                <mc:Fallback>
                  <p:oleObj name="Equation" r:id="rId35" imgW="3962400" imgH="5486400" progId="Equation.DSMT4">
                    <p:embed/>
                    <p:pic>
                      <p:nvPicPr>
                        <p:cNvPr id="0" name="图片 1536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3396" y="5591"/>
                          <a:ext cx="664" cy="110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6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6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6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6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6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6" grpId="0"/>
      <p:bldP spid="25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4722582" y="-315"/>
            <a:ext cx="27462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三、 约当曲线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9653" y="1022335"/>
            <a:ext cx="29209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+mn-ea"/>
              </a:rPr>
              <a:t>3</a:t>
            </a:r>
            <a:r>
              <a:rPr lang="zh-CN" altLang="en-US" sz="2800" dirty="0" smtClean="0">
                <a:latin typeface="+mn-ea"/>
              </a:rPr>
              <a:t>、曲线的表示法</a:t>
            </a:r>
            <a:endParaRPr lang="zh-CN" altLang="en-US" sz="2800" dirty="0">
              <a:latin typeface="+mn-ea"/>
            </a:endParaRPr>
          </a:p>
        </p:txBody>
      </p:sp>
      <p:sp>
        <p:nvSpPr>
          <p:cNvPr id="32" name="文本框 2"/>
          <p:cNvSpPr txBox="1"/>
          <p:nvPr/>
        </p:nvSpPr>
        <p:spPr>
          <a:xfrm>
            <a:off x="1260038" y="1704297"/>
            <a:ext cx="250761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</a:rPr>
              <a:t>关于</a:t>
            </a:r>
            <a:r>
              <a:rPr lang="en-US" altLang="zh-CN" sz="2800" dirty="0" smtClean="0">
                <a:latin typeface="+mn-ea"/>
              </a:rPr>
              <a:t>z</a:t>
            </a:r>
            <a:r>
              <a:rPr lang="zh-CN" altLang="en-US" sz="2800" dirty="0" smtClean="0">
                <a:latin typeface="+mn-ea"/>
              </a:rPr>
              <a:t>的方程</a:t>
            </a:r>
            <a:r>
              <a:rPr lang="zh-CN" altLang="en-US" sz="2800" dirty="0" smtClean="0">
                <a:latin typeface="+mn-ea"/>
              </a:rPr>
              <a:t>：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56338" name="Object 18"/>
          <p:cNvGraphicFramePr>
            <a:graphicFrameLocks noChangeAspect="1"/>
          </p:cNvGraphicFramePr>
          <p:nvPr/>
        </p:nvGraphicFramePr>
        <p:xfrm>
          <a:off x="1566341" y="3240515"/>
          <a:ext cx="1881188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1" imgW="18592800" imgH="4876800" progId="Equation.DSMT4">
                  <p:embed/>
                </p:oleObj>
              </mc:Choice>
              <mc:Fallback>
                <p:oleObj name="Equation" r:id="rId1" imgW="18592800" imgH="4876800" progId="Equation.DSMT4">
                  <p:embed/>
                  <p:pic>
                    <p:nvPicPr>
                      <p:cNvPr id="0" name="图片 1126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66341" y="3240515"/>
                        <a:ext cx="1881188" cy="5318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9" name="Object 19"/>
          <p:cNvGraphicFramePr>
            <a:graphicFrameLocks noChangeAspect="1"/>
          </p:cNvGraphicFramePr>
          <p:nvPr/>
        </p:nvGraphicFramePr>
        <p:xfrm>
          <a:off x="1559237" y="3668277"/>
          <a:ext cx="1943100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3" imgW="19202400" imgH="9448800" progId="Equation.DSMT4">
                  <p:embed/>
                </p:oleObj>
              </mc:Choice>
              <mc:Fallback>
                <p:oleObj name="Equation" r:id="rId3" imgW="19202400" imgH="94488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59237" y="3668277"/>
                        <a:ext cx="1943100" cy="10302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0" name="Object 20"/>
          <p:cNvGraphicFramePr>
            <a:graphicFrameLocks noChangeAspect="1"/>
          </p:cNvGraphicFramePr>
          <p:nvPr/>
        </p:nvGraphicFramePr>
        <p:xfrm>
          <a:off x="1364298" y="5419505"/>
          <a:ext cx="249872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5" imgW="24688800" imgH="4876800" progId="Equation.DSMT4">
                  <p:embed/>
                </p:oleObj>
              </mc:Choice>
              <mc:Fallback>
                <p:oleObj name="Equation" r:id="rId5" imgW="24688800" imgH="4876800" progId="Equation.DSMT4">
                  <p:embed/>
                  <p:pic>
                    <p:nvPicPr>
                      <p:cNvPr id="0" name="图片 1126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64298" y="5419505"/>
                        <a:ext cx="2498725" cy="5318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1" name="Object 21"/>
          <p:cNvGraphicFramePr>
            <a:graphicFrameLocks noChangeAspect="1"/>
          </p:cNvGraphicFramePr>
          <p:nvPr/>
        </p:nvGraphicFramePr>
        <p:xfrm>
          <a:off x="1487170" y="6852920"/>
          <a:ext cx="1831340" cy="581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Equation" r:id="rId7" imgW="787400" imgH="228600" progId="Equation.DSMT4">
                  <p:embed/>
                </p:oleObj>
              </mc:Choice>
              <mc:Fallback>
                <p:oleObj name="Equation" r:id="rId7" imgW="787400" imgH="228600" progId="Equation.DSMT4">
                  <p:embed/>
                  <p:pic>
                    <p:nvPicPr>
                      <p:cNvPr id="0" name="图片 1127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87170" y="6852920"/>
                        <a:ext cx="1831340" cy="5816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2" name="Object 22"/>
          <p:cNvGraphicFramePr>
            <a:graphicFrameLocks noChangeAspect="1"/>
          </p:cNvGraphicFramePr>
          <p:nvPr/>
        </p:nvGraphicFramePr>
        <p:xfrm>
          <a:off x="3840480" y="6963410"/>
          <a:ext cx="2973705" cy="471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Equation" r:id="rId9" imgW="1371600" imgH="203200" progId="Equation.DSMT4">
                  <p:embed/>
                </p:oleObj>
              </mc:Choice>
              <mc:Fallback>
                <p:oleObj name="Equation" r:id="rId9" imgW="1371600" imgH="203200" progId="Equation.DSMT4">
                  <p:embed/>
                  <p:pic>
                    <p:nvPicPr>
                      <p:cNvPr id="0" name="图片 1127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40480" y="6963410"/>
                        <a:ext cx="2973705" cy="4711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2"/>
          <p:cNvSpPr txBox="1"/>
          <p:nvPr/>
        </p:nvSpPr>
        <p:spPr>
          <a:xfrm>
            <a:off x="1459345" y="2553884"/>
            <a:ext cx="6717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+mn-ea"/>
              </a:rPr>
              <a:t>例</a:t>
            </a:r>
            <a:r>
              <a:rPr lang="en-US" altLang="zh-CN" sz="2800" dirty="0" smtClean="0">
                <a:latin typeface="+mn-ea"/>
              </a:rPr>
              <a:t>2</a:t>
            </a:r>
            <a:r>
              <a:rPr lang="zh-CN" altLang="en-US" sz="2800" dirty="0" smtClean="0">
                <a:latin typeface="+mn-ea"/>
              </a:rPr>
              <a:t>   请指出下列方程所表示的曲线：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56348" name="Object 28"/>
          <p:cNvGraphicFramePr>
            <a:graphicFrameLocks noChangeAspect="1"/>
          </p:cNvGraphicFramePr>
          <p:nvPr/>
        </p:nvGraphicFramePr>
        <p:xfrm>
          <a:off x="3979461" y="1709846"/>
          <a:ext cx="13589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name="Equation" r:id="rId11" imgW="13411200" imgH="4876800" progId="Equation.DSMT4">
                  <p:embed/>
                </p:oleObj>
              </mc:Choice>
              <mc:Fallback>
                <p:oleObj name="Equation" r:id="rId11" imgW="13411200" imgH="4876800" progId="Equation.DSMT4">
                  <p:embed/>
                  <p:pic>
                    <p:nvPicPr>
                      <p:cNvPr id="0" name="图片 1127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79461" y="1709846"/>
                        <a:ext cx="1358900" cy="5318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右箭头 3"/>
          <p:cNvSpPr/>
          <p:nvPr/>
        </p:nvSpPr>
        <p:spPr>
          <a:xfrm>
            <a:off x="3502025" y="3416935"/>
            <a:ext cx="868680" cy="1308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5" name="Object 18"/>
          <p:cNvGraphicFramePr>
            <a:graphicFrameLocks noChangeAspect="1"/>
          </p:cNvGraphicFramePr>
          <p:nvPr/>
        </p:nvGraphicFramePr>
        <p:xfrm>
          <a:off x="4556125" y="3230245"/>
          <a:ext cx="2176780" cy="503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3" imgW="1079500" imgH="228600" progId="Equation.DSMT4">
                  <p:embed/>
                </p:oleObj>
              </mc:Choice>
              <mc:Fallback>
                <p:oleObj name="Equation" r:id="rId13" imgW="1079500" imgH="228600" progId="Equation.DSMT4">
                  <p:embed/>
                  <p:pic>
                    <p:nvPicPr>
                      <p:cNvPr id="0" name="图片 1126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56125" y="3230245"/>
                        <a:ext cx="2176780" cy="5035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右箭头 6"/>
          <p:cNvSpPr/>
          <p:nvPr/>
        </p:nvSpPr>
        <p:spPr>
          <a:xfrm>
            <a:off x="3687445" y="4117975"/>
            <a:ext cx="868680" cy="1308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8" name="Object 19"/>
          <p:cNvGraphicFramePr>
            <a:graphicFrameLocks noChangeAspect="1"/>
          </p:cNvGraphicFramePr>
          <p:nvPr/>
        </p:nvGraphicFramePr>
        <p:xfrm>
          <a:off x="4547235" y="3667125"/>
          <a:ext cx="3096895" cy="829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5" imgW="1587500" imgH="393700" progId="Equation.DSMT4">
                  <p:embed/>
                </p:oleObj>
              </mc:Choice>
              <mc:Fallback>
                <p:oleObj name="Equation" r:id="rId15" imgW="1587500" imgH="3937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47235" y="3667125"/>
                        <a:ext cx="3096895" cy="8293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9"/>
          <p:cNvGraphicFramePr>
            <a:graphicFrameLocks noChangeAspect="1"/>
          </p:cNvGraphicFramePr>
          <p:nvPr/>
        </p:nvGraphicFramePr>
        <p:xfrm>
          <a:off x="8640128" y="3586163"/>
          <a:ext cx="2725420" cy="909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7" imgW="1397000" imgH="431800" progId="Equation.DSMT4">
                  <p:embed/>
                </p:oleObj>
              </mc:Choice>
              <mc:Fallback>
                <p:oleObj name="Equation" r:id="rId17" imgW="1397000" imgH="4318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640128" y="3586163"/>
                        <a:ext cx="2725420" cy="9099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9"/>
          <p:cNvGraphicFramePr>
            <a:graphicFrameLocks noChangeAspect="1"/>
          </p:cNvGraphicFramePr>
          <p:nvPr/>
        </p:nvGraphicFramePr>
        <p:xfrm>
          <a:off x="4722178" y="4543743"/>
          <a:ext cx="1883410" cy="909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9" imgW="965200" imgH="431800" progId="Equation.DSMT4">
                  <p:embed/>
                </p:oleObj>
              </mc:Choice>
              <mc:Fallback>
                <p:oleObj name="Equation" r:id="rId19" imgW="965200" imgH="4318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722178" y="4543743"/>
                        <a:ext cx="1883410" cy="9099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右箭头 17"/>
          <p:cNvSpPr/>
          <p:nvPr/>
        </p:nvSpPr>
        <p:spPr>
          <a:xfrm>
            <a:off x="3907155" y="5620385"/>
            <a:ext cx="868680" cy="1308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9" name="Object 20"/>
          <p:cNvGraphicFramePr>
            <a:graphicFrameLocks noChangeAspect="1"/>
          </p:cNvGraphicFramePr>
          <p:nvPr/>
        </p:nvGraphicFramePr>
        <p:xfrm>
          <a:off x="4872990" y="5419725"/>
          <a:ext cx="947420" cy="581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21" imgW="355600" imgH="203200" progId="Equation.DSMT4">
                  <p:embed/>
                </p:oleObj>
              </mc:Choice>
              <mc:Fallback>
                <p:oleObj name="Equation" r:id="rId21" imgW="355600" imgH="203200" progId="Equation.DSMT4">
                  <p:embed/>
                  <p:pic>
                    <p:nvPicPr>
                      <p:cNvPr id="0" name="图片 1126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872990" y="5419725"/>
                        <a:ext cx="947420" cy="5816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右箭头 21"/>
          <p:cNvSpPr/>
          <p:nvPr/>
        </p:nvSpPr>
        <p:spPr>
          <a:xfrm>
            <a:off x="7644130" y="3975735"/>
            <a:ext cx="868680" cy="1308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右箭头 23"/>
          <p:cNvSpPr/>
          <p:nvPr/>
        </p:nvSpPr>
        <p:spPr>
          <a:xfrm>
            <a:off x="3853815" y="5076190"/>
            <a:ext cx="868680" cy="1308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"/>
          <p:cNvSpPr txBox="1"/>
          <p:nvPr/>
        </p:nvSpPr>
        <p:spPr>
          <a:xfrm>
            <a:off x="983095" y="6168939"/>
            <a:ext cx="67173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 smtClean="0">
                <a:latin typeface="+mn-ea"/>
              </a:rPr>
              <a:t>练习</a:t>
            </a:r>
            <a:r>
              <a:rPr lang="zh-CN" altLang="en-US" sz="2800" dirty="0" smtClean="0">
                <a:latin typeface="+mn-ea"/>
              </a:rPr>
              <a:t>  请指出下列方程所表示的曲线：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10" name="Object 28"/>
          <p:cNvGraphicFramePr>
            <a:graphicFrameLocks noChangeAspect="1"/>
          </p:cNvGraphicFramePr>
          <p:nvPr/>
        </p:nvGraphicFramePr>
        <p:xfrm>
          <a:off x="3561080" y="3077210"/>
          <a:ext cx="809625" cy="275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23" imgW="596900" imgH="190500" progId="Equation.DSMT4">
                  <p:embed/>
                </p:oleObj>
              </mc:Choice>
              <mc:Fallback>
                <p:oleObj name="Equation" r:id="rId23" imgW="596900" imgH="190500" progId="Equation.DSMT4">
                  <p:embed/>
                  <p:pic>
                    <p:nvPicPr>
                      <p:cNvPr id="0" name="图片 1127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561080" y="3077210"/>
                        <a:ext cx="809625" cy="27559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6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6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6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6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6" grpId="0"/>
      <p:bldP spid="4" grpId="0" bldLvl="0" animBg="1"/>
      <p:bldP spid="7" grpId="0" bldLvl="0" animBg="1"/>
      <p:bldP spid="22" grpId="0" bldLvl="0" animBg="1"/>
      <p:bldP spid="24" grpId="0" bldLvl="0" animBg="1"/>
      <p:bldP spid="18" grpId="0" bldLvl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1523365" y="4077335"/>
            <a:ext cx="9897110" cy="2156460"/>
          </a:xfrm>
          <a:prstGeom prst="rect">
            <a:avLst/>
          </a:prstGeom>
          <a:solidFill>
            <a:srgbClr val="BFE6F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2"/>
          <p:cNvSpPr txBox="1"/>
          <p:nvPr/>
        </p:nvSpPr>
        <p:spPr>
          <a:xfrm>
            <a:off x="767080" y="923290"/>
            <a:ext cx="31965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latin typeface="+mn-ea"/>
              </a:rPr>
              <a:t>3</a:t>
            </a:r>
            <a:r>
              <a:rPr lang="zh-CN" altLang="en-US" sz="2800" b="1" dirty="0" smtClean="0">
                <a:latin typeface="+mn-ea"/>
              </a:rPr>
              <a:t>、曲线表示法</a:t>
            </a:r>
            <a:endParaRPr lang="zh-CN" altLang="en-US" sz="2800" b="1" dirty="0" smtClean="0">
              <a:latin typeface="+mn-ea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4176389" y="43399"/>
            <a:ext cx="3230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三、约当</a:t>
            </a:r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曲线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1014730" y="6148070"/>
            <a:ext cx="5337810" cy="660400"/>
            <a:chOff x="1514" y="8310"/>
            <a:chExt cx="8406" cy="1040"/>
          </a:xfrm>
        </p:grpSpPr>
        <p:sp>
          <p:nvSpPr>
            <p:cNvPr id="24" name="文本框 2"/>
            <p:cNvSpPr txBox="1"/>
            <p:nvPr/>
          </p:nvSpPr>
          <p:spPr>
            <a:xfrm>
              <a:off x="1514" y="8447"/>
              <a:ext cx="840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Font typeface="Arial" panose="020B0604020202020204" pitchFamily="34" charset="0"/>
                <a:buChar char="•"/>
              </a:pPr>
              <a:r>
                <a:rPr lang="zh-CN" altLang="en-US" sz="2800" dirty="0" smtClean="0">
                  <a:latin typeface="+mn-ea"/>
                </a:rPr>
                <a:t>连接        两点的线段方程：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33799" name="Object 7"/>
            <p:cNvGraphicFramePr>
              <a:graphicFrameLocks noChangeAspect="1"/>
            </p:cNvGraphicFramePr>
            <p:nvPr/>
          </p:nvGraphicFramePr>
          <p:xfrm>
            <a:off x="2919" y="8310"/>
            <a:ext cx="1250" cy="10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37" name="Equation" r:id="rId1" imgW="7924800" imgH="5486400" progId="Equation.DSMT4">
                    <p:embed/>
                  </p:oleObj>
                </mc:Choice>
                <mc:Fallback>
                  <p:oleObj name="Equation" r:id="rId1" imgW="7924800" imgH="5486400" progId="Equation.DSMT4">
                    <p:embed/>
                    <p:pic>
                      <p:nvPicPr>
                        <p:cNvPr id="0" name="图片 1433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919" y="8310"/>
                          <a:ext cx="1250" cy="104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970" name="Object 10"/>
          <p:cNvGraphicFramePr>
            <a:graphicFrameLocks noChangeAspect="1"/>
          </p:cNvGraphicFramePr>
          <p:nvPr/>
        </p:nvGraphicFramePr>
        <p:xfrm>
          <a:off x="5702935" y="3261360"/>
          <a:ext cx="2635250" cy="687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3" imgW="25298400" imgH="5486400" progId="Equation.DSMT4">
                  <p:embed/>
                </p:oleObj>
              </mc:Choice>
              <mc:Fallback>
                <p:oleObj name="Equation" r:id="rId3" imgW="25298400" imgH="5486400" progId="Equation.DSMT4">
                  <p:embed/>
                  <p:pic>
                    <p:nvPicPr>
                      <p:cNvPr id="0" name="图片 1433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02935" y="3261360"/>
                        <a:ext cx="2635250" cy="687070"/>
                      </a:xfrm>
                      <a:prstGeom prst="rect">
                        <a:avLst/>
                      </a:prstGeom>
                      <a:solidFill>
                        <a:srgbClr val="6FC7FF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0"/>
          <p:cNvGraphicFramePr>
            <a:graphicFrameLocks noChangeAspect="1"/>
          </p:cNvGraphicFramePr>
          <p:nvPr/>
        </p:nvGraphicFramePr>
        <p:xfrm>
          <a:off x="5916295" y="6213475"/>
          <a:ext cx="242189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5" imgW="26212800" imgH="5486400" progId="Equation.DSMT4">
                  <p:embed/>
                </p:oleObj>
              </mc:Choice>
              <mc:Fallback>
                <p:oleObj name="Equation" r:id="rId5" imgW="26212800" imgH="54864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16295" y="6213475"/>
                        <a:ext cx="2421890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5" name="组合 64"/>
          <p:cNvGrpSpPr/>
          <p:nvPr/>
        </p:nvGrpSpPr>
        <p:grpSpPr>
          <a:xfrm>
            <a:off x="1385570" y="3258820"/>
            <a:ext cx="4439285" cy="683895"/>
            <a:chOff x="1692" y="3760"/>
            <a:chExt cx="6991" cy="1077"/>
          </a:xfrm>
        </p:grpSpPr>
        <p:sp>
          <p:nvSpPr>
            <p:cNvPr id="16" name="文本框 2"/>
            <p:cNvSpPr txBox="1"/>
            <p:nvPr/>
          </p:nvSpPr>
          <p:spPr>
            <a:xfrm>
              <a:off x="1692" y="3918"/>
              <a:ext cx="699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>
                <a:buFont typeface="Arial" panose="020B0604020202020204" pitchFamily="34" charset="0"/>
                <a:buNone/>
              </a:pPr>
              <a:r>
                <a:rPr lang="zh-CN" altLang="en-US" sz="2800" dirty="0" smtClean="0">
                  <a:latin typeface="+mn-ea"/>
                </a:rPr>
                <a:t>过两点          的直线方程：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44050" name="Object 18"/>
            <p:cNvGraphicFramePr>
              <a:graphicFrameLocks noChangeAspect="1"/>
            </p:cNvGraphicFramePr>
            <p:nvPr/>
          </p:nvGraphicFramePr>
          <p:xfrm>
            <a:off x="3789" y="3760"/>
            <a:ext cx="1289" cy="10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0" name="Equation" r:id="rId7" imgW="7924800" imgH="5486400" progId="Equation.DSMT4">
                    <p:embed/>
                  </p:oleObj>
                </mc:Choice>
                <mc:Fallback>
                  <p:oleObj name="Equation" r:id="rId7" imgW="7924800" imgH="5486400" progId="Equation.DSMT4">
                    <p:embed/>
                    <p:pic>
                      <p:nvPicPr>
                        <p:cNvPr id="0" name="图片 1433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789" y="3760"/>
                          <a:ext cx="1289" cy="107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4051" name="Object 19"/>
          <p:cNvGraphicFramePr>
            <a:graphicFrameLocks noChangeAspect="1"/>
          </p:cNvGraphicFramePr>
          <p:nvPr/>
        </p:nvGraphicFramePr>
        <p:xfrm>
          <a:off x="8765540" y="6278245"/>
          <a:ext cx="1155065" cy="474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8" imgW="12496800" imgH="4267200" progId="Equation.DSMT4">
                  <p:embed/>
                </p:oleObj>
              </mc:Choice>
              <mc:Fallback>
                <p:oleObj name="Equation" r:id="rId8" imgW="12496800" imgH="4267200" progId="Equation.DSMT4">
                  <p:embed/>
                  <p:pic>
                    <p:nvPicPr>
                      <p:cNvPr id="0" name="图片 14340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765540" y="6278245"/>
                        <a:ext cx="1155065" cy="4743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2"/>
          <p:cNvSpPr txBox="1"/>
          <p:nvPr/>
        </p:nvSpPr>
        <p:spPr>
          <a:xfrm>
            <a:off x="862040" y="2526571"/>
            <a:ext cx="659402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 smtClean="0">
                <a:latin typeface="+mn-ea"/>
              </a:rPr>
              <a:t>复平面上直线的参数形式方程</a:t>
            </a:r>
            <a:r>
              <a:rPr lang="en-US" altLang="zh-CN" sz="2800" dirty="0" smtClean="0">
                <a:latin typeface="+mn-ea"/>
              </a:rPr>
              <a:t>:</a:t>
            </a:r>
            <a:endParaRPr lang="en-US" altLang="zh-CN" sz="2800" dirty="0" smtClean="0">
              <a:latin typeface="+mn-ea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2230755" y="4233545"/>
            <a:ext cx="5337810" cy="536575"/>
            <a:chOff x="1692" y="5414"/>
            <a:chExt cx="8406" cy="845"/>
          </a:xfrm>
        </p:grpSpPr>
        <p:sp>
          <p:nvSpPr>
            <p:cNvPr id="3" name="文本框 2"/>
            <p:cNvSpPr txBox="1"/>
            <p:nvPr/>
          </p:nvSpPr>
          <p:spPr>
            <a:xfrm>
              <a:off x="1692" y="5414"/>
              <a:ext cx="840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>
                <a:buFont typeface="Arial" panose="020B0604020202020204" pitchFamily="34" charset="0"/>
                <a:buNone/>
              </a:pPr>
              <a:r>
                <a:rPr lang="zh-CN" altLang="en-US" sz="2800" dirty="0" smtClean="0">
                  <a:latin typeface="+mn-ea"/>
                </a:rPr>
                <a:t>过两点                 的直线方程：</a:t>
              </a:r>
              <a:endParaRPr lang="zh-CN" altLang="en-US" sz="2800" dirty="0" smtClean="0">
                <a:latin typeface="+mn-ea"/>
              </a:endParaRPr>
            </a:p>
          </p:txBody>
        </p:sp>
        <p:graphicFrame>
          <p:nvGraphicFramePr>
            <p:cNvPr id="5" name="Object 18"/>
            <p:cNvGraphicFramePr>
              <a:graphicFrameLocks noChangeAspect="1"/>
            </p:cNvGraphicFramePr>
            <p:nvPr/>
          </p:nvGraphicFramePr>
          <p:xfrm>
            <a:off x="3566" y="5479"/>
            <a:ext cx="2676" cy="7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Equation" r:id="rId10" imgW="939800" imgH="228600" progId="Equation.DSMT4">
                    <p:embed/>
                  </p:oleObj>
                </mc:Choice>
                <mc:Fallback>
                  <p:oleObj name="Equation" r:id="rId10" imgW="939800" imgH="228600" progId="Equation.DSMT4">
                    <p:embed/>
                    <p:pic>
                      <p:nvPicPr>
                        <p:cNvPr id="0" name="图片 1433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566" y="5479"/>
                          <a:ext cx="2676" cy="78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Object 18"/>
          <p:cNvGraphicFramePr>
            <a:graphicFrameLocks noChangeAspect="1"/>
          </p:cNvGraphicFramePr>
          <p:nvPr/>
        </p:nvGraphicFramePr>
        <p:xfrm>
          <a:off x="7456170" y="3991610"/>
          <a:ext cx="2263775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2" imgW="1041400" imgH="431800" progId="Equation.DSMT4">
                  <p:embed/>
                </p:oleObj>
              </mc:Choice>
              <mc:Fallback>
                <p:oleObj name="Equation" r:id="rId12" imgW="1041400" imgH="4318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456170" y="3991610"/>
                        <a:ext cx="2263775" cy="11271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8"/>
          <p:cNvGraphicFramePr>
            <a:graphicFrameLocks noChangeAspect="1"/>
          </p:cNvGraphicFramePr>
          <p:nvPr/>
        </p:nvGraphicFramePr>
        <p:xfrm>
          <a:off x="9868218" y="4349115"/>
          <a:ext cx="469900" cy="398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4" imgW="215900" imgH="152400" progId="Equation.DSMT4">
                  <p:embed/>
                </p:oleObj>
              </mc:Choice>
              <mc:Fallback>
                <p:oleObj name="Equation" r:id="rId14" imgW="215900" imgH="1524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868218" y="4349115"/>
                        <a:ext cx="469900" cy="398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2230755" y="5086350"/>
            <a:ext cx="643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2800" dirty="0" smtClean="0">
                <a:latin typeface="+mn-ea"/>
              </a:rPr>
              <a:t>得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12" name="Object 10"/>
          <p:cNvGraphicFramePr>
            <a:graphicFrameLocks noChangeAspect="1"/>
          </p:cNvGraphicFramePr>
          <p:nvPr/>
        </p:nvGraphicFramePr>
        <p:xfrm>
          <a:off x="2874645" y="5086350"/>
          <a:ext cx="1613535" cy="61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6" imgW="596900" imgH="190500" progId="Equation.DSMT4">
                  <p:embed/>
                </p:oleObj>
              </mc:Choice>
              <mc:Fallback>
                <p:oleObj name="Equation" r:id="rId16" imgW="596900" imgH="190500" progId="Equation.DSMT4">
                  <p:embed/>
                  <p:pic>
                    <p:nvPicPr>
                      <p:cNvPr id="0" name="图片 14337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874645" y="5086350"/>
                        <a:ext cx="1613535" cy="6146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8"/>
          <p:cNvGraphicFramePr>
            <a:graphicFrameLocks noChangeAspect="1"/>
          </p:cNvGraphicFramePr>
          <p:nvPr/>
        </p:nvGraphicFramePr>
        <p:xfrm>
          <a:off x="4654868" y="5086033"/>
          <a:ext cx="4279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8" imgW="1968500" imgH="228600" progId="Equation.DSMT4">
                  <p:embed/>
                </p:oleObj>
              </mc:Choice>
              <mc:Fallback>
                <p:oleObj name="Equation" r:id="rId18" imgW="1968500" imgH="2286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654868" y="5086033"/>
                        <a:ext cx="42799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0"/>
          <p:cNvGraphicFramePr>
            <a:graphicFrameLocks noChangeAspect="1"/>
          </p:cNvGraphicFramePr>
          <p:nvPr/>
        </p:nvGraphicFramePr>
        <p:xfrm>
          <a:off x="8973820" y="5100955"/>
          <a:ext cx="204978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20" imgW="952500" imgH="228600" progId="Equation.DSMT4">
                  <p:embed/>
                </p:oleObj>
              </mc:Choice>
              <mc:Fallback>
                <p:oleObj name="Equation" r:id="rId20" imgW="952500" imgH="228600" progId="Equation.DSMT4">
                  <p:embed/>
                  <p:pic>
                    <p:nvPicPr>
                      <p:cNvPr id="0" name="图片 14337"/>
                      <p:cNvPicPr>
                        <a:picLocks noChangeAspect="1"/>
                      </p:cNvPicPr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973820" y="5100955"/>
                        <a:ext cx="2049780" cy="600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8"/>
          <p:cNvGraphicFramePr>
            <a:graphicFrameLocks noChangeAspect="1"/>
          </p:cNvGraphicFramePr>
          <p:nvPr/>
        </p:nvGraphicFramePr>
        <p:xfrm>
          <a:off x="6465888" y="2451735"/>
          <a:ext cx="3027045" cy="54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22" imgW="1536700" imgH="228600" progId="Equation.DSMT4">
                  <p:embed/>
                </p:oleObj>
              </mc:Choice>
              <mc:Fallback>
                <p:oleObj name="Equation" r:id="rId22" imgW="1536700" imgH="2286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465888" y="2451735"/>
                        <a:ext cx="3027045" cy="5403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9" name="Object 13"/>
          <p:cNvGraphicFramePr>
            <a:graphicFrameLocks noChangeAspect="1"/>
          </p:cNvGraphicFramePr>
          <p:nvPr>
            <p:custDataLst>
              <p:tags r:id="rId24"/>
            </p:custDataLst>
          </p:nvPr>
        </p:nvGraphicFramePr>
        <p:xfrm>
          <a:off x="4863513" y="1709338"/>
          <a:ext cx="67786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25" imgW="6705600" imgH="4876800" progId="Equation.DSMT4">
                  <p:embed/>
                </p:oleObj>
              </mc:Choice>
              <mc:Fallback>
                <p:oleObj name="Equation" r:id="rId25" imgW="6705600" imgH="48768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863513" y="1709338"/>
                        <a:ext cx="677863" cy="5318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"/>
          <p:cNvSpPr txBox="1"/>
          <p:nvPr>
            <p:custDataLst>
              <p:tags r:id="rId27"/>
            </p:custDataLst>
          </p:nvPr>
        </p:nvSpPr>
        <p:spPr>
          <a:xfrm>
            <a:off x="1074319" y="1682013"/>
            <a:ext cx="250761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800" dirty="0" smtClean="0">
                <a:latin typeface="+mn-ea"/>
              </a:rPr>
              <a:t>(2) </a:t>
            </a:r>
            <a:r>
              <a:rPr lang="zh-CN" altLang="en-US" sz="2800" dirty="0" smtClean="0">
                <a:latin typeface="+mn-ea"/>
              </a:rPr>
              <a:t>参数形式：</a:t>
            </a:r>
            <a:endParaRPr lang="zh-CN" altLang="en-US" sz="2800" dirty="0">
              <a:latin typeface="+mn-ea"/>
            </a:endParaRPr>
          </a:p>
        </p:txBody>
      </p:sp>
      <p:graphicFrame>
        <p:nvGraphicFramePr>
          <p:cNvPr id="56343" name="Object 23"/>
          <p:cNvGraphicFramePr>
            <a:graphicFrameLocks noChangeAspect="1"/>
          </p:cNvGraphicFramePr>
          <p:nvPr>
            <p:custDataLst>
              <p:tags r:id="rId28"/>
            </p:custDataLst>
          </p:nvPr>
        </p:nvGraphicFramePr>
        <p:xfrm>
          <a:off x="4538435" y="1816241"/>
          <a:ext cx="30797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Equation" r:id="rId29" imgW="3048000" imgH="2743200" progId="Equation.DSMT4">
                  <p:embed/>
                </p:oleObj>
              </mc:Choice>
              <mc:Fallback>
                <p:oleObj name="Equation" r:id="rId29" imgW="3048000" imgH="27432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538435" y="1816241"/>
                        <a:ext cx="307975" cy="298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4" name="Object 24"/>
          <p:cNvGraphicFramePr>
            <a:graphicFrameLocks noChangeAspect="1"/>
          </p:cNvGraphicFramePr>
          <p:nvPr>
            <p:custDataLst>
              <p:tags r:id="rId31"/>
            </p:custDataLst>
          </p:nvPr>
        </p:nvGraphicFramePr>
        <p:xfrm>
          <a:off x="5906351" y="1709548"/>
          <a:ext cx="801688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Equation" r:id="rId32" imgW="7924800" imgH="4876800" progId="Equation.DSMT4">
                  <p:embed/>
                </p:oleObj>
              </mc:Choice>
              <mc:Fallback>
                <p:oleObj name="Equation" r:id="rId32" imgW="7924800" imgH="4876800" progId="Equation.DSMT4">
                  <p:embed/>
                  <p:pic>
                    <p:nvPicPr>
                      <p:cNvPr id="0" name="图片 11273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906351" y="1709548"/>
                        <a:ext cx="801688" cy="5318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5" name="Object 25"/>
          <p:cNvGraphicFramePr>
            <a:graphicFrameLocks noChangeAspect="1"/>
          </p:cNvGraphicFramePr>
          <p:nvPr>
            <p:custDataLst>
              <p:tags r:id="rId34"/>
            </p:custDataLst>
          </p:nvPr>
        </p:nvGraphicFramePr>
        <p:xfrm>
          <a:off x="6954221" y="1675910"/>
          <a:ext cx="160496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" name="Equation" r:id="rId35" imgW="15849600" imgH="4876800" progId="Equation.DSMT4">
                  <p:embed/>
                </p:oleObj>
              </mc:Choice>
              <mc:Fallback>
                <p:oleObj name="Equation" r:id="rId35" imgW="15849600" imgH="4876800" progId="Equation.DSMT4">
                  <p:embed/>
                  <p:pic>
                    <p:nvPicPr>
                      <p:cNvPr id="0" name="图片 11274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6954221" y="1675910"/>
                        <a:ext cx="1604963" cy="5318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6" name="Object 26"/>
          <p:cNvGraphicFramePr>
            <a:graphicFrameLocks noChangeAspect="1"/>
          </p:cNvGraphicFramePr>
          <p:nvPr>
            <p:custDataLst>
              <p:tags r:id="rId37"/>
            </p:custDataLst>
          </p:nvPr>
        </p:nvGraphicFramePr>
        <p:xfrm>
          <a:off x="3290900" y="1710567"/>
          <a:ext cx="123507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Equation" r:id="rId38" imgW="12192000" imgH="4876800" progId="Equation.DSMT4">
                  <p:embed/>
                </p:oleObj>
              </mc:Choice>
              <mc:Fallback>
                <p:oleObj name="Equation" r:id="rId38" imgW="12192000" imgH="4876800" progId="Equation.DSMT4">
                  <p:embed/>
                  <p:pic>
                    <p:nvPicPr>
                      <p:cNvPr id="0" name="图片 11275"/>
                      <p:cNvPicPr>
                        <a:picLocks noChangeAspect="1"/>
                      </p:cNvPicPr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3290900" y="1710567"/>
                        <a:ext cx="1235075" cy="5318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7" name="Object 27"/>
          <p:cNvGraphicFramePr>
            <a:graphicFrameLocks noChangeAspect="1"/>
          </p:cNvGraphicFramePr>
          <p:nvPr>
            <p:custDataLst>
              <p:tags r:id="rId40"/>
            </p:custDataLst>
          </p:nvPr>
        </p:nvGraphicFramePr>
        <p:xfrm>
          <a:off x="5521967" y="1734708"/>
          <a:ext cx="430212" cy="438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name="Equation" r:id="rId41" imgW="4267200" imgH="3962400" progId="Equation.DSMT4">
                  <p:embed/>
                </p:oleObj>
              </mc:Choice>
              <mc:Fallback>
                <p:oleObj name="Equation" r:id="rId41" imgW="4267200" imgH="3962400" progId="Equation.DSMT4">
                  <p:embed/>
                  <p:pic>
                    <p:nvPicPr>
                      <p:cNvPr id="0" name="图片 11276"/>
                      <p:cNvPicPr>
                        <a:picLocks noChangeAspect="1"/>
                      </p:cNvPicPr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5521967" y="1734708"/>
                        <a:ext cx="430212" cy="43889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6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6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6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6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3" grpId="0"/>
      <p:bldP spid="11" grpId="0"/>
      <p:bldP spid="22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1523365" y="3557270"/>
            <a:ext cx="9897110" cy="2156460"/>
          </a:xfrm>
          <a:prstGeom prst="rect">
            <a:avLst/>
          </a:prstGeom>
          <a:solidFill>
            <a:srgbClr val="BFE6F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2"/>
          <p:cNvSpPr txBox="1"/>
          <p:nvPr/>
        </p:nvSpPr>
        <p:spPr>
          <a:xfrm>
            <a:off x="823452" y="1349669"/>
            <a:ext cx="659402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latin typeface="+mn-ea"/>
              </a:rPr>
              <a:t>圆的参数</a:t>
            </a:r>
            <a:r>
              <a:rPr lang="zh-CN" altLang="en-US" sz="3200" dirty="0" smtClean="0">
                <a:latin typeface="+mn-ea"/>
              </a:rPr>
              <a:t>方程</a:t>
            </a:r>
            <a:endParaRPr lang="zh-CN" altLang="en-US" sz="3200" dirty="0" smtClean="0">
              <a:latin typeface="+mn-ea"/>
            </a:endParaRPr>
          </a:p>
        </p:txBody>
      </p:sp>
      <p:sp>
        <p:nvSpPr>
          <p:cNvPr id="2" name="文本框 2"/>
          <p:cNvSpPr txBox="1"/>
          <p:nvPr/>
        </p:nvSpPr>
        <p:spPr>
          <a:xfrm>
            <a:off x="3978275" y="67945"/>
            <a:ext cx="3937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三、</a:t>
            </a:r>
            <a:r>
              <a:rPr lang="zh-CN" altLang="en-US" sz="40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约当曲线</a:t>
            </a:r>
            <a:endParaRPr lang="zh-CN" altLang="en-US" sz="40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aphicFrame>
        <p:nvGraphicFramePr>
          <p:cNvPr id="17" name="Object 10"/>
          <p:cNvGraphicFramePr>
            <a:graphicFrameLocks noChangeAspect="1"/>
          </p:cNvGraphicFramePr>
          <p:nvPr/>
        </p:nvGraphicFramePr>
        <p:xfrm>
          <a:off x="6895979" y="1990479"/>
          <a:ext cx="1903413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1" imgW="16154400" imgH="5486400" progId="Equation.DSMT4">
                  <p:embed/>
                </p:oleObj>
              </mc:Choice>
              <mc:Fallback>
                <p:oleObj name="Equation" r:id="rId1" imgW="16154400" imgH="54864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95979" y="1990479"/>
                        <a:ext cx="1903413" cy="7794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/>
          <p:cNvGrpSpPr/>
          <p:nvPr/>
        </p:nvGrpSpPr>
        <p:grpSpPr>
          <a:xfrm>
            <a:off x="685800" y="1950720"/>
            <a:ext cx="6099810" cy="845820"/>
            <a:chOff x="1080" y="3163"/>
            <a:chExt cx="9606" cy="1332"/>
          </a:xfrm>
        </p:grpSpPr>
        <p:sp>
          <p:nvSpPr>
            <p:cNvPr id="15" name="文本框 2"/>
            <p:cNvSpPr txBox="1"/>
            <p:nvPr/>
          </p:nvSpPr>
          <p:spPr>
            <a:xfrm>
              <a:off x="1080" y="3309"/>
              <a:ext cx="9607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>
                <a:buFont typeface="Arial" panose="020B0604020202020204" pitchFamily="34" charset="0"/>
                <a:buChar char="•"/>
              </a:pPr>
              <a:r>
                <a:rPr lang="zh-CN" altLang="en-US" sz="3200" dirty="0" smtClean="0">
                  <a:latin typeface="+mn-ea"/>
                </a:rPr>
                <a:t>以点    为圆心，半径为</a:t>
              </a:r>
              <a:r>
                <a:rPr lang="en-US" altLang="zh-CN" sz="32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sz="3200" dirty="0" smtClean="0">
                  <a:latin typeface="+mn-ea"/>
                </a:rPr>
                <a:t>的圆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18" name="Object 18"/>
            <p:cNvGraphicFramePr>
              <a:graphicFrameLocks noChangeAspect="1"/>
            </p:cNvGraphicFramePr>
            <p:nvPr/>
          </p:nvGraphicFramePr>
          <p:xfrm>
            <a:off x="3416" y="3163"/>
            <a:ext cx="800" cy="1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4" name="Equation" r:id="rId3" imgW="3962400" imgH="5486400" progId="Equation.DSMT4">
                    <p:embed/>
                  </p:oleObj>
                </mc:Choice>
                <mc:Fallback>
                  <p:oleObj name="Equation" r:id="rId3" imgW="3962400" imgH="5486400" progId="Equation.DSMT4">
                    <p:embed/>
                    <p:pic>
                      <p:nvPicPr>
                        <p:cNvPr id="0" name="图片 1536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416" y="3163"/>
                          <a:ext cx="800" cy="13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Object 10"/>
          <p:cNvGraphicFramePr>
            <a:graphicFrameLocks noChangeAspect="1"/>
          </p:cNvGraphicFramePr>
          <p:nvPr/>
        </p:nvGraphicFramePr>
        <p:xfrm>
          <a:off x="2335530" y="5016500"/>
          <a:ext cx="5842000" cy="651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5" imgW="2602865" imgH="241300" progId="Equation.DSMT4">
                  <p:embed/>
                </p:oleObj>
              </mc:Choice>
              <mc:Fallback>
                <p:oleObj name="Equation" r:id="rId5" imgW="2602865" imgH="241300" progId="Equation.DSMT4">
                  <p:embed/>
                  <p:pic>
                    <p:nvPicPr>
                      <p:cNvPr id="0" name="图片 1536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35530" y="5016500"/>
                        <a:ext cx="5842000" cy="65151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/>
          <p:cNvGrpSpPr/>
          <p:nvPr/>
        </p:nvGrpSpPr>
        <p:grpSpPr>
          <a:xfrm>
            <a:off x="648970" y="2673985"/>
            <a:ext cx="8397240" cy="845820"/>
            <a:chOff x="1022" y="4627"/>
            <a:chExt cx="13224" cy="1332"/>
          </a:xfrm>
        </p:grpSpPr>
        <p:sp>
          <p:nvSpPr>
            <p:cNvPr id="19" name="文本框 2"/>
            <p:cNvSpPr txBox="1"/>
            <p:nvPr/>
          </p:nvSpPr>
          <p:spPr>
            <a:xfrm>
              <a:off x="1022" y="4833"/>
              <a:ext cx="13225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>
                <a:buFont typeface="Arial" panose="020B0604020202020204" pitchFamily="34" charset="0"/>
                <a:buChar char="•"/>
              </a:pPr>
              <a:r>
                <a:rPr lang="zh-CN" altLang="en-US" sz="3200" dirty="0" smtClean="0">
                  <a:latin typeface="+mn-ea"/>
                </a:rPr>
                <a:t>以点    为圆心，半径为</a:t>
              </a:r>
              <a:r>
                <a:rPr lang="en-US" altLang="zh-CN" sz="32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sz="3200" dirty="0" smtClean="0">
                  <a:latin typeface="+mn-ea"/>
                </a:rPr>
                <a:t>的圆的参数方程：</a:t>
              </a:r>
              <a:endParaRPr lang="zh-CN" altLang="en-US" sz="3200" dirty="0">
                <a:latin typeface="+mn-ea"/>
              </a:endParaRPr>
            </a:p>
          </p:txBody>
        </p:sp>
        <p:graphicFrame>
          <p:nvGraphicFramePr>
            <p:cNvPr id="21" name="Object 18"/>
            <p:cNvGraphicFramePr>
              <a:graphicFrameLocks noChangeAspect="1"/>
            </p:cNvGraphicFramePr>
            <p:nvPr/>
          </p:nvGraphicFramePr>
          <p:xfrm>
            <a:off x="3461" y="4627"/>
            <a:ext cx="798" cy="1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6" name="Equation" r:id="rId7" imgW="3962400" imgH="5486400" progId="Equation.DSMT4">
                    <p:embed/>
                  </p:oleObj>
                </mc:Choice>
                <mc:Fallback>
                  <p:oleObj name="Equation" r:id="rId7" imgW="3962400" imgH="5486400" progId="Equation.DSMT4">
                    <p:embed/>
                    <p:pic>
                      <p:nvPicPr>
                        <p:cNvPr id="0" name="图片 1536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461" y="4627"/>
                          <a:ext cx="798" cy="13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070" name="Object 14"/>
          <p:cNvGraphicFramePr>
            <a:graphicFrameLocks noChangeAspect="1"/>
          </p:cNvGraphicFramePr>
          <p:nvPr/>
        </p:nvGraphicFramePr>
        <p:xfrm>
          <a:off x="8606155" y="5097780"/>
          <a:ext cx="156400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8" imgW="16459200" imgH="4267200" progId="Equation.DSMT4">
                  <p:embed/>
                </p:oleObj>
              </mc:Choice>
              <mc:Fallback>
                <p:oleObj name="Equation" r:id="rId8" imgW="16459200" imgH="4267200" progId="Equation.DSMT4">
                  <p:embed/>
                  <p:pic>
                    <p:nvPicPr>
                      <p:cNvPr id="0" name="图片 15366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606155" y="5097780"/>
                        <a:ext cx="1564005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"/>
          <p:cNvGraphicFramePr>
            <a:graphicFrameLocks noChangeAspect="1"/>
          </p:cNvGraphicFramePr>
          <p:nvPr/>
        </p:nvGraphicFramePr>
        <p:xfrm>
          <a:off x="1633220" y="3577590"/>
          <a:ext cx="3310890" cy="680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10" imgW="1358900" imgH="228600" progId="Equation.DSMT4">
                  <p:embed/>
                </p:oleObj>
              </mc:Choice>
              <mc:Fallback>
                <p:oleObj name="Equation" r:id="rId10" imgW="1358900" imgH="2286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633220" y="3577590"/>
                        <a:ext cx="3310890" cy="6807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"/>
          <p:cNvGraphicFramePr>
            <a:graphicFrameLocks noChangeAspect="1"/>
          </p:cNvGraphicFramePr>
          <p:nvPr/>
        </p:nvGraphicFramePr>
        <p:xfrm>
          <a:off x="5265420" y="3577590"/>
          <a:ext cx="1661795" cy="680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2" imgW="16154400" imgH="5486400" progId="Equation.DSMT4">
                  <p:embed/>
                </p:oleObj>
              </mc:Choice>
              <mc:Fallback>
                <p:oleObj name="Equation" r:id="rId12" imgW="16154400" imgH="54864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65420" y="3577590"/>
                        <a:ext cx="1661795" cy="6807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7620000" y="3539490"/>
          <a:ext cx="3774440" cy="718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3" imgW="1548765" imgH="241300" progId="Equation.DSMT4">
                  <p:embed/>
                </p:oleObj>
              </mc:Choice>
              <mc:Fallback>
                <p:oleObj name="Equation" r:id="rId13" imgW="1548765" imgH="2413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620000" y="3539490"/>
                        <a:ext cx="3774440" cy="71882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右箭头 11"/>
          <p:cNvSpPr/>
          <p:nvPr/>
        </p:nvSpPr>
        <p:spPr>
          <a:xfrm>
            <a:off x="6927215" y="3848100"/>
            <a:ext cx="591185" cy="101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2613660" y="4283710"/>
          <a:ext cx="6020435" cy="646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5" imgW="2602865" imgH="228600" progId="Equation.DSMT4">
                  <p:embed/>
                </p:oleObj>
              </mc:Choice>
              <mc:Fallback>
                <p:oleObj name="Equation" r:id="rId15" imgW="2602865" imgH="2286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13660" y="4283710"/>
                        <a:ext cx="6020435" cy="6464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右箭头 21"/>
          <p:cNvSpPr/>
          <p:nvPr/>
        </p:nvSpPr>
        <p:spPr>
          <a:xfrm>
            <a:off x="1744345" y="4573270"/>
            <a:ext cx="591185" cy="101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右箭头 22"/>
          <p:cNvSpPr/>
          <p:nvPr/>
        </p:nvSpPr>
        <p:spPr>
          <a:xfrm>
            <a:off x="1772285" y="5291455"/>
            <a:ext cx="591185" cy="101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8" name="Object 10"/>
          <p:cNvGraphicFramePr>
            <a:graphicFrameLocks noChangeAspect="1"/>
          </p:cNvGraphicFramePr>
          <p:nvPr/>
        </p:nvGraphicFramePr>
        <p:xfrm>
          <a:off x="8644255" y="2748915"/>
          <a:ext cx="3365500" cy="651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7" imgW="1498600" imgH="241300" progId="Equation.DSMT4">
                  <p:embed/>
                </p:oleObj>
              </mc:Choice>
              <mc:Fallback>
                <p:oleObj name="Equation" r:id="rId17" imgW="1498600" imgH="241300" progId="Equation.DSMT4">
                  <p:embed/>
                  <p:pic>
                    <p:nvPicPr>
                      <p:cNvPr id="0" name="图片 1536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644255" y="2748915"/>
                        <a:ext cx="3365500" cy="651510"/>
                      </a:xfrm>
                      <a:prstGeom prst="rect">
                        <a:avLst/>
                      </a:prstGeom>
                      <a:solidFill>
                        <a:srgbClr val="6FC7FF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 bldLvl="0" animBg="1"/>
      <p:bldP spid="22" grpId="0" bldLvl="0" animBg="1"/>
      <p:bldP spid="23" grpId="0" bldLvl="0" animBg="1"/>
      <p:bldP spid="25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4949912" y="216855"/>
            <a:ext cx="27462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三、 约当曲线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86118" y="1849105"/>
            <a:ext cx="48812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+mn-ea"/>
              </a:rPr>
              <a:t>例</a:t>
            </a:r>
            <a:r>
              <a:rPr lang="en-US" altLang="zh-CN" sz="2800" b="1" dirty="0" smtClean="0">
                <a:latin typeface="+mn-ea"/>
              </a:rPr>
              <a:t>3  </a:t>
            </a:r>
            <a:r>
              <a:rPr lang="zh-CN" altLang="en-US" sz="2800" dirty="0" smtClean="0">
                <a:latin typeface="+mn-ea"/>
              </a:rPr>
              <a:t>写出下列曲线的参数</a:t>
            </a:r>
            <a:r>
              <a:rPr lang="zh-CN" altLang="en-US" sz="2800" dirty="0" smtClean="0">
                <a:latin typeface="+mn-ea"/>
              </a:rPr>
              <a:t>方程</a:t>
            </a:r>
            <a:endParaRPr lang="zh-CN" altLang="en-US" sz="2800" dirty="0" smtClean="0">
              <a:latin typeface="+mn-ea"/>
            </a:endParaRPr>
          </a:p>
        </p:txBody>
      </p:sp>
      <p:graphicFrame>
        <p:nvGraphicFramePr>
          <p:cNvPr id="56335" name="Object 15"/>
          <p:cNvGraphicFramePr>
            <a:graphicFrameLocks noChangeAspect="1"/>
          </p:cNvGraphicFramePr>
          <p:nvPr/>
        </p:nvGraphicFramePr>
        <p:xfrm>
          <a:off x="2591435" y="4340860"/>
          <a:ext cx="169989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1" imgW="647700" imgH="228600" progId="Equation.DSMT4">
                  <p:embed/>
                </p:oleObj>
              </mc:Choice>
              <mc:Fallback>
                <p:oleObj name="Equation" r:id="rId1" imgW="647700" imgH="2286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91435" y="4340860"/>
                        <a:ext cx="1699895" cy="647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6" name="Object 16"/>
          <p:cNvGraphicFramePr>
            <a:graphicFrameLocks noChangeAspect="1"/>
          </p:cNvGraphicFramePr>
          <p:nvPr/>
        </p:nvGraphicFramePr>
        <p:xfrm>
          <a:off x="2474595" y="3026410"/>
          <a:ext cx="3867150" cy="633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3" imgW="1524000" imgH="228600" progId="Equation.DSMT4">
                  <p:embed/>
                </p:oleObj>
              </mc:Choice>
              <mc:Fallback>
                <p:oleObj name="Equation" r:id="rId3" imgW="1524000" imgH="228600" progId="Equation.DSMT4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74595" y="3026410"/>
                        <a:ext cx="3867150" cy="6337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2655570" y="4931410"/>
          <a:ext cx="138239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5" imgW="545465" imgH="215900" progId="Equation.DSMT4">
                  <p:embed/>
                </p:oleObj>
              </mc:Choice>
              <mc:Fallback>
                <p:oleObj name="Equation" r:id="rId5" imgW="545465" imgH="2159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55570" y="4931410"/>
                        <a:ext cx="1382395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5"/>
          <p:cNvGraphicFramePr>
            <a:graphicFrameLocks noChangeAspect="1"/>
          </p:cNvGraphicFramePr>
          <p:nvPr/>
        </p:nvGraphicFramePr>
        <p:xfrm>
          <a:off x="4355148" y="4933315"/>
          <a:ext cx="1512570" cy="632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7" imgW="596900" imgH="228600" progId="Equation.DSMT4">
                  <p:embed/>
                </p:oleObj>
              </mc:Choice>
              <mc:Fallback>
                <p:oleObj name="Equation" r:id="rId7" imgW="596900" imgH="2286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55148" y="4933315"/>
                        <a:ext cx="1512570" cy="632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5"/>
          <p:cNvGraphicFramePr>
            <a:graphicFrameLocks noChangeAspect="1"/>
          </p:cNvGraphicFramePr>
          <p:nvPr/>
        </p:nvGraphicFramePr>
        <p:xfrm>
          <a:off x="5847081" y="4931410"/>
          <a:ext cx="5310505" cy="632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9" imgW="2095500" imgH="228600" progId="Equation.DSMT4">
                  <p:embed/>
                </p:oleObj>
              </mc:Choice>
              <mc:Fallback>
                <p:oleObj name="Equation" r:id="rId9" imgW="2095500" imgH="2286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47081" y="4931410"/>
                        <a:ext cx="5310505" cy="632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6"/>
          <p:cNvGraphicFramePr>
            <a:graphicFrameLocks noChangeAspect="1"/>
          </p:cNvGraphicFramePr>
          <p:nvPr/>
        </p:nvGraphicFramePr>
        <p:xfrm>
          <a:off x="6689090" y="3091815"/>
          <a:ext cx="2413635" cy="480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11" imgW="1130300" imgH="203200" progId="Equation.DSMT4">
                  <p:embed/>
                </p:oleObj>
              </mc:Choice>
              <mc:Fallback>
                <p:oleObj name="Equation" r:id="rId11" imgW="1130300" imgH="203200" progId="Equation.DSMT4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689090" y="3091815"/>
                        <a:ext cx="2413635" cy="4800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6"/>
          <p:cNvGraphicFramePr>
            <a:graphicFrameLocks noChangeAspect="1"/>
          </p:cNvGraphicFramePr>
          <p:nvPr/>
        </p:nvGraphicFramePr>
        <p:xfrm>
          <a:off x="6689090" y="3571876"/>
          <a:ext cx="4590415" cy="632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13" imgW="1828800" imgH="228600" progId="Equation.DSMT4">
                  <p:embed/>
                </p:oleObj>
              </mc:Choice>
              <mc:Fallback>
                <p:oleObj name="Equation" r:id="rId13" imgW="1828800" imgH="228600" progId="Equation.DSMT4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689090" y="3571876"/>
                        <a:ext cx="4590415" cy="6324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6"/>
          <p:cNvGraphicFramePr>
            <a:graphicFrameLocks noChangeAspect="1"/>
          </p:cNvGraphicFramePr>
          <p:nvPr/>
        </p:nvGraphicFramePr>
        <p:xfrm>
          <a:off x="4355465" y="4405630"/>
          <a:ext cx="1925955" cy="480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5" imgW="901700" imgH="203200" progId="Equation.DSMT4">
                  <p:embed/>
                </p:oleObj>
              </mc:Choice>
              <mc:Fallback>
                <p:oleObj name="Equation" r:id="rId15" imgW="901700" imgH="203200" progId="Equation.DSMT4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55465" y="4405630"/>
                        <a:ext cx="1925955" cy="4800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3898987" y="-315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四、单连通域与多连通域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59900" y="1363305"/>
            <a:ext cx="29017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1</a:t>
            </a:r>
            <a:r>
              <a:rPr lang="zh-CN" altLang="en-US" sz="3200" dirty="0" smtClean="0">
                <a:latin typeface="+mn-ea"/>
              </a:rPr>
              <a:t>、单连通域：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7" name="文本框 2"/>
          <p:cNvSpPr txBox="1"/>
          <p:nvPr/>
        </p:nvSpPr>
        <p:spPr>
          <a:xfrm>
            <a:off x="2264392" y="2085050"/>
            <a:ext cx="8392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区域内的任意简单闭曲线的内部仍属于此区域</a:t>
            </a:r>
            <a:endParaRPr lang="zh-CN" altLang="en-US" sz="3200" dirty="0">
              <a:latin typeface="+mn-ea"/>
            </a:endParaRPr>
          </a:p>
        </p:txBody>
      </p:sp>
      <p:sp>
        <p:nvSpPr>
          <p:cNvPr id="18" name="文本框 2"/>
          <p:cNvSpPr txBox="1"/>
          <p:nvPr/>
        </p:nvSpPr>
        <p:spPr>
          <a:xfrm>
            <a:off x="1559887" y="2941665"/>
            <a:ext cx="29017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latin typeface="+mn-ea"/>
              </a:rPr>
              <a:t>2</a:t>
            </a:r>
            <a:r>
              <a:rPr lang="zh-CN" altLang="en-US" sz="3200" dirty="0" smtClean="0">
                <a:latin typeface="+mn-ea"/>
              </a:rPr>
              <a:t>、多连通域：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1" name="文本框 2"/>
          <p:cNvSpPr txBox="1"/>
          <p:nvPr/>
        </p:nvSpPr>
        <p:spPr>
          <a:xfrm>
            <a:off x="4420995" y="1360429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无洞区域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2" name="文本框 2"/>
          <p:cNvSpPr txBox="1"/>
          <p:nvPr/>
        </p:nvSpPr>
        <p:spPr>
          <a:xfrm>
            <a:off x="6453953" y="2962069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有洞区域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3" name="文本框 2"/>
          <p:cNvSpPr txBox="1"/>
          <p:nvPr/>
        </p:nvSpPr>
        <p:spPr>
          <a:xfrm>
            <a:off x="4346232" y="2941939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+mn-ea"/>
              </a:rPr>
              <a:t>复连通域</a:t>
            </a:r>
            <a:endParaRPr lang="zh-CN" altLang="en-US" sz="3200" dirty="0">
              <a:latin typeface="+mn-ea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2096770" y="4400550"/>
            <a:ext cx="3202940" cy="2345055"/>
          </a:xfrm>
          <a:custGeom>
            <a:avLst/>
            <a:gdLst>
              <a:gd name="connisteX0" fmla="*/ 859280 w 2365641"/>
              <a:gd name="connsiteY0" fmla="*/ 1411 h 1747167"/>
              <a:gd name="connisteX1" fmla="*/ 945005 w 2365641"/>
              <a:gd name="connsiteY1" fmla="*/ 1411 h 1747167"/>
              <a:gd name="connisteX2" fmla="*/ 1012950 w 2365641"/>
              <a:gd name="connsiteY2" fmla="*/ 1411 h 1747167"/>
              <a:gd name="connisteX3" fmla="*/ 1115820 w 2365641"/>
              <a:gd name="connsiteY3" fmla="*/ 1411 h 1747167"/>
              <a:gd name="connisteX4" fmla="*/ 1184400 w 2365641"/>
              <a:gd name="connsiteY4" fmla="*/ 1411 h 1747167"/>
              <a:gd name="connisteX5" fmla="*/ 1269490 w 2365641"/>
              <a:gd name="connsiteY5" fmla="*/ 18556 h 1747167"/>
              <a:gd name="connisteX6" fmla="*/ 1355215 w 2365641"/>
              <a:gd name="connsiteY6" fmla="*/ 35701 h 1747167"/>
              <a:gd name="connisteX7" fmla="*/ 1423795 w 2365641"/>
              <a:gd name="connsiteY7" fmla="*/ 52846 h 1747167"/>
              <a:gd name="connisteX8" fmla="*/ 1491740 w 2365641"/>
              <a:gd name="connsiteY8" fmla="*/ 52846 h 1747167"/>
              <a:gd name="connisteX9" fmla="*/ 1577465 w 2365641"/>
              <a:gd name="connsiteY9" fmla="*/ 87136 h 1747167"/>
              <a:gd name="connisteX10" fmla="*/ 1663190 w 2365641"/>
              <a:gd name="connsiteY10" fmla="*/ 120791 h 1747167"/>
              <a:gd name="connisteX11" fmla="*/ 1731135 w 2365641"/>
              <a:gd name="connsiteY11" fmla="*/ 137936 h 1747167"/>
              <a:gd name="connisteX12" fmla="*/ 1799715 w 2365641"/>
              <a:gd name="connsiteY12" fmla="*/ 155081 h 1747167"/>
              <a:gd name="connisteX13" fmla="*/ 1885440 w 2365641"/>
              <a:gd name="connsiteY13" fmla="*/ 189371 h 1747167"/>
              <a:gd name="connisteX14" fmla="*/ 1970530 w 2365641"/>
              <a:gd name="connsiteY14" fmla="*/ 223661 h 1747167"/>
              <a:gd name="connisteX15" fmla="*/ 2039110 w 2365641"/>
              <a:gd name="connsiteY15" fmla="*/ 257951 h 1747167"/>
              <a:gd name="connisteX16" fmla="*/ 2124835 w 2365641"/>
              <a:gd name="connsiteY16" fmla="*/ 343676 h 1747167"/>
              <a:gd name="connisteX17" fmla="*/ 2176270 w 2365641"/>
              <a:gd name="connsiteY17" fmla="*/ 428766 h 1747167"/>
              <a:gd name="connisteX18" fmla="*/ 2244215 w 2365641"/>
              <a:gd name="connsiteY18" fmla="*/ 514491 h 1747167"/>
              <a:gd name="connisteX19" fmla="*/ 2278505 w 2365641"/>
              <a:gd name="connsiteY19" fmla="*/ 583071 h 1747167"/>
              <a:gd name="connisteX20" fmla="*/ 2329940 w 2365641"/>
              <a:gd name="connsiteY20" fmla="*/ 651016 h 1747167"/>
              <a:gd name="connisteX21" fmla="*/ 2347085 w 2365641"/>
              <a:gd name="connsiteY21" fmla="*/ 719596 h 1747167"/>
              <a:gd name="connisteX22" fmla="*/ 2364230 w 2365641"/>
              <a:gd name="connsiteY22" fmla="*/ 788176 h 1747167"/>
              <a:gd name="connisteX23" fmla="*/ 2364230 w 2365641"/>
              <a:gd name="connsiteY23" fmla="*/ 856756 h 1747167"/>
              <a:gd name="connisteX24" fmla="*/ 2364230 w 2365641"/>
              <a:gd name="connsiteY24" fmla="*/ 924701 h 1747167"/>
              <a:gd name="connisteX25" fmla="*/ 2364230 w 2365641"/>
              <a:gd name="connsiteY25" fmla="*/ 993281 h 1747167"/>
              <a:gd name="connisteX26" fmla="*/ 2347085 w 2365641"/>
              <a:gd name="connsiteY26" fmla="*/ 1061861 h 1747167"/>
              <a:gd name="connisteX27" fmla="*/ 2329940 w 2365641"/>
              <a:gd name="connsiteY27" fmla="*/ 1129806 h 1747167"/>
              <a:gd name="connisteX28" fmla="*/ 2312795 w 2365641"/>
              <a:gd name="connsiteY28" fmla="*/ 1198386 h 1747167"/>
              <a:gd name="connisteX29" fmla="*/ 2261360 w 2365641"/>
              <a:gd name="connsiteY29" fmla="*/ 1284111 h 1747167"/>
              <a:gd name="connisteX30" fmla="*/ 2227070 w 2365641"/>
              <a:gd name="connsiteY30" fmla="*/ 1352691 h 1747167"/>
              <a:gd name="connisteX31" fmla="*/ 2176270 w 2365641"/>
              <a:gd name="connsiteY31" fmla="*/ 1420636 h 1747167"/>
              <a:gd name="connisteX32" fmla="*/ 2107690 w 2365641"/>
              <a:gd name="connsiteY32" fmla="*/ 1489216 h 1747167"/>
              <a:gd name="connisteX33" fmla="*/ 2039110 w 2365641"/>
              <a:gd name="connsiteY33" fmla="*/ 1540651 h 1747167"/>
              <a:gd name="connisteX34" fmla="*/ 1954020 w 2365641"/>
              <a:gd name="connsiteY34" fmla="*/ 1592086 h 1747167"/>
              <a:gd name="connisteX35" fmla="*/ 1868295 w 2365641"/>
              <a:gd name="connsiteY35" fmla="*/ 1642886 h 1747167"/>
              <a:gd name="connisteX36" fmla="*/ 1799715 w 2365641"/>
              <a:gd name="connsiteY36" fmla="*/ 1660031 h 1747167"/>
              <a:gd name="connisteX37" fmla="*/ 1713990 w 2365641"/>
              <a:gd name="connsiteY37" fmla="*/ 1677176 h 1747167"/>
              <a:gd name="connisteX38" fmla="*/ 1628900 w 2365641"/>
              <a:gd name="connsiteY38" fmla="*/ 1694321 h 1747167"/>
              <a:gd name="connisteX39" fmla="*/ 1543175 w 2365641"/>
              <a:gd name="connsiteY39" fmla="*/ 1694321 h 1747167"/>
              <a:gd name="connisteX40" fmla="*/ 1440940 w 2365641"/>
              <a:gd name="connsiteY40" fmla="*/ 1711466 h 1747167"/>
              <a:gd name="connisteX41" fmla="*/ 1372360 w 2365641"/>
              <a:gd name="connsiteY41" fmla="*/ 1728611 h 1747167"/>
              <a:gd name="connisteX42" fmla="*/ 1303780 w 2365641"/>
              <a:gd name="connsiteY42" fmla="*/ 1745756 h 1747167"/>
              <a:gd name="connisteX43" fmla="*/ 1235200 w 2365641"/>
              <a:gd name="connsiteY43" fmla="*/ 1745756 h 1747167"/>
              <a:gd name="connisteX44" fmla="*/ 1167255 w 2365641"/>
              <a:gd name="connsiteY44" fmla="*/ 1745756 h 1747167"/>
              <a:gd name="connisteX45" fmla="*/ 1098675 w 2365641"/>
              <a:gd name="connsiteY45" fmla="*/ 1728611 h 1747167"/>
              <a:gd name="connisteX46" fmla="*/ 1030095 w 2365641"/>
              <a:gd name="connsiteY46" fmla="*/ 1711466 h 1747167"/>
              <a:gd name="connisteX47" fmla="*/ 927860 w 2365641"/>
              <a:gd name="connsiteY47" fmla="*/ 1711466 h 1747167"/>
              <a:gd name="connisteX48" fmla="*/ 859280 w 2365641"/>
              <a:gd name="connsiteY48" fmla="*/ 1677176 h 1747167"/>
              <a:gd name="connisteX49" fmla="*/ 790700 w 2365641"/>
              <a:gd name="connsiteY49" fmla="*/ 1660031 h 1747167"/>
              <a:gd name="connisteX50" fmla="*/ 722120 w 2365641"/>
              <a:gd name="connsiteY50" fmla="*/ 1625741 h 1747167"/>
              <a:gd name="connisteX51" fmla="*/ 619885 w 2365641"/>
              <a:gd name="connsiteY51" fmla="*/ 1608596 h 1747167"/>
              <a:gd name="connisteX52" fmla="*/ 551305 w 2365641"/>
              <a:gd name="connsiteY52" fmla="*/ 1592086 h 1747167"/>
              <a:gd name="connisteX53" fmla="*/ 466215 w 2365641"/>
              <a:gd name="connsiteY53" fmla="*/ 1540651 h 1747167"/>
              <a:gd name="connisteX54" fmla="*/ 380490 w 2365641"/>
              <a:gd name="connsiteY54" fmla="*/ 1489216 h 1747167"/>
              <a:gd name="connisteX55" fmla="*/ 311910 w 2365641"/>
              <a:gd name="connsiteY55" fmla="*/ 1437781 h 1747167"/>
              <a:gd name="connisteX56" fmla="*/ 260475 w 2365641"/>
              <a:gd name="connsiteY56" fmla="*/ 1369201 h 1747167"/>
              <a:gd name="connisteX57" fmla="*/ 192530 w 2365641"/>
              <a:gd name="connsiteY57" fmla="*/ 1301256 h 1747167"/>
              <a:gd name="connisteX58" fmla="*/ 158240 w 2365641"/>
              <a:gd name="connsiteY58" fmla="*/ 1215531 h 1747167"/>
              <a:gd name="connisteX59" fmla="*/ 106805 w 2365641"/>
              <a:gd name="connsiteY59" fmla="*/ 1146951 h 1747167"/>
              <a:gd name="connisteX60" fmla="*/ 89660 w 2365641"/>
              <a:gd name="connsiteY60" fmla="*/ 1079006 h 1747167"/>
              <a:gd name="connisteX61" fmla="*/ 55370 w 2365641"/>
              <a:gd name="connsiteY61" fmla="*/ 993281 h 1747167"/>
              <a:gd name="connisteX62" fmla="*/ 55370 w 2365641"/>
              <a:gd name="connsiteY62" fmla="*/ 924701 h 1747167"/>
              <a:gd name="connisteX63" fmla="*/ 38225 w 2365641"/>
              <a:gd name="connsiteY63" fmla="*/ 856756 h 1747167"/>
              <a:gd name="connisteX64" fmla="*/ 21080 w 2365641"/>
              <a:gd name="connsiteY64" fmla="*/ 788176 h 1747167"/>
              <a:gd name="connisteX65" fmla="*/ 3935 w 2365641"/>
              <a:gd name="connsiteY65" fmla="*/ 719596 h 1747167"/>
              <a:gd name="connisteX66" fmla="*/ 3935 w 2365641"/>
              <a:gd name="connsiteY66" fmla="*/ 651016 h 1747167"/>
              <a:gd name="connisteX67" fmla="*/ 38225 w 2365641"/>
              <a:gd name="connsiteY67" fmla="*/ 583071 h 1747167"/>
              <a:gd name="connisteX68" fmla="*/ 89660 w 2365641"/>
              <a:gd name="connsiteY68" fmla="*/ 514491 h 1747167"/>
              <a:gd name="connisteX69" fmla="*/ 141095 w 2365641"/>
              <a:gd name="connsiteY69" fmla="*/ 445911 h 1747167"/>
              <a:gd name="connisteX70" fmla="*/ 209675 w 2365641"/>
              <a:gd name="connsiteY70" fmla="*/ 377331 h 1747167"/>
              <a:gd name="connisteX71" fmla="*/ 277620 w 2365641"/>
              <a:gd name="connsiteY71" fmla="*/ 309386 h 1747167"/>
              <a:gd name="connisteX72" fmla="*/ 346200 w 2365641"/>
              <a:gd name="connsiteY72" fmla="*/ 257951 h 1747167"/>
              <a:gd name="connisteX73" fmla="*/ 414780 w 2365641"/>
              <a:gd name="connsiteY73" fmla="*/ 206516 h 1747167"/>
              <a:gd name="connisteX74" fmla="*/ 482725 w 2365641"/>
              <a:gd name="connsiteY74" fmla="*/ 172226 h 1747167"/>
              <a:gd name="connisteX75" fmla="*/ 568450 w 2365641"/>
              <a:gd name="connsiteY75" fmla="*/ 137936 h 1747167"/>
              <a:gd name="connisteX76" fmla="*/ 637030 w 2365641"/>
              <a:gd name="connsiteY76" fmla="*/ 120791 h 1747167"/>
              <a:gd name="connisteX77" fmla="*/ 705610 w 2365641"/>
              <a:gd name="connsiteY77" fmla="*/ 104281 h 1747167"/>
              <a:gd name="connisteX78" fmla="*/ 773555 w 2365641"/>
              <a:gd name="connsiteY78" fmla="*/ 69991 h 1747167"/>
              <a:gd name="connisteX79" fmla="*/ 842135 w 2365641"/>
              <a:gd name="connsiteY79" fmla="*/ 35701 h 1747167"/>
              <a:gd name="connisteX80" fmla="*/ 910715 w 2365641"/>
              <a:gd name="connsiteY80" fmla="*/ 18556 h 174716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  <a:cxn ang="0">
                <a:pos x="connisteX48" y="connsiteY48"/>
              </a:cxn>
              <a:cxn ang="0">
                <a:pos x="connisteX49" y="connsiteY49"/>
              </a:cxn>
              <a:cxn ang="0">
                <a:pos x="connisteX50" y="connsiteY50"/>
              </a:cxn>
              <a:cxn ang="0">
                <a:pos x="connisteX51" y="connsiteY51"/>
              </a:cxn>
              <a:cxn ang="0">
                <a:pos x="connisteX52" y="connsiteY52"/>
              </a:cxn>
              <a:cxn ang="0">
                <a:pos x="connisteX53" y="connsiteY53"/>
              </a:cxn>
              <a:cxn ang="0">
                <a:pos x="connisteX54" y="connsiteY54"/>
              </a:cxn>
              <a:cxn ang="0">
                <a:pos x="connisteX55" y="connsiteY55"/>
              </a:cxn>
              <a:cxn ang="0">
                <a:pos x="connisteX56" y="connsiteY56"/>
              </a:cxn>
              <a:cxn ang="0">
                <a:pos x="connisteX57" y="connsiteY57"/>
              </a:cxn>
              <a:cxn ang="0">
                <a:pos x="connisteX58" y="connsiteY58"/>
              </a:cxn>
              <a:cxn ang="0">
                <a:pos x="connisteX59" y="connsiteY59"/>
              </a:cxn>
              <a:cxn ang="0">
                <a:pos x="connisteX60" y="connsiteY60"/>
              </a:cxn>
              <a:cxn ang="0">
                <a:pos x="connisteX61" y="connsiteY61"/>
              </a:cxn>
              <a:cxn ang="0">
                <a:pos x="connisteX62" y="connsiteY62"/>
              </a:cxn>
              <a:cxn ang="0">
                <a:pos x="connisteX63" y="connsiteY63"/>
              </a:cxn>
              <a:cxn ang="0">
                <a:pos x="connisteX64" y="connsiteY64"/>
              </a:cxn>
              <a:cxn ang="0">
                <a:pos x="connisteX65" y="connsiteY65"/>
              </a:cxn>
              <a:cxn ang="0">
                <a:pos x="connisteX66" y="connsiteY66"/>
              </a:cxn>
              <a:cxn ang="0">
                <a:pos x="connisteX67" y="connsiteY67"/>
              </a:cxn>
              <a:cxn ang="0">
                <a:pos x="connisteX68" y="connsiteY68"/>
              </a:cxn>
              <a:cxn ang="0">
                <a:pos x="connisteX69" y="connsiteY69"/>
              </a:cxn>
              <a:cxn ang="0">
                <a:pos x="connisteX70" y="connsiteY70"/>
              </a:cxn>
              <a:cxn ang="0">
                <a:pos x="connisteX71" y="connsiteY71"/>
              </a:cxn>
              <a:cxn ang="0">
                <a:pos x="connisteX72" y="connsiteY72"/>
              </a:cxn>
              <a:cxn ang="0">
                <a:pos x="connisteX73" y="connsiteY73"/>
              </a:cxn>
              <a:cxn ang="0">
                <a:pos x="connisteX74" y="connsiteY74"/>
              </a:cxn>
              <a:cxn ang="0">
                <a:pos x="connisteX75" y="connsiteY75"/>
              </a:cxn>
              <a:cxn ang="0">
                <a:pos x="connisteX76" y="connsiteY76"/>
              </a:cxn>
              <a:cxn ang="0">
                <a:pos x="connisteX77" y="connsiteY77"/>
              </a:cxn>
              <a:cxn ang="0">
                <a:pos x="connisteX78" y="connsiteY78"/>
              </a:cxn>
              <a:cxn ang="0">
                <a:pos x="connisteX79" y="connsiteY79"/>
              </a:cxn>
              <a:cxn ang="0">
                <a:pos x="connisteX80" y="connsiteY80"/>
              </a:cxn>
            </a:cxnLst>
            <a:rect l="l" t="t" r="r" b="b"/>
            <a:pathLst>
              <a:path w="2365642" h="1747167">
                <a:moveTo>
                  <a:pt x="859281" y="1411"/>
                </a:moveTo>
                <a:cubicBezTo>
                  <a:pt x="875156" y="1411"/>
                  <a:pt x="914526" y="1411"/>
                  <a:pt x="945006" y="1411"/>
                </a:cubicBezTo>
                <a:cubicBezTo>
                  <a:pt x="975486" y="1411"/>
                  <a:pt x="978661" y="1411"/>
                  <a:pt x="1012951" y="1411"/>
                </a:cubicBezTo>
                <a:cubicBezTo>
                  <a:pt x="1047241" y="1411"/>
                  <a:pt x="1081531" y="1411"/>
                  <a:pt x="1115821" y="1411"/>
                </a:cubicBezTo>
                <a:cubicBezTo>
                  <a:pt x="1150111" y="1411"/>
                  <a:pt x="1153921" y="-1764"/>
                  <a:pt x="1184401" y="1411"/>
                </a:cubicBezTo>
                <a:cubicBezTo>
                  <a:pt x="1214881" y="4586"/>
                  <a:pt x="1235201" y="11571"/>
                  <a:pt x="1269491" y="18556"/>
                </a:cubicBezTo>
                <a:cubicBezTo>
                  <a:pt x="1303781" y="25541"/>
                  <a:pt x="1324101" y="28716"/>
                  <a:pt x="1355216" y="35701"/>
                </a:cubicBezTo>
                <a:cubicBezTo>
                  <a:pt x="1386331" y="42686"/>
                  <a:pt x="1396491" y="49671"/>
                  <a:pt x="1423796" y="52846"/>
                </a:cubicBezTo>
                <a:cubicBezTo>
                  <a:pt x="1451101" y="56021"/>
                  <a:pt x="1461261" y="45861"/>
                  <a:pt x="1491741" y="52846"/>
                </a:cubicBezTo>
                <a:cubicBezTo>
                  <a:pt x="1522221" y="59831"/>
                  <a:pt x="1543176" y="73801"/>
                  <a:pt x="1577466" y="87136"/>
                </a:cubicBezTo>
                <a:cubicBezTo>
                  <a:pt x="1611756" y="100471"/>
                  <a:pt x="1632711" y="110631"/>
                  <a:pt x="1663191" y="120791"/>
                </a:cubicBezTo>
                <a:cubicBezTo>
                  <a:pt x="1693671" y="130951"/>
                  <a:pt x="1703831" y="130951"/>
                  <a:pt x="1731136" y="137936"/>
                </a:cubicBezTo>
                <a:cubicBezTo>
                  <a:pt x="1758441" y="144921"/>
                  <a:pt x="1768601" y="144921"/>
                  <a:pt x="1799716" y="155081"/>
                </a:cubicBezTo>
                <a:cubicBezTo>
                  <a:pt x="1830831" y="165241"/>
                  <a:pt x="1851151" y="175401"/>
                  <a:pt x="1885441" y="189371"/>
                </a:cubicBezTo>
                <a:cubicBezTo>
                  <a:pt x="1919731" y="203341"/>
                  <a:pt x="1940051" y="209691"/>
                  <a:pt x="1970531" y="223661"/>
                </a:cubicBezTo>
                <a:cubicBezTo>
                  <a:pt x="2001011" y="237631"/>
                  <a:pt x="2007996" y="233821"/>
                  <a:pt x="2039111" y="257951"/>
                </a:cubicBezTo>
                <a:cubicBezTo>
                  <a:pt x="2070226" y="282081"/>
                  <a:pt x="2097531" y="309386"/>
                  <a:pt x="2124836" y="343676"/>
                </a:cubicBezTo>
                <a:cubicBezTo>
                  <a:pt x="2152141" y="377966"/>
                  <a:pt x="2152141" y="394476"/>
                  <a:pt x="2176271" y="428766"/>
                </a:cubicBezTo>
                <a:cubicBezTo>
                  <a:pt x="2200401" y="463056"/>
                  <a:pt x="2223896" y="483376"/>
                  <a:pt x="2244216" y="514491"/>
                </a:cubicBezTo>
                <a:cubicBezTo>
                  <a:pt x="2264536" y="545606"/>
                  <a:pt x="2261361" y="555766"/>
                  <a:pt x="2278506" y="583071"/>
                </a:cubicBezTo>
                <a:cubicBezTo>
                  <a:pt x="2295651" y="610376"/>
                  <a:pt x="2315971" y="623711"/>
                  <a:pt x="2329941" y="651016"/>
                </a:cubicBezTo>
                <a:cubicBezTo>
                  <a:pt x="2343911" y="678321"/>
                  <a:pt x="2340101" y="692291"/>
                  <a:pt x="2347086" y="719596"/>
                </a:cubicBezTo>
                <a:cubicBezTo>
                  <a:pt x="2354071" y="746901"/>
                  <a:pt x="2361056" y="760871"/>
                  <a:pt x="2364231" y="788176"/>
                </a:cubicBezTo>
                <a:cubicBezTo>
                  <a:pt x="2367406" y="815481"/>
                  <a:pt x="2364231" y="829451"/>
                  <a:pt x="2364231" y="856756"/>
                </a:cubicBezTo>
                <a:cubicBezTo>
                  <a:pt x="2364231" y="884061"/>
                  <a:pt x="2364231" y="897396"/>
                  <a:pt x="2364231" y="924701"/>
                </a:cubicBezTo>
                <a:cubicBezTo>
                  <a:pt x="2364231" y="952006"/>
                  <a:pt x="2367406" y="965976"/>
                  <a:pt x="2364231" y="993281"/>
                </a:cubicBezTo>
                <a:cubicBezTo>
                  <a:pt x="2361056" y="1020586"/>
                  <a:pt x="2354071" y="1034556"/>
                  <a:pt x="2347086" y="1061861"/>
                </a:cubicBezTo>
                <a:cubicBezTo>
                  <a:pt x="2340101" y="1089166"/>
                  <a:pt x="2336926" y="1102501"/>
                  <a:pt x="2329941" y="1129806"/>
                </a:cubicBezTo>
                <a:cubicBezTo>
                  <a:pt x="2322956" y="1157111"/>
                  <a:pt x="2326766" y="1167271"/>
                  <a:pt x="2312796" y="1198386"/>
                </a:cubicBezTo>
                <a:cubicBezTo>
                  <a:pt x="2298826" y="1229501"/>
                  <a:pt x="2278506" y="1252996"/>
                  <a:pt x="2261361" y="1284111"/>
                </a:cubicBezTo>
                <a:cubicBezTo>
                  <a:pt x="2244216" y="1315226"/>
                  <a:pt x="2244216" y="1325386"/>
                  <a:pt x="2227071" y="1352691"/>
                </a:cubicBezTo>
                <a:cubicBezTo>
                  <a:pt x="2209926" y="1379996"/>
                  <a:pt x="2200401" y="1393331"/>
                  <a:pt x="2176271" y="1420636"/>
                </a:cubicBezTo>
                <a:cubicBezTo>
                  <a:pt x="2152141" y="1447941"/>
                  <a:pt x="2134996" y="1465086"/>
                  <a:pt x="2107691" y="1489216"/>
                </a:cubicBezTo>
                <a:cubicBezTo>
                  <a:pt x="2080386" y="1513346"/>
                  <a:pt x="2069591" y="1520331"/>
                  <a:pt x="2039111" y="1540651"/>
                </a:cubicBezTo>
                <a:cubicBezTo>
                  <a:pt x="2008631" y="1560971"/>
                  <a:pt x="1988311" y="1571766"/>
                  <a:pt x="1954021" y="1592086"/>
                </a:cubicBezTo>
                <a:cubicBezTo>
                  <a:pt x="1919731" y="1612406"/>
                  <a:pt x="1899411" y="1629551"/>
                  <a:pt x="1868296" y="1642886"/>
                </a:cubicBezTo>
                <a:cubicBezTo>
                  <a:pt x="1837181" y="1656221"/>
                  <a:pt x="1830831" y="1653046"/>
                  <a:pt x="1799716" y="1660031"/>
                </a:cubicBezTo>
                <a:cubicBezTo>
                  <a:pt x="1768601" y="1667016"/>
                  <a:pt x="1748281" y="1670191"/>
                  <a:pt x="1713991" y="1677176"/>
                </a:cubicBezTo>
                <a:cubicBezTo>
                  <a:pt x="1679701" y="1684161"/>
                  <a:pt x="1663191" y="1691146"/>
                  <a:pt x="1628901" y="1694321"/>
                </a:cubicBezTo>
                <a:cubicBezTo>
                  <a:pt x="1594611" y="1697496"/>
                  <a:pt x="1580641" y="1691146"/>
                  <a:pt x="1543176" y="1694321"/>
                </a:cubicBezTo>
                <a:cubicBezTo>
                  <a:pt x="1505711" y="1697496"/>
                  <a:pt x="1475231" y="1704481"/>
                  <a:pt x="1440941" y="1711466"/>
                </a:cubicBezTo>
                <a:cubicBezTo>
                  <a:pt x="1406651" y="1718451"/>
                  <a:pt x="1399666" y="1721626"/>
                  <a:pt x="1372361" y="1728611"/>
                </a:cubicBezTo>
                <a:cubicBezTo>
                  <a:pt x="1345056" y="1735596"/>
                  <a:pt x="1331086" y="1742581"/>
                  <a:pt x="1303781" y="1745756"/>
                </a:cubicBezTo>
                <a:cubicBezTo>
                  <a:pt x="1276476" y="1748931"/>
                  <a:pt x="1262506" y="1745756"/>
                  <a:pt x="1235201" y="1745756"/>
                </a:cubicBezTo>
                <a:cubicBezTo>
                  <a:pt x="1207896" y="1745756"/>
                  <a:pt x="1194561" y="1748931"/>
                  <a:pt x="1167256" y="1745756"/>
                </a:cubicBezTo>
                <a:cubicBezTo>
                  <a:pt x="1139951" y="1742581"/>
                  <a:pt x="1125981" y="1735596"/>
                  <a:pt x="1098676" y="1728611"/>
                </a:cubicBezTo>
                <a:cubicBezTo>
                  <a:pt x="1071371" y="1721626"/>
                  <a:pt x="1064386" y="1714641"/>
                  <a:pt x="1030096" y="1711466"/>
                </a:cubicBezTo>
                <a:cubicBezTo>
                  <a:pt x="995806" y="1708291"/>
                  <a:pt x="962151" y="1718451"/>
                  <a:pt x="927861" y="1711466"/>
                </a:cubicBezTo>
                <a:cubicBezTo>
                  <a:pt x="893571" y="1704481"/>
                  <a:pt x="886586" y="1687336"/>
                  <a:pt x="859281" y="1677176"/>
                </a:cubicBezTo>
                <a:cubicBezTo>
                  <a:pt x="831976" y="1667016"/>
                  <a:pt x="818006" y="1670191"/>
                  <a:pt x="790701" y="1660031"/>
                </a:cubicBezTo>
                <a:cubicBezTo>
                  <a:pt x="763396" y="1649871"/>
                  <a:pt x="756411" y="1635901"/>
                  <a:pt x="722121" y="1625741"/>
                </a:cubicBezTo>
                <a:cubicBezTo>
                  <a:pt x="687831" y="1615581"/>
                  <a:pt x="654176" y="1615581"/>
                  <a:pt x="619886" y="1608596"/>
                </a:cubicBezTo>
                <a:cubicBezTo>
                  <a:pt x="585596" y="1601611"/>
                  <a:pt x="581786" y="1605421"/>
                  <a:pt x="551306" y="1592086"/>
                </a:cubicBezTo>
                <a:cubicBezTo>
                  <a:pt x="520826" y="1578751"/>
                  <a:pt x="500506" y="1560971"/>
                  <a:pt x="466216" y="1540651"/>
                </a:cubicBezTo>
                <a:cubicBezTo>
                  <a:pt x="431926" y="1520331"/>
                  <a:pt x="411606" y="1509536"/>
                  <a:pt x="380491" y="1489216"/>
                </a:cubicBezTo>
                <a:cubicBezTo>
                  <a:pt x="349376" y="1468896"/>
                  <a:pt x="336041" y="1461911"/>
                  <a:pt x="311911" y="1437781"/>
                </a:cubicBezTo>
                <a:cubicBezTo>
                  <a:pt x="287781" y="1413651"/>
                  <a:pt x="284606" y="1396506"/>
                  <a:pt x="260476" y="1369201"/>
                </a:cubicBezTo>
                <a:cubicBezTo>
                  <a:pt x="236346" y="1341896"/>
                  <a:pt x="212851" y="1331736"/>
                  <a:pt x="192531" y="1301256"/>
                </a:cubicBezTo>
                <a:cubicBezTo>
                  <a:pt x="172211" y="1270776"/>
                  <a:pt x="175386" y="1246646"/>
                  <a:pt x="158241" y="1215531"/>
                </a:cubicBezTo>
                <a:cubicBezTo>
                  <a:pt x="141096" y="1184416"/>
                  <a:pt x="120776" y="1174256"/>
                  <a:pt x="106806" y="1146951"/>
                </a:cubicBezTo>
                <a:cubicBezTo>
                  <a:pt x="92836" y="1119646"/>
                  <a:pt x="99821" y="1109486"/>
                  <a:pt x="89661" y="1079006"/>
                </a:cubicBezTo>
                <a:cubicBezTo>
                  <a:pt x="79501" y="1048526"/>
                  <a:pt x="62356" y="1024396"/>
                  <a:pt x="55371" y="993281"/>
                </a:cubicBezTo>
                <a:cubicBezTo>
                  <a:pt x="48386" y="962166"/>
                  <a:pt x="58546" y="952006"/>
                  <a:pt x="55371" y="924701"/>
                </a:cubicBezTo>
                <a:cubicBezTo>
                  <a:pt x="52196" y="897396"/>
                  <a:pt x="45211" y="884061"/>
                  <a:pt x="38226" y="856756"/>
                </a:cubicBezTo>
                <a:cubicBezTo>
                  <a:pt x="31241" y="829451"/>
                  <a:pt x="28066" y="815481"/>
                  <a:pt x="21081" y="788176"/>
                </a:cubicBezTo>
                <a:cubicBezTo>
                  <a:pt x="14096" y="760871"/>
                  <a:pt x="7111" y="746901"/>
                  <a:pt x="3936" y="719596"/>
                </a:cubicBezTo>
                <a:cubicBezTo>
                  <a:pt x="761" y="692291"/>
                  <a:pt x="-3049" y="678321"/>
                  <a:pt x="3936" y="651016"/>
                </a:cubicBezTo>
                <a:cubicBezTo>
                  <a:pt x="10921" y="623711"/>
                  <a:pt x="21081" y="610376"/>
                  <a:pt x="38226" y="583071"/>
                </a:cubicBezTo>
                <a:cubicBezTo>
                  <a:pt x="55371" y="555766"/>
                  <a:pt x="69341" y="541796"/>
                  <a:pt x="89661" y="514491"/>
                </a:cubicBezTo>
                <a:cubicBezTo>
                  <a:pt x="109981" y="487186"/>
                  <a:pt x="116966" y="473216"/>
                  <a:pt x="141096" y="445911"/>
                </a:cubicBezTo>
                <a:cubicBezTo>
                  <a:pt x="165226" y="418606"/>
                  <a:pt x="182371" y="404636"/>
                  <a:pt x="209676" y="377331"/>
                </a:cubicBezTo>
                <a:cubicBezTo>
                  <a:pt x="236981" y="350026"/>
                  <a:pt x="250316" y="333516"/>
                  <a:pt x="277621" y="309386"/>
                </a:cubicBezTo>
                <a:cubicBezTo>
                  <a:pt x="304926" y="285256"/>
                  <a:pt x="318896" y="278271"/>
                  <a:pt x="346201" y="257951"/>
                </a:cubicBezTo>
                <a:cubicBezTo>
                  <a:pt x="373506" y="237631"/>
                  <a:pt x="387476" y="223661"/>
                  <a:pt x="414781" y="206516"/>
                </a:cubicBezTo>
                <a:cubicBezTo>
                  <a:pt x="442086" y="189371"/>
                  <a:pt x="452246" y="186196"/>
                  <a:pt x="482726" y="172226"/>
                </a:cubicBezTo>
                <a:cubicBezTo>
                  <a:pt x="513206" y="158256"/>
                  <a:pt x="537336" y="148096"/>
                  <a:pt x="568451" y="137936"/>
                </a:cubicBezTo>
                <a:cubicBezTo>
                  <a:pt x="599566" y="127776"/>
                  <a:pt x="609726" y="127776"/>
                  <a:pt x="637031" y="120791"/>
                </a:cubicBezTo>
                <a:cubicBezTo>
                  <a:pt x="664336" y="113806"/>
                  <a:pt x="678306" y="114441"/>
                  <a:pt x="705611" y="104281"/>
                </a:cubicBezTo>
                <a:cubicBezTo>
                  <a:pt x="732916" y="94121"/>
                  <a:pt x="746251" y="83961"/>
                  <a:pt x="773556" y="69991"/>
                </a:cubicBezTo>
                <a:cubicBezTo>
                  <a:pt x="800861" y="56021"/>
                  <a:pt x="814831" y="45861"/>
                  <a:pt x="842136" y="35701"/>
                </a:cubicBezTo>
                <a:cubicBezTo>
                  <a:pt x="869441" y="25541"/>
                  <a:pt x="898651" y="21096"/>
                  <a:pt x="910716" y="18556"/>
                </a:cubicBezTo>
              </a:path>
            </a:pathLst>
          </a:cu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5882640" y="4401185"/>
            <a:ext cx="3663315" cy="2475230"/>
          </a:xfrm>
          <a:custGeom>
            <a:avLst/>
            <a:gdLst>
              <a:gd name="connisteX0" fmla="*/ 859280 w 2365641"/>
              <a:gd name="connsiteY0" fmla="*/ 1411 h 1747167"/>
              <a:gd name="connisteX1" fmla="*/ 945005 w 2365641"/>
              <a:gd name="connsiteY1" fmla="*/ 1411 h 1747167"/>
              <a:gd name="connisteX2" fmla="*/ 1012950 w 2365641"/>
              <a:gd name="connsiteY2" fmla="*/ 1411 h 1747167"/>
              <a:gd name="connisteX3" fmla="*/ 1115820 w 2365641"/>
              <a:gd name="connsiteY3" fmla="*/ 1411 h 1747167"/>
              <a:gd name="connisteX4" fmla="*/ 1184400 w 2365641"/>
              <a:gd name="connsiteY4" fmla="*/ 1411 h 1747167"/>
              <a:gd name="connisteX5" fmla="*/ 1269490 w 2365641"/>
              <a:gd name="connsiteY5" fmla="*/ 18556 h 1747167"/>
              <a:gd name="connisteX6" fmla="*/ 1355215 w 2365641"/>
              <a:gd name="connsiteY6" fmla="*/ 35701 h 1747167"/>
              <a:gd name="connisteX7" fmla="*/ 1423795 w 2365641"/>
              <a:gd name="connsiteY7" fmla="*/ 52846 h 1747167"/>
              <a:gd name="connisteX8" fmla="*/ 1491740 w 2365641"/>
              <a:gd name="connsiteY8" fmla="*/ 52846 h 1747167"/>
              <a:gd name="connisteX9" fmla="*/ 1577465 w 2365641"/>
              <a:gd name="connsiteY9" fmla="*/ 87136 h 1747167"/>
              <a:gd name="connisteX10" fmla="*/ 1663190 w 2365641"/>
              <a:gd name="connsiteY10" fmla="*/ 120791 h 1747167"/>
              <a:gd name="connisteX11" fmla="*/ 1731135 w 2365641"/>
              <a:gd name="connsiteY11" fmla="*/ 137936 h 1747167"/>
              <a:gd name="connisteX12" fmla="*/ 1799715 w 2365641"/>
              <a:gd name="connsiteY12" fmla="*/ 155081 h 1747167"/>
              <a:gd name="connisteX13" fmla="*/ 1885440 w 2365641"/>
              <a:gd name="connsiteY13" fmla="*/ 189371 h 1747167"/>
              <a:gd name="connisteX14" fmla="*/ 1970530 w 2365641"/>
              <a:gd name="connsiteY14" fmla="*/ 223661 h 1747167"/>
              <a:gd name="connisteX15" fmla="*/ 2039110 w 2365641"/>
              <a:gd name="connsiteY15" fmla="*/ 257951 h 1747167"/>
              <a:gd name="connisteX16" fmla="*/ 2124835 w 2365641"/>
              <a:gd name="connsiteY16" fmla="*/ 343676 h 1747167"/>
              <a:gd name="connisteX17" fmla="*/ 2176270 w 2365641"/>
              <a:gd name="connsiteY17" fmla="*/ 428766 h 1747167"/>
              <a:gd name="connisteX18" fmla="*/ 2244215 w 2365641"/>
              <a:gd name="connsiteY18" fmla="*/ 514491 h 1747167"/>
              <a:gd name="connisteX19" fmla="*/ 2278505 w 2365641"/>
              <a:gd name="connsiteY19" fmla="*/ 583071 h 1747167"/>
              <a:gd name="connisteX20" fmla="*/ 2329940 w 2365641"/>
              <a:gd name="connsiteY20" fmla="*/ 651016 h 1747167"/>
              <a:gd name="connisteX21" fmla="*/ 2347085 w 2365641"/>
              <a:gd name="connsiteY21" fmla="*/ 719596 h 1747167"/>
              <a:gd name="connisteX22" fmla="*/ 2364230 w 2365641"/>
              <a:gd name="connsiteY22" fmla="*/ 788176 h 1747167"/>
              <a:gd name="connisteX23" fmla="*/ 2364230 w 2365641"/>
              <a:gd name="connsiteY23" fmla="*/ 856756 h 1747167"/>
              <a:gd name="connisteX24" fmla="*/ 2364230 w 2365641"/>
              <a:gd name="connsiteY24" fmla="*/ 924701 h 1747167"/>
              <a:gd name="connisteX25" fmla="*/ 2364230 w 2365641"/>
              <a:gd name="connsiteY25" fmla="*/ 993281 h 1747167"/>
              <a:gd name="connisteX26" fmla="*/ 2347085 w 2365641"/>
              <a:gd name="connsiteY26" fmla="*/ 1061861 h 1747167"/>
              <a:gd name="connisteX27" fmla="*/ 2329940 w 2365641"/>
              <a:gd name="connsiteY27" fmla="*/ 1129806 h 1747167"/>
              <a:gd name="connisteX28" fmla="*/ 2312795 w 2365641"/>
              <a:gd name="connsiteY28" fmla="*/ 1198386 h 1747167"/>
              <a:gd name="connisteX29" fmla="*/ 2261360 w 2365641"/>
              <a:gd name="connsiteY29" fmla="*/ 1284111 h 1747167"/>
              <a:gd name="connisteX30" fmla="*/ 2227070 w 2365641"/>
              <a:gd name="connsiteY30" fmla="*/ 1352691 h 1747167"/>
              <a:gd name="connisteX31" fmla="*/ 2176270 w 2365641"/>
              <a:gd name="connsiteY31" fmla="*/ 1420636 h 1747167"/>
              <a:gd name="connisteX32" fmla="*/ 2107690 w 2365641"/>
              <a:gd name="connsiteY32" fmla="*/ 1489216 h 1747167"/>
              <a:gd name="connisteX33" fmla="*/ 2039110 w 2365641"/>
              <a:gd name="connsiteY33" fmla="*/ 1540651 h 1747167"/>
              <a:gd name="connisteX34" fmla="*/ 1954020 w 2365641"/>
              <a:gd name="connsiteY34" fmla="*/ 1592086 h 1747167"/>
              <a:gd name="connisteX35" fmla="*/ 1868295 w 2365641"/>
              <a:gd name="connsiteY35" fmla="*/ 1642886 h 1747167"/>
              <a:gd name="connisteX36" fmla="*/ 1799715 w 2365641"/>
              <a:gd name="connsiteY36" fmla="*/ 1660031 h 1747167"/>
              <a:gd name="connisteX37" fmla="*/ 1713990 w 2365641"/>
              <a:gd name="connsiteY37" fmla="*/ 1677176 h 1747167"/>
              <a:gd name="connisteX38" fmla="*/ 1628900 w 2365641"/>
              <a:gd name="connsiteY38" fmla="*/ 1694321 h 1747167"/>
              <a:gd name="connisteX39" fmla="*/ 1543175 w 2365641"/>
              <a:gd name="connsiteY39" fmla="*/ 1694321 h 1747167"/>
              <a:gd name="connisteX40" fmla="*/ 1440940 w 2365641"/>
              <a:gd name="connsiteY40" fmla="*/ 1711466 h 1747167"/>
              <a:gd name="connisteX41" fmla="*/ 1372360 w 2365641"/>
              <a:gd name="connsiteY41" fmla="*/ 1728611 h 1747167"/>
              <a:gd name="connisteX42" fmla="*/ 1303780 w 2365641"/>
              <a:gd name="connsiteY42" fmla="*/ 1745756 h 1747167"/>
              <a:gd name="connisteX43" fmla="*/ 1235200 w 2365641"/>
              <a:gd name="connsiteY43" fmla="*/ 1745756 h 1747167"/>
              <a:gd name="connisteX44" fmla="*/ 1167255 w 2365641"/>
              <a:gd name="connsiteY44" fmla="*/ 1745756 h 1747167"/>
              <a:gd name="connisteX45" fmla="*/ 1098675 w 2365641"/>
              <a:gd name="connsiteY45" fmla="*/ 1728611 h 1747167"/>
              <a:gd name="connisteX46" fmla="*/ 1030095 w 2365641"/>
              <a:gd name="connsiteY46" fmla="*/ 1711466 h 1747167"/>
              <a:gd name="connisteX47" fmla="*/ 927860 w 2365641"/>
              <a:gd name="connsiteY47" fmla="*/ 1711466 h 1747167"/>
              <a:gd name="connisteX48" fmla="*/ 859280 w 2365641"/>
              <a:gd name="connsiteY48" fmla="*/ 1677176 h 1747167"/>
              <a:gd name="connisteX49" fmla="*/ 790700 w 2365641"/>
              <a:gd name="connsiteY49" fmla="*/ 1660031 h 1747167"/>
              <a:gd name="connisteX50" fmla="*/ 722120 w 2365641"/>
              <a:gd name="connsiteY50" fmla="*/ 1625741 h 1747167"/>
              <a:gd name="connisteX51" fmla="*/ 619885 w 2365641"/>
              <a:gd name="connsiteY51" fmla="*/ 1608596 h 1747167"/>
              <a:gd name="connisteX52" fmla="*/ 551305 w 2365641"/>
              <a:gd name="connsiteY52" fmla="*/ 1592086 h 1747167"/>
              <a:gd name="connisteX53" fmla="*/ 466215 w 2365641"/>
              <a:gd name="connsiteY53" fmla="*/ 1540651 h 1747167"/>
              <a:gd name="connisteX54" fmla="*/ 380490 w 2365641"/>
              <a:gd name="connsiteY54" fmla="*/ 1489216 h 1747167"/>
              <a:gd name="connisteX55" fmla="*/ 311910 w 2365641"/>
              <a:gd name="connsiteY55" fmla="*/ 1437781 h 1747167"/>
              <a:gd name="connisteX56" fmla="*/ 260475 w 2365641"/>
              <a:gd name="connsiteY56" fmla="*/ 1369201 h 1747167"/>
              <a:gd name="connisteX57" fmla="*/ 192530 w 2365641"/>
              <a:gd name="connsiteY57" fmla="*/ 1301256 h 1747167"/>
              <a:gd name="connisteX58" fmla="*/ 158240 w 2365641"/>
              <a:gd name="connsiteY58" fmla="*/ 1215531 h 1747167"/>
              <a:gd name="connisteX59" fmla="*/ 106805 w 2365641"/>
              <a:gd name="connsiteY59" fmla="*/ 1146951 h 1747167"/>
              <a:gd name="connisteX60" fmla="*/ 89660 w 2365641"/>
              <a:gd name="connsiteY60" fmla="*/ 1079006 h 1747167"/>
              <a:gd name="connisteX61" fmla="*/ 55370 w 2365641"/>
              <a:gd name="connsiteY61" fmla="*/ 993281 h 1747167"/>
              <a:gd name="connisteX62" fmla="*/ 55370 w 2365641"/>
              <a:gd name="connsiteY62" fmla="*/ 924701 h 1747167"/>
              <a:gd name="connisteX63" fmla="*/ 38225 w 2365641"/>
              <a:gd name="connsiteY63" fmla="*/ 856756 h 1747167"/>
              <a:gd name="connisteX64" fmla="*/ 21080 w 2365641"/>
              <a:gd name="connsiteY64" fmla="*/ 788176 h 1747167"/>
              <a:gd name="connisteX65" fmla="*/ 3935 w 2365641"/>
              <a:gd name="connsiteY65" fmla="*/ 719596 h 1747167"/>
              <a:gd name="connisteX66" fmla="*/ 3935 w 2365641"/>
              <a:gd name="connsiteY66" fmla="*/ 651016 h 1747167"/>
              <a:gd name="connisteX67" fmla="*/ 38225 w 2365641"/>
              <a:gd name="connsiteY67" fmla="*/ 583071 h 1747167"/>
              <a:gd name="connisteX68" fmla="*/ 89660 w 2365641"/>
              <a:gd name="connsiteY68" fmla="*/ 514491 h 1747167"/>
              <a:gd name="connisteX69" fmla="*/ 141095 w 2365641"/>
              <a:gd name="connsiteY69" fmla="*/ 445911 h 1747167"/>
              <a:gd name="connisteX70" fmla="*/ 209675 w 2365641"/>
              <a:gd name="connsiteY70" fmla="*/ 377331 h 1747167"/>
              <a:gd name="connisteX71" fmla="*/ 277620 w 2365641"/>
              <a:gd name="connsiteY71" fmla="*/ 309386 h 1747167"/>
              <a:gd name="connisteX72" fmla="*/ 346200 w 2365641"/>
              <a:gd name="connsiteY72" fmla="*/ 257951 h 1747167"/>
              <a:gd name="connisteX73" fmla="*/ 414780 w 2365641"/>
              <a:gd name="connsiteY73" fmla="*/ 206516 h 1747167"/>
              <a:gd name="connisteX74" fmla="*/ 482725 w 2365641"/>
              <a:gd name="connsiteY74" fmla="*/ 172226 h 1747167"/>
              <a:gd name="connisteX75" fmla="*/ 568450 w 2365641"/>
              <a:gd name="connsiteY75" fmla="*/ 137936 h 1747167"/>
              <a:gd name="connisteX76" fmla="*/ 637030 w 2365641"/>
              <a:gd name="connsiteY76" fmla="*/ 120791 h 1747167"/>
              <a:gd name="connisteX77" fmla="*/ 705610 w 2365641"/>
              <a:gd name="connsiteY77" fmla="*/ 104281 h 1747167"/>
              <a:gd name="connisteX78" fmla="*/ 773555 w 2365641"/>
              <a:gd name="connsiteY78" fmla="*/ 69991 h 1747167"/>
              <a:gd name="connisteX79" fmla="*/ 842135 w 2365641"/>
              <a:gd name="connsiteY79" fmla="*/ 35701 h 1747167"/>
              <a:gd name="connisteX80" fmla="*/ 910715 w 2365641"/>
              <a:gd name="connsiteY80" fmla="*/ 18556 h 174716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  <a:cxn ang="0">
                <a:pos x="connisteX48" y="connsiteY48"/>
              </a:cxn>
              <a:cxn ang="0">
                <a:pos x="connisteX49" y="connsiteY49"/>
              </a:cxn>
              <a:cxn ang="0">
                <a:pos x="connisteX50" y="connsiteY50"/>
              </a:cxn>
              <a:cxn ang="0">
                <a:pos x="connisteX51" y="connsiteY51"/>
              </a:cxn>
              <a:cxn ang="0">
                <a:pos x="connisteX52" y="connsiteY52"/>
              </a:cxn>
              <a:cxn ang="0">
                <a:pos x="connisteX53" y="connsiteY53"/>
              </a:cxn>
              <a:cxn ang="0">
                <a:pos x="connisteX54" y="connsiteY54"/>
              </a:cxn>
              <a:cxn ang="0">
                <a:pos x="connisteX55" y="connsiteY55"/>
              </a:cxn>
              <a:cxn ang="0">
                <a:pos x="connisteX56" y="connsiteY56"/>
              </a:cxn>
              <a:cxn ang="0">
                <a:pos x="connisteX57" y="connsiteY57"/>
              </a:cxn>
              <a:cxn ang="0">
                <a:pos x="connisteX58" y="connsiteY58"/>
              </a:cxn>
              <a:cxn ang="0">
                <a:pos x="connisteX59" y="connsiteY59"/>
              </a:cxn>
              <a:cxn ang="0">
                <a:pos x="connisteX60" y="connsiteY60"/>
              </a:cxn>
              <a:cxn ang="0">
                <a:pos x="connisteX61" y="connsiteY61"/>
              </a:cxn>
              <a:cxn ang="0">
                <a:pos x="connisteX62" y="connsiteY62"/>
              </a:cxn>
              <a:cxn ang="0">
                <a:pos x="connisteX63" y="connsiteY63"/>
              </a:cxn>
              <a:cxn ang="0">
                <a:pos x="connisteX64" y="connsiteY64"/>
              </a:cxn>
              <a:cxn ang="0">
                <a:pos x="connisteX65" y="connsiteY65"/>
              </a:cxn>
              <a:cxn ang="0">
                <a:pos x="connisteX66" y="connsiteY66"/>
              </a:cxn>
              <a:cxn ang="0">
                <a:pos x="connisteX67" y="connsiteY67"/>
              </a:cxn>
              <a:cxn ang="0">
                <a:pos x="connisteX68" y="connsiteY68"/>
              </a:cxn>
              <a:cxn ang="0">
                <a:pos x="connisteX69" y="connsiteY69"/>
              </a:cxn>
              <a:cxn ang="0">
                <a:pos x="connisteX70" y="connsiteY70"/>
              </a:cxn>
              <a:cxn ang="0">
                <a:pos x="connisteX71" y="connsiteY71"/>
              </a:cxn>
              <a:cxn ang="0">
                <a:pos x="connisteX72" y="connsiteY72"/>
              </a:cxn>
              <a:cxn ang="0">
                <a:pos x="connisteX73" y="connsiteY73"/>
              </a:cxn>
              <a:cxn ang="0">
                <a:pos x="connisteX74" y="connsiteY74"/>
              </a:cxn>
              <a:cxn ang="0">
                <a:pos x="connisteX75" y="connsiteY75"/>
              </a:cxn>
              <a:cxn ang="0">
                <a:pos x="connisteX76" y="connsiteY76"/>
              </a:cxn>
              <a:cxn ang="0">
                <a:pos x="connisteX77" y="connsiteY77"/>
              </a:cxn>
              <a:cxn ang="0">
                <a:pos x="connisteX78" y="connsiteY78"/>
              </a:cxn>
              <a:cxn ang="0">
                <a:pos x="connisteX79" y="connsiteY79"/>
              </a:cxn>
              <a:cxn ang="0">
                <a:pos x="connisteX80" y="connsiteY80"/>
              </a:cxn>
            </a:cxnLst>
            <a:rect l="l" t="t" r="r" b="b"/>
            <a:pathLst>
              <a:path w="2365642" h="1747167">
                <a:moveTo>
                  <a:pt x="859281" y="1411"/>
                </a:moveTo>
                <a:cubicBezTo>
                  <a:pt x="875156" y="1411"/>
                  <a:pt x="914526" y="1411"/>
                  <a:pt x="945006" y="1411"/>
                </a:cubicBezTo>
                <a:cubicBezTo>
                  <a:pt x="975486" y="1411"/>
                  <a:pt x="978661" y="1411"/>
                  <a:pt x="1012951" y="1411"/>
                </a:cubicBezTo>
                <a:cubicBezTo>
                  <a:pt x="1047241" y="1411"/>
                  <a:pt x="1081531" y="1411"/>
                  <a:pt x="1115821" y="1411"/>
                </a:cubicBezTo>
                <a:cubicBezTo>
                  <a:pt x="1150111" y="1411"/>
                  <a:pt x="1153921" y="-1764"/>
                  <a:pt x="1184401" y="1411"/>
                </a:cubicBezTo>
                <a:cubicBezTo>
                  <a:pt x="1214881" y="4586"/>
                  <a:pt x="1235201" y="11571"/>
                  <a:pt x="1269491" y="18556"/>
                </a:cubicBezTo>
                <a:cubicBezTo>
                  <a:pt x="1303781" y="25541"/>
                  <a:pt x="1324101" y="28716"/>
                  <a:pt x="1355216" y="35701"/>
                </a:cubicBezTo>
                <a:cubicBezTo>
                  <a:pt x="1386331" y="42686"/>
                  <a:pt x="1396491" y="49671"/>
                  <a:pt x="1423796" y="52846"/>
                </a:cubicBezTo>
                <a:cubicBezTo>
                  <a:pt x="1451101" y="56021"/>
                  <a:pt x="1461261" y="45861"/>
                  <a:pt x="1491741" y="52846"/>
                </a:cubicBezTo>
                <a:cubicBezTo>
                  <a:pt x="1522221" y="59831"/>
                  <a:pt x="1543176" y="73801"/>
                  <a:pt x="1577466" y="87136"/>
                </a:cubicBezTo>
                <a:cubicBezTo>
                  <a:pt x="1611756" y="100471"/>
                  <a:pt x="1632711" y="110631"/>
                  <a:pt x="1663191" y="120791"/>
                </a:cubicBezTo>
                <a:cubicBezTo>
                  <a:pt x="1693671" y="130951"/>
                  <a:pt x="1703831" y="130951"/>
                  <a:pt x="1731136" y="137936"/>
                </a:cubicBezTo>
                <a:cubicBezTo>
                  <a:pt x="1758441" y="144921"/>
                  <a:pt x="1768601" y="144921"/>
                  <a:pt x="1799716" y="155081"/>
                </a:cubicBezTo>
                <a:cubicBezTo>
                  <a:pt x="1830831" y="165241"/>
                  <a:pt x="1851151" y="175401"/>
                  <a:pt x="1885441" y="189371"/>
                </a:cubicBezTo>
                <a:cubicBezTo>
                  <a:pt x="1919731" y="203341"/>
                  <a:pt x="1940051" y="209691"/>
                  <a:pt x="1970531" y="223661"/>
                </a:cubicBezTo>
                <a:cubicBezTo>
                  <a:pt x="2001011" y="237631"/>
                  <a:pt x="2007996" y="233821"/>
                  <a:pt x="2039111" y="257951"/>
                </a:cubicBezTo>
                <a:cubicBezTo>
                  <a:pt x="2070226" y="282081"/>
                  <a:pt x="2097531" y="309386"/>
                  <a:pt x="2124836" y="343676"/>
                </a:cubicBezTo>
                <a:cubicBezTo>
                  <a:pt x="2152141" y="377966"/>
                  <a:pt x="2152141" y="394476"/>
                  <a:pt x="2176271" y="428766"/>
                </a:cubicBezTo>
                <a:cubicBezTo>
                  <a:pt x="2200401" y="463056"/>
                  <a:pt x="2223896" y="483376"/>
                  <a:pt x="2244216" y="514491"/>
                </a:cubicBezTo>
                <a:cubicBezTo>
                  <a:pt x="2264536" y="545606"/>
                  <a:pt x="2261361" y="555766"/>
                  <a:pt x="2278506" y="583071"/>
                </a:cubicBezTo>
                <a:cubicBezTo>
                  <a:pt x="2295651" y="610376"/>
                  <a:pt x="2315971" y="623711"/>
                  <a:pt x="2329941" y="651016"/>
                </a:cubicBezTo>
                <a:cubicBezTo>
                  <a:pt x="2343911" y="678321"/>
                  <a:pt x="2340101" y="692291"/>
                  <a:pt x="2347086" y="719596"/>
                </a:cubicBezTo>
                <a:cubicBezTo>
                  <a:pt x="2354071" y="746901"/>
                  <a:pt x="2361056" y="760871"/>
                  <a:pt x="2364231" y="788176"/>
                </a:cubicBezTo>
                <a:cubicBezTo>
                  <a:pt x="2367406" y="815481"/>
                  <a:pt x="2364231" y="829451"/>
                  <a:pt x="2364231" y="856756"/>
                </a:cubicBezTo>
                <a:cubicBezTo>
                  <a:pt x="2364231" y="884061"/>
                  <a:pt x="2364231" y="897396"/>
                  <a:pt x="2364231" y="924701"/>
                </a:cubicBezTo>
                <a:cubicBezTo>
                  <a:pt x="2364231" y="952006"/>
                  <a:pt x="2367406" y="965976"/>
                  <a:pt x="2364231" y="993281"/>
                </a:cubicBezTo>
                <a:cubicBezTo>
                  <a:pt x="2361056" y="1020586"/>
                  <a:pt x="2354071" y="1034556"/>
                  <a:pt x="2347086" y="1061861"/>
                </a:cubicBezTo>
                <a:cubicBezTo>
                  <a:pt x="2340101" y="1089166"/>
                  <a:pt x="2336926" y="1102501"/>
                  <a:pt x="2329941" y="1129806"/>
                </a:cubicBezTo>
                <a:cubicBezTo>
                  <a:pt x="2322956" y="1157111"/>
                  <a:pt x="2326766" y="1167271"/>
                  <a:pt x="2312796" y="1198386"/>
                </a:cubicBezTo>
                <a:cubicBezTo>
                  <a:pt x="2298826" y="1229501"/>
                  <a:pt x="2278506" y="1252996"/>
                  <a:pt x="2261361" y="1284111"/>
                </a:cubicBezTo>
                <a:cubicBezTo>
                  <a:pt x="2244216" y="1315226"/>
                  <a:pt x="2244216" y="1325386"/>
                  <a:pt x="2227071" y="1352691"/>
                </a:cubicBezTo>
                <a:cubicBezTo>
                  <a:pt x="2209926" y="1379996"/>
                  <a:pt x="2200401" y="1393331"/>
                  <a:pt x="2176271" y="1420636"/>
                </a:cubicBezTo>
                <a:cubicBezTo>
                  <a:pt x="2152141" y="1447941"/>
                  <a:pt x="2134996" y="1465086"/>
                  <a:pt x="2107691" y="1489216"/>
                </a:cubicBezTo>
                <a:cubicBezTo>
                  <a:pt x="2080386" y="1513346"/>
                  <a:pt x="2069591" y="1520331"/>
                  <a:pt x="2039111" y="1540651"/>
                </a:cubicBezTo>
                <a:cubicBezTo>
                  <a:pt x="2008631" y="1560971"/>
                  <a:pt x="1988311" y="1571766"/>
                  <a:pt x="1954021" y="1592086"/>
                </a:cubicBezTo>
                <a:cubicBezTo>
                  <a:pt x="1919731" y="1612406"/>
                  <a:pt x="1899411" y="1629551"/>
                  <a:pt x="1868296" y="1642886"/>
                </a:cubicBezTo>
                <a:cubicBezTo>
                  <a:pt x="1837181" y="1656221"/>
                  <a:pt x="1830831" y="1653046"/>
                  <a:pt x="1799716" y="1660031"/>
                </a:cubicBezTo>
                <a:cubicBezTo>
                  <a:pt x="1768601" y="1667016"/>
                  <a:pt x="1748281" y="1670191"/>
                  <a:pt x="1713991" y="1677176"/>
                </a:cubicBezTo>
                <a:cubicBezTo>
                  <a:pt x="1679701" y="1684161"/>
                  <a:pt x="1663191" y="1691146"/>
                  <a:pt x="1628901" y="1694321"/>
                </a:cubicBezTo>
                <a:cubicBezTo>
                  <a:pt x="1594611" y="1697496"/>
                  <a:pt x="1580641" y="1691146"/>
                  <a:pt x="1543176" y="1694321"/>
                </a:cubicBezTo>
                <a:cubicBezTo>
                  <a:pt x="1505711" y="1697496"/>
                  <a:pt x="1475231" y="1704481"/>
                  <a:pt x="1440941" y="1711466"/>
                </a:cubicBezTo>
                <a:cubicBezTo>
                  <a:pt x="1406651" y="1718451"/>
                  <a:pt x="1399666" y="1721626"/>
                  <a:pt x="1372361" y="1728611"/>
                </a:cubicBezTo>
                <a:cubicBezTo>
                  <a:pt x="1345056" y="1735596"/>
                  <a:pt x="1331086" y="1742581"/>
                  <a:pt x="1303781" y="1745756"/>
                </a:cubicBezTo>
                <a:cubicBezTo>
                  <a:pt x="1276476" y="1748931"/>
                  <a:pt x="1262506" y="1745756"/>
                  <a:pt x="1235201" y="1745756"/>
                </a:cubicBezTo>
                <a:cubicBezTo>
                  <a:pt x="1207896" y="1745756"/>
                  <a:pt x="1194561" y="1748931"/>
                  <a:pt x="1167256" y="1745756"/>
                </a:cubicBezTo>
                <a:cubicBezTo>
                  <a:pt x="1139951" y="1742581"/>
                  <a:pt x="1125981" y="1735596"/>
                  <a:pt x="1098676" y="1728611"/>
                </a:cubicBezTo>
                <a:cubicBezTo>
                  <a:pt x="1071371" y="1721626"/>
                  <a:pt x="1064386" y="1714641"/>
                  <a:pt x="1030096" y="1711466"/>
                </a:cubicBezTo>
                <a:cubicBezTo>
                  <a:pt x="995806" y="1708291"/>
                  <a:pt x="962151" y="1718451"/>
                  <a:pt x="927861" y="1711466"/>
                </a:cubicBezTo>
                <a:cubicBezTo>
                  <a:pt x="893571" y="1704481"/>
                  <a:pt x="886586" y="1687336"/>
                  <a:pt x="859281" y="1677176"/>
                </a:cubicBezTo>
                <a:cubicBezTo>
                  <a:pt x="831976" y="1667016"/>
                  <a:pt x="818006" y="1670191"/>
                  <a:pt x="790701" y="1660031"/>
                </a:cubicBezTo>
                <a:cubicBezTo>
                  <a:pt x="763396" y="1649871"/>
                  <a:pt x="756411" y="1635901"/>
                  <a:pt x="722121" y="1625741"/>
                </a:cubicBezTo>
                <a:cubicBezTo>
                  <a:pt x="687831" y="1615581"/>
                  <a:pt x="654176" y="1615581"/>
                  <a:pt x="619886" y="1608596"/>
                </a:cubicBezTo>
                <a:cubicBezTo>
                  <a:pt x="585596" y="1601611"/>
                  <a:pt x="581786" y="1605421"/>
                  <a:pt x="551306" y="1592086"/>
                </a:cubicBezTo>
                <a:cubicBezTo>
                  <a:pt x="520826" y="1578751"/>
                  <a:pt x="500506" y="1560971"/>
                  <a:pt x="466216" y="1540651"/>
                </a:cubicBezTo>
                <a:cubicBezTo>
                  <a:pt x="431926" y="1520331"/>
                  <a:pt x="411606" y="1509536"/>
                  <a:pt x="380491" y="1489216"/>
                </a:cubicBezTo>
                <a:cubicBezTo>
                  <a:pt x="349376" y="1468896"/>
                  <a:pt x="336041" y="1461911"/>
                  <a:pt x="311911" y="1437781"/>
                </a:cubicBezTo>
                <a:cubicBezTo>
                  <a:pt x="287781" y="1413651"/>
                  <a:pt x="284606" y="1396506"/>
                  <a:pt x="260476" y="1369201"/>
                </a:cubicBezTo>
                <a:cubicBezTo>
                  <a:pt x="236346" y="1341896"/>
                  <a:pt x="212851" y="1331736"/>
                  <a:pt x="192531" y="1301256"/>
                </a:cubicBezTo>
                <a:cubicBezTo>
                  <a:pt x="172211" y="1270776"/>
                  <a:pt x="175386" y="1246646"/>
                  <a:pt x="158241" y="1215531"/>
                </a:cubicBezTo>
                <a:cubicBezTo>
                  <a:pt x="141096" y="1184416"/>
                  <a:pt x="120776" y="1174256"/>
                  <a:pt x="106806" y="1146951"/>
                </a:cubicBezTo>
                <a:cubicBezTo>
                  <a:pt x="92836" y="1119646"/>
                  <a:pt x="99821" y="1109486"/>
                  <a:pt x="89661" y="1079006"/>
                </a:cubicBezTo>
                <a:cubicBezTo>
                  <a:pt x="79501" y="1048526"/>
                  <a:pt x="62356" y="1024396"/>
                  <a:pt x="55371" y="993281"/>
                </a:cubicBezTo>
                <a:cubicBezTo>
                  <a:pt x="48386" y="962166"/>
                  <a:pt x="58546" y="952006"/>
                  <a:pt x="55371" y="924701"/>
                </a:cubicBezTo>
                <a:cubicBezTo>
                  <a:pt x="52196" y="897396"/>
                  <a:pt x="45211" y="884061"/>
                  <a:pt x="38226" y="856756"/>
                </a:cubicBezTo>
                <a:cubicBezTo>
                  <a:pt x="31241" y="829451"/>
                  <a:pt x="28066" y="815481"/>
                  <a:pt x="21081" y="788176"/>
                </a:cubicBezTo>
                <a:cubicBezTo>
                  <a:pt x="14096" y="760871"/>
                  <a:pt x="7111" y="746901"/>
                  <a:pt x="3936" y="719596"/>
                </a:cubicBezTo>
                <a:cubicBezTo>
                  <a:pt x="761" y="692291"/>
                  <a:pt x="-3049" y="678321"/>
                  <a:pt x="3936" y="651016"/>
                </a:cubicBezTo>
                <a:cubicBezTo>
                  <a:pt x="10921" y="623711"/>
                  <a:pt x="21081" y="610376"/>
                  <a:pt x="38226" y="583071"/>
                </a:cubicBezTo>
                <a:cubicBezTo>
                  <a:pt x="55371" y="555766"/>
                  <a:pt x="69341" y="541796"/>
                  <a:pt x="89661" y="514491"/>
                </a:cubicBezTo>
                <a:cubicBezTo>
                  <a:pt x="109981" y="487186"/>
                  <a:pt x="116966" y="473216"/>
                  <a:pt x="141096" y="445911"/>
                </a:cubicBezTo>
                <a:cubicBezTo>
                  <a:pt x="165226" y="418606"/>
                  <a:pt x="182371" y="404636"/>
                  <a:pt x="209676" y="377331"/>
                </a:cubicBezTo>
                <a:cubicBezTo>
                  <a:pt x="236981" y="350026"/>
                  <a:pt x="250316" y="333516"/>
                  <a:pt x="277621" y="309386"/>
                </a:cubicBezTo>
                <a:cubicBezTo>
                  <a:pt x="304926" y="285256"/>
                  <a:pt x="318896" y="278271"/>
                  <a:pt x="346201" y="257951"/>
                </a:cubicBezTo>
                <a:cubicBezTo>
                  <a:pt x="373506" y="237631"/>
                  <a:pt x="387476" y="223661"/>
                  <a:pt x="414781" y="206516"/>
                </a:cubicBezTo>
                <a:cubicBezTo>
                  <a:pt x="442086" y="189371"/>
                  <a:pt x="452246" y="186196"/>
                  <a:pt x="482726" y="172226"/>
                </a:cubicBezTo>
                <a:cubicBezTo>
                  <a:pt x="513206" y="158256"/>
                  <a:pt x="537336" y="148096"/>
                  <a:pt x="568451" y="137936"/>
                </a:cubicBezTo>
                <a:cubicBezTo>
                  <a:pt x="599566" y="127776"/>
                  <a:pt x="609726" y="127776"/>
                  <a:pt x="637031" y="120791"/>
                </a:cubicBezTo>
                <a:cubicBezTo>
                  <a:pt x="664336" y="113806"/>
                  <a:pt x="678306" y="114441"/>
                  <a:pt x="705611" y="104281"/>
                </a:cubicBezTo>
                <a:cubicBezTo>
                  <a:pt x="732916" y="94121"/>
                  <a:pt x="746251" y="83961"/>
                  <a:pt x="773556" y="69991"/>
                </a:cubicBezTo>
                <a:cubicBezTo>
                  <a:pt x="800861" y="56021"/>
                  <a:pt x="814831" y="45861"/>
                  <a:pt x="842136" y="35701"/>
                </a:cubicBezTo>
                <a:cubicBezTo>
                  <a:pt x="869441" y="25541"/>
                  <a:pt x="898651" y="21096"/>
                  <a:pt x="910716" y="18556"/>
                </a:cubicBezTo>
              </a:path>
            </a:pathLst>
          </a:cu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心形 11"/>
          <p:cNvSpPr/>
          <p:nvPr/>
        </p:nvSpPr>
        <p:spPr>
          <a:xfrm>
            <a:off x="6453505" y="4747895"/>
            <a:ext cx="1826895" cy="1365250"/>
          </a:xfrm>
          <a:prstGeom prst="hear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>
            <a:off x="6939280" y="5145405"/>
            <a:ext cx="831215" cy="690245"/>
          </a:xfrm>
          <a:custGeom>
            <a:avLst/>
            <a:gdLst>
              <a:gd name="connisteX0" fmla="*/ 314458 w 831474"/>
              <a:gd name="connsiteY0" fmla="*/ 206197 h 690294"/>
              <a:gd name="connisteX1" fmla="*/ 331603 w 831474"/>
              <a:gd name="connsiteY1" fmla="*/ 138252 h 690294"/>
              <a:gd name="connisteX2" fmla="*/ 399548 w 831474"/>
              <a:gd name="connsiteY2" fmla="*/ 86817 h 690294"/>
              <a:gd name="connisteX3" fmla="*/ 450983 w 831474"/>
              <a:gd name="connsiteY3" fmla="*/ 18237 h 690294"/>
              <a:gd name="connisteX4" fmla="*/ 519563 w 831474"/>
              <a:gd name="connsiteY4" fmla="*/ 1092 h 690294"/>
              <a:gd name="connisteX5" fmla="*/ 588143 w 831474"/>
              <a:gd name="connsiteY5" fmla="*/ 35382 h 690294"/>
              <a:gd name="connisteX6" fmla="*/ 656088 w 831474"/>
              <a:gd name="connsiteY6" fmla="*/ 86817 h 690294"/>
              <a:gd name="connisteX7" fmla="*/ 724668 w 831474"/>
              <a:gd name="connsiteY7" fmla="*/ 121107 h 690294"/>
              <a:gd name="connisteX8" fmla="*/ 758958 w 831474"/>
              <a:gd name="connsiteY8" fmla="*/ 189052 h 690294"/>
              <a:gd name="connisteX9" fmla="*/ 810393 w 831474"/>
              <a:gd name="connsiteY9" fmla="*/ 257632 h 690294"/>
              <a:gd name="connisteX10" fmla="*/ 827538 w 831474"/>
              <a:gd name="connsiteY10" fmla="*/ 326212 h 690294"/>
              <a:gd name="connisteX11" fmla="*/ 827538 w 831474"/>
              <a:gd name="connsiteY11" fmla="*/ 394792 h 690294"/>
              <a:gd name="connisteX12" fmla="*/ 793248 w 831474"/>
              <a:gd name="connsiteY12" fmla="*/ 462737 h 690294"/>
              <a:gd name="connisteX13" fmla="*/ 724668 w 831474"/>
              <a:gd name="connsiteY13" fmla="*/ 479882 h 690294"/>
              <a:gd name="connisteX14" fmla="*/ 656088 w 831474"/>
              <a:gd name="connsiteY14" fmla="*/ 497027 h 690294"/>
              <a:gd name="connisteX15" fmla="*/ 588143 w 831474"/>
              <a:gd name="connsiteY15" fmla="*/ 497027 h 690294"/>
              <a:gd name="connisteX16" fmla="*/ 519563 w 831474"/>
              <a:gd name="connsiteY16" fmla="*/ 497027 h 690294"/>
              <a:gd name="connisteX17" fmla="*/ 450983 w 831474"/>
              <a:gd name="connsiteY17" fmla="*/ 497027 h 690294"/>
              <a:gd name="connisteX18" fmla="*/ 382403 w 831474"/>
              <a:gd name="connsiteY18" fmla="*/ 565607 h 690294"/>
              <a:gd name="connisteX19" fmla="*/ 348113 w 831474"/>
              <a:gd name="connsiteY19" fmla="*/ 634187 h 690294"/>
              <a:gd name="connisteX20" fmla="*/ 280168 w 831474"/>
              <a:gd name="connsiteY20" fmla="*/ 684987 h 690294"/>
              <a:gd name="connisteX21" fmla="*/ 211588 w 831474"/>
              <a:gd name="connsiteY21" fmla="*/ 684987 h 690294"/>
              <a:gd name="connisteX22" fmla="*/ 143008 w 831474"/>
              <a:gd name="connsiteY22" fmla="*/ 667842 h 690294"/>
              <a:gd name="connisteX23" fmla="*/ 75063 w 831474"/>
              <a:gd name="connsiteY23" fmla="*/ 634187 h 690294"/>
              <a:gd name="connisteX24" fmla="*/ 40773 w 831474"/>
              <a:gd name="connsiteY24" fmla="*/ 565607 h 690294"/>
              <a:gd name="connisteX25" fmla="*/ 6483 w 831474"/>
              <a:gd name="connsiteY25" fmla="*/ 497027 h 690294"/>
              <a:gd name="connisteX26" fmla="*/ 6483 w 831474"/>
              <a:gd name="connsiteY26" fmla="*/ 428447 h 690294"/>
              <a:gd name="connisteX27" fmla="*/ 57918 w 831474"/>
              <a:gd name="connsiteY27" fmla="*/ 360502 h 690294"/>
              <a:gd name="connisteX28" fmla="*/ 125863 w 831474"/>
              <a:gd name="connsiteY28" fmla="*/ 291922 h 690294"/>
              <a:gd name="connisteX29" fmla="*/ 194443 w 831474"/>
              <a:gd name="connsiteY29" fmla="*/ 274777 h 690294"/>
              <a:gd name="connisteX30" fmla="*/ 263023 w 831474"/>
              <a:gd name="connsiteY30" fmla="*/ 274777 h 690294"/>
              <a:gd name="connisteX31" fmla="*/ 331603 w 831474"/>
              <a:gd name="connsiteY31" fmla="*/ 240487 h 690294"/>
              <a:gd name="connisteX32" fmla="*/ 331603 w 831474"/>
              <a:gd name="connsiteY32" fmla="*/ 171907 h 69029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</a:cxnLst>
            <a:rect l="l" t="t" r="r" b="b"/>
            <a:pathLst>
              <a:path w="831474" h="690294">
                <a:moveTo>
                  <a:pt x="314459" y="206197"/>
                </a:moveTo>
                <a:cubicBezTo>
                  <a:pt x="316364" y="193497"/>
                  <a:pt x="314459" y="162382"/>
                  <a:pt x="331604" y="138252"/>
                </a:cubicBezTo>
                <a:cubicBezTo>
                  <a:pt x="348749" y="114122"/>
                  <a:pt x="375419" y="110947"/>
                  <a:pt x="399549" y="86817"/>
                </a:cubicBezTo>
                <a:cubicBezTo>
                  <a:pt x="423679" y="62687"/>
                  <a:pt x="426854" y="35382"/>
                  <a:pt x="450984" y="18237"/>
                </a:cubicBezTo>
                <a:cubicBezTo>
                  <a:pt x="475114" y="1092"/>
                  <a:pt x="492259" y="-2083"/>
                  <a:pt x="519564" y="1092"/>
                </a:cubicBezTo>
                <a:cubicBezTo>
                  <a:pt x="546869" y="4267"/>
                  <a:pt x="560839" y="18237"/>
                  <a:pt x="588144" y="35382"/>
                </a:cubicBezTo>
                <a:cubicBezTo>
                  <a:pt x="615449" y="52527"/>
                  <a:pt x="628784" y="69672"/>
                  <a:pt x="656089" y="86817"/>
                </a:cubicBezTo>
                <a:cubicBezTo>
                  <a:pt x="683394" y="103962"/>
                  <a:pt x="704349" y="100787"/>
                  <a:pt x="724669" y="121107"/>
                </a:cubicBezTo>
                <a:cubicBezTo>
                  <a:pt x="744989" y="141427"/>
                  <a:pt x="741814" y="161747"/>
                  <a:pt x="758959" y="189052"/>
                </a:cubicBezTo>
                <a:cubicBezTo>
                  <a:pt x="776104" y="216357"/>
                  <a:pt x="796424" y="230327"/>
                  <a:pt x="810394" y="257632"/>
                </a:cubicBezTo>
                <a:cubicBezTo>
                  <a:pt x="824364" y="284937"/>
                  <a:pt x="824364" y="298907"/>
                  <a:pt x="827539" y="326212"/>
                </a:cubicBezTo>
                <a:cubicBezTo>
                  <a:pt x="830714" y="353517"/>
                  <a:pt x="834524" y="367487"/>
                  <a:pt x="827539" y="394792"/>
                </a:cubicBezTo>
                <a:cubicBezTo>
                  <a:pt x="820554" y="422097"/>
                  <a:pt x="813569" y="445592"/>
                  <a:pt x="793249" y="462737"/>
                </a:cubicBezTo>
                <a:cubicBezTo>
                  <a:pt x="772929" y="479882"/>
                  <a:pt x="751974" y="472897"/>
                  <a:pt x="724669" y="479882"/>
                </a:cubicBezTo>
                <a:cubicBezTo>
                  <a:pt x="697364" y="486867"/>
                  <a:pt x="683394" y="493852"/>
                  <a:pt x="656089" y="497027"/>
                </a:cubicBezTo>
                <a:cubicBezTo>
                  <a:pt x="628784" y="500202"/>
                  <a:pt x="615449" y="497027"/>
                  <a:pt x="588144" y="497027"/>
                </a:cubicBezTo>
                <a:cubicBezTo>
                  <a:pt x="560839" y="497027"/>
                  <a:pt x="546869" y="497027"/>
                  <a:pt x="519564" y="497027"/>
                </a:cubicBezTo>
                <a:cubicBezTo>
                  <a:pt x="492259" y="497027"/>
                  <a:pt x="478289" y="483057"/>
                  <a:pt x="450984" y="497027"/>
                </a:cubicBezTo>
                <a:cubicBezTo>
                  <a:pt x="423679" y="510997"/>
                  <a:pt x="402724" y="538302"/>
                  <a:pt x="382404" y="565607"/>
                </a:cubicBezTo>
                <a:cubicBezTo>
                  <a:pt x="362084" y="592912"/>
                  <a:pt x="368434" y="610057"/>
                  <a:pt x="348114" y="634187"/>
                </a:cubicBezTo>
                <a:cubicBezTo>
                  <a:pt x="327794" y="658317"/>
                  <a:pt x="307474" y="674827"/>
                  <a:pt x="280169" y="684987"/>
                </a:cubicBezTo>
                <a:cubicBezTo>
                  <a:pt x="252864" y="695147"/>
                  <a:pt x="238894" y="688162"/>
                  <a:pt x="211589" y="684987"/>
                </a:cubicBezTo>
                <a:cubicBezTo>
                  <a:pt x="184284" y="681812"/>
                  <a:pt x="170314" y="678002"/>
                  <a:pt x="143009" y="667842"/>
                </a:cubicBezTo>
                <a:cubicBezTo>
                  <a:pt x="115704" y="657682"/>
                  <a:pt x="95384" y="654507"/>
                  <a:pt x="75064" y="634187"/>
                </a:cubicBezTo>
                <a:cubicBezTo>
                  <a:pt x="54744" y="613867"/>
                  <a:pt x="54744" y="592912"/>
                  <a:pt x="40774" y="565607"/>
                </a:cubicBezTo>
                <a:cubicBezTo>
                  <a:pt x="26804" y="538302"/>
                  <a:pt x="13469" y="524332"/>
                  <a:pt x="6484" y="497027"/>
                </a:cubicBezTo>
                <a:cubicBezTo>
                  <a:pt x="-501" y="469722"/>
                  <a:pt x="-3676" y="455752"/>
                  <a:pt x="6484" y="428447"/>
                </a:cubicBezTo>
                <a:cubicBezTo>
                  <a:pt x="16644" y="401142"/>
                  <a:pt x="33789" y="387807"/>
                  <a:pt x="57919" y="360502"/>
                </a:cubicBezTo>
                <a:cubicBezTo>
                  <a:pt x="82049" y="333197"/>
                  <a:pt x="98559" y="309067"/>
                  <a:pt x="125864" y="291922"/>
                </a:cubicBezTo>
                <a:cubicBezTo>
                  <a:pt x="153169" y="274777"/>
                  <a:pt x="167139" y="277952"/>
                  <a:pt x="194444" y="274777"/>
                </a:cubicBezTo>
                <a:cubicBezTo>
                  <a:pt x="221749" y="271602"/>
                  <a:pt x="235719" y="281762"/>
                  <a:pt x="263024" y="274777"/>
                </a:cubicBezTo>
                <a:cubicBezTo>
                  <a:pt x="290329" y="267792"/>
                  <a:pt x="317634" y="260807"/>
                  <a:pt x="331604" y="240487"/>
                </a:cubicBezTo>
                <a:cubicBezTo>
                  <a:pt x="345574" y="220167"/>
                  <a:pt x="332874" y="185242"/>
                  <a:pt x="331604" y="171907"/>
                </a:cubicBezTo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心形 10"/>
          <p:cNvSpPr/>
          <p:nvPr/>
        </p:nvSpPr>
        <p:spPr>
          <a:xfrm>
            <a:off x="3159760" y="5068570"/>
            <a:ext cx="1076960" cy="1009015"/>
          </a:xfrm>
          <a:prstGeom prst="hear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18" grpId="0"/>
      <p:bldP spid="21" grpId="0"/>
      <p:bldP spid="22" grpId="0"/>
      <p:bldP spid="23" grpId="0"/>
      <p:bldP spid="5" grpId="0" animBg="1"/>
      <p:bldP spid="11" grpId="0" bldLvl="0" animBg="1"/>
      <p:bldP spid="7" grpId="0" animBg="1"/>
      <p:bldP spid="6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2"/>
          <p:cNvSpPr txBox="1"/>
          <p:nvPr/>
        </p:nvSpPr>
        <p:spPr>
          <a:xfrm>
            <a:off x="735866" y="906081"/>
            <a:ext cx="856170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例</a:t>
            </a:r>
            <a:r>
              <a:rPr lang="en-US" altLang="zh-CN" sz="3200" b="1" dirty="0" smtClean="0">
                <a:latin typeface="+mn-ea"/>
              </a:rPr>
              <a:t>3</a:t>
            </a:r>
            <a:r>
              <a:rPr lang="zh-CN" altLang="en-US" sz="3200" b="1" dirty="0" smtClean="0">
                <a:latin typeface="+mn-ea"/>
              </a:rPr>
              <a:t>：</a:t>
            </a:r>
            <a:r>
              <a:rPr lang="zh-CN" altLang="en-US" sz="3200" dirty="0" smtClean="0">
                <a:latin typeface="+mn-ea"/>
              </a:rPr>
              <a:t>说明下列区域是单连通域还是多连通域</a:t>
            </a:r>
            <a:r>
              <a:rPr lang="zh-CN" altLang="en-US" sz="3200" dirty="0" smtClean="0">
                <a:latin typeface="+mn-ea"/>
              </a:rPr>
              <a:t>。</a:t>
            </a:r>
            <a:endParaRPr lang="zh-CN" altLang="en-US" sz="3200" dirty="0" smtClean="0">
              <a:latin typeface="+mn-ea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8834755" y="4803140"/>
            <a:ext cx="2743200" cy="2614295"/>
          </a:xfrm>
          <a:prstGeom prst="ellipse">
            <a:avLst/>
          </a:prstGeom>
          <a:blipFill>
            <a:blip r:embed="rId1"/>
          </a:blip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5699760" y="4538345"/>
            <a:ext cx="1917065" cy="1753870"/>
          </a:xfrm>
          <a:prstGeom prst="ellipse">
            <a:avLst/>
          </a:prstGeom>
          <a:blipFill>
            <a:blip r:embed="rId1"/>
          </a:blip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07035" y="4637405"/>
            <a:ext cx="3178810" cy="1557020"/>
          </a:xfrm>
          <a:prstGeom prst="rect">
            <a:avLst/>
          </a:prstGeom>
          <a:blipFill>
            <a:blip r:embed="rId1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789642" y="1914116"/>
          <a:ext cx="2155559" cy="565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2" imgW="18592800" imgH="4876800" progId="Equation.DSMT4">
                  <p:embed/>
                </p:oleObj>
              </mc:Choice>
              <mc:Fallback>
                <p:oleObj name="Equation" r:id="rId2" imgW="18592800" imgH="48768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9642" y="1914116"/>
                        <a:ext cx="2155559" cy="56539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"/>
          <p:cNvGraphicFramePr>
            <a:graphicFrameLocks noChangeAspect="1"/>
          </p:cNvGraphicFramePr>
          <p:nvPr/>
        </p:nvGraphicFramePr>
        <p:xfrm>
          <a:off x="3669234" y="1938974"/>
          <a:ext cx="3002622" cy="539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4" imgW="27127200" imgH="4876800" progId="Equation.DSMT4">
                  <p:embed/>
                </p:oleObj>
              </mc:Choice>
              <mc:Fallback>
                <p:oleObj name="Equation" r:id="rId4" imgW="27127200" imgH="4876800" progId="Equation.DSMT4">
                  <p:embed/>
                  <p:pic>
                    <p:nvPicPr>
                      <p:cNvPr id="0" name="图片 8193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69234" y="1938974"/>
                        <a:ext cx="3002622" cy="53944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"/>
          <p:cNvGraphicFramePr>
            <a:graphicFrameLocks noChangeAspect="1"/>
          </p:cNvGraphicFramePr>
          <p:nvPr/>
        </p:nvGraphicFramePr>
        <p:xfrm>
          <a:off x="8255738" y="1955474"/>
          <a:ext cx="2684407" cy="52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6" imgW="24993600" imgH="4876800" progId="Equation.DSMT4">
                  <p:embed/>
                </p:oleObj>
              </mc:Choice>
              <mc:Fallback>
                <p:oleObj name="Equation" r:id="rId6" imgW="24993600" imgH="4876800" progId="Equation.DSMT4">
                  <p:embed/>
                  <p:pic>
                    <p:nvPicPr>
                      <p:cNvPr id="0" name="图片 8194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255738" y="1955474"/>
                        <a:ext cx="2684407" cy="523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1462405" y="2479040"/>
          <a:ext cx="81089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8" imgW="355600" imgH="203200" progId="Equation.DSMT4">
                  <p:embed/>
                </p:oleObj>
              </mc:Choice>
              <mc:Fallback>
                <p:oleObj name="Equation" r:id="rId8" imgW="355600" imgH="2032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62405" y="2479040"/>
                        <a:ext cx="810895" cy="466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右箭头 30"/>
          <p:cNvSpPr/>
          <p:nvPr/>
        </p:nvSpPr>
        <p:spPr>
          <a:xfrm>
            <a:off x="614045" y="2573020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右箭头 31"/>
          <p:cNvSpPr/>
          <p:nvPr/>
        </p:nvSpPr>
        <p:spPr>
          <a:xfrm>
            <a:off x="614045" y="3273425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2"/>
          <p:cNvSpPr txBox="1"/>
          <p:nvPr/>
        </p:nvSpPr>
        <p:spPr>
          <a:xfrm>
            <a:off x="1417469" y="3115162"/>
            <a:ext cx="17068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是不含实轴</a:t>
            </a:r>
            <a:endParaRPr lang="zh-CN" altLang="en-US" sz="24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的上半平面</a:t>
            </a:r>
            <a:endParaRPr lang="zh-CN" altLang="en-US" sz="2400" dirty="0" smtClean="0">
              <a:latin typeface="+mn-ea"/>
            </a:endParaRPr>
          </a:p>
        </p:txBody>
      </p:sp>
      <p:sp>
        <p:nvSpPr>
          <p:cNvPr id="46" name="右箭头 45"/>
          <p:cNvSpPr/>
          <p:nvPr/>
        </p:nvSpPr>
        <p:spPr>
          <a:xfrm>
            <a:off x="3385185" y="2589530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47" name="对象 46"/>
          <p:cNvGraphicFramePr>
            <a:graphicFrameLocks noChangeAspect="1"/>
          </p:cNvGraphicFramePr>
          <p:nvPr/>
        </p:nvGraphicFramePr>
        <p:xfrm>
          <a:off x="4356735" y="2479040"/>
          <a:ext cx="2675255" cy="525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Equation" r:id="rId10" imgW="1244600" imgH="228600" progId="Equation.DSMT4">
                  <p:embed/>
                </p:oleObj>
              </mc:Choice>
              <mc:Fallback>
                <p:oleObj name="Equation" r:id="rId10" imgW="1244600" imgH="2286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56735" y="2479040"/>
                        <a:ext cx="2675255" cy="525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右箭头 48"/>
          <p:cNvSpPr/>
          <p:nvPr/>
        </p:nvSpPr>
        <p:spPr>
          <a:xfrm>
            <a:off x="3385185" y="3289300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2"/>
          <p:cNvSpPr txBox="1"/>
          <p:nvPr/>
        </p:nvSpPr>
        <p:spPr>
          <a:xfrm>
            <a:off x="4316879" y="3115162"/>
            <a:ext cx="249491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是圆心在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z=1+i,</a:t>
            </a:r>
            <a:endParaRPr lang="zh-CN" altLang="en-US" sz="24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半径为</a:t>
            </a:r>
            <a:r>
              <a:rPr lang="en-US" altLang="zh-CN" sz="2400" dirty="0" smtClean="0">
                <a:latin typeface="+mn-ea"/>
              </a:rPr>
              <a:t>1</a:t>
            </a:r>
            <a:r>
              <a:rPr lang="zh-CN" altLang="en-US" sz="2400" dirty="0" smtClean="0">
                <a:latin typeface="+mn-ea"/>
              </a:rPr>
              <a:t>的开圆盘</a:t>
            </a:r>
            <a:endParaRPr lang="zh-CN" altLang="en-US" sz="2400" dirty="0" smtClean="0">
              <a:latin typeface="+mn-ea"/>
            </a:endParaRPr>
          </a:p>
        </p:txBody>
      </p:sp>
      <p:sp>
        <p:nvSpPr>
          <p:cNvPr id="51" name="右箭头 50"/>
          <p:cNvSpPr/>
          <p:nvPr/>
        </p:nvSpPr>
        <p:spPr>
          <a:xfrm>
            <a:off x="7739380" y="2634615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右箭头 51"/>
          <p:cNvSpPr/>
          <p:nvPr/>
        </p:nvSpPr>
        <p:spPr>
          <a:xfrm>
            <a:off x="7739380" y="3289300"/>
            <a:ext cx="803275" cy="2133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53" name="对象 52"/>
          <p:cNvGraphicFramePr>
            <a:graphicFrameLocks noChangeAspect="1"/>
          </p:cNvGraphicFramePr>
          <p:nvPr/>
        </p:nvGraphicFramePr>
        <p:xfrm>
          <a:off x="8542338" y="2449830"/>
          <a:ext cx="2621280" cy="525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Equation" r:id="rId12" imgW="1219200" imgH="228600" progId="Equation.DSMT4">
                  <p:embed/>
                </p:oleObj>
              </mc:Choice>
              <mc:Fallback>
                <p:oleObj name="Equation" r:id="rId12" imgW="1219200" imgH="2286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542338" y="2449830"/>
                        <a:ext cx="2621280" cy="52514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文本框 2"/>
          <p:cNvSpPr txBox="1"/>
          <p:nvPr/>
        </p:nvSpPr>
        <p:spPr>
          <a:xfrm>
            <a:off x="8669169" y="3115162"/>
            <a:ext cx="216662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是圆心在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z=2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endParaRPr lang="zh-C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圆环。</a:t>
            </a:r>
            <a:endParaRPr lang="zh-CN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直接箭头连接符 55"/>
          <p:cNvCxnSpPr/>
          <p:nvPr/>
        </p:nvCxnSpPr>
        <p:spPr>
          <a:xfrm>
            <a:off x="405765" y="6207125"/>
            <a:ext cx="2922270" cy="5715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H="1" flipV="1">
            <a:off x="1850390" y="4735195"/>
            <a:ext cx="33020" cy="294957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>
            <a:off x="4220210" y="6269990"/>
            <a:ext cx="2922270" cy="571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 flipH="1" flipV="1">
            <a:off x="5678170" y="4798060"/>
            <a:ext cx="33020" cy="294957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/>
        </p:nvSpPr>
        <p:spPr>
          <a:xfrm>
            <a:off x="9395460" y="5301615"/>
            <a:ext cx="1693545" cy="1551940"/>
          </a:xfrm>
          <a:prstGeom prst="ellipse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1" name="直接箭头连接符 60"/>
          <p:cNvCxnSpPr/>
          <p:nvPr/>
        </p:nvCxnSpPr>
        <p:spPr>
          <a:xfrm flipV="1">
            <a:off x="8136255" y="6127750"/>
            <a:ext cx="3691255" cy="3365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 flipH="1" flipV="1">
            <a:off x="8801735" y="4686935"/>
            <a:ext cx="33020" cy="294957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椭圆 62"/>
          <p:cNvSpPr/>
          <p:nvPr/>
        </p:nvSpPr>
        <p:spPr>
          <a:xfrm>
            <a:off x="6563995" y="5358130"/>
            <a:ext cx="114300" cy="755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椭圆 63"/>
          <p:cNvSpPr/>
          <p:nvPr/>
        </p:nvSpPr>
        <p:spPr>
          <a:xfrm>
            <a:off x="10149205" y="6122670"/>
            <a:ext cx="114300" cy="755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2"/>
          <p:cNvSpPr txBox="1"/>
          <p:nvPr/>
        </p:nvSpPr>
        <p:spPr>
          <a:xfrm>
            <a:off x="3843742" y="119065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四、单连通域与多连通域</a:t>
            </a:r>
            <a:endParaRPr lang="zh-CN" altLang="en-US" sz="32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2"/>
          <p:cNvSpPr txBox="1"/>
          <p:nvPr/>
        </p:nvSpPr>
        <p:spPr>
          <a:xfrm>
            <a:off x="1489797" y="1522415"/>
            <a:ext cx="14020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32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总结：</a:t>
            </a:r>
            <a:endParaRPr lang="zh-CN" altLang="en-US" sz="32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15210" y="2350135"/>
            <a:ext cx="6332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1</a:t>
            </a:r>
            <a:r>
              <a:rPr lang="zh-CN" altLang="en-US" sz="2400"/>
              <a:t>、区域的概念：区域，单连通域、多连通域</a:t>
            </a:r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2315210" y="3345815"/>
            <a:ext cx="6332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2</a:t>
            </a:r>
            <a:r>
              <a:rPr lang="zh-CN" altLang="en-US" sz="2400"/>
              <a:t>、曲线的方程：</a:t>
            </a:r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2268220" y="4428490"/>
            <a:ext cx="6332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3</a:t>
            </a:r>
            <a:r>
              <a:rPr lang="zh-CN" altLang="en-US" sz="2400"/>
              <a:t>、区域的表示方法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2"/>
          <p:cNvSpPr txBox="1"/>
          <p:nvPr/>
        </p:nvSpPr>
        <p:spPr>
          <a:xfrm>
            <a:off x="5175250" y="1955165"/>
            <a:ext cx="18408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作业：</a:t>
            </a:r>
            <a:endParaRPr lang="zh-CN" altLang="en-US" sz="48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86910" y="3164205"/>
            <a:ext cx="28524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习题</a:t>
            </a:r>
            <a:r>
              <a:rPr lang="en-US" altLang="zh-CN" sz="3200"/>
              <a:t>1</a:t>
            </a:r>
            <a:r>
              <a:rPr lang="zh-CN" altLang="en-US" sz="3200"/>
              <a:t>：</a:t>
            </a:r>
            <a:r>
              <a:rPr lang="en-US" altLang="zh-CN" sz="3200"/>
              <a:t> 12</a:t>
            </a:r>
            <a:endParaRPr lang="zh-CN" alt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49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50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51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52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53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54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55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56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57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58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59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60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61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62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63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64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65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66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67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68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69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70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71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72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73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74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75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76.xml><?xml version="1.0" encoding="utf-8"?>
<p:tagLst xmlns:p="http://schemas.openxmlformats.org/presentationml/2006/main">
  <p:tag name="KSO_WM_DIAGRAM_VIRTUALLY_FRAME" val="{&quot;height&quot;:465.9344881889765,&quot;left&quot;:55.03165354330709,&quot;top&quot;:108.13023622047244,&quot;width&quot;:704.8529133858268}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TEMPLATE_CATEGORY" val="custom"/>
  <p:tag name="KSO_WM_TEMPLATE_INDEX" val="20204405"/>
</p:tagLst>
</file>

<file path=ppt/tags/tag97.xml><?xml version="1.0" encoding="utf-8"?>
<p:tagLst xmlns:p="http://schemas.openxmlformats.org/presentationml/2006/main">
  <p:tag name="KSO_WM_TEMPLATE_CATEGORY" val="custom"/>
  <p:tag name="KSO_WM_TEMPLATE_INDEX" val="20204405"/>
</p:tagLst>
</file>

<file path=ppt/tags/tag98.xml><?xml version="1.0" encoding="utf-8"?>
<p:tagLst xmlns:p="http://schemas.openxmlformats.org/presentationml/2006/main">
  <p:tag name="KSO_WPP_MARK_KEY" val="551eb6dd-5095-4935-a76a-b1b80e44432b"/>
  <p:tag name="COMMONDATA" val="eyJoZGlkIjoiZGVlMWU0ZDMwNTgzY2I5MzA3YTY2MzlkMjY5ZDc1ODMifQ=="/>
</p:tagLst>
</file>

<file path=ppt/theme/theme1.xml><?xml version="1.0" encoding="utf-8"?>
<a:theme xmlns:a="http://schemas.openxmlformats.org/drawingml/2006/main" name="2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1675</Words>
  <Application>WPS 演示</Application>
  <PresentationFormat>自定义</PresentationFormat>
  <Paragraphs>330</Paragraphs>
  <Slides>23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213</vt:i4>
      </vt:variant>
      <vt:variant>
        <vt:lpstr>幻灯片标题</vt:lpstr>
      </vt:variant>
      <vt:variant>
        <vt:i4>23</vt:i4>
      </vt:variant>
    </vt:vector>
  </HeadingPairs>
  <TitlesOfParts>
    <vt:vector size="245" baseType="lpstr">
      <vt:lpstr>Arial</vt:lpstr>
      <vt:lpstr>宋体</vt:lpstr>
      <vt:lpstr>Wingdings</vt:lpstr>
      <vt:lpstr>微软雅黑</vt:lpstr>
      <vt:lpstr>华文行楷</vt:lpstr>
      <vt:lpstr>Times New Roman</vt:lpstr>
      <vt:lpstr>Arial Unicode MS</vt:lpstr>
      <vt:lpstr>Calibri</vt:lpstr>
      <vt:lpstr>2_自定义设计方案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apple</dc:creator>
  <cp:lastModifiedBy>吴君</cp:lastModifiedBy>
  <cp:revision>193</cp:revision>
  <dcterms:created xsi:type="dcterms:W3CDTF">2018-03-03T11:57:00Z</dcterms:created>
  <dcterms:modified xsi:type="dcterms:W3CDTF">2025-03-07T03:38:08Z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861FF914FC2740BB95E899BF08FB15CC</vt:lpwstr>
  </property>
</Properties>
</file>