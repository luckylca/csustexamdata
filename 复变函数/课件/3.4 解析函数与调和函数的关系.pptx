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411" r:id="rId3"/>
    <p:sldId id="414" r:id="rId4"/>
    <p:sldId id="418" r:id="rId5"/>
    <p:sldId id="706" r:id="rId6"/>
    <p:sldId id="518" r:id="rId7"/>
    <p:sldId id="705" r:id="rId8"/>
    <p:sldId id="746" r:id="rId9"/>
    <p:sldId id="490" r:id="rId10"/>
    <p:sldId id="748" r:id="rId11"/>
    <p:sldId id="615" r:id="rId12"/>
    <p:sldId id="752" r:id="rId13"/>
    <p:sldId id="754" r:id="rId14"/>
    <p:sldId id="755" r:id="rId15"/>
    <p:sldId id="790" r:id="rId16"/>
    <p:sldId id="753" r:id="rId17"/>
    <p:sldId id="756" r:id="rId18"/>
    <p:sldId id="750" r:id="rId19"/>
    <p:sldId id="487" r:id="rId20"/>
    <p:sldId id="791" r:id="rId21"/>
    <p:sldId id="792" r:id="rId22"/>
    <p:sldId id="793" r:id="rId23"/>
    <p:sldId id="794" r:id="rId24"/>
    <p:sldId id="795" r:id="rId25"/>
    <p:sldId id="797" r:id="rId26"/>
    <p:sldId id="799" r:id="rId27"/>
    <p:sldId id="796" r:id="rId28"/>
  </p:sldIdLst>
  <p:sldSz cx="14389100" cy="9719945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52" userDrawn="1">
          <p15:clr>
            <a:srgbClr val="A4A3A4"/>
          </p15:clr>
        </p15:guide>
        <p15:guide id="2" pos="44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3252"/>
        <p:guide pos="44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328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4" Type="http://schemas.openxmlformats.org/officeDocument/2006/relationships/image" Target="../media/image15.wmf"/><Relationship Id="rId13" Type="http://schemas.openxmlformats.org/officeDocument/2006/relationships/image" Target="../media/image14.wmf"/><Relationship Id="rId12" Type="http://schemas.openxmlformats.org/officeDocument/2006/relationships/image" Target="../media/image13.wmf"/><Relationship Id="rId11" Type="http://schemas.openxmlformats.org/officeDocument/2006/relationships/image" Target="../media/image12.wmf"/><Relationship Id="rId10" Type="http://schemas.openxmlformats.org/officeDocument/2006/relationships/image" Target="../media/image11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2" Type="http://schemas.openxmlformats.org/officeDocument/2006/relationships/image" Target="../media/image27.wmf"/><Relationship Id="rId11" Type="http://schemas.openxmlformats.org/officeDocument/2006/relationships/image" Target="../media/image26.wmf"/><Relationship Id="rId10" Type="http://schemas.openxmlformats.org/officeDocument/2006/relationships/image" Target="../media/image25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.wmf"/><Relationship Id="rId8" Type="http://schemas.openxmlformats.org/officeDocument/2006/relationships/image" Target="../media/image35.wmf"/><Relationship Id="rId7" Type="http://schemas.openxmlformats.org/officeDocument/2006/relationships/image" Target="../media/image34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5" Type="http://schemas.openxmlformats.org/officeDocument/2006/relationships/image" Target="../media/image42.wmf"/><Relationship Id="rId14" Type="http://schemas.openxmlformats.org/officeDocument/2006/relationships/image" Target="../media/image41.wmf"/><Relationship Id="rId13" Type="http://schemas.openxmlformats.org/officeDocument/2006/relationships/image" Target="../media/image40.wmf"/><Relationship Id="rId12" Type="http://schemas.openxmlformats.org/officeDocument/2006/relationships/image" Target="../media/image39.wmf"/><Relationship Id="rId11" Type="http://schemas.openxmlformats.org/officeDocument/2006/relationships/image" Target="../media/image38.wmf"/><Relationship Id="rId10" Type="http://schemas.openxmlformats.org/officeDocument/2006/relationships/image" Target="../media/image37.wmf"/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9.wmf"/><Relationship Id="rId4" Type="http://schemas.openxmlformats.org/officeDocument/2006/relationships/image" Target="../media/image12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0.wmf"/><Relationship Id="rId8" Type="http://schemas.openxmlformats.org/officeDocument/2006/relationships/image" Target="../media/image49.wmf"/><Relationship Id="rId7" Type="http://schemas.openxmlformats.org/officeDocument/2006/relationships/image" Target="../media/image48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image" Target="../media/image57.wmf"/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17.wmf"/><Relationship Id="rId26" Type="http://schemas.openxmlformats.org/officeDocument/2006/relationships/image" Target="../media/image75.wmf"/><Relationship Id="rId25" Type="http://schemas.openxmlformats.org/officeDocument/2006/relationships/image" Target="../media/image74.wmf"/><Relationship Id="rId24" Type="http://schemas.openxmlformats.org/officeDocument/2006/relationships/image" Target="../media/image73.wmf"/><Relationship Id="rId23" Type="http://schemas.openxmlformats.org/officeDocument/2006/relationships/image" Target="../media/image72.wmf"/><Relationship Id="rId22" Type="http://schemas.openxmlformats.org/officeDocument/2006/relationships/image" Target="../media/image71.wmf"/><Relationship Id="rId21" Type="http://schemas.openxmlformats.org/officeDocument/2006/relationships/image" Target="../media/image70.wmf"/><Relationship Id="rId20" Type="http://schemas.openxmlformats.org/officeDocument/2006/relationships/image" Target="../media/image69.wmf"/><Relationship Id="rId2" Type="http://schemas.openxmlformats.org/officeDocument/2006/relationships/image" Target="../media/image52.wmf"/><Relationship Id="rId19" Type="http://schemas.openxmlformats.org/officeDocument/2006/relationships/image" Target="../media/image68.wmf"/><Relationship Id="rId18" Type="http://schemas.openxmlformats.org/officeDocument/2006/relationships/image" Target="../media/image67.wmf"/><Relationship Id="rId17" Type="http://schemas.openxmlformats.org/officeDocument/2006/relationships/image" Target="../media/image66.wmf"/><Relationship Id="rId16" Type="http://schemas.openxmlformats.org/officeDocument/2006/relationships/image" Target="../media/image65.wmf"/><Relationship Id="rId15" Type="http://schemas.openxmlformats.org/officeDocument/2006/relationships/image" Target="../media/image64.wmf"/><Relationship Id="rId14" Type="http://schemas.openxmlformats.org/officeDocument/2006/relationships/image" Target="../media/image63.wmf"/><Relationship Id="rId13" Type="http://schemas.openxmlformats.org/officeDocument/2006/relationships/image" Target="../media/image62.wmf"/><Relationship Id="rId12" Type="http://schemas.openxmlformats.org/officeDocument/2006/relationships/image" Target="../media/image61.wmf"/><Relationship Id="rId11" Type="http://schemas.openxmlformats.org/officeDocument/2006/relationships/image" Target="../media/image60.wmf"/><Relationship Id="rId10" Type="http://schemas.openxmlformats.org/officeDocument/2006/relationships/image" Target="../media/image59.wmf"/><Relationship Id="rId1" Type="http://schemas.openxmlformats.org/officeDocument/2006/relationships/image" Target="../media/image51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0.wmf"/><Relationship Id="rId8" Type="http://schemas.openxmlformats.org/officeDocument/2006/relationships/image" Target="../media/image79.wmf"/><Relationship Id="rId7" Type="http://schemas.openxmlformats.org/officeDocument/2006/relationships/image" Target="../media/image78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53.wmf"/><Relationship Id="rId3" Type="http://schemas.openxmlformats.org/officeDocument/2006/relationships/image" Target="../media/image17.wmf"/><Relationship Id="rId2" Type="http://schemas.openxmlformats.org/officeDocument/2006/relationships/image" Target="../media/image52.wmf"/><Relationship Id="rId12" Type="http://schemas.openxmlformats.org/officeDocument/2006/relationships/image" Target="../media/image83.wmf"/><Relationship Id="rId11" Type="http://schemas.openxmlformats.org/officeDocument/2006/relationships/image" Target="../media/image82.wmf"/><Relationship Id="rId10" Type="http://schemas.openxmlformats.org/officeDocument/2006/relationships/image" Target="../media/image81.wmf"/><Relationship Id="rId1" Type="http://schemas.openxmlformats.org/officeDocument/2006/relationships/image" Target="../media/image51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92.wmf"/><Relationship Id="rId8" Type="http://schemas.openxmlformats.org/officeDocument/2006/relationships/image" Target="../media/image91.wmf"/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0" Type="http://schemas.openxmlformats.org/officeDocument/2006/relationships/image" Target="../media/image93.wmf"/><Relationship Id="rId1" Type="http://schemas.openxmlformats.org/officeDocument/2006/relationships/image" Target="../media/image84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99.wmf"/><Relationship Id="rId8" Type="http://schemas.openxmlformats.org/officeDocument/2006/relationships/image" Target="../media/image98.wmf"/><Relationship Id="rId7" Type="http://schemas.openxmlformats.org/officeDocument/2006/relationships/image" Target="../media/image97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94.wmf"/><Relationship Id="rId19" Type="http://schemas.openxmlformats.org/officeDocument/2006/relationships/image" Target="../media/image88.wmf"/><Relationship Id="rId18" Type="http://schemas.openxmlformats.org/officeDocument/2006/relationships/image" Target="../media/image108.wmf"/><Relationship Id="rId17" Type="http://schemas.openxmlformats.org/officeDocument/2006/relationships/image" Target="../media/image107.wmf"/><Relationship Id="rId16" Type="http://schemas.openxmlformats.org/officeDocument/2006/relationships/image" Target="../media/image106.wmf"/><Relationship Id="rId15" Type="http://schemas.openxmlformats.org/officeDocument/2006/relationships/image" Target="../media/image105.wmf"/><Relationship Id="rId14" Type="http://schemas.openxmlformats.org/officeDocument/2006/relationships/image" Target="../media/image104.wmf"/><Relationship Id="rId13" Type="http://schemas.openxmlformats.org/officeDocument/2006/relationships/image" Target="../media/image103.wmf"/><Relationship Id="rId12" Type="http://schemas.openxmlformats.org/officeDocument/2006/relationships/image" Target="../media/image102.wmf"/><Relationship Id="rId11" Type="http://schemas.openxmlformats.org/officeDocument/2006/relationships/image" Target="../media/image101.wmf"/><Relationship Id="rId10" Type="http://schemas.openxmlformats.org/officeDocument/2006/relationships/image" Target="../media/image100.wmf"/><Relationship Id="rId1" Type="http://schemas.openxmlformats.org/officeDocument/2006/relationships/image" Target="../media/image93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wmf"/><Relationship Id="rId8" Type="http://schemas.openxmlformats.org/officeDocument/2006/relationships/image" Target="../media/image115.wmf"/><Relationship Id="rId7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0" Type="http://schemas.openxmlformats.org/officeDocument/2006/relationships/image" Target="../media/image117.wmf"/><Relationship Id="rId1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wmf"/><Relationship Id="rId8" Type="http://schemas.openxmlformats.org/officeDocument/2006/relationships/image" Target="../media/image94.wmf"/><Relationship Id="rId7" Type="http://schemas.openxmlformats.org/officeDocument/2006/relationships/image" Target="../media/image120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53.wmf"/><Relationship Id="rId3" Type="http://schemas.openxmlformats.org/officeDocument/2006/relationships/image" Target="../media/image17.wmf"/><Relationship Id="rId23" Type="http://schemas.openxmlformats.org/officeDocument/2006/relationships/image" Target="../media/image130.wmf"/><Relationship Id="rId22" Type="http://schemas.openxmlformats.org/officeDocument/2006/relationships/image" Target="../media/image129.wmf"/><Relationship Id="rId21" Type="http://schemas.openxmlformats.org/officeDocument/2006/relationships/image" Target="../media/image128.wmf"/><Relationship Id="rId20" Type="http://schemas.openxmlformats.org/officeDocument/2006/relationships/image" Target="../media/image67.wmf"/><Relationship Id="rId2" Type="http://schemas.openxmlformats.org/officeDocument/2006/relationships/image" Target="../media/image52.wmf"/><Relationship Id="rId19" Type="http://schemas.openxmlformats.org/officeDocument/2006/relationships/image" Target="../media/image127.wmf"/><Relationship Id="rId18" Type="http://schemas.openxmlformats.org/officeDocument/2006/relationships/image" Target="../media/image126.wmf"/><Relationship Id="rId17" Type="http://schemas.openxmlformats.org/officeDocument/2006/relationships/image" Target="../media/image125.wmf"/><Relationship Id="rId16" Type="http://schemas.openxmlformats.org/officeDocument/2006/relationships/image" Target="../media/image124.wmf"/><Relationship Id="rId15" Type="http://schemas.openxmlformats.org/officeDocument/2006/relationships/image" Target="../media/image123.wmf"/><Relationship Id="rId14" Type="http://schemas.openxmlformats.org/officeDocument/2006/relationships/image" Target="../media/image100.wmf"/><Relationship Id="rId13" Type="http://schemas.openxmlformats.org/officeDocument/2006/relationships/image" Target="../media/image99.wmf"/><Relationship Id="rId12" Type="http://schemas.openxmlformats.org/officeDocument/2006/relationships/image" Target="../media/image96.wmf"/><Relationship Id="rId11" Type="http://schemas.openxmlformats.org/officeDocument/2006/relationships/image" Target="../media/image122.wmf"/><Relationship Id="rId10" Type="http://schemas.openxmlformats.org/officeDocument/2006/relationships/image" Target="../media/image87.wmf"/><Relationship Id="rId1" Type="http://schemas.openxmlformats.org/officeDocument/2006/relationships/image" Target="../media/image51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wmf"/><Relationship Id="rId8" Type="http://schemas.openxmlformats.org/officeDocument/2006/relationships/image" Target="../media/image137.wmf"/><Relationship Id="rId7" Type="http://schemas.openxmlformats.org/officeDocument/2006/relationships/image" Target="../media/image136.wmf"/><Relationship Id="rId6" Type="http://schemas.openxmlformats.org/officeDocument/2006/relationships/image" Target="../media/image135.wmf"/><Relationship Id="rId5" Type="http://schemas.openxmlformats.org/officeDocument/2006/relationships/image" Target="../media/image53.wmf"/><Relationship Id="rId4" Type="http://schemas.openxmlformats.org/officeDocument/2006/relationships/image" Target="../media/image134.wmf"/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5" Type="http://schemas.openxmlformats.org/officeDocument/2006/relationships/image" Target="../media/image144.wmf"/><Relationship Id="rId14" Type="http://schemas.openxmlformats.org/officeDocument/2006/relationships/image" Target="../media/image143.wmf"/><Relationship Id="rId13" Type="http://schemas.openxmlformats.org/officeDocument/2006/relationships/image" Target="../media/image142.wmf"/><Relationship Id="rId12" Type="http://schemas.openxmlformats.org/officeDocument/2006/relationships/image" Target="../media/image141.wmf"/><Relationship Id="rId11" Type="http://schemas.openxmlformats.org/officeDocument/2006/relationships/image" Target="../media/image140.wmf"/><Relationship Id="rId10" Type="http://schemas.openxmlformats.org/officeDocument/2006/relationships/image" Target="../media/image139.wmf"/><Relationship Id="rId1" Type="http://schemas.openxmlformats.org/officeDocument/2006/relationships/image" Target="../media/image131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6.wmf"/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8.wmf"/><Relationship Id="rId3" Type="http://schemas.openxmlformats.org/officeDocument/2006/relationships/image" Target="../media/image207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6.wmf"/><Relationship Id="rId3" Type="http://schemas.openxmlformats.org/officeDocument/2006/relationships/image" Target="../media/image225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4714" y="1143000"/>
            <a:ext cx="45685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线连接符 21"/>
          <p:cNvCxnSpPr/>
          <p:nvPr userDrawn="1">
            <p:custDataLst>
              <p:tags r:id="rId2"/>
            </p:custDataLst>
          </p:nvPr>
        </p:nvCxnSpPr>
        <p:spPr>
          <a:xfrm>
            <a:off x="1525811" y="6048610"/>
            <a:ext cx="6070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>
            <p:custDataLst>
              <p:tags r:id="rId3"/>
            </p:custDataLst>
          </p:nvPr>
        </p:nvGrpSpPr>
        <p:grpSpPr>
          <a:xfrm>
            <a:off x="1613866" y="1396859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>
              <p:custDataLst>
                <p:tags r:id="rId7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8"/>
            </p:custDataLst>
          </p:nvPr>
        </p:nvGrpSpPr>
        <p:grpSpPr>
          <a:xfrm>
            <a:off x="6916625" y="-7"/>
            <a:ext cx="7473243" cy="9720061"/>
            <a:chOff x="5860199" y="-5"/>
            <a:chExt cx="6331801" cy="6858005"/>
          </a:xfrm>
        </p:grpSpPr>
        <p:sp>
          <p:nvSpPr>
            <p:cNvPr id="44" name="等腰三角形 43"/>
            <p:cNvSpPr/>
            <p:nvPr>
              <p:custDataLst>
                <p:tags r:id="rId9"/>
              </p:custDataLst>
            </p:nvPr>
          </p:nvSpPr>
          <p:spPr>
            <a:xfrm>
              <a:off x="5860199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>
              <p:custDataLst>
                <p:tags r:id="rId10"/>
              </p:custDataLst>
            </p:nvPr>
          </p:nvSpPr>
          <p:spPr>
            <a:xfrm>
              <a:off x="6468332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468332" y="0"/>
              <a:ext cx="5723668" cy="6858000"/>
              <a:chOff x="6468332" y="0"/>
              <a:chExt cx="5723668" cy="6858000"/>
            </a:xfrm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3" name="矩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385300" y="0"/>
                <a:ext cx="2806700" cy="685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7634514" y="0"/>
              <a:ext cx="4557486" cy="6858000"/>
              <a:chOff x="6468332" y="0"/>
              <a:chExt cx="4557486" cy="6858000"/>
            </a:xfrm>
            <a:solidFill>
              <a:srgbClr val="5CABEC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1" name="矩形 5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385300" y="0"/>
                <a:ext cx="1640518" cy="68580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800695" y="-5"/>
              <a:ext cx="3391305" cy="6858001"/>
              <a:chOff x="6468332" y="-5"/>
              <a:chExt cx="3391305" cy="6858001"/>
            </a:xfrm>
            <a:solidFill>
              <a:schemeClr val="accent2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15000"/>
                </a:schemeClr>
              </a:outerShdw>
            </a:effectLst>
          </p:grpSpPr>
          <p:sp>
            <p:nvSpPr>
              <p:cNvPr id="49" name="矩形 4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385300" y="-5"/>
                <a:ext cx="474337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16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372460" y="4361176"/>
            <a:ext cx="7929563" cy="1611638"/>
          </a:xfrm>
        </p:spPr>
        <p:txBody>
          <a:bodyPr lIns="90000" tIns="46800" rIns="90000" bIns="46800" anchor="b" anchorCtr="0">
            <a:normAutofit/>
          </a:bodyPr>
          <a:lstStyle>
            <a:lvl1pPr algn="l">
              <a:defRPr sz="7655" b="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389590" y="6084374"/>
            <a:ext cx="7929563" cy="898280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3965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647700" indent="0" algn="ctr">
              <a:buNone/>
              <a:defRPr sz="2840"/>
            </a:lvl2pPr>
            <a:lvl3pPr marL="1296670" indent="0" algn="ctr">
              <a:buNone/>
              <a:defRPr sz="2550"/>
            </a:lvl3pPr>
            <a:lvl4pPr marL="1943735" indent="0" algn="ctr">
              <a:buNone/>
              <a:defRPr sz="2270"/>
            </a:lvl4pPr>
            <a:lvl5pPr marL="2592070" indent="0" algn="ctr">
              <a:buNone/>
              <a:defRPr sz="2270"/>
            </a:lvl5pPr>
            <a:lvl6pPr marL="3239770" indent="0" algn="ctr">
              <a:buNone/>
              <a:defRPr sz="2270"/>
            </a:lvl6pPr>
            <a:lvl7pPr marL="3888740" indent="0" algn="ctr">
              <a:buNone/>
              <a:defRPr sz="2270"/>
            </a:lvl7pPr>
            <a:lvl8pPr marL="4536440" indent="0" algn="ctr">
              <a:buNone/>
              <a:defRPr sz="2270"/>
            </a:lvl8pPr>
            <a:lvl9pPr marL="5183505" indent="0" algn="ctr">
              <a:buNone/>
              <a:defRPr sz="227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90643" y="1350019"/>
            <a:ext cx="12808584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>
            <p:custDataLst>
              <p:tags r:id="rId2"/>
            </p:custDataLst>
          </p:nvPr>
        </p:nvSpPr>
        <p:spPr>
          <a:xfrm rot="10800000" flipV="1">
            <a:off x="4030429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 userDrawn="1">
            <p:custDataLst>
              <p:tags r:id="rId3"/>
            </p:custDataLst>
          </p:nvPr>
        </p:nvSpPr>
        <p:spPr>
          <a:xfrm rot="10800000" flipV="1">
            <a:off x="3312668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0" y="0"/>
            <a:ext cx="6755481" cy="9720054"/>
            <a:chOff x="6468332" y="0"/>
            <a:chExt cx="5723668" cy="6858000"/>
          </a:xfrm>
          <a:solidFill>
            <a:schemeClr val="accent1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2806700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7"/>
            </p:custDataLst>
          </p:nvPr>
        </p:nvGrpSpPr>
        <p:grpSpPr>
          <a:xfrm rot="10800000" flipV="1">
            <a:off x="0" y="0"/>
            <a:ext cx="5379070" cy="9720054"/>
            <a:chOff x="6468332" y="0"/>
            <a:chExt cx="4557486" cy="6858000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385300" y="0"/>
              <a:ext cx="1640518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9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10"/>
            </p:custDataLst>
          </p:nvPr>
        </p:nvGrpSpPr>
        <p:grpSpPr>
          <a:xfrm rot="10800000" flipV="1">
            <a:off x="0" y="-7"/>
            <a:ext cx="4002660" cy="9720055"/>
            <a:chOff x="6468332" y="-5"/>
            <a:chExt cx="3391305" cy="6858001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15000"/>
              </a:schemeClr>
            </a:outerShdw>
          </a:effectLst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385300" y="-5"/>
              <a:ext cx="474337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13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17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8" name="矩形 27"/>
            <p:cNvSpPr/>
            <p:nvPr>
              <p:custDataLst>
                <p:tags r:id="rId1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1"/>
            </p:custDataLst>
          </p:nvPr>
        </p:nvSpPr>
        <p:spPr>
          <a:xfrm>
            <a:off x="5406838" y="4444225"/>
            <a:ext cx="6452883" cy="1090552"/>
          </a:xfrm>
        </p:spPr>
        <p:txBody>
          <a:bodyPr lIns="90000" tIns="46800" rIns="90000" bIns="46800" anchor="b" anchorCtr="0">
            <a:normAutofit/>
          </a:bodyPr>
          <a:lstStyle>
            <a:lvl1pPr algn="r">
              <a:defRPr sz="623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22"/>
            </p:custDataLst>
          </p:nvPr>
        </p:nvSpPr>
        <p:spPr>
          <a:xfrm>
            <a:off x="5406838" y="5609185"/>
            <a:ext cx="6452883" cy="1527861"/>
          </a:xfrm>
        </p:spPr>
        <p:txBody>
          <a:bodyPr lIns="101600" tIns="38100" rIns="76200" bIns="381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4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>
                <a:solidFill>
                  <a:schemeClr val="tx1">
                    <a:tint val="75000"/>
                  </a:schemeClr>
                </a:solidFill>
              </a:defRPr>
            </a:lvl2pPr>
            <a:lvl3pPr marL="1296670" indent="0">
              <a:buNone/>
              <a:defRPr sz="2550">
                <a:solidFill>
                  <a:schemeClr val="tx1">
                    <a:tint val="75000"/>
                  </a:schemeClr>
                </a:solidFill>
              </a:defRPr>
            </a:lvl3pPr>
            <a:lvl4pPr marL="194373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4pPr>
            <a:lvl5pPr marL="25920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5pPr>
            <a:lvl6pPr marL="32397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6pPr>
            <a:lvl7pPr marL="38887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7pPr>
            <a:lvl8pPr marL="45364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8pPr>
            <a:lvl9pPr marL="518350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363568" y="1350019"/>
            <a:ext cx="6235659" cy="7637863"/>
          </a:xfrm>
        </p:spPr>
        <p:txBody>
          <a:bodyPr>
            <a:normAutofit/>
          </a:bodyPr>
          <a:lstStyle>
            <a:lvl1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90699" y="1350019"/>
            <a:ext cx="6235659" cy="540007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84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90693" y="1993511"/>
            <a:ext cx="623560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7359877" y="1350019"/>
            <a:ext cx="6235659" cy="54000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84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7359877" y="1993511"/>
            <a:ext cx="623565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9098" y="-7"/>
            <a:ext cx="14398965" cy="9720061"/>
            <a:chOff x="-7708" y="-5"/>
            <a:chExt cx="12199708" cy="6858005"/>
          </a:xfrm>
        </p:grpSpPr>
        <p:grpSp>
          <p:nvGrpSpPr>
            <p:cNvPr id="7" name="组合 6"/>
            <p:cNvGrpSpPr/>
            <p:nvPr/>
          </p:nvGrpSpPr>
          <p:grpSpPr>
            <a:xfrm>
              <a:off x="-7706" y="-5"/>
              <a:ext cx="1695321" cy="3979334"/>
              <a:chOff x="-7706" y="-5"/>
              <a:chExt cx="1695321" cy="3979334"/>
            </a:xfrm>
          </p:grpSpPr>
          <p:sp>
            <p:nvSpPr>
              <p:cNvPr id="14" name="等腰三角形 13"/>
              <p:cNvSpPr/>
              <p:nvPr>
                <p:custDataLst>
                  <p:tags r:id="rId3"/>
                </p:custDataLst>
              </p:nvPr>
            </p:nvSpPr>
            <p:spPr>
              <a:xfrm rot="10800000" flipH="1">
                <a:off x="-4946" y="0"/>
                <a:ext cx="1692561" cy="3979329"/>
              </a:xfrm>
              <a:prstGeom prst="triangle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4"/>
                </p:custDataLst>
              </p:nvPr>
            </p:nvSpPr>
            <p:spPr>
              <a:xfrm rot="10800000" flipH="1">
                <a:off x="-7706" y="-5"/>
                <a:ext cx="1441199" cy="338836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5"/>
                </p:custDataLst>
              </p:nvPr>
            </p:nvSpPr>
            <p:spPr>
              <a:xfrm rot="10800000" flipH="1">
                <a:off x="0" y="-1"/>
                <a:ext cx="1137920" cy="2675329"/>
              </a:xfrm>
              <a:prstGeom prst="triangle">
                <a:avLst>
                  <a:gd name="adj" fmla="val 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710334" y="3374500"/>
              <a:ext cx="1481666" cy="3483500"/>
              <a:chOff x="10710334" y="3374500"/>
              <a:chExt cx="1481666" cy="3483500"/>
            </a:xfrm>
          </p:grpSpPr>
          <p:sp>
            <p:nvSpPr>
              <p:cNvPr id="12" name="等腰三角形 1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0710334" y="3374500"/>
                <a:ext cx="1481666" cy="348350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406400" dist="38100" dir="10800000" sx="93000" sy="93000" algn="r" rotWithShape="0">
                  <a:schemeClr val="accent1">
                    <a:lumMod val="75000"/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1201399" y="4529029"/>
                <a:ext cx="990600" cy="2328970"/>
              </a:xfrm>
              <a:prstGeom prst="triangle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-7708" y="6149280"/>
              <a:ext cx="2410683" cy="708720"/>
              <a:chOff x="-7708" y="6149280"/>
              <a:chExt cx="2410683" cy="708720"/>
            </a:xfrm>
          </p:grpSpPr>
          <p:sp>
            <p:nvSpPr>
              <p:cNvPr id="10" name="等腰三角形 9"/>
              <p:cNvSpPr/>
              <p:nvPr>
                <p:custDataLst>
                  <p:tags r:id="rId8"/>
                </p:custDataLst>
              </p:nvPr>
            </p:nvSpPr>
            <p:spPr>
              <a:xfrm rot="5400000" flipH="1">
                <a:off x="843274" y="5298298"/>
                <a:ext cx="708720" cy="2410683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28600" dist="38100" dir="16200000" rotWithShape="0">
                  <a:schemeClr val="accent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>
                <p:custDataLst>
                  <p:tags r:id="rId9"/>
                </p:custDataLst>
              </p:nvPr>
            </p:nvSpPr>
            <p:spPr>
              <a:xfrm rot="5400000" flipH="1">
                <a:off x="478765" y="5670515"/>
                <a:ext cx="708720" cy="1666249"/>
              </a:xfrm>
              <a:prstGeom prst="triangle">
                <a:avLst>
                  <a:gd name="adj" fmla="val 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648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9" tIns="45724" rIns="91449" bIns="45724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99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363624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2476807" y="1350019"/>
            <a:ext cx="1122419" cy="7637863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90693" y="1350008"/>
            <a:ext cx="11599826" cy="7637863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90699" y="1350019"/>
            <a:ext cx="12808584" cy="763786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>
            <p:custDataLst>
              <p:tags r:id="rId2"/>
            </p:custDataLst>
          </p:nvPr>
        </p:nvSpPr>
        <p:spPr>
          <a:xfrm rot="10800000" flipV="1">
            <a:off x="-5115" y="5730759"/>
            <a:ext cx="2825992" cy="3989294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 userDrawn="1">
            <p:custDataLst>
              <p:tags r:id="rId3"/>
            </p:custDataLst>
          </p:nvPr>
        </p:nvSpPr>
        <p:spPr>
          <a:xfrm rot="10800000" flipV="1">
            <a:off x="-1" y="6228034"/>
            <a:ext cx="2473725" cy="3492019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1" y="0"/>
            <a:ext cx="4089836" cy="9720054"/>
            <a:chOff x="6468332" y="0"/>
            <a:chExt cx="3465166" cy="6858000"/>
          </a:xfrm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54819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等腰三角形 10"/>
          <p:cNvSpPr/>
          <p:nvPr userDrawn="1">
            <p:custDataLst>
              <p:tags r:id="rId7"/>
            </p:custDataLst>
          </p:nvPr>
        </p:nvSpPr>
        <p:spPr>
          <a:xfrm flipV="1">
            <a:off x="0" y="0"/>
            <a:ext cx="3442814" cy="972004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8"/>
            </p:custDataLst>
          </p:nvPr>
        </p:nvSpPr>
        <p:spPr>
          <a:xfrm flipV="1">
            <a:off x="0" y="0"/>
            <a:ext cx="2820877" cy="7964144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9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 userDrawn="1">
            <p:custDataLst>
              <p:tags r:id="rId13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4" name="直接连接符 23"/>
          <p:cNvCxnSpPr/>
          <p:nvPr userDrawn="1">
            <p:custDataLst>
              <p:tags r:id="rId17"/>
            </p:custDataLst>
          </p:nvPr>
        </p:nvCxnSpPr>
        <p:spPr>
          <a:xfrm>
            <a:off x="3972763" y="5690732"/>
            <a:ext cx="66028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3808538" y="4131034"/>
            <a:ext cx="7523484" cy="150602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655" b="0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3809193" y="5730783"/>
            <a:ext cx="7523445" cy="137700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405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  <p:custDataLst>
              <p:tags r:id="rId23"/>
            </p:custDataLst>
          </p:nvPr>
        </p:nvSpPr>
        <p:spPr>
          <a:xfrm>
            <a:off x="3808538" y="2892710"/>
            <a:ext cx="3931154" cy="1156695"/>
          </a:xfrm>
        </p:spPr>
        <p:txBody>
          <a:bodyPr lIns="90000" tIns="46800" rIns="90000" anchor="b" anchorCtr="0">
            <a:normAutofit/>
          </a:bodyPr>
          <a:lstStyle>
            <a:lvl1pPr marL="0" indent="0">
              <a:buNone/>
              <a:defRPr sz="6235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rot="5400000" flipH="1">
            <a:off x="12378884" y="7305161"/>
            <a:ext cx="1200204" cy="3388519"/>
            <a:chOff x="0" y="0"/>
            <a:chExt cx="2916968" cy="6857996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45583" y="431153"/>
            <a:ext cx="13698701" cy="8857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512061" y="3066537"/>
            <a:ext cx="11362000" cy="488298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 userDrawn="1">
            <p:custDataLst>
              <p:tags r:id="rId7"/>
            </p:custDataLst>
          </p:nvPr>
        </p:nvGrpSpPr>
        <p:grpSpPr>
          <a:xfrm>
            <a:off x="13232890" y="835945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11"/>
            </p:custDataLst>
          </p:nvPr>
        </p:nvGrpSpPr>
        <p:grpSpPr>
          <a:xfrm rot="10800000">
            <a:off x="217654" y="284731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5692991" cy="9731754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88334" y="1091912"/>
            <a:ext cx="4673874" cy="1250086"/>
          </a:xfrm>
        </p:spPr>
        <p:txBody>
          <a:bodyPr anchor="ctr"/>
          <a:lstStyle>
            <a:lvl1pPr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92583" y="2500171"/>
            <a:ext cx="4669625" cy="580141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020800" y="1091257"/>
            <a:ext cx="7648158" cy="721129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4" name="组合 13"/>
          <p:cNvGrpSpPr/>
          <p:nvPr userDrawn="1">
            <p:custDataLst>
              <p:tags r:id="rId9"/>
            </p:custDataLst>
          </p:nvPr>
        </p:nvGrpSpPr>
        <p:grpSpPr>
          <a:xfrm rot="5400000">
            <a:off x="217654" y="829064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377576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22326" y="1107219"/>
            <a:ext cx="12955130" cy="887816"/>
          </a:xfrm>
        </p:spPr>
        <p:txBody>
          <a:bodyPr anchor="ctr"/>
          <a:lstStyle>
            <a:lvl1pPr algn="ctr"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722326" y="2352202"/>
            <a:ext cx="12954628" cy="117355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723241" y="3979865"/>
            <a:ext cx="12942383" cy="486257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7128041"/>
            <a:ext cx="14389868" cy="259201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13828" y="949045"/>
            <a:ext cx="12955130" cy="801075"/>
          </a:xfrm>
        </p:spPr>
        <p:txBody>
          <a:bodyPr anchor="ctr"/>
          <a:lstStyle>
            <a:lvl1pPr algn="ctr">
              <a:defRPr sz="4535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713872" y="2382816"/>
            <a:ext cx="12972126" cy="455133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701081" y="7342340"/>
            <a:ext cx="12984873" cy="143377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12960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84085" y="336758"/>
            <a:ext cx="13027363" cy="62640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84085" y="2357304"/>
            <a:ext cx="6305481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7367726" y="2357304"/>
            <a:ext cx="6335224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675587" y="6826999"/>
            <a:ext cx="6305481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7380473" y="6821896"/>
            <a:ext cx="6335224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11"/>
            </p:custDataLst>
          </p:nvPr>
        </p:nvGrpSpPr>
        <p:grpSpPr>
          <a:xfrm>
            <a:off x="13529742" y="8735237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359538"/>
            <a:ext cx="14389868" cy="700098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2145822" y="-2580218"/>
            <a:ext cx="2675616" cy="8373449"/>
            <a:chOff x="0" y="-1532"/>
            <a:chExt cx="3368984" cy="7916555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等腰三角形 8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 userDrawn="1">
              <p:custDataLst>
                <p:tags r:id="rId6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 rot="5400000" flipH="1">
            <a:off x="9565596" y="3926819"/>
            <a:ext cx="2675616" cy="8373449"/>
            <a:chOff x="0" y="-1532"/>
            <a:chExt cx="3368984" cy="7916555"/>
          </a:xfrm>
        </p:grpSpPr>
        <p:sp>
          <p:nvSpPr>
            <p:cNvPr id="14" name="等腰三角形 13"/>
            <p:cNvSpPr/>
            <p:nvPr userDrawn="1">
              <p:custDataLst>
                <p:tags r:id="rId8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等腰三角形 14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等腰三角形 15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797317" y="1898089"/>
            <a:ext cx="10792401" cy="3382885"/>
          </a:xfrm>
        </p:spPr>
        <p:txBody>
          <a:bodyPr anchor="b"/>
          <a:lstStyle>
            <a:lvl1pPr algn="ctr">
              <a:defRPr sz="850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1796860" y="5474865"/>
            <a:ext cx="10792401" cy="23471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tags" Target="../tags/tag200.xml"/><Relationship Id="rId27" Type="http://schemas.openxmlformats.org/officeDocument/2006/relationships/tags" Target="../tags/tag199.xml"/><Relationship Id="rId26" Type="http://schemas.openxmlformats.org/officeDocument/2006/relationships/tags" Target="../tags/tag198.xml"/><Relationship Id="rId25" Type="http://schemas.openxmlformats.org/officeDocument/2006/relationships/tags" Target="../tags/tag197.xml"/><Relationship Id="rId24" Type="http://schemas.openxmlformats.org/officeDocument/2006/relationships/tags" Target="../tags/tag196.xml"/><Relationship Id="rId23" Type="http://schemas.openxmlformats.org/officeDocument/2006/relationships/tags" Target="../tags/tag195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790643" y="628204"/>
            <a:ext cx="12808584" cy="626409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790643" y="1350019"/>
            <a:ext cx="12808584" cy="7637863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103833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857997" y="8999813"/>
            <a:ext cx="4673874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1016284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1296670" rtl="0" eaLnBrk="1" fontAlgn="auto" latinLnBrk="0" hangingPunct="1">
        <a:lnSpc>
          <a:spcPct val="100000"/>
        </a:lnSpc>
        <a:spcBef>
          <a:spcPct val="0"/>
        </a:spcBef>
        <a:buNone/>
        <a:defRPr sz="3405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32385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9721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281555" algn="l"/>
        </a:tabLst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6205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22675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9159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564255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42125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8602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5079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2pPr>
      <a:lvl3pPr marL="12966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3pPr>
      <a:lvl4pPr marL="194373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5pPr>
      <a:lvl6pPr marL="32397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38887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5364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9" Type="http://schemas.openxmlformats.org/officeDocument/2006/relationships/slideLayout" Target="../slideLayouts/slideLayout6.xml"/><Relationship Id="rId18" Type="http://schemas.openxmlformats.org/officeDocument/2006/relationships/tags" Target="../tags/tag219.xml"/><Relationship Id="rId17" Type="http://schemas.openxmlformats.org/officeDocument/2006/relationships/tags" Target="../tags/tag218.xml"/><Relationship Id="rId16" Type="http://schemas.openxmlformats.org/officeDocument/2006/relationships/tags" Target="../tags/tag217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tags" Target="../tags/tag20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wmf"/><Relationship Id="rId8" Type="http://schemas.openxmlformats.org/officeDocument/2006/relationships/oleObject" Target="../embeddings/oleObject5.bin"/><Relationship Id="rId7" Type="http://schemas.openxmlformats.org/officeDocument/2006/relationships/image" Target="../media/image4.wmf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3" Type="http://schemas.openxmlformats.org/officeDocument/2006/relationships/vmlDrawing" Target="../drawings/vmlDrawing1.v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224.xml"/><Relationship Id="rId30" Type="http://schemas.openxmlformats.org/officeDocument/2006/relationships/oleObject" Target="../embeddings/oleObject16.bin"/><Relationship Id="rId3" Type="http://schemas.openxmlformats.org/officeDocument/2006/relationships/oleObject" Target="../embeddings/oleObject2.bin"/><Relationship Id="rId29" Type="http://schemas.openxmlformats.org/officeDocument/2006/relationships/image" Target="../media/image15.wmf"/><Relationship Id="rId28" Type="http://schemas.openxmlformats.org/officeDocument/2006/relationships/oleObject" Target="../embeddings/oleObject15.bin"/><Relationship Id="rId27" Type="http://schemas.openxmlformats.org/officeDocument/2006/relationships/image" Target="../media/image14.wmf"/><Relationship Id="rId26" Type="http://schemas.openxmlformats.org/officeDocument/2006/relationships/oleObject" Target="../embeddings/oleObject14.bin"/><Relationship Id="rId25" Type="http://schemas.openxmlformats.org/officeDocument/2006/relationships/image" Target="../media/image13.wmf"/><Relationship Id="rId24" Type="http://schemas.openxmlformats.org/officeDocument/2006/relationships/oleObject" Target="../embeddings/oleObject13.bin"/><Relationship Id="rId23" Type="http://schemas.openxmlformats.org/officeDocument/2006/relationships/image" Target="../media/image12.wmf"/><Relationship Id="rId22" Type="http://schemas.openxmlformats.org/officeDocument/2006/relationships/oleObject" Target="../embeddings/oleObject12.bin"/><Relationship Id="rId21" Type="http://schemas.openxmlformats.org/officeDocument/2006/relationships/image" Target="../media/image11.wmf"/><Relationship Id="rId20" Type="http://schemas.openxmlformats.org/officeDocument/2006/relationships/oleObject" Target="../embeddings/oleObject11.bin"/><Relationship Id="rId2" Type="http://schemas.openxmlformats.org/officeDocument/2006/relationships/image" Target="../media/image2.wmf"/><Relationship Id="rId19" Type="http://schemas.openxmlformats.org/officeDocument/2006/relationships/image" Target="../media/image10.wmf"/><Relationship Id="rId18" Type="http://schemas.openxmlformats.org/officeDocument/2006/relationships/oleObject" Target="../embeddings/oleObject10.bin"/><Relationship Id="rId17" Type="http://schemas.openxmlformats.org/officeDocument/2006/relationships/image" Target="../media/image9.wmf"/><Relationship Id="rId16" Type="http://schemas.openxmlformats.org/officeDocument/2006/relationships/oleObject" Target="../embeddings/oleObject9.bin"/><Relationship Id="rId15" Type="http://schemas.openxmlformats.org/officeDocument/2006/relationships/image" Target="../media/image8.wmf"/><Relationship Id="rId14" Type="http://schemas.openxmlformats.org/officeDocument/2006/relationships/oleObject" Target="../embeddings/oleObject8.bin"/><Relationship Id="rId13" Type="http://schemas.openxmlformats.org/officeDocument/2006/relationships/image" Target="../media/image7.wmf"/><Relationship Id="rId12" Type="http://schemas.openxmlformats.org/officeDocument/2006/relationships/oleObject" Target="../embeddings/oleObject7.bin"/><Relationship Id="rId11" Type="http://schemas.openxmlformats.org/officeDocument/2006/relationships/image" Target="../media/image6.wmf"/><Relationship Id="rId10" Type="http://schemas.openxmlformats.org/officeDocument/2006/relationships/oleObject" Target="../embeddings/oleObject6.bin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8.bin"/><Relationship Id="rId28" Type="http://schemas.openxmlformats.org/officeDocument/2006/relationships/vmlDrawing" Target="../drawings/vmlDrawing2.vml"/><Relationship Id="rId27" Type="http://schemas.openxmlformats.org/officeDocument/2006/relationships/slideLayout" Target="../slideLayouts/slideLayout13.xml"/><Relationship Id="rId26" Type="http://schemas.openxmlformats.org/officeDocument/2006/relationships/tags" Target="../tags/tag225.xml"/><Relationship Id="rId25" Type="http://schemas.openxmlformats.org/officeDocument/2006/relationships/image" Target="../media/image27.wmf"/><Relationship Id="rId24" Type="http://schemas.openxmlformats.org/officeDocument/2006/relationships/oleObject" Target="../embeddings/oleObject29.bin"/><Relationship Id="rId23" Type="http://schemas.openxmlformats.org/officeDocument/2006/relationships/image" Target="../media/image26.wmf"/><Relationship Id="rId22" Type="http://schemas.openxmlformats.org/officeDocument/2006/relationships/oleObject" Target="../embeddings/oleObject28.bin"/><Relationship Id="rId21" Type="http://schemas.openxmlformats.org/officeDocument/2006/relationships/oleObject" Target="../embeddings/oleObject27.bin"/><Relationship Id="rId20" Type="http://schemas.openxmlformats.org/officeDocument/2006/relationships/image" Target="../media/image25.wmf"/><Relationship Id="rId2" Type="http://schemas.openxmlformats.org/officeDocument/2006/relationships/image" Target="../media/image16.wmf"/><Relationship Id="rId19" Type="http://schemas.openxmlformats.org/officeDocument/2006/relationships/oleObject" Target="../embeddings/oleObject26.bin"/><Relationship Id="rId18" Type="http://schemas.openxmlformats.org/officeDocument/2006/relationships/image" Target="../media/image24.wmf"/><Relationship Id="rId17" Type="http://schemas.openxmlformats.org/officeDocument/2006/relationships/oleObject" Target="../embeddings/oleObject25.bin"/><Relationship Id="rId16" Type="http://schemas.openxmlformats.org/officeDocument/2006/relationships/image" Target="../media/image23.wmf"/><Relationship Id="rId15" Type="http://schemas.openxmlformats.org/officeDocument/2006/relationships/oleObject" Target="../embeddings/oleObject24.bin"/><Relationship Id="rId14" Type="http://schemas.openxmlformats.org/officeDocument/2006/relationships/image" Target="../media/image22.w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image" Target="../media/image29.wmf"/><Relationship Id="rId7" Type="http://schemas.openxmlformats.org/officeDocument/2006/relationships/oleObject" Target="../embeddings/oleObject31.bin"/><Relationship Id="rId63" Type="http://schemas.openxmlformats.org/officeDocument/2006/relationships/vmlDrawing" Target="../drawings/vmlDrawing3.vml"/><Relationship Id="rId62" Type="http://schemas.openxmlformats.org/officeDocument/2006/relationships/slideLayout" Target="../slideLayouts/slideLayout13.xml"/><Relationship Id="rId61" Type="http://schemas.openxmlformats.org/officeDocument/2006/relationships/tags" Target="../tags/tag249.xml"/><Relationship Id="rId60" Type="http://schemas.openxmlformats.org/officeDocument/2006/relationships/oleObject" Target="../embeddings/oleObject51.bin"/><Relationship Id="rId6" Type="http://schemas.openxmlformats.org/officeDocument/2006/relationships/tags" Target="../tags/tag229.xml"/><Relationship Id="rId59" Type="http://schemas.openxmlformats.org/officeDocument/2006/relationships/tags" Target="../tags/tag248.xml"/><Relationship Id="rId58" Type="http://schemas.openxmlformats.org/officeDocument/2006/relationships/oleObject" Target="../embeddings/oleObject50.bin"/><Relationship Id="rId57" Type="http://schemas.openxmlformats.org/officeDocument/2006/relationships/tags" Target="../tags/tag247.xml"/><Relationship Id="rId56" Type="http://schemas.openxmlformats.org/officeDocument/2006/relationships/tags" Target="../tags/tag246.xml"/><Relationship Id="rId55" Type="http://schemas.openxmlformats.org/officeDocument/2006/relationships/tags" Target="../tags/tag245.xml"/><Relationship Id="rId54" Type="http://schemas.openxmlformats.org/officeDocument/2006/relationships/image" Target="../media/image42.wmf"/><Relationship Id="rId53" Type="http://schemas.openxmlformats.org/officeDocument/2006/relationships/oleObject" Target="../embeddings/oleObject49.bin"/><Relationship Id="rId52" Type="http://schemas.openxmlformats.org/officeDocument/2006/relationships/image" Target="../media/image41.wmf"/><Relationship Id="rId51" Type="http://schemas.openxmlformats.org/officeDocument/2006/relationships/oleObject" Target="../embeddings/oleObject48.bin"/><Relationship Id="rId50" Type="http://schemas.openxmlformats.org/officeDocument/2006/relationships/oleObject" Target="../embeddings/oleObject47.bin"/><Relationship Id="rId5" Type="http://schemas.openxmlformats.org/officeDocument/2006/relationships/image" Target="../media/image28.wmf"/><Relationship Id="rId49" Type="http://schemas.openxmlformats.org/officeDocument/2006/relationships/tags" Target="../tags/tag244.xml"/><Relationship Id="rId48" Type="http://schemas.openxmlformats.org/officeDocument/2006/relationships/image" Target="../media/image40.wmf"/><Relationship Id="rId47" Type="http://schemas.openxmlformats.org/officeDocument/2006/relationships/oleObject" Target="../embeddings/oleObject46.bin"/><Relationship Id="rId46" Type="http://schemas.openxmlformats.org/officeDocument/2006/relationships/image" Target="../media/image39.wmf"/><Relationship Id="rId45" Type="http://schemas.openxmlformats.org/officeDocument/2006/relationships/oleObject" Target="../embeddings/oleObject45.bin"/><Relationship Id="rId44" Type="http://schemas.openxmlformats.org/officeDocument/2006/relationships/image" Target="../media/image38.wmf"/><Relationship Id="rId43" Type="http://schemas.openxmlformats.org/officeDocument/2006/relationships/oleObject" Target="../embeddings/oleObject44.bin"/><Relationship Id="rId42" Type="http://schemas.openxmlformats.org/officeDocument/2006/relationships/oleObject" Target="../embeddings/oleObject43.bin"/><Relationship Id="rId41" Type="http://schemas.openxmlformats.org/officeDocument/2006/relationships/oleObject" Target="../embeddings/oleObject42.bin"/><Relationship Id="rId40" Type="http://schemas.openxmlformats.org/officeDocument/2006/relationships/image" Target="../media/image37.wmf"/><Relationship Id="rId4" Type="http://schemas.openxmlformats.org/officeDocument/2006/relationships/oleObject" Target="../embeddings/oleObject30.bin"/><Relationship Id="rId39" Type="http://schemas.openxmlformats.org/officeDocument/2006/relationships/oleObject" Target="../embeddings/oleObject41.bin"/><Relationship Id="rId38" Type="http://schemas.openxmlformats.org/officeDocument/2006/relationships/image" Target="../media/image36.wmf"/><Relationship Id="rId37" Type="http://schemas.openxmlformats.org/officeDocument/2006/relationships/oleObject" Target="../embeddings/oleObject40.bin"/><Relationship Id="rId36" Type="http://schemas.openxmlformats.org/officeDocument/2006/relationships/tags" Target="../tags/tag243.xml"/><Relationship Id="rId35" Type="http://schemas.openxmlformats.org/officeDocument/2006/relationships/image" Target="../media/image35.wmf"/><Relationship Id="rId34" Type="http://schemas.openxmlformats.org/officeDocument/2006/relationships/oleObject" Target="../embeddings/oleObject39.bin"/><Relationship Id="rId33" Type="http://schemas.openxmlformats.org/officeDocument/2006/relationships/tags" Target="../tags/tag242.xml"/><Relationship Id="rId32" Type="http://schemas.openxmlformats.org/officeDocument/2006/relationships/image" Target="../media/image34.wmf"/><Relationship Id="rId31" Type="http://schemas.openxmlformats.org/officeDocument/2006/relationships/oleObject" Target="../embeddings/oleObject38.bin"/><Relationship Id="rId30" Type="http://schemas.openxmlformats.org/officeDocument/2006/relationships/tags" Target="../tags/tag241.xml"/><Relationship Id="rId3" Type="http://schemas.openxmlformats.org/officeDocument/2006/relationships/tags" Target="../tags/tag228.xml"/><Relationship Id="rId29" Type="http://schemas.openxmlformats.org/officeDocument/2006/relationships/tags" Target="../tags/tag240.xml"/><Relationship Id="rId28" Type="http://schemas.openxmlformats.org/officeDocument/2006/relationships/oleObject" Target="../embeddings/oleObject37.bin"/><Relationship Id="rId27" Type="http://schemas.openxmlformats.org/officeDocument/2006/relationships/tags" Target="../tags/tag239.xml"/><Relationship Id="rId26" Type="http://schemas.openxmlformats.org/officeDocument/2006/relationships/oleObject" Target="../embeddings/oleObject36.bin"/><Relationship Id="rId25" Type="http://schemas.openxmlformats.org/officeDocument/2006/relationships/tags" Target="../tags/tag238.xml"/><Relationship Id="rId24" Type="http://schemas.openxmlformats.org/officeDocument/2006/relationships/tags" Target="../tags/tag237.xml"/><Relationship Id="rId23" Type="http://schemas.openxmlformats.org/officeDocument/2006/relationships/image" Target="../media/image33.wmf"/><Relationship Id="rId22" Type="http://schemas.openxmlformats.org/officeDocument/2006/relationships/oleObject" Target="../embeddings/oleObject35.bin"/><Relationship Id="rId21" Type="http://schemas.openxmlformats.org/officeDocument/2006/relationships/tags" Target="../tags/tag236.xml"/><Relationship Id="rId20" Type="http://schemas.openxmlformats.org/officeDocument/2006/relationships/tags" Target="../tags/tag235.xml"/><Relationship Id="rId2" Type="http://schemas.openxmlformats.org/officeDocument/2006/relationships/tags" Target="../tags/tag227.xml"/><Relationship Id="rId19" Type="http://schemas.openxmlformats.org/officeDocument/2006/relationships/image" Target="../media/image32.wmf"/><Relationship Id="rId18" Type="http://schemas.openxmlformats.org/officeDocument/2006/relationships/oleObject" Target="../embeddings/oleObject34.bin"/><Relationship Id="rId17" Type="http://schemas.openxmlformats.org/officeDocument/2006/relationships/tags" Target="../tags/tag234.xml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33.bin"/><Relationship Id="rId14" Type="http://schemas.openxmlformats.org/officeDocument/2006/relationships/tags" Target="../tags/tag233.xml"/><Relationship Id="rId13" Type="http://schemas.openxmlformats.org/officeDocument/2006/relationships/tags" Target="../tags/tag232.xml"/><Relationship Id="rId12" Type="http://schemas.openxmlformats.org/officeDocument/2006/relationships/tags" Target="../tags/tag231.xml"/><Relationship Id="rId11" Type="http://schemas.openxmlformats.org/officeDocument/2006/relationships/image" Target="../media/image30.wmf"/><Relationship Id="rId10" Type="http://schemas.openxmlformats.org/officeDocument/2006/relationships/oleObject" Target="../embeddings/oleObject32.bin"/><Relationship Id="rId1" Type="http://schemas.openxmlformats.org/officeDocument/2006/relationships/tags" Target="../tags/tag22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oleObject" Target="../embeddings/oleObject56.bin"/><Relationship Id="rId7" Type="http://schemas.openxmlformats.org/officeDocument/2006/relationships/oleObject" Target="../embeddings/oleObject55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10.wmf"/><Relationship Id="rId19" Type="http://schemas.openxmlformats.org/officeDocument/2006/relationships/vmlDrawing" Target="../drawings/vmlDrawing4.v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54.xml"/><Relationship Id="rId16" Type="http://schemas.openxmlformats.org/officeDocument/2006/relationships/oleObject" Target="../embeddings/oleObject62.bin"/><Relationship Id="rId15" Type="http://schemas.openxmlformats.org/officeDocument/2006/relationships/oleObject" Target="../embeddings/oleObject61.bin"/><Relationship Id="rId14" Type="http://schemas.openxmlformats.org/officeDocument/2006/relationships/oleObject" Target="../embeddings/oleObject60.bin"/><Relationship Id="rId13" Type="http://schemas.openxmlformats.org/officeDocument/2006/relationships/oleObject" Target="../embeddings/oleObject59.bin"/><Relationship Id="rId12" Type="http://schemas.openxmlformats.org/officeDocument/2006/relationships/oleObject" Target="../embeddings/oleObject58.bin"/><Relationship Id="rId11" Type="http://schemas.openxmlformats.org/officeDocument/2006/relationships/image" Target="../media/image9.wmf"/><Relationship Id="rId10" Type="http://schemas.openxmlformats.org/officeDocument/2006/relationships/oleObject" Target="../embeddings/oleObject57.bin"/><Relationship Id="rId1" Type="http://schemas.openxmlformats.org/officeDocument/2006/relationships/oleObject" Target="../embeddings/oleObject52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44.wmf"/><Relationship Id="rId7" Type="http://schemas.openxmlformats.org/officeDocument/2006/relationships/oleObject" Target="../embeddings/oleObject67.bin"/><Relationship Id="rId6" Type="http://schemas.openxmlformats.org/officeDocument/2006/relationships/oleObject" Target="../embeddings/oleObject66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65.bin"/><Relationship Id="rId3" Type="http://schemas.openxmlformats.org/officeDocument/2006/relationships/oleObject" Target="../embeddings/oleObject64.bin"/><Relationship Id="rId23" Type="http://schemas.openxmlformats.org/officeDocument/2006/relationships/vmlDrawing" Target="../drawings/vmlDrawing5.v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255.xml"/><Relationship Id="rId20" Type="http://schemas.openxmlformats.org/officeDocument/2006/relationships/image" Target="../media/image50.wmf"/><Relationship Id="rId2" Type="http://schemas.openxmlformats.org/officeDocument/2006/relationships/image" Target="../media/image32.wmf"/><Relationship Id="rId19" Type="http://schemas.openxmlformats.org/officeDocument/2006/relationships/oleObject" Target="../embeddings/oleObject73.bin"/><Relationship Id="rId18" Type="http://schemas.openxmlformats.org/officeDocument/2006/relationships/image" Target="../media/image49.wmf"/><Relationship Id="rId17" Type="http://schemas.openxmlformats.org/officeDocument/2006/relationships/oleObject" Target="../embeddings/oleObject72.bin"/><Relationship Id="rId16" Type="http://schemas.openxmlformats.org/officeDocument/2006/relationships/image" Target="../media/image48.wmf"/><Relationship Id="rId15" Type="http://schemas.openxmlformats.org/officeDocument/2006/relationships/oleObject" Target="../embeddings/oleObject71.bin"/><Relationship Id="rId14" Type="http://schemas.openxmlformats.org/officeDocument/2006/relationships/image" Target="../media/image47.wmf"/><Relationship Id="rId13" Type="http://schemas.openxmlformats.org/officeDocument/2006/relationships/oleObject" Target="../embeddings/oleObject70.bin"/><Relationship Id="rId12" Type="http://schemas.openxmlformats.org/officeDocument/2006/relationships/image" Target="../media/image46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45.wmf"/><Relationship Id="rId1" Type="http://schemas.openxmlformats.org/officeDocument/2006/relationships/oleObject" Target="../embeddings/oleObject63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17.wmf"/><Relationship Id="rId55" Type="http://schemas.openxmlformats.org/officeDocument/2006/relationships/vmlDrawing" Target="../drawings/vmlDrawing6.vml"/><Relationship Id="rId54" Type="http://schemas.openxmlformats.org/officeDocument/2006/relationships/slideLayout" Target="../slideLayouts/slideLayout13.xml"/><Relationship Id="rId53" Type="http://schemas.openxmlformats.org/officeDocument/2006/relationships/tags" Target="../tags/tag256.xml"/><Relationship Id="rId52" Type="http://schemas.openxmlformats.org/officeDocument/2006/relationships/image" Target="../media/image75.wmf"/><Relationship Id="rId51" Type="http://schemas.openxmlformats.org/officeDocument/2006/relationships/oleObject" Target="../embeddings/oleObject99.bin"/><Relationship Id="rId50" Type="http://schemas.openxmlformats.org/officeDocument/2006/relationships/image" Target="../media/image74.wmf"/><Relationship Id="rId5" Type="http://schemas.openxmlformats.org/officeDocument/2006/relationships/oleObject" Target="../embeddings/oleObject76.bin"/><Relationship Id="rId49" Type="http://schemas.openxmlformats.org/officeDocument/2006/relationships/oleObject" Target="../embeddings/oleObject98.bin"/><Relationship Id="rId48" Type="http://schemas.openxmlformats.org/officeDocument/2006/relationships/image" Target="../media/image73.wmf"/><Relationship Id="rId47" Type="http://schemas.openxmlformats.org/officeDocument/2006/relationships/oleObject" Target="../embeddings/oleObject97.bin"/><Relationship Id="rId46" Type="http://schemas.openxmlformats.org/officeDocument/2006/relationships/image" Target="../media/image72.wmf"/><Relationship Id="rId45" Type="http://schemas.openxmlformats.org/officeDocument/2006/relationships/oleObject" Target="../embeddings/oleObject96.bin"/><Relationship Id="rId44" Type="http://schemas.openxmlformats.org/officeDocument/2006/relationships/image" Target="../media/image71.wmf"/><Relationship Id="rId43" Type="http://schemas.openxmlformats.org/officeDocument/2006/relationships/oleObject" Target="../embeddings/oleObject95.bin"/><Relationship Id="rId42" Type="http://schemas.openxmlformats.org/officeDocument/2006/relationships/image" Target="../media/image70.wmf"/><Relationship Id="rId41" Type="http://schemas.openxmlformats.org/officeDocument/2006/relationships/oleObject" Target="../embeddings/oleObject94.bin"/><Relationship Id="rId40" Type="http://schemas.openxmlformats.org/officeDocument/2006/relationships/image" Target="../media/image69.wmf"/><Relationship Id="rId4" Type="http://schemas.openxmlformats.org/officeDocument/2006/relationships/image" Target="../media/image52.wmf"/><Relationship Id="rId39" Type="http://schemas.openxmlformats.org/officeDocument/2006/relationships/oleObject" Target="../embeddings/oleObject93.bin"/><Relationship Id="rId38" Type="http://schemas.openxmlformats.org/officeDocument/2006/relationships/image" Target="../media/image68.wmf"/><Relationship Id="rId37" Type="http://schemas.openxmlformats.org/officeDocument/2006/relationships/oleObject" Target="../embeddings/oleObject92.bin"/><Relationship Id="rId36" Type="http://schemas.openxmlformats.org/officeDocument/2006/relationships/image" Target="../media/image67.wmf"/><Relationship Id="rId35" Type="http://schemas.openxmlformats.org/officeDocument/2006/relationships/oleObject" Target="../embeddings/oleObject91.bin"/><Relationship Id="rId34" Type="http://schemas.openxmlformats.org/officeDocument/2006/relationships/image" Target="../media/image66.wmf"/><Relationship Id="rId33" Type="http://schemas.openxmlformats.org/officeDocument/2006/relationships/oleObject" Target="../embeddings/oleObject90.bin"/><Relationship Id="rId32" Type="http://schemas.openxmlformats.org/officeDocument/2006/relationships/image" Target="../media/image65.wmf"/><Relationship Id="rId31" Type="http://schemas.openxmlformats.org/officeDocument/2006/relationships/oleObject" Target="../embeddings/oleObject89.bin"/><Relationship Id="rId30" Type="http://schemas.openxmlformats.org/officeDocument/2006/relationships/image" Target="../media/image64.wmf"/><Relationship Id="rId3" Type="http://schemas.openxmlformats.org/officeDocument/2006/relationships/oleObject" Target="../embeddings/oleObject75.bin"/><Relationship Id="rId29" Type="http://schemas.openxmlformats.org/officeDocument/2006/relationships/oleObject" Target="../embeddings/oleObject88.bin"/><Relationship Id="rId28" Type="http://schemas.openxmlformats.org/officeDocument/2006/relationships/image" Target="../media/image63.wmf"/><Relationship Id="rId27" Type="http://schemas.openxmlformats.org/officeDocument/2006/relationships/oleObject" Target="../embeddings/oleObject87.bin"/><Relationship Id="rId26" Type="http://schemas.openxmlformats.org/officeDocument/2006/relationships/image" Target="../media/image62.wmf"/><Relationship Id="rId25" Type="http://schemas.openxmlformats.org/officeDocument/2006/relationships/oleObject" Target="../embeddings/oleObject86.bin"/><Relationship Id="rId24" Type="http://schemas.openxmlformats.org/officeDocument/2006/relationships/image" Target="../media/image61.wmf"/><Relationship Id="rId23" Type="http://schemas.openxmlformats.org/officeDocument/2006/relationships/oleObject" Target="../embeddings/oleObject85.bin"/><Relationship Id="rId22" Type="http://schemas.openxmlformats.org/officeDocument/2006/relationships/image" Target="../media/image60.wmf"/><Relationship Id="rId21" Type="http://schemas.openxmlformats.org/officeDocument/2006/relationships/oleObject" Target="../embeddings/oleObject84.bin"/><Relationship Id="rId20" Type="http://schemas.openxmlformats.org/officeDocument/2006/relationships/image" Target="../media/image59.wmf"/><Relationship Id="rId2" Type="http://schemas.openxmlformats.org/officeDocument/2006/relationships/image" Target="../media/image51.wmf"/><Relationship Id="rId19" Type="http://schemas.openxmlformats.org/officeDocument/2006/relationships/oleObject" Target="../embeddings/oleObject83.bin"/><Relationship Id="rId18" Type="http://schemas.openxmlformats.org/officeDocument/2006/relationships/image" Target="../media/image58.wmf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57.w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56.w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7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4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103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52.wmf"/><Relationship Id="rId3" Type="http://schemas.openxmlformats.org/officeDocument/2006/relationships/oleObject" Target="../embeddings/oleObject101.bin"/><Relationship Id="rId27" Type="http://schemas.openxmlformats.org/officeDocument/2006/relationships/vmlDrawing" Target="../drawings/vmlDrawing7.vml"/><Relationship Id="rId26" Type="http://schemas.openxmlformats.org/officeDocument/2006/relationships/slideLayout" Target="../slideLayouts/slideLayout13.xml"/><Relationship Id="rId25" Type="http://schemas.openxmlformats.org/officeDocument/2006/relationships/tags" Target="../tags/tag257.xml"/><Relationship Id="rId24" Type="http://schemas.openxmlformats.org/officeDocument/2006/relationships/image" Target="../media/image83.wmf"/><Relationship Id="rId23" Type="http://schemas.openxmlformats.org/officeDocument/2006/relationships/oleObject" Target="../embeddings/oleObject111.bin"/><Relationship Id="rId22" Type="http://schemas.openxmlformats.org/officeDocument/2006/relationships/image" Target="../media/image82.wmf"/><Relationship Id="rId21" Type="http://schemas.openxmlformats.org/officeDocument/2006/relationships/oleObject" Target="../embeddings/oleObject110.bin"/><Relationship Id="rId20" Type="http://schemas.openxmlformats.org/officeDocument/2006/relationships/image" Target="../media/image81.wmf"/><Relationship Id="rId2" Type="http://schemas.openxmlformats.org/officeDocument/2006/relationships/image" Target="../media/image51.wmf"/><Relationship Id="rId19" Type="http://schemas.openxmlformats.org/officeDocument/2006/relationships/oleObject" Target="../embeddings/oleObject109.bin"/><Relationship Id="rId18" Type="http://schemas.openxmlformats.org/officeDocument/2006/relationships/image" Target="../media/image80.wmf"/><Relationship Id="rId17" Type="http://schemas.openxmlformats.org/officeDocument/2006/relationships/oleObject" Target="../embeddings/oleObject108.bin"/><Relationship Id="rId16" Type="http://schemas.openxmlformats.org/officeDocument/2006/relationships/image" Target="../media/image79.wmf"/><Relationship Id="rId15" Type="http://schemas.openxmlformats.org/officeDocument/2006/relationships/oleObject" Target="../embeddings/oleObject107.bin"/><Relationship Id="rId14" Type="http://schemas.openxmlformats.org/officeDocument/2006/relationships/image" Target="../media/image78.wmf"/><Relationship Id="rId13" Type="http://schemas.openxmlformats.org/officeDocument/2006/relationships/oleObject" Target="../embeddings/oleObject106.bin"/><Relationship Id="rId12" Type="http://schemas.openxmlformats.org/officeDocument/2006/relationships/image" Target="../media/image77.wmf"/><Relationship Id="rId11" Type="http://schemas.openxmlformats.org/officeDocument/2006/relationships/oleObject" Target="../embeddings/oleObject105.bin"/><Relationship Id="rId10" Type="http://schemas.openxmlformats.org/officeDocument/2006/relationships/image" Target="../media/image76.wmf"/><Relationship Id="rId1" Type="http://schemas.openxmlformats.org/officeDocument/2006/relationships/oleObject" Target="../embeddings/oleObject10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113.bin"/><Relationship Id="rId23" Type="http://schemas.openxmlformats.org/officeDocument/2006/relationships/vmlDrawing" Target="../drawings/vmlDrawing8.v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260.xml"/><Relationship Id="rId20" Type="http://schemas.openxmlformats.org/officeDocument/2006/relationships/image" Target="../media/image93.wmf"/><Relationship Id="rId2" Type="http://schemas.openxmlformats.org/officeDocument/2006/relationships/image" Target="../media/image84.wmf"/><Relationship Id="rId19" Type="http://schemas.openxmlformats.org/officeDocument/2006/relationships/oleObject" Target="../embeddings/oleObject121.bin"/><Relationship Id="rId18" Type="http://schemas.openxmlformats.org/officeDocument/2006/relationships/image" Target="../media/image92.wmf"/><Relationship Id="rId17" Type="http://schemas.openxmlformats.org/officeDocument/2006/relationships/oleObject" Target="../embeddings/oleObject120.bin"/><Relationship Id="rId16" Type="http://schemas.openxmlformats.org/officeDocument/2006/relationships/image" Target="../media/image91.wmf"/><Relationship Id="rId15" Type="http://schemas.openxmlformats.org/officeDocument/2006/relationships/oleObject" Target="../embeddings/oleObject119.bin"/><Relationship Id="rId14" Type="http://schemas.openxmlformats.org/officeDocument/2006/relationships/image" Target="../media/image90.wmf"/><Relationship Id="rId13" Type="http://schemas.openxmlformats.org/officeDocument/2006/relationships/oleObject" Target="../embeddings/oleObject118.bin"/><Relationship Id="rId12" Type="http://schemas.openxmlformats.org/officeDocument/2006/relationships/image" Target="../media/image89.wmf"/><Relationship Id="rId11" Type="http://schemas.openxmlformats.org/officeDocument/2006/relationships/oleObject" Target="../embeddings/oleObject117.bin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11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6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125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124.bin"/><Relationship Id="rId41" Type="http://schemas.openxmlformats.org/officeDocument/2006/relationships/vmlDrawing" Target="../drawings/vmlDrawing9.vml"/><Relationship Id="rId40" Type="http://schemas.openxmlformats.org/officeDocument/2006/relationships/slideLayout" Target="../slideLayouts/slideLayout13.xml"/><Relationship Id="rId4" Type="http://schemas.openxmlformats.org/officeDocument/2006/relationships/image" Target="../media/image94.wmf"/><Relationship Id="rId39" Type="http://schemas.openxmlformats.org/officeDocument/2006/relationships/tags" Target="../tags/tag261.xml"/><Relationship Id="rId38" Type="http://schemas.openxmlformats.org/officeDocument/2006/relationships/image" Target="../media/image88.wmf"/><Relationship Id="rId37" Type="http://schemas.openxmlformats.org/officeDocument/2006/relationships/oleObject" Target="../embeddings/oleObject140.bin"/><Relationship Id="rId36" Type="http://schemas.openxmlformats.org/officeDocument/2006/relationships/image" Target="../media/image108.wmf"/><Relationship Id="rId35" Type="http://schemas.openxmlformats.org/officeDocument/2006/relationships/oleObject" Target="../embeddings/oleObject139.bin"/><Relationship Id="rId34" Type="http://schemas.openxmlformats.org/officeDocument/2006/relationships/image" Target="../media/image107.wmf"/><Relationship Id="rId33" Type="http://schemas.openxmlformats.org/officeDocument/2006/relationships/oleObject" Target="../embeddings/oleObject138.bin"/><Relationship Id="rId32" Type="http://schemas.openxmlformats.org/officeDocument/2006/relationships/image" Target="../media/image106.wmf"/><Relationship Id="rId31" Type="http://schemas.openxmlformats.org/officeDocument/2006/relationships/oleObject" Target="../embeddings/oleObject137.bin"/><Relationship Id="rId30" Type="http://schemas.openxmlformats.org/officeDocument/2006/relationships/image" Target="../media/image105.wmf"/><Relationship Id="rId3" Type="http://schemas.openxmlformats.org/officeDocument/2006/relationships/oleObject" Target="../embeddings/oleObject123.bin"/><Relationship Id="rId29" Type="http://schemas.openxmlformats.org/officeDocument/2006/relationships/oleObject" Target="../embeddings/oleObject136.bin"/><Relationship Id="rId28" Type="http://schemas.openxmlformats.org/officeDocument/2006/relationships/image" Target="../media/image104.wmf"/><Relationship Id="rId27" Type="http://schemas.openxmlformats.org/officeDocument/2006/relationships/oleObject" Target="../embeddings/oleObject135.bin"/><Relationship Id="rId26" Type="http://schemas.openxmlformats.org/officeDocument/2006/relationships/image" Target="../media/image103.wmf"/><Relationship Id="rId25" Type="http://schemas.openxmlformats.org/officeDocument/2006/relationships/oleObject" Target="../embeddings/oleObject134.bin"/><Relationship Id="rId24" Type="http://schemas.openxmlformats.org/officeDocument/2006/relationships/image" Target="../media/image102.wmf"/><Relationship Id="rId23" Type="http://schemas.openxmlformats.org/officeDocument/2006/relationships/oleObject" Target="../embeddings/oleObject133.bin"/><Relationship Id="rId22" Type="http://schemas.openxmlformats.org/officeDocument/2006/relationships/image" Target="../media/image101.wmf"/><Relationship Id="rId21" Type="http://schemas.openxmlformats.org/officeDocument/2006/relationships/oleObject" Target="../embeddings/oleObject132.bin"/><Relationship Id="rId20" Type="http://schemas.openxmlformats.org/officeDocument/2006/relationships/image" Target="../media/image100.wmf"/><Relationship Id="rId2" Type="http://schemas.openxmlformats.org/officeDocument/2006/relationships/image" Target="../media/image93.wmf"/><Relationship Id="rId19" Type="http://schemas.openxmlformats.org/officeDocument/2006/relationships/oleObject" Target="../embeddings/oleObject131.bin"/><Relationship Id="rId18" Type="http://schemas.openxmlformats.org/officeDocument/2006/relationships/image" Target="../media/image99.wmf"/><Relationship Id="rId17" Type="http://schemas.openxmlformats.org/officeDocument/2006/relationships/oleObject" Target="../embeddings/oleObject130.bin"/><Relationship Id="rId16" Type="http://schemas.openxmlformats.org/officeDocument/2006/relationships/image" Target="../media/image98.wmf"/><Relationship Id="rId15" Type="http://schemas.openxmlformats.org/officeDocument/2006/relationships/oleObject" Target="../embeddings/oleObject129.bin"/><Relationship Id="rId14" Type="http://schemas.openxmlformats.org/officeDocument/2006/relationships/image" Target="../media/image97.wmf"/><Relationship Id="rId13" Type="http://schemas.openxmlformats.org/officeDocument/2006/relationships/oleObject" Target="../embeddings/oleObject128.bin"/><Relationship Id="rId12" Type="http://schemas.openxmlformats.org/officeDocument/2006/relationships/image" Target="../media/image96.wmf"/><Relationship Id="rId11" Type="http://schemas.openxmlformats.org/officeDocument/2006/relationships/oleObject" Target="../embeddings/oleObject127.bin"/><Relationship Id="rId10" Type="http://schemas.openxmlformats.org/officeDocument/2006/relationships/image" Target="../media/image95.wmf"/><Relationship Id="rId1" Type="http://schemas.openxmlformats.org/officeDocument/2006/relationships/oleObject" Target="../embeddings/oleObject122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5.bin"/><Relationship Id="rId8" Type="http://schemas.openxmlformats.org/officeDocument/2006/relationships/image" Target="../media/image111.wmf"/><Relationship Id="rId7" Type="http://schemas.openxmlformats.org/officeDocument/2006/relationships/oleObject" Target="../embeddings/oleObject144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09.wmf"/><Relationship Id="rId3" Type="http://schemas.openxmlformats.org/officeDocument/2006/relationships/oleObject" Target="../embeddings/oleObject142.bin"/><Relationship Id="rId23" Type="http://schemas.openxmlformats.org/officeDocument/2006/relationships/vmlDrawing" Target="../drawings/vmlDrawing10.v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262.xml"/><Relationship Id="rId20" Type="http://schemas.openxmlformats.org/officeDocument/2006/relationships/image" Target="../media/image117.wmf"/><Relationship Id="rId2" Type="http://schemas.openxmlformats.org/officeDocument/2006/relationships/image" Target="../media/image53.wmf"/><Relationship Id="rId19" Type="http://schemas.openxmlformats.org/officeDocument/2006/relationships/oleObject" Target="../embeddings/oleObject150.bin"/><Relationship Id="rId18" Type="http://schemas.openxmlformats.org/officeDocument/2006/relationships/image" Target="../media/image116.wmf"/><Relationship Id="rId17" Type="http://schemas.openxmlformats.org/officeDocument/2006/relationships/oleObject" Target="../embeddings/oleObject149.bin"/><Relationship Id="rId16" Type="http://schemas.openxmlformats.org/officeDocument/2006/relationships/image" Target="../media/image115.wmf"/><Relationship Id="rId15" Type="http://schemas.openxmlformats.org/officeDocument/2006/relationships/oleObject" Target="../embeddings/oleObject148.bin"/><Relationship Id="rId14" Type="http://schemas.openxmlformats.org/officeDocument/2006/relationships/image" Target="../media/image114.wmf"/><Relationship Id="rId13" Type="http://schemas.openxmlformats.org/officeDocument/2006/relationships/oleObject" Target="../embeddings/oleObject147.bin"/><Relationship Id="rId12" Type="http://schemas.openxmlformats.org/officeDocument/2006/relationships/image" Target="../media/image113.wmf"/><Relationship Id="rId11" Type="http://schemas.openxmlformats.org/officeDocument/2006/relationships/oleObject" Target="../embeddings/oleObject146.bin"/><Relationship Id="rId10" Type="http://schemas.openxmlformats.org/officeDocument/2006/relationships/image" Target="../media/image112.wmf"/><Relationship Id="rId1" Type="http://schemas.openxmlformats.org/officeDocument/2006/relationships/oleObject" Target="../embeddings/oleObject141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5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154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53.bin"/><Relationship Id="rId49" Type="http://schemas.openxmlformats.org/officeDocument/2006/relationships/vmlDrawing" Target="../drawings/vmlDrawing11.vml"/><Relationship Id="rId48" Type="http://schemas.openxmlformats.org/officeDocument/2006/relationships/slideLayout" Target="../slideLayouts/slideLayout13.xml"/><Relationship Id="rId47" Type="http://schemas.openxmlformats.org/officeDocument/2006/relationships/tags" Target="../tags/tag263.xml"/><Relationship Id="rId46" Type="http://schemas.openxmlformats.org/officeDocument/2006/relationships/image" Target="../media/image130.wmf"/><Relationship Id="rId45" Type="http://schemas.openxmlformats.org/officeDocument/2006/relationships/oleObject" Target="../embeddings/oleObject173.bin"/><Relationship Id="rId44" Type="http://schemas.openxmlformats.org/officeDocument/2006/relationships/image" Target="../media/image129.wmf"/><Relationship Id="rId43" Type="http://schemas.openxmlformats.org/officeDocument/2006/relationships/oleObject" Target="../embeddings/oleObject172.bin"/><Relationship Id="rId42" Type="http://schemas.openxmlformats.org/officeDocument/2006/relationships/image" Target="../media/image128.wmf"/><Relationship Id="rId41" Type="http://schemas.openxmlformats.org/officeDocument/2006/relationships/oleObject" Target="../embeddings/oleObject171.bin"/><Relationship Id="rId40" Type="http://schemas.openxmlformats.org/officeDocument/2006/relationships/image" Target="../media/image67.wmf"/><Relationship Id="rId4" Type="http://schemas.openxmlformats.org/officeDocument/2006/relationships/image" Target="../media/image52.wmf"/><Relationship Id="rId39" Type="http://schemas.openxmlformats.org/officeDocument/2006/relationships/oleObject" Target="../embeddings/oleObject170.bin"/><Relationship Id="rId38" Type="http://schemas.openxmlformats.org/officeDocument/2006/relationships/image" Target="../media/image127.wmf"/><Relationship Id="rId37" Type="http://schemas.openxmlformats.org/officeDocument/2006/relationships/oleObject" Target="../embeddings/oleObject169.bin"/><Relationship Id="rId36" Type="http://schemas.openxmlformats.org/officeDocument/2006/relationships/image" Target="../media/image126.wmf"/><Relationship Id="rId35" Type="http://schemas.openxmlformats.org/officeDocument/2006/relationships/oleObject" Target="../embeddings/oleObject168.bin"/><Relationship Id="rId34" Type="http://schemas.openxmlformats.org/officeDocument/2006/relationships/image" Target="../media/image125.wmf"/><Relationship Id="rId33" Type="http://schemas.openxmlformats.org/officeDocument/2006/relationships/oleObject" Target="../embeddings/oleObject167.bin"/><Relationship Id="rId32" Type="http://schemas.openxmlformats.org/officeDocument/2006/relationships/image" Target="../media/image124.wmf"/><Relationship Id="rId31" Type="http://schemas.openxmlformats.org/officeDocument/2006/relationships/oleObject" Target="../embeddings/oleObject166.bin"/><Relationship Id="rId30" Type="http://schemas.openxmlformats.org/officeDocument/2006/relationships/image" Target="../media/image123.wmf"/><Relationship Id="rId3" Type="http://schemas.openxmlformats.org/officeDocument/2006/relationships/oleObject" Target="../embeddings/oleObject152.bin"/><Relationship Id="rId29" Type="http://schemas.openxmlformats.org/officeDocument/2006/relationships/oleObject" Target="../embeddings/oleObject165.bin"/><Relationship Id="rId28" Type="http://schemas.openxmlformats.org/officeDocument/2006/relationships/image" Target="../media/image100.wmf"/><Relationship Id="rId27" Type="http://schemas.openxmlformats.org/officeDocument/2006/relationships/oleObject" Target="../embeddings/oleObject164.bin"/><Relationship Id="rId26" Type="http://schemas.openxmlformats.org/officeDocument/2006/relationships/image" Target="../media/image99.wmf"/><Relationship Id="rId25" Type="http://schemas.openxmlformats.org/officeDocument/2006/relationships/oleObject" Target="../embeddings/oleObject163.bin"/><Relationship Id="rId24" Type="http://schemas.openxmlformats.org/officeDocument/2006/relationships/image" Target="../media/image96.wmf"/><Relationship Id="rId23" Type="http://schemas.openxmlformats.org/officeDocument/2006/relationships/oleObject" Target="../embeddings/oleObject162.bin"/><Relationship Id="rId22" Type="http://schemas.openxmlformats.org/officeDocument/2006/relationships/image" Target="../media/image122.wmf"/><Relationship Id="rId21" Type="http://schemas.openxmlformats.org/officeDocument/2006/relationships/oleObject" Target="../embeddings/oleObject161.bin"/><Relationship Id="rId20" Type="http://schemas.openxmlformats.org/officeDocument/2006/relationships/image" Target="../media/image87.wmf"/><Relationship Id="rId2" Type="http://schemas.openxmlformats.org/officeDocument/2006/relationships/image" Target="../media/image51.wmf"/><Relationship Id="rId19" Type="http://schemas.openxmlformats.org/officeDocument/2006/relationships/oleObject" Target="../embeddings/oleObject160.bin"/><Relationship Id="rId18" Type="http://schemas.openxmlformats.org/officeDocument/2006/relationships/image" Target="../media/image121.wmf"/><Relationship Id="rId17" Type="http://schemas.openxmlformats.org/officeDocument/2006/relationships/oleObject" Target="../embeddings/oleObject159.bin"/><Relationship Id="rId16" Type="http://schemas.openxmlformats.org/officeDocument/2006/relationships/image" Target="../media/image94.wmf"/><Relationship Id="rId15" Type="http://schemas.openxmlformats.org/officeDocument/2006/relationships/oleObject" Target="../embeddings/oleObject158.bin"/><Relationship Id="rId14" Type="http://schemas.openxmlformats.org/officeDocument/2006/relationships/image" Target="../media/image120.wmf"/><Relationship Id="rId13" Type="http://schemas.openxmlformats.org/officeDocument/2006/relationships/oleObject" Target="../embeddings/oleObject157.bin"/><Relationship Id="rId12" Type="http://schemas.openxmlformats.org/officeDocument/2006/relationships/image" Target="../media/image119.wmf"/><Relationship Id="rId11" Type="http://schemas.openxmlformats.org/officeDocument/2006/relationships/oleObject" Target="../embeddings/oleObject156.bin"/><Relationship Id="rId10" Type="http://schemas.openxmlformats.org/officeDocument/2006/relationships/image" Target="../media/image118.wmf"/><Relationship Id="rId1" Type="http://schemas.openxmlformats.org/officeDocument/2006/relationships/oleObject" Target="../embeddings/oleObject151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image" Target="../media/image133.wmf"/><Relationship Id="rId6" Type="http://schemas.openxmlformats.org/officeDocument/2006/relationships/oleObject" Target="../embeddings/oleObject176.bin"/><Relationship Id="rId5" Type="http://schemas.openxmlformats.org/officeDocument/2006/relationships/tags" Target="../tags/tag264.xml"/><Relationship Id="rId4" Type="http://schemas.openxmlformats.org/officeDocument/2006/relationships/image" Target="../media/image132.wmf"/><Relationship Id="rId36" Type="http://schemas.openxmlformats.org/officeDocument/2006/relationships/vmlDrawing" Target="../drawings/vmlDrawing12.vml"/><Relationship Id="rId35" Type="http://schemas.openxmlformats.org/officeDocument/2006/relationships/slideLayout" Target="../slideLayouts/slideLayout13.xml"/><Relationship Id="rId34" Type="http://schemas.openxmlformats.org/officeDocument/2006/relationships/tags" Target="../tags/tag267.xml"/><Relationship Id="rId33" Type="http://schemas.openxmlformats.org/officeDocument/2006/relationships/image" Target="../media/image144.wmf"/><Relationship Id="rId32" Type="http://schemas.openxmlformats.org/officeDocument/2006/relationships/oleObject" Target="../embeddings/oleObject188.bin"/><Relationship Id="rId31" Type="http://schemas.openxmlformats.org/officeDocument/2006/relationships/image" Target="../media/image143.wmf"/><Relationship Id="rId30" Type="http://schemas.openxmlformats.org/officeDocument/2006/relationships/oleObject" Target="../embeddings/oleObject187.bin"/><Relationship Id="rId3" Type="http://schemas.openxmlformats.org/officeDocument/2006/relationships/oleObject" Target="../embeddings/oleObject175.bin"/><Relationship Id="rId29" Type="http://schemas.openxmlformats.org/officeDocument/2006/relationships/image" Target="../media/image142.wmf"/><Relationship Id="rId28" Type="http://schemas.openxmlformats.org/officeDocument/2006/relationships/oleObject" Target="../embeddings/oleObject186.bin"/><Relationship Id="rId27" Type="http://schemas.openxmlformats.org/officeDocument/2006/relationships/image" Target="../media/image141.wmf"/><Relationship Id="rId26" Type="http://schemas.openxmlformats.org/officeDocument/2006/relationships/oleObject" Target="../embeddings/oleObject185.bin"/><Relationship Id="rId25" Type="http://schemas.openxmlformats.org/officeDocument/2006/relationships/image" Target="../media/image140.wmf"/><Relationship Id="rId24" Type="http://schemas.openxmlformats.org/officeDocument/2006/relationships/oleObject" Target="../embeddings/oleObject184.bin"/><Relationship Id="rId23" Type="http://schemas.openxmlformats.org/officeDocument/2006/relationships/image" Target="../media/image139.wmf"/><Relationship Id="rId22" Type="http://schemas.openxmlformats.org/officeDocument/2006/relationships/oleObject" Target="../embeddings/oleObject183.bin"/><Relationship Id="rId21" Type="http://schemas.openxmlformats.org/officeDocument/2006/relationships/image" Target="../media/image138.wmf"/><Relationship Id="rId20" Type="http://schemas.openxmlformats.org/officeDocument/2006/relationships/oleObject" Target="../embeddings/oleObject182.bin"/><Relationship Id="rId2" Type="http://schemas.openxmlformats.org/officeDocument/2006/relationships/image" Target="../media/image131.wmf"/><Relationship Id="rId19" Type="http://schemas.openxmlformats.org/officeDocument/2006/relationships/image" Target="../media/image137.wmf"/><Relationship Id="rId18" Type="http://schemas.openxmlformats.org/officeDocument/2006/relationships/oleObject" Target="../embeddings/oleObject181.bin"/><Relationship Id="rId17" Type="http://schemas.openxmlformats.org/officeDocument/2006/relationships/image" Target="../media/image136.wmf"/><Relationship Id="rId16" Type="http://schemas.openxmlformats.org/officeDocument/2006/relationships/oleObject" Target="../embeddings/oleObject180.bin"/><Relationship Id="rId15" Type="http://schemas.openxmlformats.org/officeDocument/2006/relationships/image" Target="../media/image135.wmf"/><Relationship Id="rId14" Type="http://schemas.openxmlformats.org/officeDocument/2006/relationships/oleObject" Target="../embeddings/oleObject179.bin"/><Relationship Id="rId13" Type="http://schemas.openxmlformats.org/officeDocument/2006/relationships/image" Target="../media/image53.wmf"/><Relationship Id="rId12" Type="http://schemas.openxmlformats.org/officeDocument/2006/relationships/oleObject" Target="../embeddings/oleObject178.bin"/><Relationship Id="rId11" Type="http://schemas.openxmlformats.org/officeDocument/2006/relationships/image" Target="../media/image134.wmf"/><Relationship Id="rId10" Type="http://schemas.openxmlformats.org/officeDocument/2006/relationships/oleObject" Target="../embeddings/oleObject177.bin"/><Relationship Id="rId1" Type="http://schemas.openxmlformats.org/officeDocument/2006/relationships/oleObject" Target="../embeddings/oleObject17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6" Type="http://schemas.openxmlformats.org/officeDocument/2006/relationships/slideLayout" Target="../slideLayouts/slideLayout6.xml"/><Relationship Id="rId15" Type="http://schemas.openxmlformats.org/officeDocument/2006/relationships/tags" Target="../tags/tag282.xml"/><Relationship Id="rId14" Type="http://schemas.openxmlformats.org/officeDocument/2006/relationships/tags" Target="../tags/tag281.xml"/><Relationship Id="rId13" Type="http://schemas.openxmlformats.org/officeDocument/2006/relationships/tags" Target="../tags/tag280.xml"/><Relationship Id="rId12" Type="http://schemas.openxmlformats.org/officeDocument/2006/relationships/tags" Target="../tags/tag279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tags" Target="../tags/tag26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289.xml"/><Relationship Id="rId6" Type="http://schemas.openxmlformats.org/officeDocument/2006/relationships/tags" Target="../tags/tag288.xml"/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" Type="http://schemas.openxmlformats.org/officeDocument/2006/relationships/tags" Target="../tags/tag28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91.xml"/><Relationship Id="rId1" Type="http://schemas.openxmlformats.org/officeDocument/2006/relationships/tags" Target="../tags/tag29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png"/><Relationship Id="rId8" Type="http://schemas.openxmlformats.org/officeDocument/2006/relationships/image" Target="../media/image152.png"/><Relationship Id="rId7" Type="http://schemas.openxmlformats.org/officeDocument/2006/relationships/image" Target="../media/image151.png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292.xml"/><Relationship Id="rId17" Type="http://schemas.openxmlformats.org/officeDocument/2006/relationships/image" Target="../media/image161.png"/><Relationship Id="rId16" Type="http://schemas.openxmlformats.org/officeDocument/2006/relationships/image" Target="../media/image160.png"/><Relationship Id="rId15" Type="http://schemas.openxmlformats.org/officeDocument/2006/relationships/image" Target="../media/image159.png"/><Relationship Id="rId14" Type="http://schemas.openxmlformats.org/officeDocument/2006/relationships/image" Target="../media/image158.png"/><Relationship Id="rId13" Type="http://schemas.openxmlformats.org/officeDocument/2006/relationships/image" Target="../media/image157.png"/><Relationship Id="rId12" Type="http://schemas.openxmlformats.org/officeDocument/2006/relationships/image" Target="../media/image156.png"/><Relationship Id="rId11" Type="http://schemas.openxmlformats.org/officeDocument/2006/relationships/image" Target="../media/image155.png"/><Relationship Id="rId10" Type="http://schemas.openxmlformats.org/officeDocument/2006/relationships/image" Target="../media/image154.png"/><Relationship Id="rId1" Type="http://schemas.openxmlformats.org/officeDocument/2006/relationships/image" Target="../media/image14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image" Target="../media/image167.png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image" Target="../media/image166.png"/><Relationship Id="rId4" Type="http://schemas.openxmlformats.org/officeDocument/2006/relationships/image" Target="../media/image165.png"/><Relationship Id="rId39" Type="http://schemas.openxmlformats.org/officeDocument/2006/relationships/vmlDrawing" Target="../drawings/vmlDrawing13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310.xml"/><Relationship Id="rId36" Type="http://schemas.openxmlformats.org/officeDocument/2006/relationships/image" Target="../media/image176.wmf"/><Relationship Id="rId35" Type="http://schemas.openxmlformats.org/officeDocument/2006/relationships/oleObject" Target="../embeddings/oleObject192.bin"/><Relationship Id="rId34" Type="http://schemas.openxmlformats.org/officeDocument/2006/relationships/image" Target="../media/image175.wmf"/><Relationship Id="rId33" Type="http://schemas.openxmlformats.org/officeDocument/2006/relationships/oleObject" Target="../embeddings/oleObject191.bin"/><Relationship Id="rId32" Type="http://schemas.openxmlformats.org/officeDocument/2006/relationships/tags" Target="../tags/tag309.xml"/><Relationship Id="rId31" Type="http://schemas.openxmlformats.org/officeDocument/2006/relationships/image" Target="../media/image174.wmf"/><Relationship Id="rId30" Type="http://schemas.openxmlformats.org/officeDocument/2006/relationships/oleObject" Target="../embeddings/oleObject190.bin"/><Relationship Id="rId3" Type="http://schemas.openxmlformats.org/officeDocument/2006/relationships/image" Target="../media/image164.png"/><Relationship Id="rId29" Type="http://schemas.openxmlformats.org/officeDocument/2006/relationships/tags" Target="../tags/tag308.xml"/><Relationship Id="rId28" Type="http://schemas.openxmlformats.org/officeDocument/2006/relationships/image" Target="../media/image173.wmf"/><Relationship Id="rId27" Type="http://schemas.openxmlformats.org/officeDocument/2006/relationships/oleObject" Target="../embeddings/oleObject189.bin"/><Relationship Id="rId26" Type="http://schemas.openxmlformats.org/officeDocument/2006/relationships/tags" Target="../tags/tag307.xml"/><Relationship Id="rId25" Type="http://schemas.openxmlformats.org/officeDocument/2006/relationships/image" Target="../media/image172.png"/><Relationship Id="rId24" Type="http://schemas.openxmlformats.org/officeDocument/2006/relationships/tags" Target="../tags/tag306.xml"/><Relationship Id="rId23" Type="http://schemas.openxmlformats.org/officeDocument/2006/relationships/tags" Target="../tags/tag305.xml"/><Relationship Id="rId22" Type="http://schemas.openxmlformats.org/officeDocument/2006/relationships/image" Target="../media/image171.png"/><Relationship Id="rId21" Type="http://schemas.openxmlformats.org/officeDocument/2006/relationships/tags" Target="../tags/tag304.xml"/><Relationship Id="rId20" Type="http://schemas.openxmlformats.org/officeDocument/2006/relationships/tags" Target="../tags/tag303.xml"/><Relationship Id="rId2" Type="http://schemas.openxmlformats.org/officeDocument/2006/relationships/image" Target="../media/image163.png"/><Relationship Id="rId19" Type="http://schemas.openxmlformats.org/officeDocument/2006/relationships/tags" Target="../tags/tag302.xml"/><Relationship Id="rId18" Type="http://schemas.openxmlformats.org/officeDocument/2006/relationships/image" Target="../media/image170.png"/><Relationship Id="rId17" Type="http://schemas.openxmlformats.org/officeDocument/2006/relationships/tags" Target="../tags/tag301.xml"/><Relationship Id="rId16" Type="http://schemas.openxmlformats.org/officeDocument/2006/relationships/tags" Target="../tags/tag300.xml"/><Relationship Id="rId15" Type="http://schemas.openxmlformats.org/officeDocument/2006/relationships/tags" Target="../tags/tag299.xml"/><Relationship Id="rId14" Type="http://schemas.openxmlformats.org/officeDocument/2006/relationships/image" Target="../media/image169.png"/><Relationship Id="rId13" Type="http://schemas.openxmlformats.org/officeDocument/2006/relationships/tags" Target="../tags/tag298.xml"/><Relationship Id="rId12" Type="http://schemas.openxmlformats.org/officeDocument/2006/relationships/image" Target="../media/image168.png"/><Relationship Id="rId11" Type="http://schemas.openxmlformats.org/officeDocument/2006/relationships/tags" Target="../tags/tag297.xml"/><Relationship Id="rId10" Type="http://schemas.openxmlformats.org/officeDocument/2006/relationships/tags" Target="../tags/tag296.xml"/><Relationship Id="rId1" Type="http://schemas.openxmlformats.org/officeDocument/2006/relationships/image" Target="../media/image16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5.png"/><Relationship Id="rId8" Type="http://schemas.openxmlformats.org/officeDocument/2006/relationships/image" Target="../media/image184.png"/><Relationship Id="rId7" Type="http://schemas.openxmlformats.org/officeDocument/2006/relationships/image" Target="../media/image183.png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311.xml"/><Relationship Id="rId16" Type="http://schemas.openxmlformats.org/officeDocument/2006/relationships/image" Target="../media/image192.png"/><Relationship Id="rId15" Type="http://schemas.openxmlformats.org/officeDocument/2006/relationships/image" Target="../media/image191.png"/><Relationship Id="rId14" Type="http://schemas.openxmlformats.org/officeDocument/2006/relationships/image" Target="../media/image190.png"/><Relationship Id="rId13" Type="http://schemas.openxmlformats.org/officeDocument/2006/relationships/image" Target="../media/image189.png"/><Relationship Id="rId12" Type="http://schemas.openxmlformats.org/officeDocument/2006/relationships/image" Target="../media/image188.png"/><Relationship Id="rId11" Type="http://schemas.openxmlformats.org/officeDocument/2006/relationships/image" Target="../media/image187.png"/><Relationship Id="rId10" Type="http://schemas.openxmlformats.org/officeDocument/2006/relationships/image" Target="../media/image186.png"/><Relationship Id="rId1" Type="http://schemas.openxmlformats.org/officeDocument/2006/relationships/image" Target="../media/image177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1.png"/><Relationship Id="rId8" Type="http://schemas.openxmlformats.org/officeDocument/2006/relationships/image" Target="../media/image200.png"/><Relationship Id="rId7" Type="http://schemas.openxmlformats.org/officeDocument/2006/relationships/image" Target="../media/image199.png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6.png"/><Relationship Id="rId3" Type="http://schemas.openxmlformats.org/officeDocument/2006/relationships/image" Target="../media/image195.png"/><Relationship Id="rId25" Type="http://schemas.openxmlformats.org/officeDocument/2006/relationships/vmlDrawing" Target="../drawings/vmlDrawing14.vml"/><Relationship Id="rId24" Type="http://schemas.openxmlformats.org/officeDocument/2006/relationships/slideLayout" Target="../slideLayouts/slideLayout13.xml"/><Relationship Id="rId23" Type="http://schemas.openxmlformats.org/officeDocument/2006/relationships/tags" Target="../tags/tag312.xml"/><Relationship Id="rId22" Type="http://schemas.openxmlformats.org/officeDocument/2006/relationships/image" Target="../media/image208.wmf"/><Relationship Id="rId21" Type="http://schemas.openxmlformats.org/officeDocument/2006/relationships/oleObject" Target="../embeddings/oleObject196.bin"/><Relationship Id="rId20" Type="http://schemas.openxmlformats.org/officeDocument/2006/relationships/image" Target="../media/image207.wmf"/><Relationship Id="rId2" Type="http://schemas.openxmlformats.org/officeDocument/2006/relationships/image" Target="../media/image194.png"/><Relationship Id="rId19" Type="http://schemas.openxmlformats.org/officeDocument/2006/relationships/oleObject" Target="../embeddings/oleObject195.bin"/><Relationship Id="rId18" Type="http://schemas.openxmlformats.org/officeDocument/2006/relationships/image" Target="../media/image206.wmf"/><Relationship Id="rId17" Type="http://schemas.openxmlformats.org/officeDocument/2006/relationships/oleObject" Target="../embeddings/oleObject194.bin"/><Relationship Id="rId16" Type="http://schemas.openxmlformats.org/officeDocument/2006/relationships/image" Target="../media/image205.wmf"/><Relationship Id="rId15" Type="http://schemas.openxmlformats.org/officeDocument/2006/relationships/oleObject" Target="../embeddings/oleObject193.bin"/><Relationship Id="rId14" Type="http://schemas.openxmlformats.org/officeDocument/2006/relationships/image" Target="../media/image191.png"/><Relationship Id="rId13" Type="http://schemas.openxmlformats.org/officeDocument/2006/relationships/image" Target="../media/image190.png"/><Relationship Id="rId12" Type="http://schemas.openxmlformats.org/officeDocument/2006/relationships/image" Target="../media/image204.png"/><Relationship Id="rId11" Type="http://schemas.openxmlformats.org/officeDocument/2006/relationships/image" Target="../media/image203.png"/><Relationship Id="rId10" Type="http://schemas.openxmlformats.org/officeDocument/2006/relationships/image" Target="../media/image202.png"/><Relationship Id="rId1" Type="http://schemas.openxmlformats.org/officeDocument/2006/relationships/image" Target="../media/image19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image" Target="../media/image213.png"/><Relationship Id="rId7" Type="http://schemas.openxmlformats.org/officeDocument/2006/relationships/image" Target="../media/image212.png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image" Target="../media/image211.png"/><Relationship Id="rId38" Type="http://schemas.openxmlformats.org/officeDocument/2006/relationships/vmlDrawing" Target="../drawings/vmlDrawing15.vml"/><Relationship Id="rId37" Type="http://schemas.openxmlformats.org/officeDocument/2006/relationships/slideLayout" Target="../slideLayouts/slideLayout13.xml"/><Relationship Id="rId36" Type="http://schemas.openxmlformats.org/officeDocument/2006/relationships/tags" Target="../tags/tag326.xml"/><Relationship Id="rId35" Type="http://schemas.openxmlformats.org/officeDocument/2006/relationships/image" Target="../media/image226.wmf"/><Relationship Id="rId34" Type="http://schemas.openxmlformats.org/officeDocument/2006/relationships/oleObject" Target="../embeddings/oleObject200.bin"/><Relationship Id="rId33" Type="http://schemas.openxmlformats.org/officeDocument/2006/relationships/image" Target="../media/image225.wmf"/><Relationship Id="rId32" Type="http://schemas.openxmlformats.org/officeDocument/2006/relationships/oleObject" Target="../embeddings/oleObject199.bin"/><Relationship Id="rId31" Type="http://schemas.openxmlformats.org/officeDocument/2006/relationships/image" Target="../media/image224.wmf"/><Relationship Id="rId30" Type="http://schemas.openxmlformats.org/officeDocument/2006/relationships/oleObject" Target="../embeddings/oleObject198.bin"/><Relationship Id="rId3" Type="http://schemas.openxmlformats.org/officeDocument/2006/relationships/tags" Target="../tags/tag313.xml"/><Relationship Id="rId29" Type="http://schemas.openxmlformats.org/officeDocument/2006/relationships/image" Target="../media/image223.wmf"/><Relationship Id="rId28" Type="http://schemas.openxmlformats.org/officeDocument/2006/relationships/oleObject" Target="../embeddings/oleObject197.bin"/><Relationship Id="rId27" Type="http://schemas.openxmlformats.org/officeDocument/2006/relationships/image" Target="../media/image222.png"/><Relationship Id="rId26" Type="http://schemas.openxmlformats.org/officeDocument/2006/relationships/tags" Target="../tags/tag325.xml"/><Relationship Id="rId25" Type="http://schemas.openxmlformats.org/officeDocument/2006/relationships/tags" Target="../tags/tag324.xml"/><Relationship Id="rId24" Type="http://schemas.openxmlformats.org/officeDocument/2006/relationships/image" Target="../media/image221.png"/><Relationship Id="rId23" Type="http://schemas.openxmlformats.org/officeDocument/2006/relationships/image" Target="../media/image220.png"/><Relationship Id="rId22" Type="http://schemas.openxmlformats.org/officeDocument/2006/relationships/tags" Target="../tags/tag323.xml"/><Relationship Id="rId21" Type="http://schemas.openxmlformats.org/officeDocument/2006/relationships/tags" Target="../tags/tag322.xml"/><Relationship Id="rId20" Type="http://schemas.openxmlformats.org/officeDocument/2006/relationships/image" Target="../media/image219.png"/><Relationship Id="rId2" Type="http://schemas.openxmlformats.org/officeDocument/2006/relationships/image" Target="../media/image210.png"/><Relationship Id="rId19" Type="http://schemas.openxmlformats.org/officeDocument/2006/relationships/image" Target="../media/image218.png"/><Relationship Id="rId18" Type="http://schemas.openxmlformats.org/officeDocument/2006/relationships/tags" Target="../tags/tag321.xml"/><Relationship Id="rId17" Type="http://schemas.openxmlformats.org/officeDocument/2006/relationships/tags" Target="../tags/tag320.xml"/><Relationship Id="rId16" Type="http://schemas.openxmlformats.org/officeDocument/2006/relationships/tags" Target="../tags/tag319.xml"/><Relationship Id="rId15" Type="http://schemas.openxmlformats.org/officeDocument/2006/relationships/image" Target="../media/image217.png"/><Relationship Id="rId14" Type="http://schemas.openxmlformats.org/officeDocument/2006/relationships/tags" Target="../tags/tag318.xml"/><Relationship Id="rId13" Type="http://schemas.openxmlformats.org/officeDocument/2006/relationships/tags" Target="../tags/tag317.xml"/><Relationship Id="rId12" Type="http://schemas.openxmlformats.org/officeDocument/2006/relationships/image" Target="../media/image216.png"/><Relationship Id="rId11" Type="http://schemas.openxmlformats.org/officeDocument/2006/relationships/image" Target="../media/image215.png"/><Relationship Id="rId10" Type="http://schemas.openxmlformats.org/officeDocument/2006/relationships/image" Target="../media/image214.png"/><Relationship Id="rId1" Type="http://schemas.openxmlformats.org/officeDocument/2006/relationships/image" Target="../media/image209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327.xml"/><Relationship Id="rId7" Type="http://schemas.openxmlformats.org/officeDocument/2006/relationships/image" Target="../media/image233.png"/><Relationship Id="rId6" Type="http://schemas.openxmlformats.org/officeDocument/2006/relationships/image" Target="../media/image232.png"/><Relationship Id="rId5" Type="http://schemas.openxmlformats.org/officeDocument/2006/relationships/image" Target="../media/image231.png"/><Relationship Id="rId4" Type="http://schemas.openxmlformats.org/officeDocument/2006/relationships/image" Target="../media/image230.png"/><Relationship Id="rId3" Type="http://schemas.openxmlformats.org/officeDocument/2006/relationships/image" Target="../media/image229.png"/><Relationship Id="rId2" Type="http://schemas.openxmlformats.org/officeDocument/2006/relationships/image" Target="../media/image228.png"/><Relationship Id="rId1" Type="http://schemas.openxmlformats.org/officeDocument/2006/relationships/image" Target="../media/image2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56655" y="4475495"/>
            <a:ext cx="5326299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解 析 函 数 与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调 和 函 数 的 关 系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230853" y="3685155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227024" y="1705442"/>
            <a:ext cx="0" cy="521848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5423049" y="1539832"/>
            <a:ext cx="687777" cy="583626"/>
          </a:xfrm>
          <a:prstGeom prst="rect">
            <a:avLst/>
          </a:prstGeom>
          <a:noFill/>
        </p:spPr>
        <p:txBody>
          <a:bodyPr wrap="square" rtlCol="0">
            <a:normAutofit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7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01.</a:t>
            </a:r>
            <a:endParaRPr lang="en-US" altLang="zh-CN" sz="287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6173697" y="1539584"/>
            <a:ext cx="420731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调和函数的概念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6" name="文本框 5"/>
          <p:cNvSpPr txBox="1"/>
          <p:nvPr>
            <p:custDataLst>
              <p:tags r:id="rId8"/>
            </p:custDataLst>
          </p:nvPr>
        </p:nvSpPr>
        <p:spPr>
          <a:xfrm>
            <a:off x="5360177" y="4381295"/>
            <a:ext cx="687777" cy="583626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02.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6110825" y="4381505"/>
            <a:ext cx="5095770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7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解析函数与调和函数的关系</a:t>
            </a:r>
            <a:endParaRPr lang="zh-CN" altLang="en-US" sz="287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2230580" y="4338956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 fontScale="70000"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本节知识要点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1"/>
            </p:custDataLst>
          </p:nvPr>
        </p:nvSpPr>
        <p:spPr>
          <a:xfrm>
            <a:off x="6207990" y="2247683"/>
            <a:ext cx="4681072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调和函数  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6211166" y="2907516"/>
            <a:ext cx="4681072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共轭调和函数 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6207990" y="5125167"/>
            <a:ext cx="560255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用于求解析函数族的表达式 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6668413" y="5743086"/>
            <a:ext cx="4681072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偏微分法 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5"/>
            </p:custDataLst>
          </p:nvPr>
        </p:nvSpPr>
        <p:spPr>
          <a:xfrm>
            <a:off x="6264511" y="3556554"/>
            <a:ext cx="4681072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用定义进行判断 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6"/>
            </p:custDataLst>
          </p:nvPr>
        </p:nvSpPr>
        <p:spPr>
          <a:xfrm>
            <a:off x="6669048" y="6467062"/>
            <a:ext cx="4681072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不定积分法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7"/>
            </p:custDataLst>
          </p:nvPr>
        </p:nvSpPr>
        <p:spPr>
          <a:xfrm>
            <a:off x="6669048" y="7173255"/>
            <a:ext cx="4681072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线积分法                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25229" y="4979737"/>
            <a:ext cx="5235485" cy="579815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调 和 函 数 的 概 念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"/>
          <p:cNvSpPr txBox="1"/>
          <p:nvPr/>
        </p:nvSpPr>
        <p:spPr>
          <a:xfrm>
            <a:off x="853719" y="751147"/>
            <a:ext cx="122936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定义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2163271" y="731014"/>
            <a:ext cx="959675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为区域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上具有二阶连续偏导数的二元函数，且在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946551" y="1488016"/>
            <a:ext cx="292671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满足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Laplace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方程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2059064" y="717937"/>
          <a:ext cx="1164147" cy="556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12192000" imgH="4876800" progId="Equation.DSMT4">
                  <p:embed/>
                </p:oleObj>
              </mc:Choice>
              <mc:Fallback>
                <p:oleObj name="Equation" r:id="rId1" imgW="12192000" imgH="4876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9064" y="717937"/>
                        <a:ext cx="1164147" cy="55651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1" name="Object 35"/>
          <p:cNvGraphicFramePr>
            <a:graphicFrameLocks noChangeAspect="1"/>
          </p:cNvGraphicFramePr>
          <p:nvPr/>
        </p:nvGraphicFramePr>
        <p:xfrm>
          <a:off x="3349477" y="2004990"/>
          <a:ext cx="1700390" cy="6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4325600" imgH="4876800" progId="Equation.DSMT4">
                  <p:embed/>
                </p:oleObj>
              </mc:Choice>
              <mc:Fallback>
                <p:oleObj name="Equation" r:id="rId3" imgW="14325600" imgH="48768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9477" y="2004990"/>
                        <a:ext cx="1700390" cy="604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/>
          <p:cNvGrpSpPr/>
          <p:nvPr/>
        </p:nvGrpSpPr>
        <p:grpSpPr>
          <a:xfrm>
            <a:off x="1065530" y="2935605"/>
            <a:ext cx="5761990" cy="520700"/>
            <a:chOff x="1678" y="4623"/>
            <a:chExt cx="9074" cy="820"/>
          </a:xfrm>
        </p:grpSpPr>
        <p:sp>
          <p:nvSpPr>
            <p:cNvPr id="33" name="文本框 2"/>
            <p:cNvSpPr txBox="1"/>
            <p:nvPr/>
          </p:nvSpPr>
          <p:spPr>
            <a:xfrm>
              <a:off x="1678" y="4623"/>
              <a:ext cx="9074" cy="820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     为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区域</a:t>
              </a:r>
              <a:r>
                <a:rPr lang="en-US" altLang="zh-CN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上的调和函数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0220" name="Object 44"/>
            <p:cNvGraphicFramePr>
              <a:graphicFrameLocks noChangeAspect="1"/>
            </p:cNvGraphicFramePr>
            <p:nvPr/>
          </p:nvGraphicFramePr>
          <p:xfrm>
            <a:off x="2959" y="4623"/>
            <a:ext cx="1707" cy="8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Equation" r:id="rId5" imgW="12192000" imgH="4876800" progId="Equation.DSMT4">
                    <p:embed/>
                  </p:oleObj>
                </mc:Choice>
                <mc:Fallback>
                  <p:oleObj name="Equation" r:id="rId5" imgW="12192000" imgH="4876800" progId="Equation.DSMT4">
                    <p:embed/>
                    <p:pic>
                      <p:nvPicPr>
                        <p:cNvPr id="0" name="图片 10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959" y="4623"/>
                          <a:ext cx="1707" cy="81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222" name="Object 46"/>
          <p:cNvGraphicFramePr>
            <a:graphicFrameLocks noChangeAspect="1"/>
          </p:cNvGraphicFramePr>
          <p:nvPr/>
        </p:nvGraphicFramePr>
        <p:xfrm>
          <a:off x="5579973" y="1594435"/>
          <a:ext cx="1940127" cy="1155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6" imgW="21336000" imgH="10668000" progId="Equation.DSMT4">
                  <p:embed/>
                </p:oleObj>
              </mc:Choice>
              <mc:Fallback>
                <p:oleObj name="Equation" r:id="rId6" imgW="21336000" imgH="10668000" progId="Equation.DSMT4">
                  <p:embed/>
                  <p:pic>
                    <p:nvPicPr>
                      <p:cNvPr id="0" name="图片 1027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79973" y="1594435"/>
                        <a:ext cx="1940127" cy="1155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/>
          <p:cNvSpPr txBox="1"/>
          <p:nvPr/>
        </p:nvSpPr>
        <p:spPr>
          <a:xfrm>
            <a:off x="9458252" y="2935638"/>
            <a:ext cx="292671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Laplace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算子。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0223" name="Object 47"/>
          <p:cNvGraphicFramePr>
            <a:graphicFrameLocks noChangeAspect="1"/>
          </p:cNvGraphicFramePr>
          <p:nvPr/>
        </p:nvGraphicFramePr>
        <p:xfrm>
          <a:off x="7520075" y="2475300"/>
          <a:ext cx="1918535" cy="129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8" imgW="21640800" imgH="10668000" progId="Equation.DSMT4">
                  <p:embed/>
                </p:oleObj>
              </mc:Choice>
              <mc:Fallback>
                <p:oleObj name="Equation" r:id="rId8" imgW="21640800" imgH="10668000" progId="Equation.DSMT4">
                  <p:embed/>
                  <p:pic>
                    <p:nvPicPr>
                      <p:cNvPr id="0" name="图片 1028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20075" y="2475300"/>
                        <a:ext cx="1918535" cy="1296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0" name="Object 8"/>
          <p:cNvGraphicFramePr>
            <a:graphicFrameLocks noChangeAspect="1"/>
          </p:cNvGraphicFramePr>
          <p:nvPr/>
        </p:nvGraphicFramePr>
        <p:xfrm>
          <a:off x="5217633" y="2089609"/>
          <a:ext cx="361988" cy="341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0" imgW="3048000" imgH="2743200" progId="Equation.DSMT4">
                  <p:embed/>
                </p:oleObj>
              </mc:Choice>
              <mc:Fallback>
                <p:oleObj name="Equation" r:id="rId10" imgW="3048000" imgH="2743200" progId="Equation.DSMT4">
                  <p:embed/>
                  <p:pic>
                    <p:nvPicPr>
                      <p:cNvPr id="0" name="图片 1029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17633" y="2089609"/>
                        <a:ext cx="361988" cy="3413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1" name="Object 9"/>
          <p:cNvGraphicFramePr>
            <a:graphicFrameLocks noChangeAspect="1"/>
          </p:cNvGraphicFramePr>
          <p:nvPr/>
        </p:nvGraphicFramePr>
        <p:xfrm>
          <a:off x="7562215" y="1901190"/>
          <a:ext cx="32893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12" imgW="3048000" imgH="4267200" progId="Equation.DSMT4">
                  <p:embed/>
                </p:oleObj>
              </mc:Choice>
              <mc:Fallback>
                <p:oleObj name="Equation" r:id="rId12" imgW="3048000" imgH="4267200" progId="Equation.DSMT4">
                  <p:embed/>
                  <p:pic>
                    <p:nvPicPr>
                      <p:cNvPr id="0" name="图片 1030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62215" y="1901190"/>
                        <a:ext cx="328930" cy="530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七角星 76"/>
          <p:cNvSpPr/>
          <p:nvPr/>
        </p:nvSpPr>
        <p:spPr>
          <a:xfrm>
            <a:off x="526125" y="365516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32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" name="Object 13"/>
          <p:cNvGraphicFramePr>
            <a:graphicFrameLocks noChangeAspect="1"/>
          </p:cNvGraphicFramePr>
          <p:nvPr/>
        </p:nvGraphicFramePr>
        <p:xfrm>
          <a:off x="1623060" y="3815715"/>
          <a:ext cx="35941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4" imgW="1473200" imgH="203200" progId="Equation.DSMT4">
                  <p:embed/>
                </p:oleObj>
              </mc:Choice>
              <mc:Fallback>
                <p:oleObj name="Equation" r:id="rId14" imgW="1473200" imgH="2032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23060" y="3815715"/>
                        <a:ext cx="3594100" cy="593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/>
          <p:nvPr/>
        </p:nvGrpSpPr>
        <p:grpSpPr>
          <a:xfrm>
            <a:off x="5217160" y="3815715"/>
            <a:ext cx="8233410" cy="593090"/>
            <a:chOff x="8216" y="6009"/>
            <a:chExt cx="12966" cy="934"/>
          </a:xfrm>
        </p:grpSpPr>
        <p:sp>
          <p:nvSpPr>
            <p:cNvPr id="8" name="文本框 2"/>
            <p:cNvSpPr txBox="1"/>
            <p:nvPr/>
          </p:nvSpPr>
          <p:spPr>
            <a:xfrm>
              <a:off x="8216" y="6060"/>
              <a:ext cx="12966" cy="820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在区域</a:t>
              </a:r>
              <a:r>
                <a:rPr lang="en-US" altLang="zh-CN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内解析，则                     均为调和函数。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" name="Object 13"/>
            <p:cNvGraphicFramePr>
              <a:graphicFrameLocks noChangeAspect="1"/>
            </p:cNvGraphicFramePr>
            <p:nvPr/>
          </p:nvGraphicFramePr>
          <p:xfrm>
            <a:off x="13430" y="6009"/>
            <a:ext cx="3465" cy="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Equation" r:id="rId16" imgW="901700" imgH="203200" progId="Equation.DSMT4">
                    <p:embed/>
                  </p:oleObj>
                </mc:Choice>
                <mc:Fallback>
                  <p:oleObj name="Equation" r:id="rId16" imgW="901700" imgH="203200" progId="Equation.DSMT4">
                    <p:embed/>
                    <p:pic>
                      <p:nvPicPr>
                        <p:cNvPr id="0" name="图片 10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3430" y="6009"/>
                          <a:ext cx="3465" cy="9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254125" y="4928235"/>
          <a:ext cx="2890520" cy="47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8" imgW="35356800" imgH="4876800" progId="Equation.DSMT4">
                  <p:embed/>
                </p:oleObj>
              </mc:Choice>
              <mc:Fallback>
                <p:oleObj name="Equation" r:id="rId18" imgW="35356800" imgH="4876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54125" y="4928235"/>
                        <a:ext cx="2890520" cy="477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3873500" y="4885055"/>
            <a:ext cx="3079115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1065295" y="5549823"/>
            <a:ext cx="701748" cy="163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/>
        </p:nvGraphicFramePr>
        <p:xfrm>
          <a:off x="2171566" y="5732720"/>
          <a:ext cx="1346340" cy="626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0" imgW="405765" imgH="203200" progId="Equation.DSMT4">
                  <p:embed/>
                </p:oleObj>
              </mc:Choice>
              <mc:Fallback>
                <p:oleObj name="Equation" r:id="rId20" imgW="405765" imgH="203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71566" y="5732720"/>
                        <a:ext cx="1346340" cy="626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3517970" y="5785554"/>
            <a:ext cx="402209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内存在且解析，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1659205" y="5734593"/>
            <a:ext cx="61531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7552640" y="5675624"/>
            <a:ext cx="61531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1" name="Object 10"/>
          <p:cNvGraphicFramePr>
            <a:graphicFrameLocks noChangeAspect="1"/>
          </p:cNvGraphicFramePr>
          <p:nvPr/>
        </p:nvGraphicFramePr>
        <p:xfrm>
          <a:off x="8167882" y="5466721"/>
          <a:ext cx="4176195" cy="105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2" imgW="2032000" imgH="419100" progId="Equation.DSMT4">
                  <p:embed/>
                </p:oleObj>
              </mc:Choice>
              <mc:Fallback>
                <p:oleObj name="Equation" r:id="rId22" imgW="2032000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167882" y="5466721"/>
                        <a:ext cx="4176195" cy="105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0"/>
          <p:cNvGraphicFramePr>
            <a:graphicFrameLocks noChangeAspect="1"/>
          </p:cNvGraphicFramePr>
          <p:nvPr/>
        </p:nvGraphicFramePr>
        <p:xfrm>
          <a:off x="2518293" y="6606030"/>
          <a:ext cx="2394199" cy="50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4" imgW="901700" imgH="203200" progId="Equation.DSMT4">
                  <p:embed/>
                </p:oleObj>
              </mc:Choice>
              <mc:Fallback>
                <p:oleObj name="Equation" r:id="rId24" imgW="901700" imgH="203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518293" y="6606030"/>
                        <a:ext cx="2394199" cy="5017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4828093" y="6606153"/>
            <a:ext cx="473329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内二阶偏导数连续，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1840815" y="6607903"/>
            <a:ext cx="61531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2" name="Object 10"/>
          <p:cNvGraphicFramePr>
            <a:graphicFrameLocks noChangeAspect="1"/>
          </p:cNvGraphicFramePr>
          <p:nvPr/>
        </p:nvGraphicFramePr>
        <p:xfrm>
          <a:off x="2561493" y="7127852"/>
          <a:ext cx="5014482" cy="1120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6" imgW="2438400" imgH="444500" progId="Equation.DSMT4">
                  <p:embed/>
                </p:oleObj>
              </mc:Choice>
              <mc:Fallback>
                <p:oleObj name="Equation" r:id="rId26" imgW="2438400" imgH="4445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561493" y="7127852"/>
                        <a:ext cx="5014482" cy="112089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1734774" y="7428523"/>
            <a:ext cx="61531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5" name="Object 10"/>
          <p:cNvGraphicFramePr>
            <a:graphicFrameLocks noChangeAspect="1"/>
          </p:cNvGraphicFramePr>
          <p:nvPr/>
        </p:nvGraphicFramePr>
        <p:xfrm>
          <a:off x="7722041" y="7128487"/>
          <a:ext cx="4098717" cy="1120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28" imgW="1993900" imgH="444500" progId="Equation.DSMT4">
                  <p:embed/>
                </p:oleObj>
              </mc:Choice>
              <mc:Fallback>
                <p:oleObj name="Equation" r:id="rId28" imgW="1993900" imgH="4445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722041" y="7128487"/>
                        <a:ext cx="4098717" cy="112089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右箭头 22"/>
          <p:cNvSpPr/>
          <p:nvPr/>
        </p:nvSpPr>
        <p:spPr>
          <a:xfrm>
            <a:off x="1037990" y="6442633"/>
            <a:ext cx="701748" cy="163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1177055" y="8249208"/>
            <a:ext cx="701748" cy="163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5" name="Object 13"/>
          <p:cNvGraphicFramePr>
            <a:graphicFrameLocks noChangeAspect="1"/>
          </p:cNvGraphicFramePr>
          <p:nvPr/>
        </p:nvGraphicFramePr>
        <p:xfrm>
          <a:off x="1944053" y="8412480"/>
          <a:ext cx="22002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30" imgW="901700" imgH="203200" progId="Equation.DSMT4">
                  <p:embed/>
                </p:oleObj>
              </mc:Choice>
              <mc:Fallback>
                <p:oleObj name="Equation" r:id="rId30" imgW="901700" imgH="2032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44053" y="8412480"/>
                        <a:ext cx="2200275" cy="593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2"/>
          <p:cNvSpPr txBox="1"/>
          <p:nvPr/>
        </p:nvSpPr>
        <p:spPr>
          <a:xfrm>
            <a:off x="4261485" y="8485505"/>
            <a:ext cx="3906520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上的调和函数。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  <p:bldP spid="5" grpId="0"/>
      <p:bldP spid="7" grpId="0"/>
      <p:bldP spid="77" grpId="0" bldLvl="0" animBg="1"/>
      <p:bldP spid="13" grpId="0"/>
      <p:bldP spid="14" grpId="0" animBg="1"/>
      <p:bldP spid="18" grpId="0"/>
      <p:bldP spid="19" grpId="0"/>
      <p:bldP spid="20" grpId="0"/>
      <p:bldP spid="29" grpId="0"/>
      <p:bldP spid="30" grpId="0"/>
      <p:bldP spid="54" grpId="0"/>
      <p:bldP spid="23" grpId="0" animBg="1"/>
      <p:bldP spid="24" grpId="0" animBg="1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12311" y="1306510"/>
            <a:ext cx="87312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2683190" y="1306280"/>
            <a:ext cx="1038860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验证函数                                              在平面上是调和函数。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9900" name="Object 28"/>
          <p:cNvGraphicFramePr>
            <a:graphicFrameLocks noChangeAspect="1"/>
          </p:cNvGraphicFramePr>
          <p:nvPr/>
        </p:nvGraphicFramePr>
        <p:xfrm>
          <a:off x="4159046" y="1249527"/>
          <a:ext cx="5253584" cy="635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1" imgW="47244000" imgH="5486400" progId="Equation.DSMT4">
                  <p:embed/>
                </p:oleObj>
              </mc:Choice>
              <mc:Fallback>
                <p:oleObj name="Equation" r:id="rId1" imgW="47244000" imgH="54864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59046" y="1249527"/>
                        <a:ext cx="5253584" cy="63506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1812311" y="1994286"/>
            <a:ext cx="89408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28"/>
          <p:cNvGraphicFramePr>
            <a:graphicFrameLocks noChangeAspect="1"/>
          </p:cNvGraphicFramePr>
          <p:nvPr/>
        </p:nvGraphicFramePr>
        <p:xfrm>
          <a:off x="2799591" y="1994291"/>
          <a:ext cx="8492739" cy="6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3" imgW="3365500" imgH="228600" progId="Equation.DSMT4">
                  <p:embed/>
                </p:oleObj>
              </mc:Choice>
              <mc:Fallback>
                <p:oleObj name="Equation" r:id="rId3" imgW="33655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9591" y="1994291"/>
                        <a:ext cx="8492739" cy="60458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8"/>
          <p:cNvGraphicFramePr>
            <a:graphicFrameLocks noChangeAspect="1"/>
          </p:cNvGraphicFramePr>
          <p:nvPr/>
        </p:nvGraphicFramePr>
        <p:xfrm>
          <a:off x="2585256" y="2598874"/>
          <a:ext cx="3429357" cy="1041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5" imgW="1358900" imgH="393700" progId="Equation.DSMT4">
                  <p:embed/>
                </p:oleObj>
              </mc:Choice>
              <mc:Fallback>
                <p:oleObj name="Equation" r:id="rId5" imgW="1358900" imgH="3937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85256" y="2598874"/>
                        <a:ext cx="3429357" cy="104150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8"/>
          <p:cNvGraphicFramePr>
            <a:graphicFrameLocks noChangeAspect="1"/>
          </p:cNvGraphicFramePr>
          <p:nvPr/>
        </p:nvGraphicFramePr>
        <p:xfrm>
          <a:off x="6014613" y="2598874"/>
          <a:ext cx="3397604" cy="110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7" imgW="1346200" imgH="419100" progId="Equation.DSMT4">
                  <p:embed/>
                </p:oleObj>
              </mc:Choice>
              <mc:Fallback>
                <p:oleObj name="Equation" r:id="rId7" imgW="1346200" imgH="4191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14613" y="2598874"/>
                        <a:ext cx="3397604" cy="1108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8"/>
          <p:cNvGraphicFramePr>
            <a:graphicFrameLocks noChangeAspect="1"/>
          </p:cNvGraphicFramePr>
          <p:nvPr/>
        </p:nvGraphicFramePr>
        <p:xfrm>
          <a:off x="1988294" y="3637207"/>
          <a:ext cx="2404360" cy="110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9" imgW="952500" imgH="419100" progId="Equation.DSMT4">
                  <p:embed/>
                </p:oleObj>
              </mc:Choice>
              <mc:Fallback>
                <p:oleObj name="Equation" r:id="rId9" imgW="952500" imgH="4191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88294" y="3637207"/>
                        <a:ext cx="2404360" cy="1108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8"/>
          <p:cNvGraphicFramePr>
            <a:graphicFrameLocks noChangeAspect="1"/>
          </p:cNvGraphicFramePr>
          <p:nvPr/>
        </p:nvGraphicFramePr>
        <p:xfrm>
          <a:off x="4392654" y="3568938"/>
          <a:ext cx="2531373" cy="117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11" imgW="1002665" imgH="444500" progId="Equation.DSMT4">
                  <p:embed/>
                </p:oleObj>
              </mc:Choice>
              <mc:Fallback>
                <p:oleObj name="Equation" r:id="rId11" imgW="1002665" imgH="4445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92654" y="3568938"/>
                        <a:ext cx="2531373" cy="11767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8"/>
          <p:cNvGraphicFramePr>
            <a:graphicFrameLocks noChangeAspect="1"/>
          </p:cNvGraphicFramePr>
          <p:nvPr/>
        </p:nvGraphicFramePr>
        <p:xfrm>
          <a:off x="7201235" y="3603232"/>
          <a:ext cx="2500255" cy="117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13" imgW="990600" imgH="444500" progId="Equation.DSMT4">
                  <p:embed/>
                </p:oleObj>
              </mc:Choice>
              <mc:Fallback>
                <p:oleObj name="Equation" r:id="rId13" imgW="990600" imgH="4445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01235" y="3603232"/>
                        <a:ext cx="2500255" cy="11767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8"/>
          <p:cNvGraphicFramePr>
            <a:graphicFrameLocks noChangeAspect="1"/>
          </p:cNvGraphicFramePr>
          <p:nvPr/>
        </p:nvGraphicFramePr>
        <p:xfrm>
          <a:off x="9701490" y="3636890"/>
          <a:ext cx="2628539" cy="117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15" imgW="1041400" imgH="444500" progId="Equation.DSMT4">
                  <p:embed/>
                </p:oleObj>
              </mc:Choice>
              <mc:Fallback>
                <p:oleObj name="Equation" r:id="rId15" imgW="1041400" imgH="4445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701490" y="3636890"/>
                        <a:ext cx="2628539" cy="11767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8"/>
          <p:cNvGraphicFramePr>
            <a:graphicFrameLocks noChangeAspect="1"/>
          </p:cNvGraphicFramePr>
          <p:nvPr/>
        </p:nvGraphicFramePr>
        <p:xfrm>
          <a:off x="2881514" y="4779374"/>
          <a:ext cx="3654805" cy="117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17" imgW="1447800" imgH="444500" progId="Equation.DSMT4">
                  <p:embed/>
                </p:oleObj>
              </mc:Choice>
              <mc:Fallback>
                <p:oleObj name="Equation" r:id="rId17" imgW="1447800" imgH="4445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81514" y="4779374"/>
                        <a:ext cx="3654805" cy="11767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1988611" y="5108020"/>
            <a:ext cx="838287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显然                                 在整个平面上连续，且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5" name="Object 28"/>
          <p:cNvGraphicFramePr>
            <a:graphicFrameLocks noChangeAspect="1"/>
          </p:cNvGraphicFramePr>
          <p:nvPr/>
        </p:nvGraphicFramePr>
        <p:xfrm>
          <a:off x="10221609" y="4813668"/>
          <a:ext cx="2532009" cy="117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19" imgW="1002665" imgH="444500" progId="Equation.DSMT4">
                  <p:embed/>
                </p:oleObj>
              </mc:Choice>
              <mc:Fallback>
                <p:oleObj name="Equation" r:id="rId19" imgW="1002665" imgH="4445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221609" y="4813668"/>
                        <a:ext cx="2532009" cy="11767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文本框 2"/>
          <p:cNvSpPr txBox="1"/>
          <p:nvPr/>
        </p:nvSpPr>
        <p:spPr>
          <a:xfrm>
            <a:off x="2074797" y="6155644"/>
            <a:ext cx="789940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所以                                              是调和函数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8" name="Object 28"/>
          <p:cNvGraphicFramePr>
            <a:graphicFrameLocks noChangeAspect="1"/>
          </p:cNvGraphicFramePr>
          <p:nvPr/>
        </p:nvGraphicFramePr>
        <p:xfrm>
          <a:off x="2881293" y="6156047"/>
          <a:ext cx="5253584" cy="635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21" imgW="47244000" imgH="5486400" progId="Equation.DSMT4">
                  <p:embed/>
                </p:oleObj>
              </mc:Choice>
              <mc:Fallback>
                <p:oleObj name="Equation" r:id="rId21" imgW="47244000" imgH="54864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81293" y="6156047"/>
                        <a:ext cx="5253584" cy="63506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0"/>
          <p:cNvGraphicFramePr>
            <a:graphicFrameLocks noChangeAspect="1"/>
          </p:cNvGraphicFramePr>
          <p:nvPr/>
        </p:nvGraphicFramePr>
        <p:xfrm>
          <a:off x="4533908" y="6887260"/>
          <a:ext cx="2981635" cy="1093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22" imgW="26822400" imgH="9448800" progId="Equation.DSMT4">
                  <p:embed/>
                </p:oleObj>
              </mc:Choice>
              <mc:Fallback>
                <p:oleObj name="Equation" r:id="rId22" imgW="26822400" imgH="94488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533908" y="6887260"/>
                        <a:ext cx="2981635" cy="10939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文本框 2"/>
          <p:cNvSpPr txBox="1"/>
          <p:nvPr/>
        </p:nvSpPr>
        <p:spPr>
          <a:xfrm>
            <a:off x="2073515" y="7139103"/>
            <a:ext cx="100838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0" name="文本框 2"/>
          <p:cNvSpPr txBox="1"/>
          <p:nvPr/>
        </p:nvSpPr>
        <p:spPr>
          <a:xfrm>
            <a:off x="3071408" y="7153479"/>
            <a:ext cx="760222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验证函数                         在         是调和函数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81" name="Object 10"/>
          <p:cNvGraphicFramePr>
            <a:graphicFrameLocks noChangeAspect="1"/>
          </p:cNvGraphicFramePr>
          <p:nvPr/>
        </p:nvGraphicFramePr>
        <p:xfrm>
          <a:off x="7776604" y="7173890"/>
          <a:ext cx="1038333" cy="60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" name="Equation" r:id="rId24" imgW="368300" imgH="203200" progId="Equation.DSMT4">
                  <p:embed/>
                </p:oleObj>
              </mc:Choice>
              <mc:Fallback>
                <p:oleObj name="Equation" r:id="rId24" imgW="368300" imgH="2032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776604" y="7173890"/>
                        <a:ext cx="1038333" cy="60712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67" grpId="0"/>
      <p:bldP spid="80" grpId="0"/>
      <p:bldP spid="12" grpId="0"/>
      <p:bldP spid="54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2"/>
          <p:cNvSpPr txBox="1"/>
          <p:nvPr/>
        </p:nvSpPr>
        <p:spPr>
          <a:xfrm>
            <a:off x="2304609" y="6794680"/>
            <a:ext cx="253555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）对于任意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2"/>
          <p:cNvSpPr txBox="1"/>
          <p:nvPr>
            <p:custDataLst>
              <p:tags r:id="rId1"/>
            </p:custDataLst>
          </p:nvPr>
        </p:nvSpPr>
        <p:spPr>
          <a:xfrm>
            <a:off x="986233" y="675416"/>
            <a:ext cx="122936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定义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1" name="文本框 2"/>
          <p:cNvSpPr txBox="1"/>
          <p:nvPr>
            <p:custDataLst>
              <p:tags r:id="rId2"/>
            </p:custDataLst>
          </p:nvPr>
        </p:nvSpPr>
        <p:spPr>
          <a:xfrm>
            <a:off x="4276875" y="675615"/>
            <a:ext cx="508889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上的调和函数，且满足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2" name="Object 13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215408" y="675327"/>
          <a:ext cx="2061425" cy="490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4" imgW="22860000" imgH="4876800" progId="Equation.DSMT4">
                  <p:embed/>
                </p:oleObj>
              </mc:Choice>
              <mc:Fallback>
                <p:oleObj name="Equation" r:id="rId4" imgW="22860000" imgH="4876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15408" y="675327"/>
                        <a:ext cx="2061425" cy="49027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5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9552268" y="485515"/>
          <a:ext cx="1284739" cy="900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7" imgW="14325600" imgH="10058400" progId="Equation.DSMT4">
                  <p:embed/>
                </p:oleObj>
              </mc:Choice>
              <mc:Fallback>
                <p:oleObj name="Equation" r:id="rId7" imgW="14325600" imgH="100584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52268" y="485515"/>
                        <a:ext cx="1284739" cy="90052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4" name="Object 48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10941792" y="485515"/>
          <a:ext cx="1503201" cy="900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10" imgW="16764000" imgH="10058400" progId="Equation.DSMT4">
                  <p:embed/>
                </p:oleObj>
              </mc:Choice>
              <mc:Fallback>
                <p:oleObj name="Equation" r:id="rId10" imgW="16764000" imgH="100584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941792" y="485515"/>
                        <a:ext cx="1503201" cy="90052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1165225" y="1196340"/>
            <a:ext cx="6142990" cy="710565"/>
            <a:chOff x="1835" y="1884"/>
            <a:chExt cx="9674" cy="1119"/>
          </a:xfrm>
        </p:grpSpPr>
        <p:sp>
          <p:nvSpPr>
            <p:cNvPr id="30" name="文本框 2"/>
            <p:cNvSpPr txBox="1"/>
            <p:nvPr>
              <p:custDataLst>
                <p:tags r:id="rId12"/>
              </p:custDataLst>
            </p:nvPr>
          </p:nvSpPr>
          <p:spPr>
            <a:xfrm>
              <a:off x="5281" y="1884"/>
              <a:ext cx="486" cy="820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    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39" name="文本框 2"/>
            <p:cNvSpPr txBox="1"/>
            <p:nvPr>
              <p:custDataLst>
                <p:tags r:id="rId13"/>
              </p:custDataLst>
            </p:nvPr>
          </p:nvSpPr>
          <p:spPr>
            <a:xfrm>
              <a:off x="1835" y="2183"/>
              <a:ext cx="9674" cy="820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     为  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共轭调和函数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0225" name="Object 49"/>
            <p:cNvGraphicFramePr>
              <a:graphicFrameLocks noChangeAspect="1"/>
            </p:cNvGraphicFramePr>
            <p:nvPr>
              <p:custDataLst>
                <p:tags r:id="rId14"/>
              </p:custDataLst>
            </p:nvPr>
          </p:nvGraphicFramePr>
          <p:xfrm>
            <a:off x="3158" y="2182"/>
            <a:ext cx="1514" cy="7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15" imgW="10668000" imgH="4876800" progId="Equation.DSMT4">
                    <p:embed/>
                  </p:oleObj>
                </mc:Choice>
                <mc:Fallback>
                  <p:oleObj name="Equation" r:id="rId15" imgW="10668000" imgH="4876800" progId="Equation.DSMT4">
                    <p:embed/>
                    <p:pic>
                      <p:nvPicPr>
                        <p:cNvPr id="0" name="图片 30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58" y="2182"/>
                          <a:ext cx="1514" cy="77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26" name="Object 50"/>
            <p:cNvGraphicFramePr>
              <a:graphicFrameLocks noChangeAspect="1"/>
            </p:cNvGraphicFramePr>
            <p:nvPr>
              <p:custDataLst>
                <p:tags r:id="rId17"/>
              </p:custDataLst>
            </p:nvPr>
          </p:nvGraphicFramePr>
          <p:xfrm>
            <a:off x="5281" y="2183"/>
            <a:ext cx="1555" cy="7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18" imgW="10972800" imgH="4876800" progId="Equation.DSMT4">
                    <p:embed/>
                  </p:oleObj>
                </mc:Choice>
                <mc:Fallback>
                  <p:oleObj name="Equation" r:id="rId18" imgW="10972800" imgH="4876800" progId="Equation.DSMT4">
                    <p:embed/>
                    <p:pic>
                      <p:nvPicPr>
                        <p:cNvPr id="0" name="图片 30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281" y="2183"/>
                          <a:ext cx="1555" cy="77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文本框 2"/>
          <p:cNvSpPr txBox="1"/>
          <p:nvPr>
            <p:custDataLst>
              <p:tags r:id="rId20"/>
            </p:custDataLst>
          </p:nvPr>
        </p:nvSpPr>
        <p:spPr>
          <a:xfrm>
            <a:off x="848005" y="2151883"/>
            <a:ext cx="87312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pPr algn="l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0227" name="Object 51"/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1671169" y="2047803"/>
          <a:ext cx="4351473" cy="581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22" imgW="52730400" imgH="5486400" progId="Equation.DSMT4">
                  <p:embed/>
                </p:oleObj>
              </mc:Choice>
              <mc:Fallback>
                <p:oleObj name="Equation" r:id="rId22" imgW="52730400" imgH="54864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71169" y="2047803"/>
                        <a:ext cx="4351473" cy="581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2"/>
          <p:cNvSpPr txBox="1"/>
          <p:nvPr>
            <p:custDataLst>
              <p:tags r:id="rId24"/>
            </p:custDataLst>
          </p:nvPr>
        </p:nvSpPr>
        <p:spPr>
          <a:xfrm>
            <a:off x="6009653" y="2090983"/>
            <a:ext cx="625284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证明         为          的共轭调和函数。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3" name="Object 49"/>
          <p:cNvGraphicFramePr>
            <a:graphicFrameLocks noChangeAspect="1"/>
          </p:cNvGraphicFramePr>
          <p:nvPr>
            <p:custDataLst>
              <p:tags r:id="rId25"/>
            </p:custDataLst>
          </p:nvPr>
        </p:nvGraphicFramePr>
        <p:xfrm>
          <a:off x="6793612" y="2042094"/>
          <a:ext cx="1099934" cy="560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26" imgW="10668000" imgH="4876800" progId="Equation.DSMT4">
                  <p:embed/>
                </p:oleObj>
              </mc:Choice>
              <mc:Fallback>
                <p:oleObj name="Equation" r:id="rId26" imgW="10668000" imgH="48768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93612" y="2042094"/>
                        <a:ext cx="1099934" cy="56012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0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8225051" y="2071307"/>
          <a:ext cx="1129783" cy="560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28" imgW="10972800" imgH="4876800" progId="Equation.DSMT4">
                  <p:embed/>
                </p:oleObj>
              </mc:Choice>
              <mc:Fallback>
                <p:oleObj name="Equation" r:id="rId28" imgW="10972800" imgH="48768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225051" y="2071307"/>
                        <a:ext cx="1129783" cy="56012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>
            <p:custDataLst>
              <p:tags r:id="rId29"/>
            </p:custDataLst>
          </p:nvPr>
        </p:nvSpPr>
        <p:spPr>
          <a:xfrm>
            <a:off x="1044876" y="2835214"/>
            <a:ext cx="100838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pPr algn="l"/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证明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51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2052842" y="2590821"/>
          <a:ext cx="7453771" cy="1001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31" imgW="3479800" imgH="419100" progId="Equation.DSMT4">
                  <p:embed/>
                </p:oleObj>
              </mc:Choice>
              <mc:Fallback>
                <p:oleObj name="Equation" r:id="rId31" imgW="3479800" imgH="4191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052842" y="2590821"/>
                        <a:ext cx="7453771" cy="10014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1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1924547" y="3530737"/>
          <a:ext cx="8271101" cy="1015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34" imgW="4038600" imgH="444500" progId="Equation.DSMT4">
                  <p:embed/>
                </p:oleObj>
              </mc:Choice>
              <mc:Fallback>
                <p:oleObj name="Equation" r:id="rId34" imgW="4038600" imgH="4445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924547" y="3530737"/>
                        <a:ext cx="8271101" cy="101547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1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1904219" y="4654822"/>
          <a:ext cx="7816393" cy="1000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7" imgW="3873500" imgH="444500" progId="Equation.DSMT4">
                  <p:embed/>
                </p:oleObj>
              </mc:Choice>
              <mc:Fallback>
                <p:oleObj name="Equation" r:id="rId37" imgW="3873500" imgH="4445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904219" y="4654822"/>
                        <a:ext cx="7816393" cy="100086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1904567" y="7504857"/>
            <a:ext cx="63665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          是          的共轭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调和函数。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8" name="Object 13"/>
          <p:cNvGraphicFramePr>
            <a:graphicFrameLocks noChangeAspect="1"/>
          </p:cNvGraphicFramePr>
          <p:nvPr/>
        </p:nvGraphicFramePr>
        <p:xfrm>
          <a:off x="2750820" y="7505065"/>
          <a:ext cx="1051560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39" imgW="457200" imgH="203200" progId="Equation.DSMT4">
                  <p:embed/>
                </p:oleObj>
              </mc:Choice>
              <mc:Fallback>
                <p:oleObj name="Equation" r:id="rId39" imgW="457200" imgH="2032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750820" y="7505065"/>
                        <a:ext cx="1051560" cy="525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5"/>
          <p:cNvGraphicFramePr>
            <a:graphicFrameLocks noChangeAspect="1"/>
          </p:cNvGraphicFramePr>
          <p:nvPr/>
        </p:nvGraphicFramePr>
        <p:xfrm>
          <a:off x="6430231" y="6604824"/>
          <a:ext cx="1284739" cy="900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41" imgW="14325600" imgH="10058400" progId="Equation.DSMT4">
                  <p:embed/>
                </p:oleObj>
              </mc:Choice>
              <mc:Fallback>
                <p:oleObj name="Equation" r:id="rId41" imgW="14325600" imgH="100584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30231" y="6604824"/>
                        <a:ext cx="1284739" cy="90052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8"/>
          <p:cNvGraphicFramePr>
            <a:graphicFrameLocks noChangeAspect="1"/>
          </p:cNvGraphicFramePr>
          <p:nvPr/>
        </p:nvGraphicFramePr>
        <p:xfrm>
          <a:off x="7862290" y="6577519"/>
          <a:ext cx="1503201" cy="900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42" imgW="16764000" imgH="10058400" progId="Equation.DSMT4">
                  <p:embed/>
                </p:oleObj>
              </mc:Choice>
              <mc:Fallback>
                <p:oleObj name="Equation" r:id="rId42" imgW="16764000" imgH="100584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62290" y="6577519"/>
                        <a:ext cx="1503201" cy="90052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3"/>
          <p:cNvGraphicFramePr>
            <a:graphicFrameLocks noChangeAspect="1"/>
          </p:cNvGraphicFramePr>
          <p:nvPr/>
        </p:nvGraphicFramePr>
        <p:xfrm>
          <a:off x="5182028" y="6794691"/>
          <a:ext cx="1033888" cy="584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43" imgW="405765" imgH="203200" progId="Equation.DSMT4">
                  <p:embed/>
                </p:oleObj>
              </mc:Choice>
              <mc:Fallback>
                <p:oleObj name="Equation" r:id="rId43" imgW="405765" imgH="2032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182028" y="6794691"/>
                        <a:ext cx="1033888" cy="5842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2257614" y="5736632"/>
            <a:ext cx="395795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）二阶偏导连续，且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" name="Object 51"/>
          <p:cNvGraphicFramePr>
            <a:graphicFrameLocks noChangeAspect="1"/>
          </p:cNvGraphicFramePr>
          <p:nvPr/>
        </p:nvGraphicFramePr>
        <p:xfrm>
          <a:off x="6216269" y="5608995"/>
          <a:ext cx="1713408" cy="929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45" imgW="914400" imgH="444500" progId="Equation.DSMT4">
                  <p:embed/>
                </p:oleObj>
              </mc:Choice>
              <mc:Fallback>
                <p:oleObj name="Equation" r:id="rId45" imgW="914400" imgH="4445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6216269" y="5608995"/>
                        <a:ext cx="1713408" cy="9291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1"/>
          <p:cNvGraphicFramePr>
            <a:graphicFrameLocks noChangeAspect="1"/>
          </p:cNvGraphicFramePr>
          <p:nvPr/>
        </p:nvGraphicFramePr>
        <p:xfrm>
          <a:off x="8027478" y="5608995"/>
          <a:ext cx="1713408" cy="929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47" imgW="914400" imgH="444500" progId="Equation.DSMT4">
                  <p:embed/>
                </p:oleObj>
              </mc:Choice>
              <mc:Fallback>
                <p:oleObj name="Equation" r:id="rId47" imgW="914400" imgH="4445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8027478" y="5608995"/>
                        <a:ext cx="1713408" cy="9291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0"/>
          <p:cNvGraphicFramePr>
            <a:graphicFrameLocks noChangeAspect="1"/>
          </p:cNvGraphicFramePr>
          <p:nvPr>
            <p:custDataLst>
              <p:tags r:id="rId49"/>
            </p:custDataLst>
          </p:nvPr>
        </p:nvGraphicFramePr>
        <p:xfrm>
          <a:off x="4179466" y="7465632"/>
          <a:ext cx="1129783" cy="560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0" imgW="10972800" imgH="4876800" progId="Equation.DSMT4">
                  <p:embed/>
                </p:oleObj>
              </mc:Choice>
              <mc:Fallback>
                <p:oleObj name="Equation" r:id="rId50" imgW="10972800" imgH="48768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179466" y="7465632"/>
                        <a:ext cx="1129783" cy="56012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七角星 10"/>
          <p:cNvSpPr/>
          <p:nvPr/>
        </p:nvSpPr>
        <p:spPr>
          <a:xfrm>
            <a:off x="815120" y="8451509"/>
            <a:ext cx="1089138" cy="806534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en-US" altLang="zh-CN" sz="3200" dirty="0" smtClean="0">
              <a:solidFill>
                <a:schemeClr val="tx1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308215" y="8554720"/>
            <a:ext cx="5897245" cy="555625"/>
            <a:chOff x="12211" y="13670"/>
            <a:chExt cx="9287" cy="875"/>
          </a:xfrm>
        </p:grpSpPr>
        <p:graphicFrame>
          <p:nvGraphicFramePr>
            <p:cNvPr id="7" name="Object 49"/>
            <p:cNvGraphicFramePr>
              <a:graphicFrameLocks noChangeAspect="1"/>
            </p:cNvGraphicFramePr>
            <p:nvPr/>
          </p:nvGraphicFramePr>
          <p:xfrm>
            <a:off x="12265" y="13702"/>
            <a:ext cx="1732" cy="8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51" imgW="457200" imgH="203200" progId="Equation.DSMT4">
                    <p:embed/>
                  </p:oleObj>
                </mc:Choice>
                <mc:Fallback>
                  <p:oleObj name="Equation" r:id="rId51" imgW="457200" imgH="203200" progId="Equation.DSMT4">
                    <p:embed/>
                    <p:pic>
                      <p:nvPicPr>
                        <p:cNvPr id="0" name="图片 30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12265" y="13702"/>
                          <a:ext cx="1732" cy="8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" name="组合 25"/>
            <p:cNvGrpSpPr/>
            <p:nvPr/>
          </p:nvGrpSpPr>
          <p:grpSpPr>
            <a:xfrm>
              <a:off x="12211" y="13670"/>
              <a:ext cx="9287" cy="875"/>
              <a:chOff x="12211" y="13670"/>
              <a:chExt cx="9287" cy="875"/>
            </a:xfrm>
          </p:grpSpPr>
          <p:sp>
            <p:nvSpPr>
              <p:cNvPr id="6" name="文本框 2"/>
              <p:cNvSpPr txBox="1"/>
              <p:nvPr/>
            </p:nvSpPr>
            <p:spPr>
              <a:xfrm>
                <a:off x="12211" y="13670"/>
                <a:ext cx="9287" cy="820"/>
              </a:xfrm>
              <a:prstGeom prst="rect">
                <a:avLst/>
              </a:prstGeom>
              <a:noFill/>
            </p:spPr>
            <p:txBody>
              <a:bodyPr wrap="none" lIns="91438" tIns="45719" rIns="91438" bIns="45719" rtlCol="0">
                <a:spAutoFit/>
              </a:bodyPr>
              <a:p>
                <a:r>
                  <a:rPr lang="zh-CN" altLang="en-US" sz="2800" dirty="0" smtClean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         不是          的共轭调和函数。</a:t>
                </a:r>
                <a:endPara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  <p:graphicFrame>
            <p:nvGraphicFramePr>
              <p:cNvPr id="9" name="Object 50"/>
              <p:cNvGraphicFramePr>
                <a:graphicFrameLocks noChangeAspect="1"/>
              </p:cNvGraphicFramePr>
              <p:nvPr/>
            </p:nvGraphicFramePr>
            <p:xfrm>
              <a:off x="15151" y="13731"/>
              <a:ext cx="1607" cy="8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" name="Equation" r:id="rId53" imgW="444500" imgH="203200" progId="Equation.DSMT4">
                      <p:embed/>
                    </p:oleObj>
                  </mc:Choice>
                  <mc:Fallback>
                    <p:oleObj name="Equation" r:id="rId53" imgW="444500" imgH="203200" progId="Equation.DSMT4">
                      <p:embed/>
                      <p:pic>
                        <p:nvPicPr>
                          <p:cNvPr id="0" name="图片 307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54"/>
                          <a:stretch>
                            <a:fillRect/>
                          </a:stretch>
                        </p:blipFill>
                        <p:spPr>
                          <a:xfrm>
                            <a:off x="15151" y="13731"/>
                            <a:ext cx="1607" cy="81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6" name="组合 15"/>
          <p:cNvGrpSpPr/>
          <p:nvPr/>
        </p:nvGrpSpPr>
        <p:grpSpPr>
          <a:xfrm>
            <a:off x="2011680" y="8443595"/>
            <a:ext cx="5186045" cy="710565"/>
            <a:chOff x="1835" y="1884"/>
            <a:chExt cx="8167" cy="1119"/>
          </a:xfrm>
        </p:grpSpPr>
        <p:sp>
          <p:nvSpPr>
            <p:cNvPr id="42" name="文本框 2"/>
            <p:cNvSpPr txBox="1"/>
            <p:nvPr>
              <p:custDataLst>
                <p:tags r:id="rId55"/>
              </p:custDataLst>
            </p:nvPr>
          </p:nvSpPr>
          <p:spPr>
            <a:xfrm>
              <a:off x="5281" y="1884"/>
              <a:ext cx="486" cy="820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       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43" name="文本框 2"/>
            <p:cNvSpPr txBox="1"/>
            <p:nvPr>
              <p:custDataLst>
                <p:tags r:id="rId56"/>
              </p:custDataLst>
            </p:nvPr>
          </p:nvSpPr>
          <p:spPr>
            <a:xfrm>
              <a:off x="1835" y="2183"/>
              <a:ext cx="8167" cy="820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为         的共轭调和函数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endPara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4" name="Object 49"/>
            <p:cNvGraphicFramePr>
              <a:graphicFrameLocks noChangeAspect="1"/>
            </p:cNvGraphicFramePr>
            <p:nvPr>
              <p:custDataLst>
                <p:tags r:id="rId57"/>
              </p:custDataLst>
            </p:nvPr>
          </p:nvGraphicFramePr>
          <p:xfrm>
            <a:off x="2023" y="2166"/>
            <a:ext cx="1514" cy="7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" name="Equation" r:id="rId58" imgW="10668000" imgH="4876800" progId="Equation.DSMT4">
                    <p:embed/>
                  </p:oleObj>
                </mc:Choice>
                <mc:Fallback>
                  <p:oleObj name="Equation" r:id="rId58" imgW="10668000" imgH="4876800" progId="Equation.DSMT4">
                    <p:embed/>
                    <p:pic>
                      <p:nvPicPr>
                        <p:cNvPr id="0" name="图片 30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023" y="2166"/>
                          <a:ext cx="1514" cy="77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50"/>
            <p:cNvGraphicFramePr>
              <a:graphicFrameLocks noChangeAspect="1"/>
            </p:cNvGraphicFramePr>
            <p:nvPr>
              <p:custDataLst>
                <p:tags r:id="rId59"/>
              </p:custDataLst>
            </p:nvPr>
          </p:nvGraphicFramePr>
          <p:xfrm>
            <a:off x="4148" y="2232"/>
            <a:ext cx="1555" cy="7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" name="Equation" r:id="rId60" imgW="10972800" imgH="4876800" progId="Equation.DSMT4">
                    <p:embed/>
                  </p:oleObj>
                </mc:Choice>
                <mc:Fallback>
                  <p:oleObj name="Equation" r:id="rId60" imgW="10972800" imgH="4876800" progId="Equation.DSMT4">
                    <p:embed/>
                    <p:pic>
                      <p:nvPicPr>
                        <p:cNvPr id="0" name="图片 30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148" y="2232"/>
                          <a:ext cx="1555" cy="77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6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46" grpId="0"/>
      <p:bldP spid="49" grpId="0"/>
      <p:bldP spid="11" grpId="0" bldLvl="0" animBg="1"/>
      <p:bldP spid="34" grpId="0"/>
      <p:bldP spid="12" grpId="0"/>
      <p:bldP spid="27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27042" y="4997519"/>
            <a:ext cx="6338595" cy="579815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调和函数与解析函数的关系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"/>
          <p:cNvSpPr txBox="1"/>
          <p:nvPr/>
        </p:nvSpPr>
        <p:spPr>
          <a:xfrm>
            <a:off x="1014634" y="1600866"/>
            <a:ext cx="122936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2301777" y="1636079"/>
          <a:ext cx="2774604" cy="458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35356800" imgH="4876800" progId="Equation.DSMT4">
                  <p:embed/>
                </p:oleObj>
              </mc:Choice>
              <mc:Fallback>
                <p:oleObj name="Equation" r:id="rId1" imgW="35356800" imgH="4876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1777" y="1636079"/>
                        <a:ext cx="2774604" cy="4585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4965945" y="1566980"/>
            <a:ext cx="295529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696200" y="1553210"/>
            <a:ext cx="5669280" cy="521335"/>
            <a:chOff x="12120" y="2446"/>
            <a:chExt cx="8928" cy="821"/>
          </a:xfrm>
        </p:grpSpPr>
        <p:sp>
          <p:nvSpPr>
            <p:cNvPr id="24" name="文本框 2"/>
            <p:cNvSpPr txBox="1"/>
            <p:nvPr/>
          </p:nvSpPr>
          <p:spPr>
            <a:xfrm>
              <a:off x="12120" y="2446"/>
              <a:ext cx="8929" cy="820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为        的共轭调和函数。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5" name="Object 49"/>
            <p:cNvGraphicFramePr>
              <a:graphicFrameLocks noChangeAspect="1"/>
            </p:cNvGraphicFramePr>
            <p:nvPr/>
          </p:nvGraphicFramePr>
          <p:xfrm>
            <a:off x="13034" y="2493"/>
            <a:ext cx="1519" cy="7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3" imgW="10668000" imgH="4876800" progId="Equation.DSMT4">
                    <p:embed/>
                  </p:oleObj>
                </mc:Choice>
                <mc:Fallback>
                  <p:oleObj name="Equation" r:id="rId3" imgW="10668000" imgH="4876800" progId="Equation.DSMT4">
                    <p:embed/>
                    <p:pic>
                      <p:nvPicPr>
                        <p:cNvPr id="0" name="图片 40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034" y="2493"/>
                          <a:ext cx="1519" cy="77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50"/>
            <p:cNvGraphicFramePr>
              <a:graphicFrameLocks noChangeAspect="1"/>
            </p:cNvGraphicFramePr>
            <p:nvPr/>
          </p:nvGraphicFramePr>
          <p:xfrm>
            <a:off x="14947" y="2493"/>
            <a:ext cx="1560" cy="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Equation" r:id="rId5" imgW="10972800" imgH="4876800" progId="Equation.DSMT4">
                    <p:embed/>
                  </p:oleObj>
                </mc:Choice>
                <mc:Fallback>
                  <p:oleObj name="Equation" r:id="rId5" imgW="10972800" imgH="4876800" progId="Equation.DSMT4">
                    <p:embed/>
                    <p:pic>
                      <p:nvPicPr>
                        <p:cNvPr id="0" name="图片 40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4947" y="2493"/>
                          <a:ext cx="1560" cy="7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2"/>
          <p:cNvSpPr txBox="1"/>
          <p:nvPr/>
        </p:nvSpPr>
        <p:spPr>
          <a:xfrm>
            <a:off x="932719" y="2646820"/>
            <a:ext cx="125031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证明：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2182983" y="2708776"/>
          <a:ext cx="2774604" cy="458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35356800" imgH="4876800" progId="Equation.DSMT4">
                  <p:embed/>
                </p:oleObj>
              </mc:Choice>
              <mc:Fallback>
                <p:oleObj name="Equation" r:id="rId7" imgW="35356800" imgH="4876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82983" y="2708776"/>
                        <a:ext cx="2774604" cy="4585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4994471" y="2677777"/>
            <a:ext cx="295529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1405655" y="3444798"/>
            <a:ext cx="701748" cy="163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2"/>
          <p:cNvSpPr txBox="1"/>
          <p:nvPr/>
        </p:nvSpPr>
        <p:spPr>
          <a:xfrm>
            <a:off x="1920190" y="4250049"/>
            <a:ext cx="8928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并且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2819912" y="4041146"/>
          <a:ext cx="4176195" cy="105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8" imgW="2032000" imgH="419100" progId="Equation.DSMT4">
                  <p:embed/>
                </p:oleObj>
              </mc:Choice>
              <mc:Fallback>
                <p:oleObj name="Equation" r:id="rId8" imgW="2032000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19912" y="4041146"/>
                        <a:ext cx="4176195" cy="105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右箭头 20"/>
          <p:cNvSpPr/>
          <p:nvPr/>
        </p:nvSpPr>
        <p:spPr>
          <a:xfrm>
            <a:off x="1218330" y="5097888"/>
            <a:ext cx="701748" cy="163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2"/>
          <p:cNvSpPr txBox="1"/>
          <p:nvPr/>
        </p:nvSpPr>
        <p:spPr>
          <a:xfrm>
            <a:off x="2355215" y="3307080"/>
            <a:ext cx="4641215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均为调和函数。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2236788" y="3266440"/>
          <a:ext cx="22002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0" imgW="901700" imgH="203200" progId="Equation.DSMT4">
                  <p:embed/>
                </p:oleObj>
              </mc:Choice>
              <mc:Fallback>
                <p:oleObj name="Equation" r:id="rId10" imgW="901700" imgH="2032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36788" y="3266440"/>
                        <a:ext cx="2200275" cy="593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2"/>
          <p:cNvSpPr txBox="1"/>
          <p:nvPr/>
        </p:nvSpPr>
        <p:spPr>
          <a:xfrm>
            <a:off x="2107539" y="5439053"/>
            <a:ext cx="566991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         为        的共轭调和函数。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5" name="Object 49"/>
          <p:cNvGraphicFramePr>
            <a:graphicFrameLocks noChangeAspect="1"/>
          </p:cNvGraphicFramePr>
          <p:nvPr/>
        </p:nvGraphicFramePr>
        <p:xfrm>
          <a:off x="2626251" y="5468934"/>
          <a:ext cx="964665" cy="49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2" imgW="10668000" imgH="4876800" progId="Equation.DSMT4">
                  <p:embed/>
                </p:oleObj>
              </mc:Choice>
              <mc:Fallback>
                <p:oleObj name="Equation" r:id="rId12" imgW="106680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6251" y="5468934"/>
                        <a:ext cx="964665" cy="49154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50"/>
          <p:cNvGraphicFramePr>
            <a:graphicFrameLocks noChangeAspect="1"/>
          </p:cNvGraphicFramePr>
          <p:nvPr/>
        </p:nvGraphicFramePr>
        <p:xfrm>
          <a:off x="3902733" y="5468934"/>
          <a:ext cx="990703" cy="490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13" imgW="10972800" imgH="4876800" progId="Equation.DSMT4">
                  <p:embed/>
                </p:oleObj>
              </mc:Choice>
              <mc:Fallback>
                <p:oleObj name="Equation" r:id="rId13" imgW="10972800" imgH="48768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02733" y="5468934"/>
                        <a:ext cx="990703" cy="49090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2"/>
          <p:cNvSpPr txBox="1"/>
          <p:nvPr/>
        </p:nvSpPr>
        <p:spPr>
          <a:xfrm>
            <a:off x="954340" y="6405211"/>
            <a:ext cx="122936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2" name="Object 10"/>
          <p:cNvGraphicFramePr>
            <a:graphicFrameLocks noChangeAspect="1"/>
          </p:cNvGraphicFramePr>
          <p:nvPr/>
        </p:nvGraphicFramePr>
        <p:xfrm>
          <a:off x="2309436" y="6451288"/>
          <a:ext cx="2594880" cy="428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14" imgW="35356800" imgH="4876800" progId="Equation.DSMT4">
                  <p:embed/>
                </p:oleObj>
              </mc:Choice>
              <mc:Fallback>
                <p:oleObj name="Equation" r:id="rId14" imgW="35356800" imgH="48768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9436" y="6451288"/>
                        <a:ext cx="2594880" cy="4286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2"/>
          <p:cNvSpPr txBox="1"/>
          <p:nvPr/>
        </p:nvSpPr>
        <p:spPr>
          <a:xfrm>
            <a:off x="4904379" y="6404984"/>
            <a:ext cx="259969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205470" y="6384925"/>
            <a:ext cx="5160645" cy="537210"/>
            <a:chOff x="12922" y="10055"/>
            <a:chExt cx="8127" cy="846"/>
          </a:xfrm>
        </p:grpSpPr>
        <p:sp>
          <p:nvSpPr>
            <p:cNvPr id="44" name="文本框 2"/>
            <p:cNvSpPr txBox="1"/>
            <p:nvPr/>
          </p:nvSpPr>
          <p:spPr>
            <a:xfrm>
              <a:off x="13933" y="10055"/>
              <a:ext cx="7116" cy="820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为        的共轭调和函数。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5" name="Object 49"/>
            <p:cNvGraphicFramePr>
              <a:graphicFrameLocks noChangeAspect="1"/>
            </p:cNvGraphicFramePr>
            <p:nvPr/>
          </p:nvGraphicFramePr>
          <p:xfrm>
            <a:off x="12922" y="10127"/>
            <a:ext cx="1519" cy="7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Equation" r:id="rId15" imgW="10668000" imgH="4876800" progId="Equation.DSMT4">
                    <p:embed/>
                  </p:oleObj>
                </mc:Choice>
                <mc:Fallback>
                  <p:oleObj name="Equation" r:id="rId15" imgW="10668000" imgH="4876800" progId="Equation.DSMT4">
                    <p:embed/>
                    <p:pic>
                      <p:nvPicPr>
                        <p:cNvPr id="0" name="图片 41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922" y="10127"/>
                          <a:ext cx="1519" cy="77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50"/>
            <p:cNvGraphicFramePr>
              <a:graphicFrameLocks noChangeAspect="1"/>
            </p:cNvGraphicFramePr>
            <p:nvPr/>
          </p:nvGraphicFramePr>
          <p:xfrm>
            <a:off x="14981" y="10128"/>
            <a:ext cx="1560" cy="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" name="Equation" r:id="rId16" imgW="10972800" imgH="4876800" progId="Equation.DSMT4">
                    <p:embed/>
                  </p:oleObj>
                </mc:Choice>
                <mc:Fallback>
                  <p:oleObj name="Equation" r:id="rId16" imgW="10972800" imgH="4876800" progId="Equation.DSMT4">
                    <p:embed/>
                    <p:pic>
                      <p:nvPicPr>
                        <p:cNvPr id="0" name="图片 41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4981" y="10128"/>
                          <a:ext cx="1560" cy="7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左右箭头 46"/>
          <p:cNvSpPr/>
          <p:nvPr/>
        </p:nvSpPr>
        <p:spPr>
          <a:xfrm>
            <a:off x="7544279" y="6594232"/>
            <a:ext cx="639512" cy="10161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6" grpId="0"/>
      <p:bldP spid="10" grpId="0"/>
      <p:bldP spid="11" grpId="0" animBg="1"/>
      <p:bldP spid="18" grpId="0"/>
      <p:bldP spid="21" grpId="0" animBg="1"/>
      <p:bldP spid="7" grpId="0"/>
      <p:bldP spid="33" grpId="0"/>
      <p:bldP spid="41" grpId="0"/>
      <p:bldP spid="43" grpId="0"/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 2"/>
          <p:cNvSpPr txBox="1"/>
          <p:nvPr/>
        </p:nvSpPr>
        <p:spPr>
          <a:xfrm>
            <a:off x="12122267" y="1073986"/>
            <a:ext cx="16040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为实部，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3" name="文本框 2"/>
          <p:cNvSpPr txBox="1"/>
          <p:nvPr/>
        </p:nvSpPr>
        <p:spPr>
          <a:xfrm>
            <a:off x="1433124" y="1111959"/>
            <a:ext cx="122936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推论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4" name="Object 13"/>
          <p:cNvGraphicFramePr>
            <a:graphicFrameLocks noChangeAspect="1"/>
          </p:cNvGraphicFramePr>
          <p:nvPr/>
        </p:nvGraphicFramePr>
        <p:xfrm>
          <a:off x="2659313" y="1108540"/>
          <a:ext cx="990703" cy="490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" imgW="10972800" imgH="4876800" progId="Equation.DSMT4">
                  <p:embed/>
                </p:oleObj>
              </mc:Choice>
              <mc:Fallback>
                <p:oleObj name="Equation" r:id="rId1" imgW="10972800" imgH="4876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59313" y="1108540"/>
                        <a:ext cx="990703" cy="49090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2"/>
          <p:cNvSpPr txBox="1"/>
          <p:nvPr/>
        </p:nvSpPr>
        <p:spPr>
          <a:xfrm>
            <a:off x="3650008" y="1078516"/>
            <a:ext cx="402209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上的调和函数，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6" name="文本框 2"/>
          <p:cNvSpPr txBox="1"/>
          <p:nvPr/>
        </p:nvSpPr>
        <p:spPr>
          <a:xfrm>
            <a:off x="7455180" y="1078600"/>
            <a:ext cx="37376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则可作一族解析函数以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7" name="Object 14"/>
          <p:cNvGraphicFramePr>
            <a:graphicFrameLocks noChangeAspect="1"/>
          </p:cNvGraphicFramePr>
          <p:nvPr/>
        </p:nvGraphicFramePr>
        <p:xfrm>
          <a:off x="11193331" y="1078692"/>
          <a:ext cx="990068" cy="490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3" imgW="10972800" imgH="4876800" progId="Equation.DSMT4">
                  <p:embed/>
                </p:oleObj>
              </mc:Choice>
              <mc:Fallback>
                <p:oleObj name="Equation" r:id="rId3" imgW="10972800" imgH="48768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93331" y="1078692"/>
                        <a:ext cx="990068" cy="49090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2"/>
          <p:cNvSpPr txBox="1"/>
          <p:nvPr/>
        </p:nvSpPr>
        <p:spPr>
          <a:xfrm>
            <a:off x="1598814" y="1827179"/>
            <a:ext cx="65824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且两个解析函数之间只相差一个纯虚数。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1433766" y="2521804"/>
            <a:ext cx="125031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论证：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7611565" y="2658099"/>
          <a:ext cx="2580274" cy="429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1498600" imgH="203200" progId="Equation.DSMT4">
                  <p:embed/>
                </p:oleObj>
              </mc:Choice>
              <mc:Fallback>
                <p:oleObj name="Equation" r:id="rId4" imgW="1498600" imgH="2032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11565" y="2658099"/>
                        <a:ext cx="2580274" cy="429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"/>
          <p:cNvSpPr txBox="1"/>
          <p:nvPr/>
        </p:nvSpPr>
        <p:spPr>
          <a:xfrm>
            <a:off x="2456098" y="2567284"/>
            <a:ext cx="545712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设以          为实部的解析函数为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" name="Object 14"/>
          <p:cNvGraphicFramePr>
            <a:graphicFrameLocks noChangeAspect="1"/>
          </p:cNvGraphicFramePr>
          <p:nvPr/>
        </p:nvGraphicFramePr>
        <p:xfrm>
          <a:off x="3349001" y="2597132"/>
          <a:ext cx="990068" cy="490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6" imgW="10972800" imgH="4876800" progId="Equation.DSMT4">
                  <p:embed/>
                </p:oleObj>
              </mc:Choice>
              <mc:Fallback>
                <p:oleObj name="Equation" r:id="rId6" imgW="10972800" imgH="48768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9001" y="2597132"/>
                        <a:ext cx="990068" cy="49090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1433956" y="3489689"/>
            <a:ext cx="40932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由函数解析的充要条件，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7" name="Object 10"/>
          <p:cNvGraphicFramePr>
            <a:graphicFrameLocks noChangeAspect="1"/>
          </p:cNvGraphicFramePr>
          <p:nvPr/>
        </p:nvGraphicFramePr>
        <p:xfrm>
          <a:off x="5276109" y="3221390"/>
          <a:ext cx="2637429" cy="105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7" imgW="1282700" imgH="419100" progId="Equation.DSMT4">
                  <p:embed/>
                </p:oleObj>
              </mc:Choice>
              <mc:Fallback>
                <p:oleObj name="Equation" r:id="rId7" imgW="1282700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76109" y="3221390"/>
                        <a:ext cx="2637429" cy="105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1372354" y="4568649"/>
            <a:ext cx="286258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两侧对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y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积分，得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5971824" y="4300350"/>
          <a:ext cx="2977190" cy="105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9" imgW="1447800" imgH="419100" progId="Equation.DSMT4">
                  <p:embed/>
                </p:oleObj>
              </mc:Choice>
              <mc:Fallback>
                <p:oleObj name="Equation" r:id="rId9" imgW="1447800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71824" y="4300350"/>
                        <a:ext cx="2977190" cy="105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/>
          <p:cNvGraphicFramePr>
            <a:graphicFrameLocks noChangeAspect="1"/>
          </p:cNvGraphicFramePr>
          <p:nvPr/>
        </p:nvGraphicFramePr>
        <p:xfrm>
          <a:off x="4794730" y="4571841"/>
          <a:ext cx="1176777" cy="512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1" imgW="571500" imgH="203200" progId="Equation.DSMT4">
                  <p:embed/>
                </p:oleObj>
              </mc:Choice>
              <mc:Fallback>
                <p:oleObj name="Equation" r:id="rId11" imgW="571500" imgH="203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94730" y="4571841"/>
                        <a:ext cx="1176777" cy="5124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1433956" y="5537125"/>
            <a:ext cx="8928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又由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2328133" y="5357100"/>
          <a:ext cx="2951152" cy="105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3" imgW="1435100" imgH="419100" progId="Equation.DSMT4">
                  <p:embed/>
                </p:oleObj>
              </mc:Choice>
              <mc:Fallback>
                <p:oleObj name="Equation" r:id="rId13" imgW="1435100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28133" y="5357100"/>
                        <a:ext cx="2951152" cy="105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5527592" y="5625399"/>
            <a:ext cx="12484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可解出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" name="Object 14"/>
          <p:cNvGraphicFramePr>
            <a:graphicFrameLocks noChangeAspect="1"/>
          </p:cNvGraphicFramePr>
          <p:nvPr/>
        </p:nvGraphicFramePr>
        <p:xfrm>
          <a:off x="6772165" y="5661005"/>
          <a:ext cx="3035935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5" imgW="1459865" imgH="203200" progId="Equation.DSMT4">
                  <p:embed/>
                </p:oleObj>
              </mc:Choice>
              <mc:Fallback>
                <p:oleObj name="Equation" r:id="rId15" imgW="1459865" imgH="2032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72165" y="5661005"/>
                        <a:ext cx="3035935" cy="480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2034732" y="6506570"/>
          <a:ext cx="3256619" cy="551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7" imgW="1473200" imgH="203200" progId="Equation.DSMT4">
                  <p:embed/>
                </p:oleObj>
              </mc:Choice>
              <mc:Fallback>
                <p:oleObj name="Equation" r:id="rId17" imgW="1473200" imgH="2032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34732" y="6506570"/>
                        <a:ext cx="3256619" cy="5518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1297416" y="6522747"/>
            <a:ext cx="8928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1" name="Object 10"/>
          <p:cNvGraphicFramePr>
            <a:graphicFrameLocks noChangeAspect="1"/>
          </p:cNvGraphicFramePr>
          <p:nvPr/>
        </p:nvGraphicFramePr>
        <p:xfrm>
          <a:off x="5404332" y="6285619"/>
          <a:ext cx="4911090" cy="99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19" imgW="2387600" imgH="393700" progId="Equation.DSMT4">
                  <p:embed/>
                </p:oleObj>
              </mc:Choice>
              <mc:Fallback>
                <p:oleObj name="Equation" r:id="rId19" imgW="2387600" imgH="3937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04332" y="6285619"/>
                        <a:ext cx="4911090" cy="993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1644512" y="7760067"/>
            <a:ext cx="6816090" cy="58229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32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证明中用的求</a:t>
            </a:r>
            <a:r>
              <a:rPr lang="en-US" altLang="zh-CN" sz="3200" b="1" i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v(x,y)</a:t>
            </a:r>
            <a:r>
              <a:rPr lang="zh-CN" altLang="en-US" sz="32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的方法为偏微分法</a:t>
            </a:r>
            <a:endParaRPr lang="zh-CN" altLang="en-US" sz="3200" b="1" dirty="0" smtClean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3" grpId="0"/>
      <p:bldP spid="45" grpId="0"/>
      <p:bldP spid="46" grpId="0"/>
      <p:bldP spid="49" grpId="0"/>
      <p:bldP spid="5" grpId="0"/>
      <p:bldP spid="8" grpId="0"/>
      <p:bldP spid="11" grpId="0"/>
      <p:bldP spid="12" grpId="0"/>
      <p:bldP spid="18" grpId="0"/>
      <p:bldP spid="21" grpId="0"/>
      <p:bldP spid="30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900" name="Object 28"/>
          <p:cNvGraphicFramePr>
            <a:graphicFrameLocks noChangeAspect="1"/>
          </p:cNvGraphicFramePr>
          <p:nvPr/>
        </p:nvGraphicFramePr>
        <p:xfrm>
          <a:off x="2160816" y="949052"/>
          <a:ext cx="4484202" cy="62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1" imgW="1955800" imgH="228600" progId="Equation.DSMT4">
                  <p:embed/>
                </p:oleObj>
              </mc:Choice>
              <mc:Fallback>
                <p:oleObj name="Equation" r:id="rId1" imgW="1955800" imgH="2286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60816" y="949052"/>
                        <a:ext cx="4484202" cy="623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2"/>
          <p:cNvSpPr txBox="1"/>
          <p:nvPr/>
        </p:nvSpPr>
        <p:spPr>
          <a:xfrm>
            <a:off x="615709" y="1009833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7" name="文本框 2"/>
          <p:cNvSpPr txBox="1"/>
          <p:nvPr/>
        </p:nvSpPr>
        <p:spPr>
          <a:xfrm>
            <a:off x="1391102" y="1009807"/>
            <a:ext cx="1604680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已知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6627235" y="1010019"/>
            <a:ext cx="568892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求以         为实部的解析函数族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7395665" y="1010019"/>
          <a:ext cx="1110096" cy="57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3" imgW="12192000" imgH="4876800" progId="Equation.DSMT4">
                  <p:embed/>
                </p:oleObj>
              </mc:Choice>
              <mc:Fallback>
                <p:oleObj name="Equation" r:id="rId3" imgW="12192000" imgH="48768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95665" y="1010019"/>
                        <a:ext cx="1110096" cy="5721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1088887" y="466457"/>
            <a:ext cx="160655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偏微分法</a:t>
            </a:r>
            <a:endParaRPr lang="zh-CN" altLang="en-US" sz="2800" b="1" dirty="0" smtClean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8" name="Object 28"/>
          <p:cNvGraphicFramePr>
            <a:graphicFrameLocks noChangeAspect="1"/>
          </p:cNvGraphicFramePr>
          <p:nvPr/>
        </p:nvGraphicFramePr>
        <p:xfrm>
          <a:off x="1391115" y="1515531"/>
          <a:ext cx="8492739" cy="6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5" imgW="3365500" imgH="228600" progId="Equation.DSMT4">
                  <p:embed/>
                </p:oleObj>
              </mc:Choice>
              <mc:Fallback>
                <p:oleObj name="Equation" r:id="rId5" imgW="33655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1115" y="1515531"/>
                        <a:ext cx="8492739" cy="60458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615709" y="1557260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1032343" y="2124560"/>
            <a:ext cx="5562544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                           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5" name="Object 6"/>
          <p:cNvGraphicFramePr>
            <a:graphicFrameLocks noChangeAspect="1"/>
          </p:cNvGraphicFramePr>
          <p:nvPr/>
        </p:nvGraphicFramePr>
        <p:xfrm>
          <a:off x="1582310" y="2124560"/>
          <a:ext cx="2880025" cy="516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7" imgW="1473200" imgH="203200" progId="Equation.DSMT4">
                  <p:embed/>
                </p:oleObj>
              </mc:Choice>
              <mc:Fallback>
                <p:oleObj name="Equation" r:id="rId7" imgW="14732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2310" y="2124560"/>
                        <a:ext cx="2880025" cy="5163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5500033" y="2120114"/>
            <a:ext cx="5687017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由函数解析得充要条件可知，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8" name="Object 6"/>
          <p:cNvGraphicFramePr>
            <a:graphicFrameLocks noChangeAspect="1"/>
          </p:cNvGraphicFramePr>
          <p:nvPr/>
        </p:nvGraphicFramePr>
        <p:xfrm>
          <a:off x="1857612" y="2882829"/>
          <a:ext cx="1663873" cy="581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9" imgW="850900" imgH="228600" progId="Equation.DSMT4">
                  <p:embed/>
                </p:oleObj>
              </mc:Choice>
              <mc:Fallback>
                <p:oleObj name="Equation" r:id="rId9" imgW="850900" imgH="2286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57612" y="2882829"/>
                        <a:ext cx="1663873" cy="581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"/>
          <p:cNvGraphicFramePr>
            <a:graphicFrameLocks noChangeAspect="1"/>
          </p:cNvGraphicFramePr>
          <p:nvPr/>
        </p:nvGraphicFramePr>
        <p:xfrm>
          <a:off x="3905250" y="2645410"/>
          <a:ext cx="3491230" cy="1056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11" imgW="1308100" imgH="419100" progId="Equation.DSMT4">
                  <p:embed/>
                </p:oleObj>
              </mc:Choice>
              <mc:Fallback>
                <p:oleObj name="Equation" r:id="rId11" imgW="1308100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05250" y="2645410"/>
                        <a:ext cx="3491230" cy="1056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0"/>
          <p:cNvGraphicFramePr>
            <a:graphicFrameLocks noChangeAspect="1"/>
          </p:cNvGraphicFramePr>
          <p:nvPr/>
        </p:nvGraphicFramePr>
        <p:xfrm>
          <a:off x="2440940" y="3475990"/>
          <a:ext cx="1401445" cy="1056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3" imgW="545465" imgH="419100" progId="Equation.DSMT4">
                  <p:embed/>
                </p:oleObj>
              </mc:Choice>
              <mc:Fallback>
                <p:oleObj name="Equation" r:id="rId13" imgW="545465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40940" y="3475990"/>
                        <a:ext cx="1401445" cy="1056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1327658" y="3743792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因此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3" name="Object 28"/>
          <p:cNvGraphicFramePr>
            <a:graphicFrameLocks noChangeAspect="1"/>
          </p:cNvGraphicFramePr>
          <p:nvPr/>
        </p:nvGraphicFramePr>
        <p:xfrm>
          <a:off x="3674829" y="3702064"/>
          <a:ext cx="2885105" cy="6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15" imgW="1143000" imgH="228600" progId="Equation.DSMT4">
                  <p:embed/>
                </p:oleObj>
              </mc:Choice>
              <mc:Fallback>
                <p:oleObj name="Equation" r:id="rId15" imgW="11430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74829" y="3702064"/>
                        <a:ext cx="2885105" cy="60458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2"/>
          <p:cNvSpPr txBox="1"/>
          <p:nvPr/>
        </p:nvSpPr>
        <p:spPr>
          <a:xfrm>
            <a:off x="938353" y="4478762"/>
            <a:ext cx="290352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上式两侧对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y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积分，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0" name="Object 28"/>
          <p:cNvGraphicFramePr>
            <a:graphicFrameLocks noChangeAspect="1"/>
          </p:cNvGraphicFramePr>
          <p:nvPr/>
        </p:nvGraphicFramePr>
        <p:xfrm>
          <a:off x="5018405" y="4184650"/>
          <a:ext cx="5196840" cy="1108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7" imgW="2273300" imgH="419100" progId="Equation.DSMT4">
                  <p:embed/>
                </p:oleObj>
              </mc:Choice>
              <mc:Fallback>
                <p:oleObj name="Equation" r:id="rId17" imgW="2273300" imgH="4191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18405" y="4184650"/>
                        <a:ext cx="5196840" cy="1108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0"/>
          <p:cNvGraphicFramePr>
            <a:graphicFrameLocks noChangeAspect="1"/>
          </p:cNvGraphicFramePr>
          <p:nvPr/>
        </p:nvGraphicFramePr>
        <p:xfrm>
          <a:off x="3814889" y="4495593"/>
          <a:ext cx="1176777" cy="512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19" imgW="571500" imgH="203200" progId="Equation.DSMT4">
                  <p:embed/>
                </p:oleObj>
              </mc:Choice>
              <mc:Fallback>
                <p:oleObj name="Equation" r:id="rId19" imgW="571500" imgH="203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14889" y="4495593"/>
                        <a:ext cx="1176777" cy="5124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8"/>
          <p:cNvGraphicFramePr>
            <a:graphicFrameLocks noChangeAspect="1"/>
          </p:cNvGraphicFramePr>
          <p:nvPr/>
        </p:nvGraphicFramePr>
        <p:xfrm>
          <a:off x="10285095" y="4394200"/>
          <a:ext cx="3398520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1" imgW="1625600" imgH="228600" progId="Equation.DSMT4">
                  <p:embed/>
                </p:oleObj>
              </mc:Choice>
              <mc:Fallback>
                <p:oleObj name="Equation" r:id="rId21" imgW="16256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285095" y="4394200"/>
                        <a:ext cx="3398520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2"/>
          <p:cNvSpPr txBox="1"/>
          <p:nvPr/>
        </p:nvSpPr>
        <p:spPr>
          <a:xfrm>
            <a:off x="984722" y="5341672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又由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7" name="Object 10"/>
          <p:cNvGraphicFramePr>
            <a:graphicFrameLocks noChangeAspect="1"/>
          </p:cNvGraphicFramePr>
          <p:nvPr/>
        </p:nvGraphicFramePr>
        <p:xfrm>
          <a:off x="1857612" y="5008448"/>
          <a:ext cx="1462557" cy="105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23" imgW="711200" imgH="419100" progId="Equation.DSMT4">
                  <p:embed/>
                </p:oleObj>
              </mc:Choice>
              <mc:Fallback>
                <p:oleObj name="Equation" r:id="rId23" imgW="711200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57612" y="5008448"/>
                        <a:ext cx="1462557" cy="105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8"/>
          <p:cNvGraphicFramePr>
            <a:graphicFrameLocks noChangeAspect="1"/>
          </p:cNvGraphicFramePr>
          <p:nvPr/>
        </p:nvGraphicFramePr>
        <p:xfrm>
          <a:off x="3674536" y="5234532"/>
          <a:ext cx="2436114" cy="6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25" imgW="965200" imgH="228600" progId="Equation.DSMT4">
                  <p:embed/>
                </p:oleObj>
              </mc:Choice>
              <mc:Fallback>
                <p:oleObj name="Equation" r:id="rId25" imgW="9652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74536" y="5234532"/>
                        <a:ext cx="2436114" cy="60458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8"/>
          <p:cNvGraphicFramePr>
            <a:graphicFrameLocks noChangeAspect="1"/>
          </p:cNvGraphicFramePr>
          <p:nvPr/>
        </p:nvGraphicFramePr>
        <p:xfrm>
          <a:off x="6110332" y="5233575"/>
          <a:ext cx="3494769" cy="605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27" imgW="1384300" imgH="228600" progId="Equation.DSMT4">
                  <p:embed/>
                </p:oleObj>
              </mc:Choice>
              <mc:Fallback>
                <p:oleObj name="Equation" r:id="rId27" imgW="13843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10332" y="5233575"/>
                        <a:ext cx="3494769" cy="6052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1032352" y="6047882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5" name="Object 28"/>
          <p:cNvGraphicFramePr>
            <a:graphicFrameLocks noChangeAspect="1"/>
          </p:cNvGraphicFramePr>
          <p:nvPr/>
        </p:nvGraphicFramePr>
        <p:xfrm>
          <a:off x="1932868" y="6005836"/>
          <a:ext cx="2178912" cy="605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29" imgW="862965" imgH="228600" progId="Equation.DSMT4">
                  <p:embed/>
                </p:oleObj>
              </mc:Choice>
              <mc:Fallback>
                <p:oleObj name="Equation" r:id="rId29" imgW="862965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932868" y="6005836"/>
                        <a:ext cx="2178912" cy="6052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8"/>
          <p:cNvGraphicFramePr>
            <a:graphicFrameLocks noChangeAspect="1"/>
          </p:cNvGraphicFramePr>
          <p:nvPr/>
        </p:nvGraphicFramePr>
        <p:xfrm>
          <a:off x="4111780" y="5963287"/>
          <a:ext cx="3559545" cy="605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31" imgW="1409700" imgH="228600" progId="Equation.DSMT4">
                  <p:embed/>
                </p:oleObj>
              </mc:Choice>
              <mc:Fallback>
                <p:oleObj name="Equation" r:id="rId31" imgW="14097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111780" y="5963287"/>
                        <a:ext cx="3559545" cy="6052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文本框 2"/>
          <p:cNvSpPr txBox="1"/>
          <p:nvPr/>
        </p:nvSpPr>
        <p:spPr>
          <a:xfrm>
            <a:off x="1032353" y="6698760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0" name="Object 28"/>
          <p:cNvGraphicFramePr>
            <a:graphicFrameLocks noChangeAspect="1"/>
          </p:cNvGraphicFramePr>
          <p:nvPr/>
        </p:nvGraphicFramePr>
        <p:xfrm>
          <a:off x="2008412" y="6614047"/>
          <a:ext cx="6444651" cy="605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33" imgW="2552700" imgH="228600" progId="Equation.DSMT4">
                  <p:embed/>
                </p:oleObj>
              </mc:Choice>
              <mc:Fallback>
                <p:oleObj name="Equation" r:id="rId33" imgW="25527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008412" y="6614047"/>
                        <a:ext cx="6444651" cy="6051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2"/>
          <p:cNvSpPr txBox="1"/>
          <p:nvPr/>
        </p:nvSpPr>
        <p:spPr>
          <a:xfrm>
            <a:off x="1032353" y="7347735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故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3" name="Object 6"/>
          <p:cNvGraphicFramePr>
            <a:graphicFrameLocks noChangeAspect="1"/>
          </p:cNvGraphicFramePr>
          <p:nvPr/>
        </p:nvGraphicFramePr>
        <p:xfrm>
          <a:off x="1595153" y="7351938"/>
          <a:ext cx="993781" cy="516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" name="Equation" r:id="rId35" imgW="508000" imgH="203200" progId="Equation.DSMT4">
                  <p:embed/>
                </p:oleObj>
              </mc:Choice>
              <mc:Fallback>
                <p:oleObj name="Equation" r:id="rId35" imgW="5080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95153" y="7351938"/>
                        <a:ext cx="993781" cy="5162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28"/>
          <p:cNvGraphicFramePr>
            <a:graphicFrameLocks noChangeAspect="1"/>
          </p:cNvGraphicFramePr>
          <p:nvPr/>
        </p:nvGraphicFramePr>
        <p:xfrm>
          <a:off x="2589150" y="7270602"/>
          <a:ext cx="3301384" cy="604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" name="Equation" r:id="rId37" imgW="1308100" imgH="228600" progId="Equation.DSMT4">
                  <p:embed/>
                </p:oleObj>
              </mc:Choice>
              <mc:Fallback>
                <p:oleObj name="Equation" r:id="rId37" imgW="13081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589150" y="7270602"/>
                        <a:ext cx="3301384" cy="60452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8"/>
          <p:cNvGraphicFramePr>
            <a:graphicFrameLocks noChangeAspect="1"/>
          </p:cNvGraphicFramePr>
          <p:nvPr/>
        </p:nvGraphicFramePr>
        <p:xfrm>
          <a:off x="5801287" y="7270641"/>
          <a:ext cx="5771547" cy="605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39" imgW="2286000" imgH="228600" progId="Equation.DSMT4">
                  <p:embed/>
                </p:oleObj>
              </mc:Choice>
              <mc:Fallback>
                <p:oleObj name="Equation" r:id="rId39" imgW="22860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801287" y="7270641"/>
                        <a:ext cx="5771547" cy="6051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8"/>
          <p:cNvGraphicFramePr>
            <a:graphicFrameLocks noChangeAspect="1"/>
          </p:cNvGraphicFramePr>
          <p:nvPr/>
        </p:nvGraphicFramePr>
        <p:xfrm>
          <a:off x="2160523" y="7868141"/>
          <a:ext cx="4680611" cy="604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41" imgW="1854200" imgH="228600" progId="Equation.DSMT4">
                  <p:embed/>
                </p:oleObj>
              </mc:Choice>
              <mc:Fallback>
                <p:oleObj name="Equation" r:id="rId41" imgW="18542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60523" y="7868141"/>
                        <a:ext cx="4680611" cy="60452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28"/>
          <p:cNvGraphicFramePr>
            <a:graphicFrameLocks noChangeAspect="1"/>
          </p:cNvGraphicFramePr>
          <p:nvPr/>
        </p:nvGraphicFramePr>
        <p:xfrm>
          <a:off x="6731901" y="7875762"/>
          <a:ext cx="5001895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43" imgW="1981200" imgH="228600" progId="Equation.DSMT4">
                  <p:embed/>
                </p:oleObj>
              </mc:Choice>
              <mc:Fallback>
                <p:oleObj name="Equation" r:id="rId43" imgW="19812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731901" y="7875762"/>
                        <a:ext cx="5001895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" name="直接连接符 72"/>
          <p:cNvCxnSpPr/>
          <p:nvPr/>
        </p:nvCxnSpPr>
        <p:spPr>
          <a:xfrm>
            <a:off x="2531745" y="7296785"/>
            <a:ext cx="581660" cy="6026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6326505" y="7265670"/>
            <a:ext cx="581660" cy="6026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4436745" y="7265670"/>
            <a:ext cx="581660" cy="6026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8239760" y="7265670"/>
            <a:ext cx="581660" cy="6026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Object 28"/>
          <p:cNvGraphicFramePr>
            <a:graphicFrameLocks noChangeAspect="1"/>
          </p:cNvGraphicFramePr>
          <p:nvPr/>
        </p:nvGraphicFramePr>
        <p:xfrm>
          <a:off x="11759482" y="7899128"/>
          <a:ext cx="1924050" cy="53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Equation" r:id="rId45" imgW="762000" imgH="203200" progId="Equation.DSMT4">
                  <p:embed/>
                </p:oleObj>
              </mc:Choice>
              <mc:Fallback>
                <p:oleObj name="Equation" r:id="rId45" imgW="762000" imgH="2032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1759482" y="7899128"/>
                        <a:ext cx="1924050" cy="537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28"/>
          <p:cNvGraphicFramePr>
            <a:graphicFrameLocks noChangeAspect="1"/>
          </p:cNvGraphicFramePr>
          <p:nvPr/>
        </p:nvGraphicFramePr>
        <p:xfrm>
          <a:off x="2186857" y="8480153"/>
          <a:ext cx="4104640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" name="Equation" r:id="rId47" imgW="1625600" imgH="228600" progId="Equation.DSMT4">
                  <p:embed/>
                </p:oleObj>
              </mc:Choice>
              <mc:Fallback>
                <p:oleObj name="Equation" r:id="rId47" imgW="16256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2186857" y="8480153"/>
                        <a:ext cx="4104640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28"/>
          <p:cNvGraphicFramePr>
            <a:graphicFrameLocks noChangeAspect="1"/>
          </p:cNvGraphicFramePr>
          <p:nvPr/>
        </p:nvGraphicFramePr>
        <p:xfrm>
          <a:off x="6397860" y="8480153"/>
          <a:ext cx="2437765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" name="Equation" r:id="rId49" imgW="965200" imgH="228600" progId="Equation.DSMT4">
                  <p:embed/>
                </p:oleObj>
              </mc:Choice>
              <mc:Fallback>
                <p:oleObj name="Equation" r:id="rId49" imgW="9652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6397860" y="8480153"/>
                        <a:ext cx="2437765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28"/>
          <p:cNvGraphicFramePr>
            <a:graphicFrameLocks noChangeAspect="1"/>
          </p:cNvGraphicFramePr>
          <p:nvPr/>
        </p:nvGraphicFramePr>
        <p:xfrm>
          <a:off x="8835307" y="8513808"/>
          <a:ext cx="1122680" cy="53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" name="Equation" r:id="rId51" imgW="444500" imgH="203200" progId="Equation.DSMT4">
                  <p:embed/>
                </p:oleObj>
              </mc:Choice>
              <mc:Fallback>
                <p:oleObj name="Equation" r:id="rId51" imgW="444500" imgH="2032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8835307" y="8513808"/>
                        <a:ext cx="1122680" cy="537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0" grpId="0"/>
      <p:bldP spid="23" grpId="0"/>
      <p:bldP spid="24" grpId="0"/>
      <p:bldP spid="27" grpId="0"/>
      <p:bldP spid="32" grpId="0"/>
      <p:bldP spid="35" grpId="0"/>
      <p:bldP spid="46" grpId="0"/>
      <p:bldP spid="54" grpId="0"/>
      <p:bldP spid="59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900" name="Object 28"/>
          <p:cNvGraphicFramePr>
            <a:graphicFrameLocks noChangeAspect="1"/>
          </p:cNvGraphicFramePr>
          <p:nvPr/>
        </p:nvGraphicFramePr>
        <p:xfrm>
          <a:off x="2506256" y="1233532"/>
          <a:ext cx="4484202" cy="62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1" imgW="1955800" imgH="228600" progId="Equation.DSMT4">
                  <p:embed/>
                </p:oleObj>
              </mc:Choice>
              <mc:Fallback>
                <p:oleObj name="Equation" r:id="rId1" imgW="1955800" imgH="2286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6256" y="1233532"/>
                        <a:ext cx="4484202" cy="623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2"/>
          <p:cNvSpPr txBox="1"/>
          <p:nvPr/>
        </p:nvSpPr>
        <p:spPr>
          <a:xfrm>
            <a:off x="676669" y="1314633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7" name="文本框 2"/>
          <p:cNvSpPr txBox="1"/>
          <p:nvPr/>
        </p:nvSpPr>
        <p:spPr>
          <a:xfrm>
            <a:off x="1736542" y="1294287"/>
            <a:ext cx="1604680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已知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6972675" y="1294499"/>
            <a:ext cx="568892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求以         为实部的解析函数族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7741105" y="1294499"/>
          <a:ext cx="1110096" cy="57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3" imgW="12192000" imgH="4876800" progId="Equation.DSMT4">
                  <p:embed/>
                </p:oleObj>
              </mc:Choice>
              <mc:Fallback>
                <p:oleObj name="Equation" r:id="rId3" imgW="12192000" imgH="48768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41105" y="1294499"/>
                        <a:ext cx="1110096" cy="5721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909817" y="712837"/>
            <a:ext cx="1962785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不定积分法</a:t>
            </a:r>
            <a:endParaRPr lang="zh-CN" altLang="en-US" sz="2800" b="1" dirty="0" smtClean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8" name="Object 28"/>
          <p:cNvGraphicFramePr>
            <a:graphicFrameLocks noChangeAspect="1"/>
          </p:cNvGraphicFramePr>
          <p:nvPr/>
        </p:nvGraphicFramePr>
        <p:xfrm>
          <a:off x="1736555" y="1800011"/>
          <a:ext cx="8492739" cy="6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5" imgW="3365500" imgH="228600" progId="Equation.DSMT4">
                  <p:embed/>
                </p:oleObj>
              </mc:Choice>
              <mc:Fallback>
                <p:oleObj name="Equation" r:id="rId5" imgW="33655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6555" y="1800011"/>
                        <a:ext cx="8492739" cy="60458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676669" y="1862060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1377783" y="2409040"/>
            <a:ext cx="5562544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                           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5" name="Object 6"/>
          <p:cNvGraphicFramePr>
            <a:graphicFrameLocks noChangeAspect="1"/>
          </p:cNvGraphicFramePr>
          <p:nvPr/>
        </p:nvGraphicFramePr>
        <p:xfrm>
          <a:off x="1927750" y="2409040"/>
          <a:ext cx="2880025" cy="516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7" imgW="1473200" imgH="203200" progId="Equation.DSMT4">
                  <p:embed/>
                </p:oleObj>
              </mc:Choice>
              <mc:Fallback>
                <p:oleObj name="Equation" r:id="rId7" imgW="14732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27750" y="2409040"/>
                        <a:ext cx="2880025" cy="5163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1410168" y="3117700"/>
            <a:ext cx="5562544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2318743" y="2925322"/>
          <a:ext cx="3426460" cy="1064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9" imgW="1752600" imgH="419100" progId="Equation.DSMT4">
                  <p:embed/>
                </p:oleObj>
              </mc:Choice>
              <mc:Fallback>
                <p:oleObj name="Equation" r:id="rId9" imgW="1752600" imgH="4191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18743" y="2925322"/>
                        <a:ext cx="3426460" cy="10648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8"/>
          <p:cNvGraphicFramePr>
            <a:graphicFrameLocks noChangeAspect="1"/>
          </p:cNvGraphicFramePr>
          <p:nvPr/>
        </p:nvGraphicFramePr>
        <p:xfrm>
          <a:off x="2872694" y="3990158"/>
          <a:ext cx="5833110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2311400" imgH="228600" progId="Equation.DSMT4">
                  <p:embed/>
                </p:oleObj>
              </mc:Choice>
              <mc:Fallback>
                <p:oleObj name="Equation" r:id="rId11" imgW="23114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72694" y="3990158"/>
                        <a:ext cx="5833110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8"/>
          <p:cNvGraphicFramePr>
            <a:graphicFrameLocks noChangeAspect="1"/>
          </p:cNvGraphicFramePr>
          <p:nvPr/>
        </p:nvGraphicFramePr>
        <p:xfrm>
          <a:off x="2872694" y="4842328"/>
          <a:ext cx="3462020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1371600" imgH="228600" progId="Equation.DSMT4">
                  <p:embed/>
                </p:oleObj>
              </mc:Choice>
              <mc:Fallback>
                <p:oleObj name="Equation" r:id="rId13" imgW="13716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72694" y="4842328"/>
                        <a:ext cx="3462020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/>
          <p:cNvCxnSpPr/>
          <p:nvPr/>
        </p:nvCxnSpPr>
        <p:spPr>
          <a:xfrm>
            <a:off x="3250565" y="4001770"/>
            <a:ext cx="436245" cy="5810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990715" y="4013835"/>
            <a:ext cx="436245" cy="5810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018405" y="4013835"/>
            <a:ext cx="436245" cy="5810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28"/>
          <p:cNvGraphicFramePr>
            <a:graphicFrameLocks noChangeAspect="1"/>
          </p:cNvGraphicFramePr>
          <p:nvPr/>
        </p:nvGraphicFramePr>
        <p:xfrm>
          <a:off x="6334714" y="4841693"/>
          <a:ext cx="3815080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5" imgW="1511300" imgH="228600" progId="Equation.DSMT4">
                  <p:embed/>
                </p:oleObj>
              </mc:Choice>
              <mc:Fallback>
                <p:oleObj name="Equation" r:id="rId15" imgW="15113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34714" y="4841693"/>
                        <a:ext cx="3815080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8"/>
          <p:cNvGraphicFramePr>
            <a:graphicFrameLocks noChangeAspect="1"/>
          </p:cNvGraphicFramePr>
          <p:nvPr/>
        </p:nvGraphicFramePr>
        <p:xfrm>
          <a:off x="2873012" y="5446848"/>
          <a:ext cx="7116445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7" imgW="2819400" imgH="228600" progId="Equation.DSMT4">
                  <p:embed/>
                </p:oleObj>
              </mc:Choice>
              <mc:Fallback>
                <p:oleObj name="Equation" r:id="rId17" imgW="28194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73012" y="5446848"/>
                        <a:ext cx="7116445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8"/>
          <p:cNvGraphicFramePr>
            <a:graphicFrameLocks noChangeAspect="1"/>
          </p:cNvGraphicFramePr>
          <p:nvPr/>
        </p:nvGraphicFramePr>
        <p:xfrm>
          <a:off x="2873012" y="6341563"/>
          <a:ext cx="4135755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9" imgW="1638300" imgH="228600" progId="Equation.DSMT4">
                  <p:embed/>
                </p:oleObj>
              </mc:Choice>
              <mc:Fallback>
                <p:oleObj name="Equation" r:id="rId19" imgW="16383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73012" y="6341563"/>
                        <a:ext cx="4135755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8"/>
          <p:cNvGraphicFramePr>
            <a:graphicFrameLocks noChangeAspect="1"/>
          </p:cNvGraphicFramePr>
          <p:nvPr/>
        </p:nvGraphicFramePr>
        <p:xfrm>
          <a:off x="3044462" y="7132773"/>
          <a:ext cx="1763395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" name="Equation" r:id="rId21" imgW="698500" imgH="228600" progId="Equation.DSMT4">
                  <p:embed/>
                </p:oleObj>
              </mc:Choice>
              <mc:Fallback>
                <p:oleObj name="Equation" r:id="rId21" imgW="6985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44462" y="7132773"/>
                        <a:ext cx="1763395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文本框 2"/>
          <p:cNvSpPr txBox="1"/>
          <p:nvPr/>
        </p:nvSpPr>
        <p:spPr>
          <a:xfrm>
            <a:off x="1768943" y="8040220"/>
            <a:ext cx="5562544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9" name="Object 28"/>
          <p:cNvGraphicFramePr>
            <a:graphicFrameLocks noChangeAspect="1"/>
          </p:cNvGraphicFramePr>
          <p:nvPr/>
        </p:nvGraphicFramePr>
        <p:xfrm>
          <a:off x="2664732" y="7956368"/>
          <a:ext cx="4168775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" name="Equation" r:id="rId23" imgW="1651000" imgH="228600" progId="Equation.DSMT4">
                  <p:embed/>
                </p:oleObj>
              </mc:Choice>
              <mc:Fallback>
                <p:oleObj name="Equation" r:id="rId23" imgW="16510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664732" y="7956368"/>
                        <a:ext cx="4168775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0" grpId="0"/>
      <p:bldP spid="23" grpId="0"/>
      <p:bldP spid="24" grpId="0"/>
      <p:bldP spid="2" grpId="0"/>
      <p:bldP spid="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7092002" y="5052135"/>
            <a:ext cx="4476581" cy="579815"/>
          </a:xfrm>
        </p:spPr>
        <p:txBody>
          <a:bodyPr>
            <a:noAutofit/>
          </a:bodyPr>
          <a:lstStyle/>
          <a:p>
            <a:r>
              <a:rPr sz="40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曲线积分与积分路径无关的充要条件</a:t>
            </a:r>
            <a:endParaRPr sz="40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"/>
          <p:cNvSpPr txBox="1"/>
          <p:nvPr/>
        </p:nvSpPr>
        <p:spPr>
          <a:xfrm>
            <a:off x="3702050" y="1932305"/>
            <a:ext cx="8583295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为终点的有向曲线段，则 下列四个命题是等价的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2" name="文本框 2"/>
          <p:cNvSpPr txBox="1"/>
          <p:nvPr/>
        </p:nvSpPr>
        <p:spPr>
          <a:xfrm>
            <a:off x="1345973" y="2732236"/>
            <a:ext cx="2612027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）曲线积分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3702069" y="2626181"/>
          <a:ext cx="3852311" cy="732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1473200" imgH="292100" progId="Equation.DSMT4">
                  <p:embed/>
                </p:oleObj>
              </mc:Choice>
              <mc:Fallback>
                <p:oleObj name="Equation" r:id="rId1" imgW="14732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02069" y="2626181"/>
                        <a:ext cx="3852311" cy="7322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/>
          <p:cNvSpPr txBox="1"/>
          <p:nvPr/>
        </p:nvSpPr>
        <p:spPr>
          <a:xfrm>
            <a:off x="7554379" y="2732871"/>
            <a:ext cx="284954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与积分路径无关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727014" y="1194746"/>
          <a:ext cx="2525023" cy="50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965200" imgH="203200" progId="Equation.DSMT4">
                  <p:embed/>
                </p:oleObj>
              </mc:Choice>
              <mc:Fallback>
                <p:oleObj name="Equation" r:id="rId3" imgW="9652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7014" y="1194746"/>
                        <a:ext cx="2525023" cy="5099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/>
        </p:nvSpPr>
        <p:spPr>
          <a:xfrm>
            <a:off x="4252035" y="1194745"/>
            <a:ext cx="6498631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在单连通区域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内具有一阶连续偏导数，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10530934" y="1194745"/>
            <a:ext cx="284954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内以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12171454" y="1162112"/>
          <a:ext cx="1262511" cy="57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5" imgW="482600" imgH="228600" progId="Equation.DSMT4">
                  <p:embed/>
                </p:oleObj>
              </mc:Choice>
              <mc:Fallback>
                <p:oleObj name="Equation" r:id="rId5" imgW="482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71454" y="1162112"/>
                        <a:ext cx="1262511" cy="574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1302289" y="1878710"/>
            <a:ext cx="284954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为起点，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2738175" y="1932376"/>
          <a:ext cx="964030" cy="510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7" imgW="368300" imgH="203200" progId="Equation.DSMT4">
                  <p:embed/>
                </p:oleObj>
              </mc:Choice>
              <mc:Fallback>
                <p:oleObj name="Equation" r:id="rId7" imgW="3683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38175" y="1932376"/>
                        <a:ext cx="964030" cy="5105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1342798" y="4413855"/>
            <a:ext cx="1057385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         </a:t>
            </a:r>
            <a:endParaRPr lang="zh-CN" altLang="en-US" sz="2800" dirty="0" smtClean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2313815" y="5251796"/>
          <a:ext cx="1727380" cy="1051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9" imgW="660400" imgH="419100" progId="Equation.DSMT4">
                  <p:embed/>
                </p:oleObj>
              </mc:Choice>
              <mc:Fallback>
                <p:oleObj name="Equation" r:id="rId9" imgW="6604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13815" y="5251796"/>
                        <a:ext cx="1727380" cy="10516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2"/>
          <p:cNvSpPr txBox="1"/>
          <p:nvPr/>
        </p:nvSpPr>
        <p:spPr>
          <a:xfrm>
            <a:off x="2400183" y="4413855"/>
            <a:ext cx="284954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存在二元函数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4656573" y="4424653"/>
          <a:ext cx="1295535" cy="50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1" imgW="495300" imgH="203200" progId="Equation.DSMT4">
                  <p:embed/>
                </p:oleObj>
              </mc:Choice>
              <mc:Fallback>
                <p:oleObj name="Equation" r:id="rId11" imgW="4953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56573" y="4424653"/>
                        <a:ext cx="1295535" cy="5099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5952107" y="4413855"/>
            <a:ext cx="284954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4" name="Object 4"/>
          <p:cNvGraphicFramePr>
            <a:graphicFrameLocks noChangeAspect="1"/>
          </p:cNvGraphicFramePr>
          <p:nvPr/>
        </p:nvGraphicFramePr>
        <p:xfrm>
          <a:off x="6855807" y="4424653"/>
          <a:ext cx="5315503" cy="50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3" imgW="2032000" imgH="203200" progId="Equation.DSMT4">
                  <p:embed/>
                </p:oleObj>
              </mc:Choice>
              <mc:Fallback>
                <p:oleObj name="Equation" r:id="rId13" imgW="2032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55807" y="4424653"/>
                        <a:ext cx="5315503" cy="5099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1342798" y="5517570"/>
            <a:ext cx="1057385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4040876" y="5640457"/>
          <a:ext cx="2025226" cy="510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5" imgW="774065" imgH="203200" progId="Equation.DSMT4">
                  <p:embed/>
                </p:oleObj>
              </mc:Choice>
              <mc:Fallback>
                <p:oleObj name="Equation" r:id="rId15" imgW="774065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40876" y="5640457"/>
                        <a:ext cx="2025226" cy="5105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1345973" y="3475251"/>
            <a:ext cx="1057385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2313814" y="3581307"/>
            <a:ext cx="6609768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内任意一条简单闭曲线，则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7554063" y="3475252"/>
          <a:ext cx="4584542" cy="732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7" imgW="1752600" imgH="292100" progId="Equation.DSMT4">
                  <p:embed/>
                </p:oleObj>
              </mc:Choice>
              <mc:Fallback>
                <p:oleObj name="Equation" r:id="rId17" imgW="17526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54063" y="3475252"/>
                        <a:ext cx="4584542" cy="7322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/>
          <p:cNvGraphicFramePr>
            <a:graphicFrameLocks noChangeAspect="1"/>
          </p:cNvGraphicFramePr>
          <p:nvPr/>
        </p:nvGraphicFramePr>
        <p:xfrm>
          <a:off x="1727392" y="6619696"/>
          <a:ext cx="5913100" cy="892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19" imgW="2260600" imgH="355600" progId="Equation.DSMT4">
                  <p:embed/>
                </p:oleObj>
              </mc:Choice>
              <mc:Fallback>
                <p:oleObj name="Equation" r:id="rId19" imgW="2260600" imgH="355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27392" y="6619696"/>
                        <a:ext cx="5913100" cy="89290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Object 4"/>
          <p:cNvGraphicFramePr>
            <a:graphicFrameLocks noChangeAspect="1"/>
          </p:cNvGraphicFramePr>
          <p:nvPr/>
        </p:nvGraphicFramePr>
        <p:xfrm>
          <a:off x="1360362" y="1370151"/>
          <a:ext cx="5913100" cy="892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1" imgW="2260600" imgH="355600" progId="Equation.DSMT4">
                  <p:embed/>
                </p:oleObj>
              </mc:Choice>
              <mc:Fallback>
                <p:oleObj name="Equation" r:id="rId1" imgW="2260600" imgH="355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60362" y="1370151"/>
                        <a:ext cx="5913100" cy="89290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箭头连接符 39"/>
          <p:cNvCxnSpPr/>
          <p:nvPr/>
        </p:nvCxnSpPr>
        <p:spPr>
          <a:xfrm flipV="1">
            <a:off x="9459552" y="7694617"/>
            <a:ext cx="3217880" cy="520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 flipV="1">
            <a:off x="9732631" y="4979709"/>
            <a:ext cx="40644" cy="375514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Object 4"/>
          <p:cNvGraphicFramePr>
            <a:graphicFrameLocks noChangeAspect="1"/>
          </p:cNvGraphicFramePr>
          <p:nvPr/>
        </p:nvGraphicFramePr>
        <p:xfrm>
          <a:off x="9902830" y="4917791"/>
          <a:ext cx="365798" cy="41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" imgW="139700" imgH="165100" progId="Equation.DSMT4">
                  <p:embed/>
                </p:oleObj>
              </mc:Choice>
              <mc:Fallback>
                <p:oleObj name="Equation" r:id="rId3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2830" y="4917791"/>
                        <a:ext cx="365798" cy="414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椭圆 48"/>
          <p:cNvSpPr/>
          <p:nvPr/>
        </p:nvSpPr>
        <p:spPr>
          <a:xfrm>
            <a:off x="10300380" y="7204981"/>
            <a:ext cx="75573" cy="7557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11710862" y="5766556"/>
            <a:ext cx="75573" cy="7557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5" name="Object 4"/>
          <p:cNvGraphicFramePr>
            <a:graphicFrameLocks noChangeAspect="1"/>
          </p:cNvGraphicFramePr>
          <p:nvPr/>
        </p:nvGraphicFramePr>
        <p:xfrm>
          <a:off x="9773276" y="6570234"/>
          <a:ext cx="1262511" cy="57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" name="Equation" r:id="rId5" imgW="482600" imgH="228600" progId="Equation.DSMT4">
                  <p:embed/>
                </p:oleObj>
              </mc:Choice>
              <mc:Fallback>
                <p:oleObj name="Equation" r:id="rId5" imgW="482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73276" y="6570234"/>
                        <a:ext cx="1262511" cy="574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4"/>
          <p:cNvGraphicFramePr>
            <a:graphicFrameLocks noChangeAspect="1"/>
          </p:cNvGraphicFramePr>
          <p:nvPr/>
        </p:nvGraphicFramePr>
        <p:xfrm>
          <a:off x="11675299" y="5142605"/>
          <a:ext cx="964030" cy="510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7" imgW="368300" imgH="203200" progId="Equation.DSMT4">
                  <p:embed/>
                </p:oleObj>
              </mc:Choice>
              <mc:Fallback>
                <p:oleObj name="Equation" r:id="rId7" imgW="3683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75299" y="5142605"/>
                        <a:ext cx="964030" cy="5105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直接连接符 68"/>
          <p:cNvCxnSpPr/>
          <p:nvPr/>
        </p:nvCxnSpPr>
        <p:spPr>
          <a:xfrm>
            <a:off x="10381033" y="7241180"/>
            <a:ext cx="137428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 flipV="1">
            <a:off x="11736264" y="5811646"/>
            <a:ext cx="1270" cy="14104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H="1" flipV="1">
            <a:off x="11747060" y="6526095"/>
            <a:ext cx="10161" cy="13590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V="1">
            <a:off x="10770329" y="7204981"/>
            <a:ext cx="217193" cy="3619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Object 4"/>
          <p:cNvGraphicFramePr>
            <a:graphicFrameLocks noChangeAspect="1"/>
          </p:cNvGraphicFramePr>
          <p:nvPr/>
        </p:nvGraphicFramePr>
        <p:xfrm>
          <a:off x="11786119" y="6811559"/>
          <a:ext cx="1129783" cy="57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" name="Equation" r:id="rId9" imgW="431800" imgH="228600" progId="Equation.DSMT4">
                  <p:embed/>
                </p:oleObj>
              </mc:Choice>
              <mc:Fallback>
                <p:oleObj name="Equation" r:id="rId9" imgW="4318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786119" y="6811559"/>
                        <a:ext cx="1129783" cy="574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4"/>
          <p:cNvGraphicFramePr>
            <a:graphicFrameLocks noChangeAspect="1"/>
          </p:cNvGraphicFramePr>
          <p:nvPr/>
        </p:nvGraphicFramePr>
        <p:xfrm>
          <a:off x="12328147" y="7778129"/>
          <a:ext cx="332775" cy="350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" name="Equation" r:id="rId11" imgW="127000" imgH="139700" progId="Equation.DSMT4">
                  <p:embed/>
                </p:oleObj>
              </mc:Choice>
              <mc:Fallback>
                <p:oleObj name="Equation" r:id="rId11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328147" y="7778129"/>
                        <a:ext cx="332775" cy="3505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4"/>
          <p:cNvGraphicFramePr>
            <a:graphicFrameLocks noChangeAspect="1"/>
          </p:cNvGraphicFramePr>
          <p:nvPr/>
        </p:nvGraphicFramePr>
        <p:xfrm>
          <a:off x="5567506" y="4413218"/>
          <a:ext cx="2393315" cy="89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" name="Equation" r:id="rId13" imgW="914400" imgH="355600" progId="Equation.DSMT4">
                  <p:embed/>
                </p:oleObj>
              </mc:Choice>
              <mc:Fallback>
                <p:oleObj name="Equation" r:id="rId13" imgW="914400" imgH="355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67506" y="4413218"/>
                        <a:ext cx="2393315" cy="892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4"/>
          <p:cNvGraphicFramePr>
            <a:graphicFrameLocks noChangeAspect="1"/>
          </p:cNvGraphicFramePr>
          <p:nvPr/>
        </p:nvGraphicFramePr>
        <p:xfrm>
          <a:off x="5584262" y="5653369"/>
          <a:ext cx="2258695" cy="89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" name="Equation" r:id="rId15" imgW="862965" imgH="355600" progId="Equation.DSMT4">
                  <p:embed/>
                </p:oleObj>
              </mc:Choice>
              <mc:Fallback>
                <p:oleObj name="Equation" r:id="rId15" imgW="862965" imgH="355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84262" y="5653369"/>
                        <a:ext cx="2258695" cy="892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0851857" y="7253025"/>
          <a:ext cx="43243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7" imgW="165100" imgH="228600" progId="Equation.DSMT4">
                  <p:embed/>
                </p:oleObj>
              </mc:Choice>
              <mc:Fallback>
                <p:oleObj name="Equation" r:id="rId17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851857" y="7253025"/>
                        <a:ext cx="43243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/>
        </p:nvGraphicFramePr>
        <p:xfrm>
          <a:off x="11924372" y="6088435"/>
          <a:ext cx="46418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9" imgW="177165" imgH="228600" progId="Equation.DSMT4">
                  <p:embed/>
                </p:oleObj>
              </mc:Choice>
              <mc:Fallback>
                <p:oleObj name="Equation" r:id="rId19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924372" y="6088435"/>
                        <a:ext cx="46418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"/>
          <p:cNvGraphicFramePr>
            <a:graphicFrameLocks noChangeAspect="1"/>
          </p:cNvGraphicFramePr>
          <p:nvPr/>
        </p:nvGraphicFramePr>
        <p:xfrm>
          <a:off x="2478270" y="2263325"/>
          <a:ext cx="8471535" cy="795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1" imgW="3238500" imgH="316865" progId="Equation.DSMT4">
                  <p:embed/>
                </p:oleObj>
              </mc:Choice>
              <mc:Fallback>
                <p:oleObj name="Equation" r:id="rId21" imgW="32385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478270" y="2263325"/>
                        <a:ext cx="8471535" cy="795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2771482" y="3058850"/>
          <a:ext cx="419163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3" imgW="1600200" imgH="228600" progId="Equation.DSMT4">
                  <p:embed/>
                </p:oleObj>
              </mc:Choice>
              <mc:Fallback>
                <p:oleObj name="Equation" r:id="rId23" imgW="16002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771482" y="3058850"/>
                        <a:ext cx="419163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2804502" y="3632255"/>
          <a:ext cx="409257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25" imgW="1562100" imgH="228600" progId="Equation.DSMT4">
                  <p:embed/>
                </p:oleObj>
              </mc:Choice>
              <mc:Fallback>
                <p:oleObj name="Equation" r:id="rId25" imgW="1562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804502" y="3632255"/>
                        <a:ext cx="409257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"/>
          <p:cNvGraphicFramePr>
            <a:graphicFrameLocks noChangeAspect="1"/>
          </p:cNvGraphicFramePr>
          <p:nvPr/>
        </p:nvGraphicFramePr>
        <p:xfrm>
          <a:off x="1547677" y="4546785"/>
          <a:ext cx="3953510" cy="795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27" imgW="1511300" imgH="316865" progId="Equation.DSMT4">
                  <p:embed/>
                </p:oleObj>
              </mc:Choice>
              <mc:Fallback>
                <p:oleObj name="Equation" r:id="rId27" imgW="15113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47677" y="4546785"/>
                        <a:ext cx="3953510" cy="795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4"/>
          <p:cNvGraphicFramePr>
            <a:graphicFrameLocks noChangeAspect="1"/>
          </p:cNvGraphicFramePr>
          <p:nvPr/>
        </p:nvGraphicFramePr>
        <p:xfrm>
          <a:off x="1513705" y="5730425"/>
          <a:ext cx="3987165" cy="795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29" imgW="1524000" imgH="316865" progId="Equation.DSMT4">
                  <p:embed/>
                </p:oleObj>
              </mc:Choice>
              <mc:Fallback>
                <p:oleObj name="Equation" r:id="rId29" imgW="15240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13705" y="5730425"/>
                        <a:ext cx="3987165" cy="795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1708015" y="6985502"/>
          <a:ext cx="1495425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31" imgW="571500" imgH="203200" progId="Equation.DSMT4">
                  <p:embed/>
                </p:oleObj>
              </mc:Choice>
              <mc:Fallback>
                <p:oleObj name="Equation" r:id="rId31" imgW="5715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708015" y="6985502"/>
                        <a:ext cx="1495425" cy="510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4"/>
          <p:cNvGraphicFramePr>
            <a:graphicFrameLocks noChangeAspect="1"/>
          </p:cNvGraphicFramePr>
          <p:nvPr/>
        </p:nvGraphicFramePr>
        <p:xfrm>
          <a:off x="3269758" y="6776053"/>
          <a:ext cx="2094230" cy="89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33" imgW="800100" imgH="355600" progId="Equation.DSMT4">
                  <p:embed/>
                </p:oleObj>
              </mc:Choice>
              <mc:Fallback>
                <p:oleObj name="Equation" r:id="rId33" imgW="800100" imgH="355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269758" y="6776053"/>
                        <a:ext cx="2094230" cy="892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4"/>
          <p:cNvGraphicFramePr>
            <a:graphicFrameLocks noChangeAspect="1"/>
          </p:cNvGraphicFramePr>
          <p:nvPr/>
        </p:nvGraphicFramePr>
        <p:xfrm>
          <a:off x="5513143" y="6793194"/>
          <a:ext cx="2193925" cy="89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35" imgW="838200" imgH="355600" progId="Equation.DSMT4">
                  <p:embed/>
                </p:oleObj>
              </mc:Choice>
              <mc:Fallback>
                <p:oleObj name="Equation" r:id="rId35" imgW="838200" imgH="355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513143" y="6793194"/>
                        <a:ext cx="2193925" cy="892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1918845" y="505806"/>
          <a:ext cx="1727380" cy="1051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7" imgW="660400" imgH="419100" progId="Equation.DSMT4">
                  <p:embed/>
                </p:oleObj>
              </mc:Choice>
              <mc:Fallback>
                <p:oleObj name="Equation" r:id="rId37" imgW="6604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918845" y="505806"/>
                        <a:ext cx="1727380" cy="10516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/>
          <p:cNvSpPr txBox="1"/>
          <p:nvPr/>
        </p:nvSpPr>
        <p:spPr>
          <a:xfrm>
            <a:off x="1357414" y="771356"/>
            <a:ext cx="284954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7273074" y="1556216"/>
            <a:ext cx="284954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与积分路径无关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3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形标注 22"/>
          <p:cNvSpPr/>
          <p:nvPr/>
        </p:nvSpPr>
        <p:spPr>
          <a:xfrm>
            <a:off x="3554730" y="6738620"/>
            <a:ext cx="685800" cy="643255"/>
          </a:xfrm>
          <a:prstGeom prst="wedgeEllipseCallout">
            <a:avLst>
              <a:gd name="adj1" fmla="val -26744"/>
              <a:gd name="adj2" fmla="val 74591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形标注 15"/>
          <p:cNvSpPr/>
          <p:nvPr/>
        </p:nvSpPr>
        <p:spPr>
          <a:xfrm>
            <a:off x="5652770" y="2211705"/>
            <a:ext cx="570230" cy="1242060"/>
          </a:xfrm>
          <a:prstGeom prst="wedgeEllipseCallout">
            <a:avLst>
              <a:gd name="adj1" fmla="val 42984"/>
              <a:gd name="adj2" fmla="val 60787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形标注 14"/>
          <p:cNvSpPr/>
          <p:nvPr/>
        </p:nvSpPr>
        <p:spPr>
          <a:xfrm>
            <a:off x="4571365" y="2211705"/>
            <a:ext cx="685165" cy="1242060"/>
          </a:xfrm>
          <a:prstGeom prst="wedgeEllipseCallou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2"/>
          <p:cNvSpPr txBox="1"/>
          <p:nvPr/>
        </p:nvSpPr>
        <p:spPr>
          <a:xfrm>
            <a:off x="1088887" y="752842"/>
            <a:ext cx="160655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线积分法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219200" y="1729105"/>
            <a:ext cx="5562600" cy="520700"/>
            <a:chOff x="1920" y="2723"/>
            <a:chExt cx="8760" cy="820"/>
          </a:xfrm>
        </p:grpSpPr>
        <p:sp>
          <p:nvSpPr>
            <p:cNvPr id="24" name="文本框 2"/>
            <p:cNvSpPr txBox="1"/>
            <p:nvPr/>
          </p:nvSpPr>
          <p:spPr>
            <a:xfrm>
              <a:off x="1920" y="2723"/>
              <a:ext cx="8760" cy="820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                           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5" name="Object 6"/>
            <p:cNvGraphicFramePr>
              <a:graphicFrameLocks noChangeAspect="1"/>
            </p:cNvGraphicFramePr>
            <p:nvPr/>
          </p:nvGraphicFramePr>
          <p:xfrm>
            <a:off x="2786" y="2723"/>
            <a:ext cx="4535" cy="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" name="Equation" r:id="rId1" imgW="1473200" imgH="203200" progId="Equation.DSMT4">
                    <p:embed/>
                  </p:oleObj>
                </mc:Choice>
                <mc:Fallback>
                  <p:oleObj name="Equation" r:id="rId1" imgW="1473200" imgH="203200" progId="Equation.DSMT4">
                    <p:embed/>
                    <p:pic>
                      <p:nvPicPr>
                        <p:cNvPr id="0" name="图片 61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86" y="2723"/>
                          <a:ext cx="4535" cy="8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文本框 2"/>
          <p:cNvSpPr txBox="1"/>
          <p:nvPr/>
        </p:nvSpPr>
        <p:spPr>
          <a:xfrm>
            <a:off x="5745480" y="1743075"/>
            <a:ext cx="2691765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由定理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，可知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7" name="Object 10"/>
          <p:cNvGraphicFramePr>
            <a:graphicFrameLocks noChangeAspect="1"/>
          </p:cNvGraphicFramePr>
          <p:nvPr/>
        </p:nvGraphicFramePr>
        <p:xfrm>
          <a:off x="7848076" y="2249789"/>
          <a:ext cx="4203700" cy="1056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3" imgW="2044700" imgH="419100" progId="Equation.DSMT4">
                  <p:embed/>
                </p:oleObj>
              </mc:Choice>
              <mc:Fallback>
                <p:oleObj name="Equation" r:id="rId3" imgW="2044700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48076" y="2249789"/>
                        <a:ext cx="4203700" cy="1056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3203369" y="2211689"/>
          <a:ext cx="3420745" cy="1056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5" imgW="1663700" imgH="419100" progId="Equation.DSMT4">
                  <p:embed/>
                </p:oleObj>
              </mc:Choice>
              <mc:Fallback>
                <p:oleObj name="Equation" r:id="rId5" imgW="1663700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3369" y="2211689"/>
                        <a:ext cx="3420745" cy="1056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8290918" y="1715329"/>
          <a:ext cx="203581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041400" imgH="215900" progId="Equation.DSMT4">
                  <p:embed/>
                </p:oleObj>
              </mc:Choice>
              <mc:Fallback>
                <p:oleObj name="Equation" r:id="rId7" imgW="1041400" imgH="2159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90918" y="1715329"/>
                        <a:ext cx="2035810" cy="548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10455910" y="1743075"/>
            <a:ext cx="3507105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的共轭调和函数，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980721" y="4600134"/>
          <a:ext cx="1812925" cy="51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9" imgW="927100" imgH="203200" progId="Equation.DSMT4">
                  <p:embed/>
                </p:oleObj>
              </mc:Choice>
              <mc:Fallback>
                <p:oleObj name="Equation" r:id="rId9" imgW="9271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80721" y="4600134"/>
                        <a:ext cx="1812925" cy="516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/>
        </p:nvSpPr>
        <p:spPr>
          <a:xfrm>
            <a:off x="9962515" y="4599940"/>
            <a:ext cx="3507105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为调和函数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240642" y="4300521"/>
          <a:ext cx="16192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1" imgW="787400" imgH="444500" progId="Equation.DSMT4">
                  <p:embed/>
                </p:oleObj>
              </mc:Choice>
              <mc:Fallback>
                <p:oleObj name="Equation" r:id="rId11" imgW="787400" imgH="4445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40642" y="4300521"/>
                        <a:ext cx="1619250" cy="1120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2331832" y="6271879"/>
          <a:ext cx="3891280" cy="1056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3" imgW="1892300" imgH="419100" progId="Equation.DSMT4">
                  <p:embed/>
                </p:oleObj>
              </mc:Choice>
              <mc:Fallback>
                <p:oleObj name="Equation" r:id="rId13" imgW="1892300" imgH="4191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1832" y="6271879"/>
                        <a:ext cx="3891280" cy="1056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"/>
          <p:cNvSpPr txBox="1"/>
          <p:nvPr/>
        </p:nvSpPr>
        <p:spPr>
          <a:xfrm>
            <a:off x="1198245" y="5420995"/>
            <a:ext cx="8408035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由曲线积分与积分路径无关的充要条件，可知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6337730" y="6544612"/>
          <a:ext cx="148907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5" imgW="723900" imgH="203200" progId="Equation.DSMT4">
                  <p:embed/>
                </p:oleObj>
              </mc:Choice>
              <mc:Fallback>
                <p:oleObj name="Equation" r:id="rId15" imgW="723900" imgH="203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37730" y="6544612"/>
                        <a:ext cx="1489075" cy="512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4033878" y="3618424"/>
          <a:ext cx="969010" cy="51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7" imgW="495300" imgH="203200" progId="Equation.DSMT4">
                  <p:embed/>
                </p:oleObj>
              </mc:Choice>
              <mc:Fallback>
                <p:oleObj name="Equation" r:id="rId17" imgW="4953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33878" y="3618424"/>
                        <a:ext cx="969010" cy="516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/>
        </p:nvGraphicFramePr>
        <p:xfrm>
          <a:off x="6094454" y="3618424"/>
          <a:ext cx="969010" cy="51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9" imgW="495300" imgH="203200" progId="Equation.DSMT4">
                  <p:embed/>
                </p:oleObj>
              </mc:Choice>
              <mc:Fallback>
                <p:oleObj name="Equation" r:id="rId19" imgW="4953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94454" y="3618424"/>
                        <a:ext cx="969010" cy="516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2830830" y="7595870"/>
            <a:ext cx="4448810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在解析单连通域内取点即可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3" grpId="0" animBg="1"/>
      <p:bldP spid="16" grpId="0" animBg="1"/>
      <p:bldP spid="15" grpId="0" animBg="1"/>
      <p:bldP spid="27" grpId="0"/>
      <p:bldP spid="6" grpId="0"/>
      <p:bldP spid="9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900" name="Object 28"/>
          <p:cNvGraphicFramePr>
            <a:graphicFrameLocks noChangeAspect="1"/>
          </p:cNvGraphicFramePr>
          <p:nvPr/>
        </p:nvGraphicFramePr>
        <p:xfrm>
          <a:off x="2506256" y="969372"/>
          <a:ext cx="4484202" cy="62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1" imgW="1955800" imgH="228600" progId="Equation.DSMT4">
                  <p:embed/>
                </p:oleObj>
              </mc:Choice>
              <mc:Fallback>
                <p:oleObj name="Equation" r:id="rId1" imgW="1955800" imgH="2286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6256" y="969372"/>
                        <a:ext cx="4484202" cy="623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2"/>
          <p:cNvSpPr txBox="1"/>
          <p:nvPr/>
        </p:nvSpPr>
        <p:spPr>
          <a:xfrm>
            <a:off x="676669" y="1050473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7" name="文本框 2"/>
          <p:cNvSpPr txBox="1"/>
          <p:nvPr/>
        </p:nvSpPr>
        <p:spPr>
          <a:xfrm>
            <a:off x="1736542" y="1030127"/>
            <a:ext cx="1604680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已知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6972675" y="1030339"/>
            <a:ext cx="5688922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求以         为实部的解析函数族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7741105" y="1030339"/>
          <a:ext cx="1110096" cy="57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3" imgW="12192000" imgH="4876800" progId="Equation.DSMT4">
                  <p:embed/>
                </p:oleObj>
              </mc:Choice>
              <mc:Fallback>
                <p:oleObj name="Equation" r:id="rId3" imgW="12192000" imgH="48768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41105" y="1030339"/>
                        <a:ext cx="1110096" cy="5721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1088887" y="466457"/>
            <a:ext cx="160655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线积分法</a:t>
            </a:r>
            <a:endParaRPr lang="zh-CN" altLang="en-US" sz="2800" b="1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8" name="Object 28"/>
          <p:cNvGraphicFramePr>
            <a:graphicFrameLocks noChangeAspect="1"/>
          </p:cNvGraphicFramePr>
          <p:nvPr/>
        </p:nvGraphicFramePr>
        <p:xfrm>
          <a:off x="1736555" y="1535851"/>
          <a:ext cx="8492739" cy="604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5" imgW="3365500" imgH="228600" progId="Equation.DSMT4">
                  <p:embed/>
                </p:oleObj>
              </mc:Choice>
              <mc:Fallback>
                <p:oleObj name="Equation" r:id="rId5" imgW="33655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6555" y="1535851"/>
                        <a:ext cx="8492739" cy="60458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676669" y="1597900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1967698" y="3209140"/>
            <a:ext cx="5562544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                           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5" name="Object 6"/>
          <p:cNvGraphicFramePr>
            <a:graphicFrameLocks noChangeAspect="1"/>
          </p:cNvGraphicFramePr>
          <p:nvPr/>
        </p:nvGraphicFramePr>
        <p:xfrm>
          <a:off x="2517665" y="3209140"/>
          <a:ext cx="2880025" cy="516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7" imgW="1473200" imgH="203200" progId="Equation.DSMT4">
                  <p:embed/>
                </p:oleObj>
              </mc:Choice>
              <mc:Fallback>
                <p:oleObj name="Equation" r:id="rId7" imgW="14732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17665" y="3209140"/>
                        <a:ext cx="2880025" cy="5163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8"/>
          <p:cNvGraphicFramePr>
            <a:graphicFrameLocks noChangeAspect="1"/>
          </p:cNvGraphicFramePr>
          <p:nvPr/>
        </p:nvGraphicFramePr>
        <p:xfrm>
          <a:off x="2279604" y="2118178"/>
          <a:ext cx="6602730" cy="1108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2616200" imgH="419100" progId="Equation.DSMT4">
                  <p:embed/>
                </p:oleObj>
              </mc:Choice>
              <mc:Fallback>
                <p:oleObj name="Equation" r:id="rId9" imgW="2616200" imgH="4191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79604" y="2118178"/>
                        <a:ext cx="6602730" cy="1108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8"/>
          <p:cNvGraphicFramePr>
            <a:graphicFrameLocks noChangeAspect="1"/>
          </p:cNvGraphicFramePr>
          <p:nvPr/>
        </p:nvGraphicFramePr>
        <p:xfrm>
          <a:off x="2391047" y="3729808"/>
          <a:ext cx="5258435" cy="1108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1" imgW="2082800" imgH="419100" progId="Equation.DSMT4">
                  <p:embed/>
                </p:oleObj>
              </mc:Choice>
              <mc:Fallback>
                <p:oleObj name="Equation" r:id="rId11" imgW="2082800" imgH="4191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91047" y="3729808"/>
                        <a:ext cx="5258435" cy="1108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3487374" y="4692468"/>
          <a:ext cx="8078470" cy="94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13" imgW="3200400" imgH="355600" progId="Equation.DSMT4">
                  <p:embed/>
                </p:oleObj>
              </mc:Choice>
              <mc:Fallback>
                <p:oleObj name="Equation" r:id="rId13" imgW="3200400" imgH="355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87374" y="4692468"/>
                        <a:ext cx="8078470" cy="9410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箭头连接符 39"/>
          <p:cNvCxnSpPr/>
          <p:nvPr/>
        </p:nvCxnSpPr>
        <p:spPr>
          <a:xfrm flipV="1">
            <a:off x="10446342" y="4181797"/>
            <a:ext cx="3217880" cy="52075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 flipV="1">
            <a:off x="10712450" y="2096770"/>
            <a:ext cx="49530" cy="2560955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Object 4"/>
          <p:cNvGraphicFramePr>
            <a:graphicFrameLocks noChangeAspect="1"/>
          </p:cNvGraphicFramePr>
          <p:nvPr/>
        </p:nvGraphicFramePr>
        <p:xfrm>
          <a:off x="10815325" y="2003141"/>
          <a:ext cx="365798" cy="41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15" imgW="139700" imgH="165100" progId="Equation.DSMT4">
                  <p:embed/>
                </p:oleObj>
              </mc:Choice>
              <mc:Fallback>
                <p:oleObj name="Equation" r:id="rId1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815325" y="2003141"/>
                        <a:ext cx="365798" cy="414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椭圆 48"/>
          <p:cNvSpPr/>
          <p:nvPr/>
        </p:nvSpPr>
        <p:spPr>
          <a:xfrm>
            <a:off x="10739800" y="4172856"/>
            <a:ext cx="75573" cy="75573"/>
          </a:xfrm>
          <a:prstGeom prst="ellipse">
            <a:avLst/>
          </a:prstGeom>
          <a:solidFill>
            <a:schemeClr val="tx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12688762" y="2710936"/>
            <a:ext cx="75573" cy="75573"/>
          </a:xfrm>
          <a:prstGeom prst="ellipse">
            <a:avLst/>
          </a:prstGeom>
          <a:solidFill>
            <a:schemeClr val="tx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5" name="Object 4"/>
          <p:cNvGraphicFramePr>
            <a:graphicFrameLocks noChangeAspect="1"/>
          </p:cNvGraphicFramePr>
          <p:nvPr/>
        </p:nvGraphicFramePr>
        <p:xfrm>
          <a:off x="9623164" y="3941999"/>
          <a:ext cx="930275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" name="Equation" r:id="rId17" imgW="355600" imgH="203200" progId="Equation.DSMT4">
                  <p:embed/>
                </p:oleObj>
              </mc:Choice>
              <mc:Fallback>
                <p:oleObj name="Equation" r:id="rId17" imgW="3556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623164" y="3941999"/>
                        <a:ext cx="930275" cy="510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4"/>
          <p:cNvGraphicFramePr>
            <a:graphicFrameLocks noChangeAspect="1"/>
          </p:cNvGraphicFramePr>
          <p:nvPr/>
        </p:nvGraphicFramePr>
        <p:xfrm>
          <a:off x="12839254" y="2417185"/>
          <a:ext cx="964030" cy="510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19" imgW="368300" imgH="203200" progId="Equation.DSMT4">
                  <p:embed/>
                </p:oleObj>
              </mc:Choice>
              <mc:Fallback>
                <p:oleObj name="Equation" r:id="rId19" imgW="3683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839254" y="2417185"/>
                        <a:ext cx="964030" cy="5105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直接连接符 68"/>
          <p:cNvCxnSpPr/>
          <p:nvPr/>
        </p:nvCxnSpPr>
        <p:spPr>
          <a:xfrm>
            <a:off x="10720070" y="4215765"/>
            <a:ext cx="2021840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 flipV="1">
            <a:off x="12723054" y="2786506"/>
            <a:ext cx="1270" cy="1410482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H="1" flipV="1">
            <a:off x="12733850" y="3500955"/>
            <a:ext cx="10161" cy="135904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V="1">
            <a:off x="11757119" y="4179841"/>
            <a:ext cx="217193" cy="36199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Object 4"/>
          <p:cNvGraphicFramePr>
            <a:graphicFrameLocks noChangeAspect="1"/>
          </p:cNvGraphicFramePr>
          <p:nvPr/>
        </p:nvGraphicFramePr>
        <p:xfrm>
          <a:off x="12872346" y="3818199"/>
          <a:ext cx="930910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" name="Equation" r:id="rId21" imgW="355600" imgH="203200" progId="Equation.DSMT4">
                  <p:embed/>
                </p:oleObj>
              </mc:Choice>
              <mc:Fallback>
                <p:oleObj name="Equation" r:id="rId21" imgW="3556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872346" y="3818199"/>
                        <a:ext cx="930910" cy="510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4"/>
          <p:cNvGraphicFramePr>
            <a:graphicFrameLocks noChangeAspect="1"/>
          </p:cNvGraphicFramePr>
          <p:nvPr/>
        </p:nvGraphicFramePr>
        <p:xfrm>
          <a:off x="13314937" y="4265309"/>
          <a:ext cx="332775" cy="350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314937" y="4265309"/>
                        <a:ext cx="332775" cy="3505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4"/>
          <p:cNvGraphicFramePr>
            <a:graphicFrameLocks noChangeAspect="1"/>
          </p:cNvGraphicFramePr>
          <p:nvPr/>
        </p:nvGraphicFramePr>
        <p:xfrm>
          <a:off x="11838647" y="4227885"/>
          <a:ext cx="43243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5" imgW="165100" imgH="228600" progId="Equation.DSMT4">
                  <p:embed/>
                </p:oleObj>
              </mc:Choice>
              <mc:Fallback>
                <p:oleObj name="Equation" r:id="rId25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838647" y="4227885"/>
                        <a:ext cx="43243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/>
        </p:nvGraphicFramePr>
        <p:xfrm>
          <a:off x="12911162" y="3063295"/>
          <a:ext cx="46418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7" imgW="177165" imgH="228600" progId="Equation.DSMT4">
                  <p:embed/>
                </p:oleObj>
              </mc:Choice>
              <mc:Fallback>
                <p:oleObj name="Equation" r:id="rId27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2911162" y="3063295"/>
                        <a:ext cx="46418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3715410" y="6551350"/>
          <a:ext cx="3859530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9" imgW="1473200" imgH="228600" progId="Equation.DSMT4">
                  <p:embed/>
                </p:oleObj>
              </mc:Choice>
              <mc:Fallback>
                <p:oleObj name="Equation" r:id="rId29" imgW="14732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715410" y="6551350"/>
                        <a:ext cx="3859530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7740992" y="6551350"/>
          <a:ext cx="392620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1" imgW="1498600" imgH="228600" progId="Equation.DSMT4">
                  <p:embed/>
                </p:oleObj>
              </mc:Choice>
              <mc:Fallback>
                <p:oleObj name="Equation" r:id="rId31" imgW="1498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740992" y="6551350"/>
                        <a:ext cx="392620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8"/>
          <p:cNvGraphicFramePr>
            <a:graphicFrameLocks noChangeAspect="1"/>
          </p:cNvGraphicFramePr>
          <p:nvPr/>
        </p:nvGraphicFramePr>
        <p:xfrm>
          <a:off x="3487374" y="7129281"/>
          <a:ext cx="2084070" cy="874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33" imgW="825500" imgH="330200" progId="Equation.DSMT4">
                  <p:embed/>
                </p:oleObj>
              </mc:Choice>
              <mc:Fallback>
                <p:oleObj name="Equation" r:id="rId33" imgW="825500" imgH="3302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487374" y="7129281"/>
                        <a:ext cx="2084070" cy="874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8"/>
          <p:cNvGraphicFramePr>
            <a:graphicFrameLocks noChangeAspect="1"/>
          </p:cNvGraphicFramePr>
          <p:nvPr/>
        </p:nvGraphicFramePr>
        <p:xfrm>
          <a:off x="5717494" y="7129281"/>
          <a:ext cx="3943350" cy="874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35" imgW="1562100" imgH="330200" progId="Equation.DSMT4">
                  <p:embed/>
                </p:oleObj>
              </mc:Choice>
              <mc:Fallback>
                <p:oleObj name="Equation" r:id="rId35" imgW="1562100" imgH="3302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717494" y="7129281"/>
                        <a:ext cx="3943350" cy="874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8"/>
          <p:cNvGraphicFramePr>
            <a:graphicFrameLocks noChangeAspect="1"/>
          </p:cNvGraphicFramePr>
          <p:nvPr/>
        </p:nvGraphicFramePr>
        <p:xfrm>
          <a:off x="3487692" y="8003359"/>
          <a:ext cx="4487545" cy="60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37" imgW="1777365" imgH="228600" progId="Equation.DSMT4">
                  <p:embed/>
                </p:oleObj>
              </mc:Choice>
              <mc:Fallback>
                <p:oleObj name="Equation" r:id="rId37" imgW="1777365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487692" y="8003359"/>
                        <a:ext cx="4487545" cy="605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"/>
          <p:cNvGraphicFramePr>
            <a:graphicFrameLocks noChangeAspect="1"/>
          </p:cNvGraphicFramePr>
          <p:nvPr/>
        </p:nvGraphicFramePr>
        <p:xfrm>
          <a:off x="2493678" y="8569233"/>
          <a:ext cx="993781" cy="516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39" imgW="508000" imgH="203200" progId="Equation.DSMT4">
                  <p:embed/>
                </p:oleObj>
              </mc:Choice>
              <mc:Fallback>
                <p:oleObj name="Equation" r:id="rId39" imgW="5080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493678" y="8569233"/>
                        <a:ext cx="993781" cy="5162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28"/>
          <p:cNvGraphicFramePr>
            <a:graphicFrameLocks noChangeAspect="1"/>
          </p:cNvGraphicFramePr>
          <p:nvPr/>
        </p:nvGraphicFramePr>
        <p:xfrm>
          <a:off x="3487338" y="8524603"/>
          <a:ext cx="3176270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" name="Equation" r:id="rId41" imgW="1257300" imgH="228600" progId="Equation.DSMT4">
                  <p:embed/>
                </p:oleObj>
              </mc:Choice>
              <mc:Fallback>
                <p:oleObj name="Equation" r:id="rId41" imgW="12573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487338" y="8524603"/>
                        <a:ext cx="3176270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8"/>
          <p:cNvGraphicFramePr>
            <a:graphicFrameLocks noChangeAspect="1"/>
          </p:cNvGraphicFramePr>
          <p:nvPr/>
        </p:nvGraphicFramePr>
        <p:xfrm>
          <a:off x="3487692" y="5633538"/>
          <a:ext cx="3725545" cy="839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3" imgW="1473200" imgH="316865" progId="Equation.DSMT4">
                  <p:embed/>
                </p:oleObj>
              </mc:Choice>
              <mc:Fallback>
                <p:oleObj name="Equation" r:id="rId43" imgW="1473200" imgH="316865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487692" y="5633538"/>
                        <a:ext cx="3725545" cy="839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8"/>
          <p:cNvGraphicFramePr>
            <a:graphicFrameLocks noChangeAspect="1"/>
          </p:cNvGraphicFramePr>
          <p:nvPr/>
        </p:nvGraphicFramePr>
        <p:xfrm>
          <a:off x="7212919" y="5633538"/>
          <a:ext cx="4014470" cy="839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5" imgW="1587500" imgH="316865" progId="Equation.DSMT4">
                  <p:embed/>
                </p:oleObj>
              </mc:Choice>
              <mc:Fallback>
                <p:oleObj name="Equation" r:id="rId45" imgW="1587500" imgH="316865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212919" y="5633538"/>
                        <a:ext cx="4014470" cy="839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0" grpId="0"/>
      <p:bldP spid="23" grpId="0"/>
      <p:bldP spid="24" grpId="0"/>
      <p:bldP spid="49" grpId="0" animBg="1"/>
      <p:bldP spid="6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 2"/>
          <p:cNvSpPr txBox="1"/>
          <p:nvPr/>
        </p:nvSpPr>
        <p:spPr>
          <a:xfrm>
            <a:off x="11923512" y="774901"/>
            <a:ext cx="16040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部，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3" name="文本框 2"/>
          <p:cNvSpPr txBox="1"/>
          <p:nvPr/>
        </p:nvSpPr>
        <p:spPr>
          <a:xfrm>
            <a:off x="1167694" y="812874"/>
            <a:ext cx="122936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推论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4" name="Object 13"/>
          <p:cNvGraphicFramePr>
            <a:graphicFrameLocks noChangeAspect="1"/>
          </p:cNvGraphicFramePr>
          <p:nvPr/>
        </p:nvGraphicFramePr>
        <p:xfrm>
          <a:off x="2596515" y="819785"/>
          <a:ext cx="995680" cy="51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" imgW="444500" imgH="203200" progId="Equation.DSMT4">
                  <p:embed/>
                </p:oleObj>
              </mc:Choice>
              <mc:Fallback>
                <p:oleObj name="Equation" r:id="rId1" imgW="444500" imgH="2032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6515" y="819785"/>
                        <a:ext cx="995680" cy="513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2"/>
          <p:cNvSpPr txBox="1"/>
          <p:nvPr/>
        </p:nvSpPr>
        <p:spPr>
          <a:xfrm>
            <a:off x="3531263" y="811181"/>
            <a:ext cx="402209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上的调和函数，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6" name="文本框 2"/>
          <p:cNvSpPr txBox="1"/>
          <p:nvPr/>
        </p:nvSpPr>
        <p:spPr>
          <a:xfrm>
            <a:off x="7189750" y="779515"/>
            <a:ext cx="37376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则可作一族解析函数以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7" name="Object 14"/>
          <p:cNvGraphicFramePr>
            <a:graphicFrameLocks noChangeAspect="1"/>
          </p:cNvGraphicFramePr>
          <p:nvPr/>
        </p:nvGraphicFramePr>
        <p:xfrm>
          <a:off x="10927080" y="781685"/>
          <a:ext cx="996315" cy="51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3" imgW="444500" imgH="203200" progId="Equation.DSMT4">
                  <p:embed/>
                </p:oleObj>
              </mc:Choice>
              <mc:Fallback>
                <p:oleObj name="Equation" r:id="rId3" imgW="444500" imgH="2032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27080" y="781685"/>
                        <a:ext cx="996315" cy="513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2"/>
          <p:cNvSpPr txBox="1"/>
          <p:nvPr/>
        </p:nvSpPr>
        <p:spPr>
          <a:xfrm>
            <a:off x="1316874" y="1436654"/>
            <a:ext cx="622681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且两个解析函数之间只相差一个实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数。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1305965" y="2040402"/>
            <a:ext cx="111405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5" name="Object 28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3073400" y="1896110"/>
          <a:ext cx="3735705" cy="981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6" imgW="1562100" imgH="393700" progId="Equation.DSMT4">
                  <p:embed/>
                </p:oleObj>
              </mc:Choice>
              <mc:Fallback>
                <p:oleObj name="Equation" r:id="rId6" imgW="1562100" imgH="3937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73400" y="1896110"/>
                        <a:ext cx="3735705" cy="981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>
            <p:custDataLst>
              <p:tags r:id="rId8"/>
            </p:custDataLst>
          </p:nvPr>
        </p:nvSpPr>
        <p:spPr>
          <a:xfrm>
            <a:off x="2177777" y="2070513"/>
            <a:ext cx="1604680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已知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>
            <p:custDataLst>
              <p:tags r:id="rId9"/>
            </p:custDataLst>
          </p:nvPr>
        </p:nvSpPr>
        <p:spPr>
          <a:xfrm>
            <a:off x="6808878" y="2070665"/>
            <a:ext cx="6048923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求以         为虚部的解析函数族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1" name="Object 6"/>
          <p:cNvGraphicFramePr>
            <a:graphicFrameLocks noChangeAspect="1"/>
          </p:cNvGraphicFramePr>
          <p:nvPr/>
        </p:nvGraphicFramePr>
        <p:xfrm>
          <a:off x="7540990" y="2142188"/>
          <a:ext cx="1053575" cy="461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0" imgW="11582400" imgH="4876800" progId="Equation.DSMT4">
                  <p:embed/>
                </p:oleObj>
              </mc:Choice>
              <mc:Fallback>
                <p:oleObj name="Equation" r:id="rId10" imgW="11582400" imgH="48768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540990" y="2142188"/>
                        <a:ext cx="1053575" cy="4616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248339" y="2866464"/>
            <a:ext cx="2319020" cy="52070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不定积分法：</a:t>
            </a:r>
            <a:endParaRPr lang="zh-CN" altLang="en-US" sz="2800" b="1" i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3531068" y="2866240"/>
            <a:ext cx="5562544" cy="5207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                           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4081035" y="2866240"/>
          <a:ext cx="2880025" cy="516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2" imgW="1473200" imgH="203200" progId="Equation.DSMT4">
                  <p:embed/>
                </p:oleObj>
              </mc:Choice>
              <mc:Fallback>
                <p:oleObj name="Equation" r:id="rId12" imgW="14732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81035" y="2866240"/>
                        <a:ext cx="2880025" cy="5163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717523" y="5385630"/>
          <a:ext cx="2085340" cy="1000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4" imgW="1066800" imgH="393700" progId="Equation.DSMT4">
                  <p:embed/>
                </p:oleObj>
              </mc:Choice>
              <mc:Fallback>
                <p:oleObj name="Equation" r:id="rId14" imgW="1066800" imgH="3937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17523" y="5385630"/>
                        <a:ext cx="2085340" cy="1000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4802863" y="5385629"/>
          <a:ext cx="1390650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6" imgW="711200" imgH="419100" progId="Equation.DSMT4">
                  <p:embed/>
                </p:oleObj>
              </mc:Choice>
              <mc:Fallback>
                <p:oleObj name="Equation" r:id="rId16" imgW="711200" imgH="4191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802863" y="5385629"/>
                        <a:ext cx="1390650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2890243" y="3386967"/>
          <a:ext cx="3079750" cy="1937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8" imgW="1574800" imgH="762000" progId="Equation.DSMT4">
                  <p:embed/>
                </p:oleObj>
              </mc:Choice>
              <mc:Fallback>
                <p:oleObj name="Equation" r:id="rId18" imgW="1574800" imgH="7620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890243" y="3386967"/>
                        <a:ext cx="3079750" cy="1937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6378933" y="3386967"/>
          <a:ext cx="2881630" cy="1937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0" imgW="1473200" imgH="762000" progId="Equation.DSMT4">
                  <p:embed/>
                </p:oleObj>
              </mc:Choice>
              <mc:Fallback>
                <p:oleObj name="Equation" r:id="rId20" imgW="1473200" imgH="7620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378933" y="3386967"/>
                        <a:ext cx="2881630" cy="1937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6193790" y="5342255"/>
          <a:ext cx="2807970" cy="1255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2" imgW="1219200" imgH="419100" progId="Equation.DSMT4">
                  <p:embed/>
                </p:oleObj>
              </mc:Choice>
              <mc:Fallback>
                <p:oleObj name="Equation" r:id="rId22" imgW="1219200" imgH="4191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193790" y="5342255"/>
                        <a:ext cx="2807970" cy="1255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/>
        </p:nvGraphicFramePr>
        <p:xfrm>
          <a:off x="9159875" y="5365115"/>
          <a:ext cx="1461135" cy="1255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4" imgW="634365" imgH="419100" progId="Equation.DSMT4">
                  <p:embed/>
                </p:oleObj>
              </mc:Choice>
              <mc:Fallback>
                <p:oleObj name="Equation" r:id="rId24" imgW="634365" imgH="4191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159875" y="5365115"/>
                        <a:ext cx="1461135" cy="1255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10481310" y="5396865"/>
          <a:ext cx="1375410" cy="1180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6" imgW="596900" imgH="393700" progId="Equation.DSMT4">
                  <p:embed/>
                </p:oleObj>
              </mc:Choice>
              <mc:Fallback>
                <p:oleObj name="Equation" r:id="rId26" imgW="596900" imgH="3937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481310" y="5396865"/>
                        <a:ext cx="1375410" cy="11804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/>
        </p:nvGraphicFramePr>
        <p:xfrm>
          <a:off x="2718435" y="6570345"/>
          <a:ext cx="3907155" cy="57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8" imgW="1371600" imgH="203200" progId="Equation.DSMT4">
                  <p:embed/>
                </p:oleObj>
              </mc:Choice>
              <mc:Fallback>
                <p:oleObj name="Equation" r:id="rId28" imgW="13716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718435" y="6570345"/>
                        <a:ext cx="3907155" cy="574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6"/>
          <p:cNvGraphicFramePr>
            <a:graphicFrameLocks noChangeAspect="1"/>
          </p:cNvGraphicFramePr>
          <p:nvPr/>
        </p:nvGraphicFramePr>
        <p:xfrm>
          <a:off x="3567748" y="7144385"/>
          <a:ext cx="4739640" cy="57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30" imgW="1663700" imgH="203200" progId="Equation.DSMT4">
                  <p:embed/>
                </p:oleObj>
              </mc:Choice>
              <mc:Fallback>
                <p:oleObj name="Equation" r:id="rId30" imgW="1663700" imgH="2032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567748" y="7144385"/>
                        <a:ext cx="4739640" cy="574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6"/>
          <p:cNvGraphicFramePr>
            <a:graphicFrameLocks noChangeAspect="1"/>
          </p:cNvGraphicFramePr>
          <p:nvPr/>
        </p:nvGraphicFramePr>
        <p:xfrm>
          <a:off x="3531236" y="7718425"/>
          <a:ext cx="6693535" cy="11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2" imgW="2349500" imgH="393700" progId="Equation.DSMT4">
                  <p:embed/>
                </p:oleObj>
              </mc:Choice>
              <mc:Fallback>
                <p:oleObj name="Equation" r:id="rId32" imgW="2349500" imgH="3937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531236" y="7718425"/>
                        <a:ext cx="6693535" cy="1112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3" grpId="0"/>
      <p:bldP spid="45" grpId="0"/>
      <p:bldP spid="46" grpId="0"/>
      <p:bldP spid="49" grpId="0"/>
      <p:bldP spid="2" grpId="0"/>
      <p:bldP spid="28" grpId="0"/>
      <p:bldP spid="30" grpId="0"/>
      <p:bldP spid="3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133053" y="4384363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4110367" y="1574513"/>
            <a:ext cx="14607" cy="613727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4391701" y="4178919"/>
            <a:ext cx="608266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、解析函数与调和函数间的关系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764671" y="4126209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5105520" y="2571551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用定义进行判断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9"/>
            </p:custDataLst>
          </p:nvPr>
        </p:nvSpPr>
        <p:spPr>
          <a:xfrm>
            <a:off x="4424680" y="1803400"/>
            <a:ext cx="7242175" cy="62230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、调和函数与共轭调和函数的定义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5146160" y="4894638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用关系求解析函数族：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5314315" y="3348990"/>
            <a:ext cx="7141845" cy="47498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解析函数对应的二元函数都是调和函数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5355075" y="5685848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偏微分法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5355710" y="6539923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不定积分法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5355075" y="7289858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线积分法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221158" y="4298648"/>
            <a:ext cx="574269" cy="56132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4642008" y="706560"/>
            <a:ext cx="184150" cy="7781925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966521" y="3994005"/>
            <a:ext cx="3074165" cy="906813"/>
          </a:xfrm>
          <a:prstGeom prst="rect">
            <a:avLst/>
          </a:prstGeom>
          <a:noFill/>
        </p:spPr>
        <p:txBody>
          <a:bodyPr wrap="square" lIns="106218" tIns="55233" rIns="106218" bIns="0" rtlCol="0" anchor="b" anchorCtr="0">
            <a:normAutofit/>
          </a:bodyPr>
          <a:lstStyle/>
          <a:p>
            <a:r>
              <a:rPr lang="zh-CN" altLang="en-US" sz="5195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作业</a:t>
            </a:r>
            <a:endParaRPr lang="zh-CN" altLang="en-US" sz="5195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57352" y="4148068"/>
            <a:ext cx="7202044" cy="6000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305"/>
              <a:t>习题</a:t>
            </a:r>
            <a:r>
              <a:rPr lang="en-US" altLang="zh-CN" sz="3305"/>
              <a:t>3.  19(1),  22(2)(4)   </a:t>
            </a:r>
            <a:endParaRPr lang="zh-CN" altLang="en-US" sz="3305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525260" y="4997450"/>
            <a:ext cx="5916930" cy="1287145"/>
          </a:xfrm>
        </p:spPr>
        <p:txBody>
          <a:bodyPr>
            <a:noAutofit/>
          </a:bodyPr>
          <a:lstStyle/>
          <a:p>
            <a:r>
              <a:rPr sz="44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数项级数的相关知识</a:t>
            </a:r>
            <a:endParaRPr sz="44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536429" y="841145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给定一个数列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4"/>
              <p:cNvSpPr txBox="1"/>
              <p:nvPr/>
            </p:nvSpPr>
            <p:spPr bwMode="auto">
              <a:xfrm>
                <a:off x="3762104" y="810982"/>
                <a:ext cx="4219575" cy="5048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 , ⋯ , 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1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2104" y="810982"/>
                <a:ext cx="4219575" cy="504826"/>
              </a:xfrm>
              <a:prstGeom prst="rect">
                <a:avLst/>
              </a:prstGeom>
              <a:blipFill rotWithShape="1">
                <a:blip r:embed="rId1"/>
                <a:stretch>
                  <a:fillRect l="-9" t="-17" r="9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7841979" y="849879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将各项依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6"/>
              <p:cNvSpPr txBox="1"/>
              <p:nvPr/>
            </p:nvSpPr>
            <p:spPr bwMode="auto">
              <a:xfrm>
                <a:off x="11888834" y="559364"/>
                <a:ext cx="1149350" cy="1263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88834" y="559364"/>
                <a:ext cx="1149350" cy="1263650"/>
              </a:xfrm>
              <a:prstGeom prst="rect">
                <a:avLst/>
              </a:prstGeom>
              <a:blipFill rotWithShape="1">
                <a:blip r:embed="rId2"/>
                <a:stretch>
                  <a:fillRect l="-32" t="-45" r="32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983343" y="173014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即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8"/>
              <p:cNvSpPr txBox="1"/>
              <p:nvPr/>
            </p:nvSpPr>
            <p:spPr bwMode="auto">
              <a:xfrm>
                <a:off x="2304780" y="1379150"/>
                <a:ext cx="1063624" cy="12430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4780" y="1379150"/>
                <a:ext cx="1063624" cy="1243011"/>
              </a:xfrm>
              <a:prstGeom prst="rect">
                <a:avLst/>
              </a:prstGeom>
              <a:blipFill rotWithShape="1">
                <a:blip r:embed="rId3"/>
                <a:stretch>
                  <a:fillRect l="-34" t="-45" r="34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9"/>
              <p:cNvSpPr txBox="1"/>
              <p:nvPr/>
            </p:nvSpPr>
            <p:spPr bwMode="auto">
              <a:xfrm>
                <a:off x="3368675" y="1744345"/>
                <a:ext cx="5831840" cy="5130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+ ⋯ +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+ ⋯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8675" y="1744345"/>
                <a:ext cx="5831840" cy="5130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1536430" y="2825130"/>
            <a:ext cx="3200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称上式为</a:t>
            </a:r>
            <a:r>
              <a:rPr kumimoji="1" lang="zh-CN" altLang="en-US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无穷级数</a:t>
            </a:r>
            <a:r>
              <a:rPr kumimoji="1" lang="en-US" altLang="zh-CN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kumimoji="1" lang="zh-CN" altLang="en-US" sz="2800" b="1" dirty="0">
              <a:solidFill>
                <a:srgbClr val="04926A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11"/>
              <p:cNvSpPr txBox="1">
                <a:spLocks noChangeArrowheads="1"/>
              </p:cNvSpPr>
              <p:nvPr/>
            </p:nvSpPr>
            <p:spPr bwMode="auto">
              <a:xfrm>
                <a:off x="4559300" y="2839720"/>
                <a:ext cx="23876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其中第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华文中宋" panose="02010600040101010101" charset="-122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 项</a:t>
                </a:r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6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9300" y="2839720"/>
                <a:ext cx="2387600" cy="5219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12"/>
              <p:cNvSpPr txBox="1"/>
              <p:nvPr/>
            </p:nvSpPr>
            <p:spPr bwMode="auto">
              <a:xfrm>
                <a:off x="6456340" y="2823543"/>
                <a:ext cx="490290" cy="5508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6340" y="2823543"/>
                <a:ext cx="490290" cy="550863"/>
              </a:xfrm>
              <a:prstGeom prst="rect">
                <a:avLst/>
              </a:prstGeom>
              <a:blipFill rotWithShape="1">
                <a:blip r:embed="rId6"/>
                <a:stretch>
                  <a:fillRect l="-60" t="-60" r="74" b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13"/>
          <p:cNvSpPr txBox="1">
            <a:spLocks noChangeArrowheads="1"/>
          </p:cNvSpPr>
          <p:nvPr/>
        </p:nvSpPr>
        <p:spPr bwMode="auto">
          <a:xfrm>
            <a:off x="6946630" y="2848710"/>
            <a:ext cx="3200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叫做级数的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一般项</a:t>
            </a:r>
            <a:r>
              <a:rPr kumimoji="1" lang="en-US" altLang="zh-CN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kumimoji="1" lang="en-US" altLang="zh-CN" sz="2800" b="1" dirty="0">
              <a:solidFill>
                <a:srgbClr val="04926A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0" name="Text Box 40"/>
          <p:cNvSpPr txBox="1">
            <a:spLocks noChangeArrowheads="1"/>
          </p:cNvSpPr>
          <p:nvPr/>
        </p:nvSpPr>
        <p:spPr bwMode="auto">
          <a:xfrm>
            <a:off x="9441545" y="841145"/>
            <a:ext cx="2819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次相加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简记为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952228" y="84114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1.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952228" y="373928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2.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16"/>
              <p:cNvSpPr txBox="1"/>
              <p:nvPr/>
            </p:nvSpPr>
            <p:spPr bwMode="auto">
              <a:xfrm>
                <a:off x="1491980" y="3349410"/>
                <a:ext cx="1981200" cy="1219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𝑘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3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1980" y="3349410"/>
                <a:ext cx="1981200" cy="1219200"/>
              </a:xfrm>
              <a:prstGeom prst="rect">
                <a:avLst/>
              </a:prstGeom>
              <a:blipFill rotWithShape="1">
                <a:blip r:embed="rId7"/>
                <a:stretch>
                  <a:fillRect l="-18" t="-34" r="18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35"/>
              <p:cNvSpPr txBox="1"/>
              <p:nvPr/>
            </p:nvSpPr>
            <p:spPr bwMode="auto">
              <a:xfrm>
                <a:off x="3403358" y="3719750"/>
                <a:ext cx="443865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+ ⋯ +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4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3358" y="3719750"/>
                <a:ext cx="4438650" cy="519112"/>
              </a:xfrm>
              <a:prstGeom prst="rect">
                <a:avLst/>
              </a:prstGeom>
              <a:blipFill rotWithShape="1">
                <a:blip r:embed="rId8"/>
                <a:stretch>
                  <a:fillRect l="-9" t="-107" r="9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Box 17"/>
          <p:cNvSpPr txBox="1">
            <a:spLocks noChangeArrowheads="1"/>
          </p:cNvSpPr>
          <p:nvPr/>
        </p:nvSpPr>
        <p:spPr bwMode="auto">
          <a:xfrm>
            <a:off x="7657195" y="3768479"/>
            <a:ext cx="312419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称为级数的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部分和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962388" y="4968009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3.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Object 41"/>
              <p:cNvSpPr txBox="1"/>
              <p:nvPr/>
            </p:nvSpPr>
            <p:spPr bwMode="auto">
              <a:xfrm>
                <a:off x="1750174" y="4804463"/>
                <a:ext cx="3276599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若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 =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存在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41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0174" y="4804463"/>
                <a:ext cx="3276599" cy="685800"/>
              </a:xfrm>
              <a:prstGeom prst="rect">
                <a:avLst/>
              </a:prstGeom>
              <a:blipFill rotWithShape="1">
                <a:blip r:embed="rId9"/>
                <a:stretch>
                  <a:fillRect l="-3" t="-8" r="3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Box 44"/>
          <p:cNvSpPr txBox="1">
            <a:spLocks noChangeArrowheads="1"/>
          </p:cNvSpPr>
          <p:nvPr/>
        </p:nvSpPr>
        <p:spPr bwMode="auto">
          <a:xfrm>
            <a:off x="7122525" y="4838481"/>
            <a:ext cx="108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收敛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43" name="Text Box 45"/>
          <p:cNvSpPr txBox="1">
            <a:spLocks noChangeArrowheads="1"/>
          </p:cNvSpPr>
          <p:nvPr/>
        </p:nvSpPr>
        <p:spPr bwMode="auto">
          <a:xfrm>
            <a:off x="4849021" y="4804195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则称无穷级数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 Box 47"/>
              <p:cNvSpPr txBox="1">
                <a:spLocks noChangeArrowheads="1"/>
              </p:cNvSpPr>
              <p:nvPr/>
            </p:nvSpPr>
            <p:spPr bwMode="auto">
              <a:xfrm>
                <a:off x="8093824" y="4838481"/>
                <a:ext cx="3200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charset="-122"/>
                  </a:rPr>
                  <a:t>并称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charset="-122"/>
                  </a:rPr>
                  <a:t>为级数的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charset="-122"/>
                  </a:rPr>
                  <a:t>和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charset="-122"/>
                  </a:rPr>
                  <a:t>,</a:t>
                </a:r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44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93824" y="4838481"/>
                <a:ext cx="3200400" cy="519112"/>
              </a:xfrm>
              <a:prstGeom prst="rect">
                <a:avLst/>
              </a:prstGeom>
              <a:blipFill rotWithShape="1">
                <a:blip r:embed="rId10"/>
                <a:stretch>
                  <a:fillRect l="-4" t="-80" r="4" b="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Box 48"/>
          <p:cNvSpPr txBox="1">
            <a:spLocks noChangeArrowheads="1"/>
          </p:cNvSpPr>
          <p:nvPr/>
        </p:nvSpPr>
        <p:spPr bwMode="auto">
          <a:xfrm>
            <a:off x="11035709" y="4838481"/>
            <a:ext cx="96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记作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Object 22"/>
              <p:cNvSpPr txBox="1"/>
              <p:nvPr/>
            </p:nvSpPr>
            <p:spPr bwMode="auto">
              <a:xfrm>
                <a:off x="11837192" y="4412615"/>
                <a:ext cx="2159000" cy="1301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4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37192" y="4412615"/>
                <a:ext cx="2159000" cy="1301750"/>
              </a:xfrm>
              <a:prstGeom prst="rect">
                <a:avLst/>
              </a:prstGeom>
              <a:blipFill rotWithShape="1">
                <a:blip r:embed="rId11"/>
                <a:stretch>
                  <a:fillRect l="-7" r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4189460" y="5822731"/>
            <a:ext cx="10858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发散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1692910" y="5789295"/>
            <a:ext cx="3067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否则称无穷级数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983343" y="686094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4.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Object 8"/>
              <p:cNvSpPr txBox="1"/>
              <p:nvPr/>
            </p:nvSpPr>
            <p:spPr bwMode="auto">
              <a:xfrm>
                <a:off x="1669415" y="6500495"/>
                <a:ext cx="300164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≥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5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9415" y="6500495"/>
                <a:ext cx="3001645" cy="124269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 Box 45"/>
          <p:cNvSpPr txBox="1">
            <a:spLocks noChangeArrowheads="1"/>
          </p:cNvSpPr>
          <p:nvPr/>
        </p:nvSpPr>
        <p:spPr bwMode="auto">
          <a:xfrm>
            <a:off x="4203700" y="6864350"/>
            <a:ext cx="3067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正项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级数；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Object 8"/>
              <p:cNvSpPr txBox="1"/>
              <p:nvPr/>
            </p:nvSpPr>
            <p:spPr bwMode="auto">
              <a:xfrm>
                <a:off x="6133465" y="6450965"/>
                <a:ext cx="300164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≥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5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3465" y="6450965"/>
                <a:ext cx="3001645" cy="1242695"/>
              </a:xfrm>
              <a:prstGeom prst="rect">
                <a:avLst/>
              </a:prstGeom>
              <a:blipFill rotWithShape="1">
                <a:blip r:embed="rId13"/>
                <a:stretch>
                  <a:fillRect r="-204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 Box 45"/>
          <p:cNvSpPr txBox="1">
            <a:spLocks noChangeArrowheads="1"/>
          </p:cNvSpPr>
          <p:nvPr/>
        </p:nvSpPr>
        <p:spPr bwMode="auto">
          <a:xfrm>
            <a:off x="9898380" y="6814820"/>
            <a:ext cx="18776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交错级数；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Object 8"/>
              <p:cNvSpPr txBox="1"/>
              <p:nvPr/>
            </p:nvSpPr>
            <p:spPr bwMode="auto">
              <a:xfrm>
                <a:off x="1735455" y="7939405"/>
                <a:ext cx="300164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不定号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6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5455" y="7939405"/>
                <a:ext cx="3001645" cy="124269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 Box 45"/>
          <p:cNvSpPr txBox="1">
            <a:spLocks noChangeArrowheads="1"/>
          </p:cNvSpPr>
          <p:nvPr/>
        </p:nvSpPr>
        <p:spPr bwMode="auto">
          <a:xfrm>
            <a:off x="4559300" y="8300085"/>
            <a:ext cx="3067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任意项级数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675056" y="7743127"/>
                <a:ext cx="3223260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)(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056" y="7743127"/>
                <a:ext cx="3223260" cy="1261110"/>
              </a:xfrm>
              <a:prstGeom prst="rect">
                <a:avLst/>
              </a:prstGeom>
              <a:blipFill rotWithShape="1">
                <a:blip r:embed="rId15"/>
                <a:stretch>
                  <a:fillRect l="-18" t="-45" r="-21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2374181" y="7743127"/>
                <a:ext cx="1402715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𝑠𝑖𝑛𝑛</m:t>
                          </m:r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4181" y="7743127"/>
                <a:ext cx="1402715" cy="1261110"/>
              </a:xfrm>
              <a:prstGeom prst="rect">
                <a:avLst/>
              </a:prstGeom>
              <a:blipFill rotWithShape="1">
                <a:blip r:embed="rId16"/>
                <a:stretch>
                  <a:fillRect l="-41" t="-45" r="-503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0147236" y="7743127"/>
                <a:ext cx="1978025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236" y="7743127"/>
                <a:ext cx="1978025" cy="1261110"/>
              </a:xfrm>
              <a:prstGeom prst="rect">
                <a:avLst/>
              </a:prstGeom>
              <a:blipFill rotWithShape="1">
                <a:blip r:embed="rId17"/>
                <a:stretch>
                  <a:fillRect l="-29" t="-45" r="2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 bldLvl="0" animBg="1"/>
      <p:bldP spid="20" grpId="0"/>
      <p:bldP spid="21" grpId="0" bldLvl="0" animBg="1"/>
      <p:bldP spid="22" grpId="0"/>
      <p:bldP spid="23" grpId="0" bldLvl="0" animBg="1"/>
      <p:bldP spid="24" grpId="0" bldLvl="0" animBg="1"/>
      <p:bldP spid="25" grpId="0"/>
      <p:bldP spid="26" grpId="0"/>
      <p:bldP spid="27" grpId="0" bldLvl="0" animBg="1"/>
      <p:bldP spid="28" grpId="0"/>
      <p:bldP spid="30" grpId="0"/>
      <p:bldP spid="29" grpId="0"/>
      <p:bldP spid="31" grpId="0"/>
      <p:bldP spid="33" grpId="0" bldLvl="0" animBg="1"/>
      <p:bldP spid="34" grpId="0" bldLvl="0" animBg="1"/>
      <p:bldP spid="35" grpId="0"/>
      <p:bldP spid="37" grpId="0"/>
      <p:bldP spid="41" grpId="0" bldLvl="0" animBg="1"/>
      <p:bldP spid="42" grpId="0"/>
      <p:bldP spid="43" grpId="0"/>
      <p:bldP spid="44" grpId="0"/>
      <p:bldP spid="45" grpId="0"/>
      <p:bldP spid="46" grpId="0" bldLvl="0" animBg="1"/>
      <p:bldP spid="47" grpId="0"/>
      <p:bldP spid="48" grpId="0"/>
      <p:bldP spid="49" grpId="0"/>
      <p:bldP spid="56" grpId="0" bldLvl="0" animBg="1"/>
      <p:bldP spid="57" grpId="0"/>
      <p:bldP spid="58" grpId="0" bldLvl="0" animBg="1"/>
      <p:bldP spid="59" grpId="0"/>
      <p:bldP spid="60" grpId="0" bldLvl="0" animBg="1"/>
      <p:bldP spid="61" grpId="0"/>
      <p:bldP spid="2" grpId="0" animBg="1"/>
      <p:bldP spid="4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8"/>
              <p:cNvSpPr txBox="1"/>
              <p:nvPr/>
            </p:nvSpPr>
            <p:spPr bwMode="auto">
              <a:xfrm>
                <a:off x="1692910" y="440055"/>
                <a:ext cx="605599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若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|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发散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，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但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收敛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，</m:t>
                          </m:r>
                        </m:e>
                      </m:nary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910" y="440055"/>
                <a:ext cx="6055995" cy="124269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952228" y="80050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5.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8"/>
              <p:cNvSpPr txBox="1"/>
              <p:nvPr/>
            </p:nvSpPr>
            <p:spPr bwMode="auto">
              <a:xfrm>
                <a:off x="6909435" y="461010"/>
                <a:ext cx="605599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则称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条件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收敛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；</m:t>
                          </m:r>
                        </m:e>
                      </m:nary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9435" y="461010"/>
                <a:ext cx="6055995" cy="124269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8"/>
              <p:cNvSpPr txBox="1"/>
              <p:nvPr/>
            </p:nvSpPr>
            <p:spPr bwMode="auto">
              <a:xfrm>
                <a:off x="1574165" y="1859915"/>
                <a:ext cx="3144520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若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|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收敛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，</m:t>
                      </m:r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4165" y="1859915"/>
                <a:ext cx="3144520" cy="12426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8"/>
              <p:cNvSpPr txBox="1"/>
              <p:nvPr/>
            </p:nvSpPr>
            <p:spPr bwMode="auto">
              <a:xfrm>
                <a:off x="4299585" y="1870075"/>
                <a:ext cx="367728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则称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绝对收敛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9585" y="1870075"/>
                <a:ext cx="3677285" cy="12426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869043" y="369991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6.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Object 7"/>
              <p:cNvSpPr txBox="1"/>
              <p:nvPr/>
            </p:nvSpPr>
            <p:spPr bwMode="auto">
              <a:xfrm>
                <a:off x="1555110" y="3265539"/>
                <a:ext cx="8081015" cy="1225550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𝑎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𝑎𝑞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𝑞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𝑞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+⋯  (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0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5110" y="3265539"/>
                <a:ext cx="8081015" cy="1225550"/>
              </a:xfrm>
              <a:prstGeom prst="rect">
                <a:avLst/>
              </a:prstGeom>
              <a:blipFill rotWithShape="1">
                <a:blip r:embed="rId5"/>
                <a:stretch>
                  <a:fillRect l="-8" t="-30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2"/>
          <p:cNvSpPr txBox="1">
            <a:spLocks noChangeArrowheads="1"/>
          </p:cNvSpPr>
          <p:nvPr/>
        </p:nvSpPr>
        <p:spPr>
          <a:xfrm>
            <a:off x="9327515" y="3700145"/>
            <a:ext cx="419163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等比级数</a:t>
            </a:r>
            <a:r>
              <a:rPr kumimoji="1" lang="en-US" altLang="zh-CN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(</a:t>
            </a:r>
            <a:r>
              <a:rPr kumimoji="1" lang="zh-CN" altLang="en-US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或几何级数</a:t>
            </a:r>
            <a:r>
              <a:rPr kumimoji="1" lang="en-US" altLang="zh-CN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).</a:t>
            </a:r>
            <a:endParaRPr kumimoji="1" lang="en-US" altLang="zh-CN" sz="2800" dirty="0">
              <a:gradFill>
                <a:gsLst>
                  <a:gs pos="50000">
                    <a:srgbClr val="1F5FBF"/>
                  </a:gs>
                  <a:gs pos="0">
                    <a:srgbClr val="1486CB"/>
                  </a:gs>
                  <a:gs pos="100000">
                    <a:srgbClr val="2A34B2"/>
                  </a:gs>
                </a:gsLst>
                <a:lin ang="5400000" scaled="1"/>
              </a:gra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Object 27"/>
              <p:cNvSpPr txBox="1"/>
              <p:nvPr>
                <p:custDataLst>
                  <p:tags r:id="rId6"/>
                </p:custDataLst>
              </p:nvPr>
            </p:nvSpPr>
            <p:spPr bwMode="auto">
              <a:xfrm>
                <a:off x="2242820" y="4415155"/>
                <a:ext cx="175704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𝑞</m:t>
                        </m:r>
                      </m:e>
                    </m:d>
                    <m:r>
                      <a:rPr kumimoji="1" lang="en-US" altLang="zh-CN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2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242820" y="4415155"/>
                <a:ext cx="1757045" cy="469900"/>
              </a:xfrm>
              <a:prstGeom prst="rect">
                <a:avLst/>
              </a:prstGeom>
              <a:blipFill rotWithShape="1">
                <a:blip r:embed="rId8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 Box 2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03320" y="4430395"/>
            <a:ext cx="3422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等比级数收敛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;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Object 29"/>
              <p:cNvSpPr txBox="1"/>
              <p:nvPr>
                <p:custDataLst>
                  <p:tags r:id="rId10"/>
                </p:custDataLst>
              </p:nvPr>
            </p:nvSpPr>
            <p:spPr bwMode="auto">
              <a:xfrm>
                <a:off x="2233295" y="4977765"/>
                <a:ext cx="176657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𝑞</m:t>
                        </m:r>
                      </m:e>
                    </m:d>
                    <m:r>
                      <m:rPr>
                        <m:nor/>
                      </m:rP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800" dirty="0">
                        <a:latin typeface="宋体" panose="02010600030101010101" pitchFamily="2" charset="-122"/>
                      </a:rPr>
                      <m:t>≥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4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233295" y="4977765"/>
                <a:ext cx="1766570" cy="469900"/>
              </a:xfrm>
              <a:prstGeom prst="rect">
                <a:avLst/>
              </a:prstGeom>
              <a:blipFill rotWithShape="1">
                <a:blip r:embed="rId12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Box 30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794760" y="5008245"/>
            <a:ext cx="30981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等比级数发散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955403" y="595289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7.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 bwMode="auto">
              <a:xfrm>
                <a:off x="1641470" y="5518519"/>
                <a:ext cx="8081015" cy="1225550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charset="-122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charset="-122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1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常数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𝑝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&gt;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0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1470" y="5518519"/>
                <a:ext cx="8081015" cy="1225550"/>
              </a:xfrm>
              <a:prstGeom prst="rect">
                <a:avLst/>
              </a:prstGeom>
              <a:blipFill rotWithShape="1">
                <a:blip r:embed="rId14"/>
                <a:stretch>
                  <a:fillRect l="-8" t="-30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/>
          <p:cNvSpPr txBox="1">
            <a:spLocks noChangeArrowheads="1"/>
          </p:cNvSpPr>
          <p:nvPr>
            <p:custDataLst>
              <p:tags r:id="rId15"/>
            </p:custDataLst>
          </p:nvPr>
        </p:nvSpPr>
        <p:spPr>
          <a:xfrm>
            <a:off x="8251190" y="8079740"/>
            <a:ext cx="181292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调和级数</a:t>
            </a:r>
            <a:r>
              <a:rPr kumimoji="1" lang="en-US" altLang="zh-CN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,</a:t>
            </a:r>
            <a:endParaRPr kumimoji="1" lang="en-US" altLang="zh-CN" sz="2800" dirty="0">
              <a:solidFill>
                <a:schemeClr val="tx2">
                  <a:lumMod val="50000"/>
                </a:schemeClr>
              </a:soli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27"/>
              <p:cNvSpPr txBox="1"/>
              <p:nvPr>
                <p:custDataLst>
                  <p:tags r:id="rId16"/>
                </p:custDataLst>
              </p:nvPr>
            </p:nvSpPr>
            <p:spPr bwMode="auto">
              <a:xfrm>
                <a:off x="2420620" y="6668135"/>
                <a:ext cx="246443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 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0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𝑝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≤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9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2420620" y="6668135"/>
                <a:ext cx="2464435" cy="469900"/>
              </a:xfrm>
              <a:prstGeom prst="rect">
                <a:avLst/>
              </a:prstGeom>
              <a:blipFill rotWithShape="1">
                <a:blip r:embed="rId18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8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548505" y="6683375"/>
            <a:ext cx="3422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en-US" altLang="zh-CN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p--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级数发散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;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29"/>
              <p:cNvSpPr txBox="1"/>
              <p:nvPr>
                <p:custDataLst>
                  <p:tags r:id="rId20"/>
                </p:custDataLst>
              </p:nvPr>
            </p:nvSpPr>
            <p:spPr bwMode="auto">
              <a:xfrm>
                <a:off x="2411095" y="7230745"/>
                <a:ext cx="176657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   </m:t>
                    </m:r>
                    <m:r>
                      <m:rPr>
                        <m:nor/>
                      </m:rPr>
                      <a:rPr kumimoji="1"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p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&gt;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1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411095" y="7230745"/>
                <a:ext cx="1766570" cy="469900"/>
              </a:xfrm>
              <a:prstGeom prst="rect">
                <a:avLst/>
              </a:prstGeom>
              <a:blipFill rotWithShape="1">
                <a:blip r:embed="rId22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0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618355" y="7261225"/>
            <a:ext cx="30981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en-US" altLang="zh-CN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p--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级数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收敛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>
            <p:custDataLst>
              <p:tags r:id="rId24"/>
            </p:custDataLst>
          </p:nvPr>
        </p:nvSpPr>
        <p:spPr>
          <a:xfrm>
            <a:off x="1361440" y="7839075"/>
            <a:ext cx="419163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i="1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特别的，</a:t>
            </a:r>
            <a:endParaRPr kumimoji="1" lang="zh-CN" altLang="en-US" sz="2800" i="1" dirty="0">
              <a:solidFill>
                <a:schemeClr val="tx2">
                  <a:lumMod val="50000"/>
                </a:schemeClr>
              </a:soli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7"/>
              <p:cNvSpPr txBox="1"/>
              <p:nvPr/>
            </p:nvSpPr>
            <p:spPr bwMode="auto">
              <a:xfrm>
                <a:off x="2763520" y="7771765"/>
                <a:ext cx="5487670" cy="1225550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1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3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𝑛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</m:t>
                      </m:r>
                      <m:r>
                        <a:rPr kumimoji="1" 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4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3520" y="7771765"/>
                <a:ext cx="5487670" cy="122555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10191115" y="8079740"/>
            <a:ext cx="181292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发散</a:t>
            </a:r>
            <a:r>
              <a:rPr kumimoji="1" lang="en-US" altLang="zh-CN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.</a:t>
            </a:r>
            <a:endParaRPr kumimoji="1" lang="en-US" altLang="zh-CN" sz="2800" dirty="0">
              <a:solidFill>
                <a:schemeClr val="tx2">
                  <a:lumMod val="50000"/>
                </a:schemeClr>
              </a:soli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5" name="对象 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7332028" y="4586288"/>
          <a:ext cx="10128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7" imgW="495300" imgH="431800" progId="Equation.DSMT4">
                  <p:embed/>
                </p:oleObj>
              </mc:Choice>
              <mc:Fallback>
                <p:oleObj name="" r:id="rId27" imgW="495300" imgH="431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332028" y="4586288"/>
                        <a:ext cx="1012825" cy="882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9078278" y="4562475"/>
          <a:ext cx="12223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0" imgW="596900" imgH="431800" progId="Equation.DSMT4">
                  <p:embed/>
                </p:oleObj>
              </mc:Choice>
              <mc:Fallback>
                <p:oleObj name="" r:id="rId30" imgW="596900" imgH="4318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078278" y="4562475"/>
                        <a:ext cx="1222375" cy="8842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2"/>
            </p:custDataLst>
          </p:nvPr>
        </p:nvGraphicFramePr>
        <p:xfrm>
          <a:off x="7879715" y="6737033"/>
          <a:ext cx="9842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3" imgW="444500" imgH="431800" progId="Equation.DSMT4">
                  <p:embed/>
                </p:oleObj>
              </mc:Choice>
              <mc:Fallback>
                <p:oleObj name="" r:id="rId33" imgW="444500" imgH="4318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879715" y="6737033"/>
                        <a:ext cx="984250" cy="95408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967278" y="6683058"/>
          <a:ext cx="92868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5" imgW="419100" imgH="520700" progId="Equation.DSMT4">
                  <p:embed/>
                </p:oleObj>
              </mc:Choice>
              <mc:Fallback>
                <p:oleObj name="" r:id="rId35" imgW="419100" imgH="5207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967278" y="6683058"/>
                        <a:ext cx="928687" cy="11525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9" grpId="0"/>
      <p:bldP spid="2" grpId="0" bldLvl="0" animBg="1"/>
      <p:bldP spid="3" grpId="0" bldLvl="0" animBg="1"/>
      <p:bldP spid="4" grpId="0" bldLvl="0" animBg="1"/>
      <p:bldP spid="5" grpId="0"/>
      <p:bldP spid="50" grpId="0"/>
      <p:bldP spid="51" grpId="0"/>
      <p:bldP spid="52" grpId="0" bldLvl="0" animBg="1"/>
      <p:bldP spid="53" grpId="0"/>
      <p:bldP spid="54" grpId="0" bldLvl="0" animBg="1"/>
      <p:bldP spid="55" grpId="0"/>
      <p:bldP spid="6" grpId="0"/>
      <p:bldP spid="7" grpId="0"/>
      <p:bldP spid="8" grpId="0"/>
      <p:bldP spid="9" grpId="0" bldLvl="0" animBg="1"/>
      <p:bldP spid="10" grpId="0"/>
      <p:bldP spid="11" grpId="0" bldLvl="0" animBg="1"/>
      <p:bldP spid="12" grpId="0"/>
      <p:bldP spid="13" grpId="0"/>
      <p:bldP spid="14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84"/>
              <p:cNvSpPr txBox="1">
                <a:spLocks noChangeArrowheads="1"/>
              </p:cNvSpPr>
              <p:nvPr/>
            </p:nvSpPr>
            <p:spPr bwMode="auto">
              <a:xfrm>
                <a:off x="2019172" y="3781713"/>
                <a:ext cx="1981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latin typeface="Cambria Math" panose="02040503050406030204" charset="0"/>
                            <a:ea typeface="黑体" panose="02010609060101010101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 若级数</a:t>
                </a:r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9172" y="3781713"/>
                <a:ext cx="1981200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26" t="-55" r="26" b="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86"/>
              <p:cNvSpPr txBox="1">
                <a:spLocks noChangeArrowheads="1"/>
              </p:cNvSpPr>
              <p:nvPr/>
            </p:nvSpPr>
            <p:spPr bwMode="auto">
              <a:xfrm>
                <a:off x="4771637" y="3784888"/>
                <a:ext cx="106966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收敛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,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6" name="Text 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1637" y="3784888"/>
                <a:ext cx="1069662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23" t="-55" r="53" b="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87"/>
          <p:cNvSpPr txBox="1">
            <a:spLocks noChangeArrowheads="1"/>
          </p:cNvSpPr>
          <p:nvPr/>
        </p:nvSpPr>
        <p:spPr bwMode="auto">
          <a:xfrm>
            <a:off x="5713920" y="3784888"/>
            <a:ext cx="13049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则级数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89"/>
              <p:cNvSpPr txBox="1">
                <a:spLocks noChangeArrowheads="1"/>
              </p:cNvSpPr>
              <p:nvPr/>
            </p:nvSpPr>
            <p:spPr bwMode="auto">
              <a:xfrm>
                <a:off x="7776896" y="3793277"/>
                <a:ext cx="151754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也收敛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8" name="Text 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6896" y="3793277"/>
                <a:ext cx="1517541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3" t="-81" r="38" b="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90"/>
              <p:cNvSpPr txBox="1">
                <a:spLocks noChangeArrowheads="1"/>
              </p:cNvSpPr>
              <p:nvPr/>
            </p:nvSpPr>
            <p:spPr bwMode="auto">
              <a:xfrm>
                <a:off x="2053462" y="5166655"/>
                <a:ext cx="1981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latin typeface="Cambria Math" panose="02040503050406030204" charset="0"/>
                            <a:ea typeface="黑体" panose="02010609060101010101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 若级数</a:t>
                </a:r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9" name="Text 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3462" y="5166655"/>
                <a:ext cx="198120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6" t="-56" r="26" b="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92"/>
              <p:cNvSpPr txBox="1">
                <a:spLocks noChangeArrowheads="1"/>
              </p:cNvSpPr>
              <p:nvPr/>
            </p:nvSpPr>
            <p:spPr bwMode="auto">
              <a:xfrm>
                <a:off x="4770203" y="5161118"/>
                <a:ext cx="130492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发散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,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0" name="Text 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0203" y="5161118"/>
                <a:ext cx="1304925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6" t="-90" r="6" b="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Box 93"/>
          <p:cNvSpPr txBox="1">
            <a:spLocks noChangeArrowheads="1"/>
          </p:cNvSpPr>
          <p:nvPr/>
        </p:nvSpPr>
        <p:spPr bwMode="auto">
          <a:xfrm>
            <a:off x="5719527" y="5161118"/>
            <a:ext cx="12886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则级数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95"/>
              <p:cNvSpPr txBox="1">
                <a:spLocks noChangeArrowheads="1"/>
              </p:cNvSpPr>
              <p:nvPr/>
            </p:nvSpPr>
            <p:spPr bwMode="auto">
              <a:xfrm>
                <a:off x="7780717" y="5161118"/>
                <a:ext cx="161524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也发散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.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7" name="Text 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80717" y="5161118"/>
                <a:ext cx="1615242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4" t="-90" r="31" b="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对象 4"/>
              <p:cNvSpPr txBox="1"/>
              <p:nvPr/>
            </p:nvSpPr>
            <p:spPr>
              <a:xfrm>
                <a:off x="6810884" y="3401598"/>
                <a:ext cx="1124704" cy="123172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9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884" y="3401598"/>
                <a:ext cx="1124704" cy="1231727"/>
              </a:xfrm>
              <a:prstGeom prst="rect">
                <a:avLst/>
              </a:prstGeom>
              <a:blipFill rotWithShape="1">
                <a:blip r:embed="rId7"/>
                <a:stretch>
                  <a:fillRect l="-45" t="-44" r="56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对象 5"/>
              <p:cNvSpPr txBox="1"/>
              <p:nvPr/>
            </p:nvSpPr>
            <p:spPr>
              <a:xfrm>
                <a:off x="3795779" y="4756350"/>
                <a:ext cx="1304924" cy="128110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2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779" y="4756350"/>
                <a:ext cx="1304924" cy="1281105"/>
              </a:xfrm>
              <a:prstGeom prst="rect">
                <a:avLst/>
              </a:prstGeom>
              <a:blipFill rotWithShape="1">
                <a:blip r:embed="rId8"/>
                <a:stretch>
                  <a:fillRect l="-29" t="-16" r="29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对象 6"/>
              <p:cNvSpPr txBox="1"/>
              <p:nvPr/>
            </p:nvSpPr>
            <p:spPr>
              <a:xfrm>
                <a:off x="6790550" y="4784925"/>
                <a:ext cx="1218368" cy="131069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3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550" y="4784925"/>
                <a:ext cx="1218368" cy="1310694"/>
              </a:xfrm>
              <a:prstGeom prst="rect">
                <a:avLst/>
              </a:prstGeom>
              <a:blipFill rotWithShape="1">
                <a:blip r:embed="rId9"/>
                <a:stretch>
                  <a:fillRect l="-41" t="-15" r="2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对象 7"/>
              <p:cNvSpPr txBox="1"/>
              <p:nvPr/>
            </p:nvSpPr>
            <p:spPr>
              <a:xfrm>
                <a:off x="3802464" y="3399529"/>
                <a:ext cx="1304924" cy="130333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4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464" y="3399529"/>
                <a:ext cx="1304924" cy="1303336"/>
              </a:xfrm>
              <a:prstGeom prst="rect">
                <a:avLst/>
              </a:prstGeom>
              <a:blipFill rotWithShape="1">
                <a:blip r:embed="rId10"/>
                <a:stretch>
                  <a:fillRect l="-6" t="-29" r="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686175" y="1975485"/>
            <a:ext cx="9144635" cy="1303020"/>
            <a:chOff x="5499" y="335"/>
            <a:chExt cx="14401" cy="205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9968" y="894"/>
                  <a:ext cx="4091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 dirty="0">
                      <a:latin typeface="黑体" panose="02010609060101010101" charset="-122"/>
                      <a:ea typeface="黑体" panose="02010609060101010101" charset="-122"/>
                    </a:rPr>
                    <a:t>都是正项级数</a:t>
                  </a:r>
                  <a14:m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a14:m>
                  <a:endParaRPr lang="zh-CN" altLang="en-US" sz="2800" dirty="0">
                    <a:latin typeface="黑体" panose="02010609060101010101" charset="-122"/>
                    <a:ea typeface="黑体" panose="02010609060101010101" charset="-122"/>
                  </a:endParaRPr>
                </a:p>
              </p:txBody>
            </p:sp>
          </mc:Choice>
          <mc:Fallback>
            <p:sp>
              <p:nvSpPr>
                <p:cNvPr id="3" name="Text 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68" y="894"/>
                  <a:ext cx="4091" cy="824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 Box 81"/>
            <p:cNvSpPr txBox="1">
              <a:spLocks noChangeArrowheads="1"/>
            </p:cNvSpPr>
            <p:nvPr/>
          </p:nvSpPr>
          <p:spPr bwMode="auto">
            <a:xfrm>
              <a:off x="13562" y="894"/>
              <a:ext cx="1320" cy="8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黑体" panose="02010609060101010101" charset="-122"/>
                  <a:ea typeface="黑体" panose="02010609060101010101" charset="-122"/>
                </a:rPr>
                <a:t>且</a:t>
              </a:r>
              <a:endParaRPr lang="zh-CN" altLang="en-US" sz="2800" i="1" dirty="0">
                <a:latin typeface="黑体" panose="02010609060101010101" charset="-122"/>
                <a:ea typeface="黑体" panose="02010609060101010101" charset="-122"/>
                <a:sym typeface="Symbol" panose="05050102010706020507" pitchFamily="18" charset="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对象 1"/>
                <p:cNvSpPr txBox="1"/>
                <p:nvPr/>
              </p:nvSpPr>
              <p:spPr>
                <a:xfrm>
                  <a:off x="5499" y="335"/>
                  <a:ext cx="5492" cy="205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设</m:t>
                        </m:r>
                        <m:nary>
                          <m:naryPr>
                            <m:chr m:val="∑"/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naryPr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=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和</m:t>
                        </m:r>
                        <m:nary>
                          <m:naryPr>
                            <m:chr m:val="∑"/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naryPr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=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</a:endParaRPr>
                </a:p>
              </p:txBody>
            </p:sp>
          </mc:Choice>
          <mc:Fallback>
            <p:sp>
              <p:nvSpPr>
                <p:cNvPr id="11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" y="335"/>
                  <a:ext cx="5492" cy="2052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对象 8"/>
                <p:cNvSpPr txBox="1"/>
                <p:nvPr/>
              </p:nvSpPr>
              <p:spPr>
                <a:xfrm>
                  <a:off x="14222" y="926"/>
                  <a:ext cx="5679" cy="6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28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≤</m:t>
                        </m:r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</m:sub>
                        </m:sSub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(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𝑛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=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1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, 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2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, …).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</a:endParaRPr>
                </a:p>
              </p:txBody>
            </p:sp>
          </mc:Choice>
          <mc:Fallback>
            <p:sp>
              <p:nvSpPr>
                <p:cNvPr id="16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2" y="926"/>
                  <a:ext cx="5679" cy="68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对象 11"/>
              <p:cNvSpPr txBox="1"/>
              <p:nvPr/>
            </p:nvSpPr>
            <p:spPr>
              <a:xfrm>
                <a:off x="9412280" y="3784584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大收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⇒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小收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6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280" y="3784584"/>
                <a:ext cx="3090235" cy="540000"/>
              </a:xfrm>
              <a:prstGeom prst="rect">
                <a:avLst/>
              </a:prstGeom>
              <a:blipFill rotWithShape="1">
                <a:blip r:embed="rId14"/>
                <a:stretch>
                  <a:fillRect l="-10" t="-11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对象 12"/>
              <p:cNvSpPr txBox="1"/>
              <p:nvPr/>
            </p:nvSpPr>
            <p:spPr>
              <a:xfrm>
                <a:off x="9412280" y="5041361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  <a:sym typeface="+mn-ea"/>
                        </a:rPr>
                        <m:t>小散⇒大散</m:t>
                      </m:r>
                    </m:oMath>
                  </m:oMathPara>
                </a14:m>
                <a:endParaRPr lang="zh-CN" altLang="en-US" sz="2800">
                  <a:latin typeface="Cambria Math" panose="02040503050406030204" charset="0"/>
                  <a:ea typeface="黑体" panose="02010609060101010101" charset="-122"/>
                  <a:sym typeface="+mn-ea"/>
                </a:endParaRPr>
              </a:p>
            </p:txBody>
          </p:sp>
        </mc:Choice>
        <mc:Fallback>
          <p:sp>
            <p:nvSpPr>
              <p:cNvPr id="38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280" y="5041361"/>
                <a:ext cx="3090235" cy="540000"/>
              </a:xfrm>
              <a:prstGeom prst="rect">
                <a:avLst/>
              </a:prstGeom>
              <a:blipFill rotWithShape="1">
                <a:blip r:embed="rId15"/>
                <a:stretch>
                  <a:fillRect l="-10" t="-1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 Box 28"/>
          <p:cNvSpPr txBox="1">
            <a:spLocks noChangeArrowheads="1"/>
          </p:cNvSpPr>
          <p:nvPr/>
        </p:nvSpPr>
        <p:spPr bwMode="auto">
          <a:xfrm>
            <a:off x="1069975" y="2423160"/>
            <a:ext cx="2305685" cy="430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bIns="0">
            <a:spAutoFit/>
          </a:bodyPr>
          <a:lstStyle>
            <a:lvl1pPr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 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Cabin Medium" panose="00000600000000000000" pitchFamily="2" charset="0"/>
                <a:ea typeface="黑体" panose="02010609060101010101" charset="-122"/>
              </a:rPr>
              <a:t>比较审敛法</a:t>
            </a:r>
            <a:endParaRPr lang="zh-CN" altLang="en-US" dirty="0">
              <a:solidFill>
                <a:schemeClr val="tx2">
                  <a:lumMod val="50000"/>
                </a:schemeClr>
              </a:solidFill>
              <a:latin typeface="Cabin Medium" panose="00000600000000000000" pitchFamily="2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4481131" y="6645212"/>
                <a:ext cx="1238250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𝑙𝑛𝑛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131" y="6645212"/>
                <a:ext cx="1238250" cy="1261110"/>
              </a:xfrm>
              <a:prstGeom prst="rect">
                <a:avLst/>
              </a:prstGeom>
              <a:blipFill rotWithShape="1">
                <a:blip r:embed="rId16"/>
                <a:stretch>
                  <a:fillRect l="-46" t="-45" r="-56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2" grpId="0" bldLvl="0" animBg="1"/>
      <p:bldP spid="17" grpId="0" bldLvl="0" animBg="1"/>
      <p:bldP spid="19" grpId="0"/>
      <p:bldP spid="12" grpId="0"/>
      <p:bldP spid="13" grpId="0"/>
      <p:bldP spid="14" grpId="0"/>
      <p:bldP spid="36" grpId="0" bldLvl="0" animBg="1"/>
      <p:bldP spid="38" grpId="0" bldLvl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12"/>
          <p:cNvSpPr txBox="1">
            <a:spLocks noChangeArrowheads="1"/>
          </p:cNvSpPr>
          <p:nvPr/>
        </p:nvSpPr>
        <p:spPr bwMode="auto">
          <a:xfrm>
            <a:off x="12760864" y="1253559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则有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 Box 15"/>
              <p:cNvSpPr txBox="1">
                <a:spLocks noChangeArrowheads="1"/>
              </p:cNvSpPr>
              <p:nvPr/>
            </p:nvSpPr>
            <p:spPr bwMode="auto">
              <a:xfrm>
                <a:off x="5435768" y="2371979"/>
                <a:ext cx="44958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两个级数同时收敛或发散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61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768" y="2371979"/>
                <a:ext cx="4495800" cy="519112"/>
              </a:xfrm>
              <a:prstGeom prst="rect">
                <a:avLst/>
              </a:prstGeom>
              <a:blipFill rotWithShape="1">
                <a:blip r:embed="rId1"/>
                <a:stretch>
                  <a:fillRect l="-4" t="-49" r="4" b="1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/>
        </p:nvGrpSpPr>
        <p:grpSpPr>
          <a:xfrm>
            <a:off x="5161915" y="856615"/>
            <a:ext cx="7672705" cy="1384300"/>
            <a:chOff x="7966" y="6657"/>
            <a:chExt cx="12083" cy="21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Object 6"/>
                <p:cNvSpPr txBox="1"/>
                <p:nvPr/>
              </p:nvSpPr>
              <p:spPr bwMode="auto">
                <a:xfrm>
                  <a:off x="11973" y="6657"/>
                  <a:ext cx="2076" cy="19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𝑛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=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57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973" y="6657"/>
                  <a:ext cx="2076" cy="1937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Object 7"/>
                <p:cNvSpPr txBox="1"/>
                <p:nvPr/>
              </p:nvSpPr>
              <p:spPr bwMode="auto">
                <a:xfrm>
                  <a:off x="14009" y="6657"/>
                  <a:ext cx="1918" cy="21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𝑛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=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58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09" y="6657"/>
                  <a:ext cx="1918" cy="218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Object 9"/>
                <p:cNvSpPr txBox="1"/>
                <p:nvPr/>
              </p:nvSpPr>
              <p:spPr bwMode="auto">
                <a:xfrm>
                  <a:off x="16751" y="7018"/>
                  <a:ext cx="3299" cy="15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 </m:t>
                            </m:r>
                          </m:e>
                        </m:func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𝑙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59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751" y="7018"/>
                  <a:ext cx="3299" cy="1500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 Box 49"/>
            <p:cNvSpPr txBox="1">
              <a:spLocks noChangeArrowheads="1"/>
            </p:cNvSpPr>
            <p:nvPr/>
          </p:nvSpPr>
          <p:spPr bwMode="auto">
            <a:xfrm>
              <a:off x="7966" y="7282"/>
              <a:ext cx="3650" cy="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rPr>
                <a:t>设两正项级数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endParaRPr>
            </a:p>
          </p:txBody>
        </p:sp>
        <p:sp>
          <p:nvSpPr>
            <p:cNvPr id="63" name="Text Box 50"/>
            <p:cNvSpPr txBox="1">
              <a:spLocks noChangeArrowheads="1"/>
            </p:cNvSpPr>
            <p:nvPr/>
          </p:nvSpPr>
          <p:spPr bwMode="auto">
            <a:xfrm>
              <a:off x="15543" y="7282"/>
              <a:ext cx="1410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rPr>
                <a:t>满足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 Box 13"/>
              <p:cNvSpPr txBox="1">
                <a:spLocks noChangeArrowheads="1"/>
              </p:cNvSpPr>
              <p:nvPr/>
            </p:nvSpPr>
            <p:spPr bwMode="auto">
              <a:xfrm>
                <a:off x="1999615" y="2310363"/>
                <a:ext cx="345073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1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zh-CN" altLang="en-US" sz="2800" i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0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𝑙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&lt;∞</m:t>
                    </m:r>
                  </m:oMath>
                </a14:m>
                <a:r>
                  <a:rPr kumimoji="1" lang="en-US" altLang="zh-CN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charset="-122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6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9615" y="2310363"/>
                <a:ext cx="3450730" cy="523220"/>
              </a:xfrm>
              <a:prstGeom prst="rect">
                <a:avLst/>
              </a:prstGeom>
              <a:blipFill rotWithShape="1">
                <a:blip r:embed="rId5"/>
                <a:stretch>
                  <a:fillRect t="-5991" r="4" b="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 Box 28"/>
              <p:cNvSpPr txBox="1">
                <a:spLocks noChangeArrowheads="1"/>
              </p:cNvSpPr>
              <p:nvPr/>
            </p:nvSpPr>
            <p:spPr bwMode="auto">
              <a:xfrm>
                <a:off x="751205" y="1217930"/>
                <a:ext cx="4184015" cy="4305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bIns="0">
                <a:spAutoFit/>
              </a:bodyPr>
              <a:lstStyle>
                <a:lvl1pPr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lvl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zh-CN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  <m:r>
                      <a:rPr lang="zh-CN" altLang="en-US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(</m:t>
                    </m:r>
                  </m:oMath>
                </a14:m>
                <a:r>
                  <a:rPr lang="zh-CN" altLang="en-US" dirty="0">
                    <a:solidFill>
                      <a:schemeClr val="tx2">
                        <a:lumMod val="50000"/>
                      </a:schemeClr>
                    </a:solidFill>
                    <a:latin typeface="Cabin Medium" panose="00000600000000000000" pitchFamily="2" charset="0"/>
                    <a:ea typeface="黑体" panose="02010609060101010101" charset="-122"/>
                  </a:rPr>
                  <a:t>比较审敛法的极限形式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7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1205" y="1217930"/>
                <a:ext cx="4184015" cy="4305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 Box 19"/>
              <p:cNvSpPr txBox="1">
                <a:spLocks noChangeArrowheads="1"/>
              </p:cNvSpPr>
              <p:nvPr/>
            </p:nvSpPr>
            <p:spPr bwMode="auto">
              <a:xfrm>
                <a:off x="1990090" y="3170542"/>
                <a:ext cx="19939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2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𝑙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=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0</m:t>
                    </m:r>
                  </m:oMath>
                </a14:m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charset="-122"/>
                  </a:rPr>
                  <a:t> </a:t>
                </a:r>
                <a:endParaRPr kumimoji="1" lang="en-US" altLang="zh-CN" sz="2800" dirty="0">
                  <a:solidFill>
                    <a:srgbClr val="04926A"/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68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0090" y="3170542"/>
                <a:ext cx="1993900" cy="519113"/>
              </a:xfrm>
              <a:prstGeom prst="rect">
                <a:avLst/>
              </a:prstGeom>
              <a:blipFill rotWithShape="1">
                <a:blip r:embed="rId7"/>
                <a:stretch>
                  <a:fillRect t="-120" b="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Object 21"/>
              <p:cNvSpPr txBox="1"/>
              <p:nvPr/>
            </p:nvSpPr>
            <p:spPr bwMode="auto">
              <a:xfrm>
                <a:off x="3890928" y="2813296"/>
                <a:ext cx="2829862" cy="13166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且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收敛时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69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0928" y="2813296"/>
                <a:ext cx="2829862" cy="1316647"/>
              </a:xfrm>
              <a:prstGeom prst="rect">
                <a:avLst/>
              </a:prstGeom>
              <a:blipFill rotWithShape="1">
                <a:blip r:embed="rId8"/>
                <a:stretch>
                  <a:fillRect l="-10" t="-19" r="21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Object 23"/>
              <p:cNvSpPr txBox="1"/>
              <p:nvPr/>
            </p:nvSpPr>
            <p:spPr bwMode="auto">
              <a:xfrm>
                <a:off x="6562091" y="2813297"/>
                <a:ext cx="2425700" cy="13318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也收敛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0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2091" y="2813297"/>
                <a:ext cx="2425700" cy="1331842"/>
              </a:xfrm>
              <a:prstGeom prst="rect">
                <a:avLst/>
              </a:prstGeom>
              <a:blipFill rotWithShape="1">
                <a:blip r:embed="rId9"/>
                <a:stretch>
                  <a:fillRect t="-19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 Box 24"/>
              <p:cNvSpPr txBox="1">
                <a:spLocks noChangeArrowheads="1"/>
              </p:cNvSpPr>
              <p:nvPr/>
            </p:nvSpPr>
            <p:spPr bwMode="auto">
              <a:xfrm>
                <a:off x="1990090" y="4378158"/>
                <a:ext cx="212713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3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𝑙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=∞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71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0090" y="4378158"/>
                <a:ext cx="2127131" cy="523220"/>
              </a:xfrm>
              <a:prstGeom prst="rect">
                <a:avLst/>
              </a:prstGeom>
              <a:blipFill rotWithShape="1">
                <a:blip r:embed="rId10"/>
                <a:stretch>
                  <a:fillRect t="-89" r="24" b="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Object 26"/>
              <p:cNvSpPr txBox="1"/>
              <p:nvPr/>
            </p:nvSpPr>
            <p:spPr bwMode="auto">
              <a:xfrm>
                <a:off x="3890928" y="4021055"/>
                <a:ext cx="2829863" cy="13265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且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发散时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0928" y="4021055"/>
                <a:ext cx="2829863" cy="1326548"/>
              </a:xfrm>
              <a:prstGeom prst="rect">
                <a:avLst/>
              </a:prstGeom>
              <a:blipFill rotWithShape="1">
                <a:blip r:embed="rId11"/>
                <a:stretch>
                  <a:fillRect l="-10" t="-18" r="21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Object 31"/>
              <p:cNvSpPr txBox="1"/>
              <p:nvPr/>
            </p:nvSpPr>
            <p:spPr bwMode="auto">
              <a:xfrm>
                <a:off x="6475872" y="4018408"/>
                <a:ext cx="2413000" cy="13318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也发散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3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5872" y="4018408"/>
                <a:ext cx="2413000" cy="1331842"/>
              </a:xfrm>
              <a:prstGeom prst="rect">
                <a:avLst/>
              </a:prstGeom>
              <a:blipFill rotWithShape="1">
                <a:blip r:embed="rId12"/>
                <a:stretch>
                  <a:fillRect l="-6" t="-10" r="6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对象 11"/>
              <p:cNvSpPr txBox="1"/>
              <p:nvPr/>
            </p:nvSpPr>
            <p:spPr>
              <a:xfrm>
                <a:off x="9134785" y="3170539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大收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⇒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小收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4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785" y="3170539"/>
                <a:ext cx="3090235" cy="540000"/>
              </a:xfrm>
              <a:prstGeom prst="rect">
                <a:avLst/>
              </a:prstGeom>
              <a:blipFill rotWithShape="1">
                <a:blip r:embed="rId13"/>
                <a:stretch>
                  <a:fillRect l="-10" t="-11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对象 12"/>
              <p:cNvSpPr txBox="1"/>
              <p:nvPr/>
            </p:nvSpPr>
            <p:spPr>
              <a:xfrm>
                <a:off x="9134785" y="4427316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p>
                <a:pPr lvl="0" algn="ctr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  <a:sym typeface="+mn-ea"/>
                        </a:rPr>
                        <m:t>小散⇒大散</m:t>
                      </m:r>
                    </m:oMath>
                  </m:oMathPara>
                </a14:m>
                <a:endParaRPr lang="zh-CN" altLang="en-US" sz="2800">
                  <a:latin typeface="Cambria Math" panose="02040503050406030204" charset="0"/>
                  <a:ea typeface="黑体" panose="02010609060101010101" charset="-122"/>
                  <a:sym typeface="+mn-ea"/>
                </a:endParaRPr>
              </a:p>
            </p:txBody>
          </p:sp>
        </mc:Choice>
        <mc:Fallback>
          <p:sp>
            <p:nvSpPr>
              <p:cNvPr id="75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785" y="4427316"/>
                <a:ext cx="3090235" cy="540000"/>
              </a:xfrm>
              <a:prstGeom prst="rect">
                <a:avLst/>
              </a:prstGeom>
              <a:blipFill rotWithShape="1">
                <a:blip r:embed="rId14"/>
                <a:stretch>
                  <a:fillRect l="-10" t="-1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52" name="文本框 2"/>
          <p:cNvSpPr txBox="1"/>
          <p:nvPr/>
        </p:nvSpPr>
        <p:spPr>
          <a:xfrm>
            <a:off x="1999615" y="5590540"/>
            <a:ext cx="60864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通常用</a:t>
            </a:r>
            <a:r>
              <a:rPr lang="en-US" altLang="zh-CN" sz="2800" b="1" i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lang="zh-CN" altLang="en-US" sz="28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级数和等比级数做比较级数</a:t>
            </a:r>
            <a:endParaRPr lang="zh-CN" altLang="en-US" sz="28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453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24368" y="6649403"/>
          <a:ext cx="135572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5" imgW="596900" imgH="431800" progId="Equation.DSMT4">
                  <p:embed/>
                </p:oleObj>
              </mc:Choice>
              <mc:Fallback>
                <p:oleObj name="" r:id="rId15" imgW="596900" imgH="4318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24368" y="6649403"/>
                        <a:ext cx="1355725" cy="97948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4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29393" y="6727190"/>
          <a:ext cx="1854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7" imgW="889000" imgH="431800" progId="Equation.DSMT4">
                  <p:embed/>
                </p:oleObj>
              </mc:Choice>
              <mc:Fallback>
                <p:oleObj name="" r:id="rId17" imgW="889000" imgH="4318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29393" y="6727190"/>
                        <a:ext cx="1854200" cy="9017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5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32893" y="6773227"/>
          <a:ext cx="2039937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9" imgW="1028700" imgH="431800" progId="Equation.DSMT4">
                  <p:embed/>
                </p:oleObj>
              </mc:Choice>
              <mc:Fallback>
                <p:oleObj name="" r:id="rId19" imgW="1028700" imgH="4318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32893" y="6773227"/>
                        <a:ext cx="2039937" cy="85566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785350" y="6671627"/>
          <a:ext cx="2039938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21" imgW="1028700" imgH="482600" progId="Equation.DSMT4">
                  <p:embed/>
                </p:oleObj>
              </mc:Choice>
              <mc:Fallback>
                <p:oleObj name="" r:id="rId21" imgW="1028700" imgH="4826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785350" y="6671627"/>
                        <a:ext cx="2039938" cy="95726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4" grpId="0"/>
      <p:bldP spid="68" grpId="0"/>
      <p:bldP spid="69" grpId="0" bldLvl="0" animBg="1"/>
      <p:bldP spid="70" grpId="0" bldLvl="0" animBg="1"/>
      <p:bldP spid="71" grpId="0"/>
      <p:bldP spid="72" grpId="0" bldLvl="0" animBg="1"/>
      <p:bldP spid="73" grpId="0" bldLvl="0" animBg="1"/>
      <p:bldP spid="74" grpId="0" bldLvl="0" animBg="1"/>
      <p:bldP spid="75" grpId="0" bldLvl="0" animBg="1"/>
      <p:bldP spid="184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1345214" y="2450328"/>
                <a:ext cx="1134288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latin typeface="Cambria Math" panose="02040503050406030204" charset="0"/>
                            <a:ea typeface="黑体" panose="02010609060101010101" charset="-122"/>
                          </a:rPr>
                          <m:t>1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1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5214" y="2450328"/>
                <a:ext cx="1134288" cy="519112"/>
              </a:xfrm>
              <a:prstGeom prst="rect">
                <a:avLst/>
              </a:prstGeom>
              <a:blipFill rotWithShape="1">
                <a:blip r:embed="rId1"/>
                <a:stretch>
                  <a:fillRect l="-25" t="-96" r="41" b="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9"/>
              <p:cNvSpPr txBox="1">
                <a:spLocks noChangeArrowheads="1"/>
              </p:cNvSpPr>
              <p:nvPr/>
            </p:nvSpPr>
            <p:spPr bwMode="auto">
              <a:xfrm>
                <a:off x="1493804" y="3334565"/>
                <a:ext cx="1134288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latin typeface="Cambria Math" panose="02040503050406030204" charset="0"/>
                            <a:ea typeface="黑体" panose="02010609060101010101" charset="-122"/>
                          </a:rPr>
                          <m:t>3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18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3804" y="3334565"/>
                <a:ext cx="1134288" cy="519112"/>
              </a:xfrm>
              <a:prstGeom prst="rect">
                <a:avLst/>
              </a:prstGeom>
              <a:blipFill rotWithShape="1">
                <a:blip r:embed="rId2"/>
                <a:stretch>
                  <a:fillRect l="-25" t="-35" r="41" b="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247414" y="1370271"/>
            <a:ext cx="46459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设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242852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5"/>
              <p:cNvSpPr txBox="1"/>
              <p:nvPr/>
            </p:nvSpPr>
            <p:spPr bwMode="auto">
              <a:xfrm>
                <a:off x="6758108" y="1005615"/>
                <a:ext cx="1134288" cy="13144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8108" y="1005615"/>
                <a:ext cx="1134288" cy="1314424"/>
              </a:xfrm>
              <a:prstGeom prst="rect">
                <a:avLst/>
              </a:prstGeom>
              <a:blipFill rotWithShape="1">
                <a:blip r:embed="rId4"/>
                <a:stretch>
                  <a:fillRect l="-39" t="-31" r="54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Box 6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811135" y="1374775"/>
                <a:ext cx="3241675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为正项级数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 如果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2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7811135" y="1374775"/>
                <a:ext cx="3241675" cy="521970"/>
              </a:xfrm>
              <a:prstGeom prst="rect">
                <a:avLst/>
              </a:prstGeom>
              <a:blipFill rotWithShape="1">
                <a:blip r:embed="rId7"/>
                <a:stretch>
                  <a:fillRect t="-97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7"/>
              <p:cNvSpPr txBox="1"/>
              <p:nvPr/>
            </p:nvSpPr>
            <p:spPr bwMode="auto">
              <a:xfrm>
                <a:off x="10519872" y="1168748"/>
                <a:ext cx="2455723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19872" y="1168748"/>
                <a:ext cx="2455723" cy="952500"/>
              </a:xfrm>
              <a:prstGeom prst="rect">
                <a:avLst/>
              </a:prstGeom>
              <a:blipFill rotWithShape="1">
                <a:blip r:embed="rId8"/>
                <a:stretch>
                  <a:fillRect l="-19" t="-37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891419" y="1377481"/>
            <a:ext cx="54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则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11"/>
              <p:cNvSpPr txBox="1"/>
              <p:nvPr/>
            </p:nvSpPr>
            <p:spPr bwMode="auto">
              <a:xfrm>
                <a:off x="2309390" y="2427177"/>
                <a:ext cx="1134287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9390" y="2427177"/>
                <a:ext cx="1134287" cy="393700"/>
              </a:xfrm>
              <a:prstGeom prst="rect">
                <a:avLst/>
              </a:prstGeom>
              <a:blipFill rotWithShape="1">
                <a:blip r:embed="rId10"/>
                <a:stretch>
                  <a:fillRect l="-47" t="-53" r="6" b="-199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12"/>
              <p:cNvSpPr txBox="1">
                <a:spLocks noChangeArrowheads="1"/>
              </p:cNvSpPr>
              <p:nvPr/>
            </p:nvSpPr>
            <p:spPr bwMode="auto">
              <a:xfrm>
                <a:off x="5887369" y="2450153"/>
                <a:ext cx="1134288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latin typeface="Cambria Math" panose="02040503050406030204" charset="0"/>
                            <a:ea typeface="黑体" panose="02010609060101010101" charset="-122"/>
                          </a:rPr>
                          <m:t>2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2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87369" y="2450153"/>
                <a:ext cx="1134288" cy="519112"/>
              </a:xfrm>
              <a:prstGeom prst="rect">
                <a:avLst/>
              </a:prstGeom>
              <a:blipFill rotWithShape="1">
                <a:blip r:embed="rId11"/>
                <a:stretch>
                  <a:fillRect l="-25" t="-62" r="41" b="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13"/>
              <p:cNvSpPr txBox="1"/>
              <p:nvPr/>
            </p:nvSpPr>
            <p:spPr bwMode="auto">
              <a:xfrm>
                <a:off x="6851545" y="2418584"/>
                <a:ext cx="1134286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1545" y="2418584"/>
                <a:ext cx="1134286" cy="393700"/>
              </a:xfrm>
              <a:prstGeom prst="rect">
                <a:avLst/>
              </a:prstGeom>
              <a:blipFill rotWithShape="1">
                <a:blip r:embed="rId12"/>
                <a:stretch>
                  <a:fillRect l="-47" t="-128" r="6" b="-198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Box 50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295137" y="2450179"/>
                <a:ext cx="2455723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</a:rPr>
                  <a:t> 级数收敛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28" name="Text Box 5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295137" y="2450179"/>
                <a:ext cx="2455723" cy="519112"/>
              </a:xfrm>
              <a:prstGeom prst="rect">
                <a:avLst/>
              </a:prstGeom>
              <a:blipFill rotWithShape="1">
                <a:blip r:embed="rId15"/>
                <a:stretch>
                  <a:fillRect l="-5" t="-9853" r="12" b="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51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837292" y="245015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或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Box 52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9299795" y="2450153"/>
                <a:ext cx="2455723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 级数发散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30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9299795" y="2450153"/>
                <a:ext cx="2455723" cy="519112"/>
              </a:xfrm>
              <a:prstGeom prst="rect">
                <a:avLst/>
              </a:prstGeom>
              <a:blipFill rotWithShape="1">
                <a:blip r:embed="rId19"/>
                <a:stretch>
                  <a:fillRect l="-9" t="-9848" r="16" b="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53"/>
              <p:cNvSpPr txBox="1"/>
              <p:nvPr/>
            </p:nvSpPr>
            <p:spPr bwMode="auto">
              <a:xfrm>
                <a:off x="8256392" y="2424426"/>
                <a:ext cx="1232374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1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6392" y="2424426"/>
                <a:ext cx="1232374" cy="519112"/>
              </a:xfrm>
              <a:prstGeom prst="rect">
                <a:avLst/>
              </a:prstGeom>
              <a:blipFill rotWithShape="1">
                <a:blip r:embed="rId20"/>
                <a:stretch>
                  <a:fillRect l="-10" t="-122" r="48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Box 46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443728" y="3334565"/>
                <a:ext cx="4778258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  <a:sym typeface="Symbol" panose="05050102010706020507" pitchFamily="18" charset="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  <a:sym typeface="Symbol" panose="05050102010706020507" pitchFamily="18" charset="2"/>
                  </a:rPr>
                  <a:t> 级数可能收敛也可能发散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latin typeface="Cambria Math" panose="02040503050406030204" charset="0"/>
                        <a:ea typeface="黑体" panose="02010609060101010101" charset="-122"/>
                        <a:cs typeface="黑体" panose="02010609060101010101" charset="-122"/>
                      </a:rPr>
                      <m:t>.</m:t>
                    </m:r>
                  </m:oMath>
                </a14:m>
                <a:endParaRPr lang="zh-CN" altLang="en-US" sz="28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32" name="Text Box 4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443728" y="3334565"/>
                <a:ext cx="4778258" cy="519112"/>
              </a:xfrm>
              <a:prstGeom prst="rect">
                <a:avLst/>
              </a:prstGeom>
              <a:blipFill rotWithShape="1">
                <a:blip r:embed="rId23"/>
                <a:stretch>
                  <a:fillRect l="-3" t="-9821" b="9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11"/>
              <p:cNvSpPr txBox="1"/>
              <p:nvPr/>
            </p:nvSpPr>
            <p:spPr bwMode="auto">
              <a:xfrm>
                <a:off x="2457980" y="3309895"/>
                <a:ext cx="1096186" cy="519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7980" y="3309895"/>
                <a:ext cx="1096186" cy="519111"/>
              </a:xfrm>
              <a:prstGeom prst="rect">
                <a:avLst/>
              </a:prstGeom>
              <a:blipFill rotWithShape="1">
                <a:blip r:embed="rId24"/>
                <a:stretch>
                  <a:fillRect l="-48" t="-53" r="6" b="1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 Box 28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925830" y="1388110"/>
                <a:ext cx="6856730" cy="448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bIns="0">
                <a:spAutoFit/>
              </a:bodyPr>
              <a:lstStyle>
                <a:lvl1pPr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lvl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9.</a:t>
                </a:r>
                <a:r>
                  <a:rPr kumimoji="1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</a:t>
                </a:r>
                <a:r>
                  <a:rPr lang="zh-CN" altLang="en-US" dirty="0">
                    <a:solidFill>
                      <a:schemeClr val="tx2">
                        <a:lumMod val="50000"/>
                      </a:schemeClr>
                    </a:solidFill>
                    <a:latin typeface="Cabin Medium" panose="00000600000000000000" pitchFamily="2" charset="0"/>
                    <a:ea typeface="黑体" panose="02010609060101010101" charset="-122"/>
                    <a:cs typeface="Times New Roman" panose="02020603050405020304" pitchFamily="18" charset="0"/>
                  </a:rPr>
                  <a:t>比值审敛法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dirty="0">
                        <a:solidFill>
                          <a:schemeClr val="tx2">
                            <a:lumMod val="50000"/>
                          </a:schemeClr>
                        </a:solidFill>
                        <a:latin typeface="Cabin Medium" panose="00000600000000000000" pitchFamily="2" charset="0"/>
                        <a:ea typeface="黑体" panose="02010609060101010101" charset="-122"/>
                        <a:cs typeface="Times New Roman" panose="02020603050405020304" pitchFamily="18" charset="0"/>
                      </a:rPr>
                      <m:t>达朗贝尔判别法</m:t>
                    </m:r>
                    <m:r>
                      <a:rPr lang="en-US" altLang="zh-CN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7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925830" y="1388110"/>
                <a:ext cx="6856730" cy="448310"/>
              </a:xfrm>
              <a:prstGeom prst="rect">
                <a:avLst/>
              </a:prstGeom>
              <a:blipFill rotWithShape="1">
                <a:blip r:embed="rId27"/>
                <a:stretch>
                  <a:fillRect t="-467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63483" y="4249103"/>
          <a:ext cx="1408112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28" imgW="711200" imgH="444500" progId="Equation.DSMT4">
                  <p:embed/>
                </p:oleObj>
              </mc:Choice>
              <mc:Fallback>
                <p:oleObj name="" r:id="rId28" imgW="711200" imgH="4445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463483" y="4249103"/>
                        <a:ext cx="1408112" cy="881062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78308" y="4296728"/>
          <a:ext cx="13843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0" imgW="698500" imgH="444500" progId="Equation.DSMT4">
                  <p:embed/>
                </p:oleObj>
              </mc:Choice>
              <mc:Fallback>
                <p:oleObj name="" r:id="rId30" imgW="698500" imgH="4445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778308" y="4296728"/>
                        <a:ext cx="1384300" cy="881062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3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74908" y="4249103"/>
          <a:ext cx="115728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2" imgW="584200" imgH="444500" progId="Equation.DSMT4">
                  <p:embed/>
                </p:oleObj>
              </mc:Choice>
              <mc:Fallback>
                <p:oleObj name="" r:id="rId32" imgW="584200" imgH="4445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974908" y="4249103"/>
                        <a:ext cx="1157287" cy="881062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4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58720" y="5520690"/>
          <a:ext cx="27908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34" imgW="1422400" imgH="431800" progId="Equation.DSMT4">
                  <p:embed/>
                </p:oleObj>
              </mc:Choice>
              <mc:Fallback>
                <p:oleObj name="" r:id="rId34" imgW="1422400" imgH="4318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458720" y="5520690"/>
                        <a:ext cx="2790825" cy="8477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0" grpId="0"/>
      <p:bldP spid="21" grpId="0" bldLvl="0" animBg="1"/>
      <p:bldP spid="22" grpId="0"/>
      <p:bldP spid="23" grpId="0" bldLvl="0" animBg="1"/>
      <p:bldP spid="24" grpId="0"/>
      <p:bldP spid="25" grpId="0" bldLvl="0" animBg="1"/>
      <p:bldP spid="26" grpId="0"/>
      <p:bldP spid="27" grpId="0" bldLvl="0" animBg="1"/>
      <p:bldP spid="28" grpId="0"/>
      <p:bldP spid="29" grpId="0"/>
      <p:bldP spid="30" grpId="0"/>
      <p:bldP spid="31" grpId="0" bldLvl="0" animBg="1"/>
      <p:bldP spid="32" grpId="0" bldLvl="0" animBg="1"/>
      <p:bldP spid="33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Box 8"/>
          <p:cNvSpPr txBox="1">
            <a:spLocks noChangeArrowheads="1"/>
          </p:cNvSpPr>
          <p:nvPr/>
        </p:nvSpPr>
        <p:spPr bwMode="auto">
          <a:xfrm>
            <a:off x="1953527" y="2723377"/>
            <a:ext cx="1335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则级数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Object 9"/>
              <p:cNvSpPr txBox="1"/>
              <p:nvPr/>
            </p:nvSpPr>
            <p:spPr bwMode="auto">
              <a:xfrm>
                <a:off x="2839986" y="1695792"/>
                <a:ext cx="5340350" cy="676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    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  (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1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2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, ⋯);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9986" y="1695792"/>
                <a:ext cx="5340350" cy="676275"/>
              </a:xfrm>
              <a:prstGeom prst="rect">
                <a:avLst/>
              </a:prstGeom>
              <a:blipFill rotWithShape="1">
                <a:blip r:embed="rId1"/>
                <a:stretch>
                  <a:fillRect l="-5" t="-51" r="5" b="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Object 10"/>
              <p:cNvSpPr txBox="1"/>
              <p:nvPr/>
            </p:nvSpPr>
            <p:spPr bwMode="auto">
              <a:xfrm>
                <a:off x="7955546" y="1637248"/>
                <a:ext cx="3508375" cy="746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2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   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→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0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55546" y="1637248"/>
                <a:ext cx="3508375" cy="746125"/>
              </a:xfrm>
              <a:prstGeom prst="rect">
                <a:avLst/>
              </a:prstGeom>
              <a:blipFill rotWithShape="1">
                <a:blip r:embed="rId2"/>
                <a:stretch>
                  <a:fillRect l="-8" t="-29" r="8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Object 11"/>
              <p:cNvSpPr txBox="1"/>
              <p:nvPr/>
            </p:nvSpPr>
            <p:spPr bwMode="auto">
              <a:xfrm>
                <a:off x="3085887" y="2330259"/>
                <a:ext cx="2600325" cy="1403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(−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smtClean="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−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1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5887" y="2330259"/>
                <a:ext cx="2600325" cy="1403350"/>
              </a:xfrm>
              <a:prstGeom prst="rect">
                <a:avLst/>
              </a:prstGeom>
              <a:blipFill rotWithShape="1">
                <a:blip r:embed="rId3"/>
                <a:stretch>
                  <a:fillRect l="-16" t="-32" r="16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 Box 12"/>
          <p:cNvSpPr txBox="1">
            <a:spLocks noChangeArrowheads="1"/>
          </p:cNvSpPr>
          <p:nvPr/>
        </p:nvSpPr>
        <p:spPr bwMode="auto">
          <a:xfrm>
            <a:off x="5536835" y="2732902"/>
            <a:ext cx="2743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收敛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.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 Box 28"/>
              <p:cNvSpPr txBox="1">
                <a:spLocks noChangeArrowheads="1"/>
              </p:cNvSpPr>
              <p:nvPr/>
            </p:nvSpPr>
            <p:spPr bwMode="auto">
              <a:xfrm>
                <a:off x="1487805" y="1071245"/>
                <a:ext cx="4460240" cy="431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bIns="0">
                <a:spAutoFit/>
              </a:bodyPr>
              <a:lstStyle>
                <a:lvl1pPr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10.</a:t>
                </a:r>
                <a:r>
                  <a:rPr kumimoji="1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bin Medium" panose="00000600000000000000" pitchFamily="2" charset="0"/>
                            <a:ea typeface="黑体" panose="02010609060101010101" charset="-122"/>
                          </a:rPr>
                          <m:t>莱布尼茨判别法</m:t>
                        </m:r>
                      </m:e>
                    </m:d>
                  </m:oMath>
                </a14:m>
                <a:endParaRPr lang="zh-CN" altLang="en-US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charset="0"/>
                  <a:ea typeface="黑体" panose="0201060906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6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805" y="1071245"/>
                <a:ext cx="4460240" cy="431800"/>
              </a:xfrm>
              <a:prstGeom prst="rect">
                <a:avLst/>
              </a:prstGeom>
              <a:blipFill rotWithShape="1">
                <a:blip r:embed="rId4"/>
                <a:stretch>
                  <a:fillRect t="-67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 Box 28"/>
          <p:cNvSpPr txBox="1">
            <a:spLocks noChangeArrowheads="1"/>
          </p:cNvSpPr>
          <p:nvPr/>
        </p:nvSpPr>
        <p:spPr bwMode="auto">
          <a:xfrm>
            <a:off x="5124397" y="1076062"/>
            <a:ext cx="3335340" cy="431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bIns="0">
            <a:spAutoFit/>
          </a:bodyPr>
          <a:lstStyle>
            <a:lvl1pPr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b="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charset="-122"/>
              </a:rPr>
              <a:t>若交错级数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满足条件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:</a:t>
            </a:r>
            <a:endParaRPr lang="en-US" altLang="zh-CN" b="0" dirty="0">
              <a:solidFill>
                <a:srgbClr val="04926A"/>
              </a:solidFill>
              <a:latin typeface="Cabin Medium" panose="00000600000000000000" pitchFamily="2" charset="0"/>
              <a:ea typeface="黑体" panose="02010609060101010101" charset="-122"/>
            </a:endParaRPr>
          </a:p>
        </p:txBody>
      </p:sp>
      <p:sp>
        <p:nvSpPr>
          <p:cNvPr id="21507" name="标题 23553"/>
          <p:cNvSpPr>
            <a:spLocks noGrp="1"/>
          </p:cNvSpPr>
          <p:nvPr>
            <p:ph type="title"/>
          </p:nvPr>
        </p:nvSpPr>
        <p:spPr>
          <a:xfrm>
            <a:off x="1487805" y="3970655"/>
            <a:ext cx="8305800" cy="685800"/>
          </a:xfrm>
        </p:spPr>
        <p:txBody>
          <a:bodyPr anchor="ctr" anchorCtr="0"/>
          <a:p>
            <a:pPr algn="l"/>
            <a:r>
              <a:rPr lang="zh-CN" altLang="en-US" sz="2800">
                <a:solidFill>
                  <a:schemeClr val="tx1"/>
                </a:solidFill>
                <a:ea typeface="楷体_GB2312" pitchFamily="49" charset="-122"/>
              </a:rPr>
              <a:t>用</a:t>
            </a:r>
            <a:r>
              <a:rPr lang="en-US" altLang="zh-CN" sz="2800">
                <a:ea typeface="楷体_GB2312" pitchFamily="49" charset="-122"/>
              </a:rPr>
              <a:t>Leibnitz </a:t>
            </a:r>
            <a:r>
              <a:rPr lang="zh-CN" altLang="en-US" sz="2800" b="1" dirty="0">
                <a:ea typeface="楷体_GB2312" pitchFamily="49" charset="-122"/>
              </a:rPr>
              <a:t>判别法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判别下列级数的敛散性</a:t>
            </a:r>
            <a:r>
              <a:rPr lang="en-US" altLang="zh-CN" sz="2800">
                <a:solidFill>
                  <a:schemeClr val="tx1"/>
                </a:solidFill>
                <a:ea typeface="楷体_GB2312" pitchFamily="49" charset="-122"/>
              </a:rPr>
              <a:t>:</a:t>
            </a:r>
            <a:endParaRPr lang="en-US" altLang="zh-CN" sz="2800"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233231" y="5313617"/>
                <a:ext cx="1654175" cy="1261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231" y="5313617"/>
                <a:ext cx="1654175" cy="1261110"/>
              </a:xfrm>
              <a:prstGeom prst="rect">
                <a:avLst/>
              </a:prstGeom>
              <a:blipFill rotWithShape="1">
                <a:blip r:embed="rId5"/>
                <a:stretch>
                  <a:fillRect l="-35" t="-45" r="35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749101" y="5440617"/>
                <a:ext cx="1654175" cy="1261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101" y="5440617"/>
                <a:ext cx="1654175" cy="1261110"/>
              </a:xfrm>
              <a:prstGeom prst="rect">
                <a:avLst/>
              </a:prstGeom>
              <a:blipFill rotWithShape="1">
                <a:blip r:embed="rId6"/>
                <a:stretch>
                  <a:fillRect l="-35" t="-45" r="35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582471" y="5440617"/>
                <a:ext cx="1858010" cy="1261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471" y="5440617"/>
                <a:ext cx="1858010" cy="1261110"/>
              </a:xfrm>
              <a:prstGeom prst="rect">
                <a:avLst/>
              </a:prstGeom>
              <a:blipFill rotWithShape="1">
                <a:blip r:embed="rId7"/>
                <a:stretch>
                  <a:fillRect l="-31" t="-45" r="31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23553"/>
          <p:cNvSpPr>
            <a:spLocks noGrp="1"/>
          </p:cNvSpPr>
          <p:nvPr/>
        </p:nvSpPr>
        <p:spPr>
          <a:xfrm>
            <a:off x="1614805" y="7373620"/>
            <a:ext cx="8305800" cy="6858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>
            <a:lvl1pPr algn="l" defTabSz="129667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405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</a:defRPr>
            </a:lvl1pPr>
          </a:lstStyle>
          <a:p>
            <a:pPr algn="l"/>
            <a:r>
              <a:rPr lang="zh-CN" altLang="en-US" sz="2800">
                <a:solidFill>
                  <a:schemeClr val="tx1"/>
                </a:solidFill>
                <a:ea typeface="楷体_GB2312" pitchFamily="49" charset="-122"/>
              </a:rPr>
              <a:t>上述级数收敛是条件收敛还是绝对收敛</a:t>
            </a:r>
            <a:r>
              <a:rPr lang="en-US" altLang="zh-CN" sz="2800">
                <a:solidFill>
                  <a:schemeClr val="tx1"/>
                </a:solidFill>
                <a:ea typeface="楷体_GB2312" pitchFamily="49" charset="-122"/>
              </a:rPr>
              <a:t>?</a:t>
            </a:r>
            <a:endParaRPr lang="en-US" altLang="zh-CN" sz="2800">
              <a:solidFill>
                <a:schemeClr val="tx1"/>
              </a:solidFill>
              <a:ea typeface="楷体_GB2312" pitchFamily="49" charset="-122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 bldLvl="0" animBg="1"/>
      <p:bldP spid="78" grpId="0" bldLvl="0" animBg="1"/>
      <p:bldP spid="79" grpId="0" bldLvl="0" animBg="1"/>
      <p:bldP spid="80" grpId="0"/>
      <p:bldP spid="87" grpId="0" bldLvl="0" animBg="1"/>
      <p:bldP spid="21507" grpId="0"/>
      <p:bldP spid="2" grpId="0"/>
      <p:bldP spid="3" grpId="0"/>
      <p:bldP spid="4" grpId="0"/>
      <p:bldP spid="5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TEMPLATE_SUBCATEGORY" val="0"/>
  <p:tag name="KSO_WM_TEMPLATE_MASTER_TYPE" val="1"/>
  <p:tag name="KSO_WM_TEMPLATE_COLOR_TYPE" val="1"/>
  <p:tag name="KSO_WM_TAG_VERSION" val="1.0"/>
  <p:tag name="KSO_WM_TEMPLATE_THUMBS_INDEX" val="1、4、7、10、13、15、17、18、19、20、22"/>
</p:tagLst>
</file>

<file path=ppt/tags/tag20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SLIDE_LAYOUT" val="a_b"/>
  <p:tag name="KSO_WM_SLIDE_LAYOUT_CNT" val="1_1"/>
  <p:tag name="KSO_WM_TEMPLATE_THUMBS_INDEX" val="1、4、7、10、13、15、17、18、19、20、22"/>
  <p:tag name="KSO_WM_TEMPLATE_MASTER_THUMB_INDEX" val="12"/>
  <p:tag name="KSO_WM_SPECIAL_SOURCE" val="bdnull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0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1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2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23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2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2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26.xml><?xml version="1.0" encoding="utf-8"?>
<p:tagLst xmlns:p="http://schemas.openxmlformats.org/presentationml/2006/main">
  <p:tag name="REFSHAPE" val="503464604"/>
</p:tagLst>
</file>

<file path=ppt/tags/tag227.xml><?xml version="1.0" encoding="utf-8"?>
<p:tagLst xmlns:p="http://schemas.openxmlformats.org/presentationml/2006/main">
  <p:tag name="REFSHAPE" val="503463924"/>
</p:tagLst>
</file>

<file path=ppt/tags/tag228.xml><?xml version="1.0" encoding="utf-8"?>
<p:tagLst xmlns:p="http://schemas.openxmlformats.org/presentationml/2006/main">
  <p:tag name="REFSHAPE" val="503463380"/>
</p:tagLst>
</file>

<file path=ppt/tags/tag229.xml><?xml version="1.0" encoding="utf-8"?>
<p:tagLst xmlns:p="http://schemas.openxmlformats.org/presentationml/2006/main">
  <p:tag name="REFSHAPE" val="503461340"/>
</p:tagLst>
</file>

<file path=ppt/tags/tag230.xml><?xml version="1.0" encoding="utf-8"?>
<p:tagLst xmlns:p="http://schemas.openxmlformats.org/presentationml/2006/main">
  <p:tag name="REFSHAPE" val="503465148"/>
</p:tagLst>
</file>

<file path=ppt/tags/tag231.xml><?xml version="1.0" encoding="utf-8"?>
<p:tagLst xmlns:p="http://schemas.openxmlformats.org/presentationml/2006/main">
  <p:tag name="REFSHAPE" val="503462700"/>
</p:tagLst>
</file>

<file path=ppt/tags/tag232.xml><?xml version="1.0" encoding="utf-8"?>
<p:tagLst xmlns:p="http://schemas.openxmlformats.org/presentationml/2006/main">
  <p:tag name="REFSHAPE" val="503461476"/>
</p:tagLst>
</file>

<file path=ppt/tags/tag233.xml><?xml version="1.0" encoding="utf-8"?>
<p:tagLst xmlns:p="http://schemas.openxmlformats.org/presentationml/2006/main">
  <p:tag name="REFSHAPE" val="503461748"/>
</p:tagLst>
</file>

<file path=ppt/tags/tag234.xml><?xml version="1.0" encoding="utf-8"?>
<p:tagLst xmlns:p="http://schemas.openxmlformats.org/presentationml/2006/main">
  <p:tag name="REFSHAPE" val="503464332"/>
</p:tagLst>
</file>

<file path=ppt/tags/tag235.xml><?xml version="1.0" encoding="utf-8"?>
<p:tagLst xmlns:p="http://schemas.openxmlformats.org/presentationml/2006/main">
  <p:tag name="REFSHAPE" val="503465012"/>
</p:tagLst>
</file>

<file path=ppt/tags/tag236.xml><?xml version="1.0" encoding="utf-8"?>
<p:tagLst xmlns:p="http://schemas.openxmlformats.org/presentationml/2006/main">
  <p:tag name="REFSHAPE" val="503460932"/>
</p:tagLst>
</file>

<file path=ppt/tags/tag237.xml><?xml version="1.0" encoding="utf-8"?>
<p:tagLst xmlns:p="http://schemas.openxmlformats.org/presentationml/2006/main">
  <p:tag name="REFSHAPE" val="503461068"/>
</p:tagLst>
</file>

<file path=ppt/tags/tag238.xml><?xml version="1.0" encoding="utf-8"?>
<p:tagLst xmlns:p="http://schemas.openxmlformats.org/presentationml/2006/main">
  <p:tag name="REFSHAPE" val="503461204"/>
</p:tagLst>
</file>

<file path=ppt/tags/tag239.xml><?xml version="1.0" encoding="utf-8"?>
<p:tagLst xmlns:p="http://schemas.openxmlformats.org/presentationml/2006/main">
  <p:tag name="REFSHAPE" val="503462292"/>
</p:tagLst>
</file>

<file path=ppt/tags/tag240.xml><?xml version="1.0" encoding="utf-8"?>
<p:tagLst xmlns:p="http://schemas.openxmlformats.org/presentationml/2006/main">
  <p:tag name="REFSHAPE" val="503462428"/>
</p:tagLst>
</file>

<file path=ppt/tags/tag241.xml><?xml version="1.0" encoding="utf-8"?>
<p:tagLst xmlns:p="http://schemas.openxmlformats.org/presentationml/2006/main">
  <p:tag name="REFSHAPE" val="503463652"/>
</p:tagLst>
</file>

<file path=ppt/tags/tag242.xml><?xml version="1.0" encoding="utf-8"?>
<p:tagLst xmlns:p="http://schemas.openxmlformats.org/presentationml/2006/main">
  <p:tag name="REFSHAPE" val="503467052"/>
</p:tagLst>
</file>

<file path=ppt/tags/tag243.xml><?xml version="1.0" encoding="utf-8"?>
<p:tagLst xmlns:p="http://schemas.openxmlformats.org/presentationml/2006/main">
  <p:tag name="REFSHAPE" val="503466372"/>
</p:tagLst>
</file>

<file path=ppt/tags/tag244.xml><?xml version="1.0" encoding="utf-8"?>
<p:tagLst xmlns:p="http://schemas.openxmlformats.org/presentationml/2006/main">
  <p:tag name="REFSHAPE" val="503462292"/>
</p:tagLst>
</file>

<file path=ppt/tags/tag245.xml><?xml version="1.0" encoding="utf-8"?>
<p:tagLst xmlns:p="http://schemas.openxmlformats.org/presentationml/2006/main">
  <p:tag name="REFSHAPE" val="503462700"/>
</p:tagLst>
</file>

<file path=ppt/tags/tag246.xml><?xml version="1.0" encoding="utf-8"?>
<p:tagLst xmlns:p="http://schemas.openxmlformats.org/presentationml/2006/main">
  <p:tag name="REFSHAPE" val="503461476"/>
</p:tagLst>
</file>

<file path=ppt/tags/tag247.xml><?xml version="1.0" encoding="utf-8"?>
<p:tagLst xmlns:p="http://schemas.openxmlformats.org/presentationml/2006/main">
  <p:tag name="REFSHAPE" val="503461748"/>
</p:tagLst>
</file>

<file path=ppt/tags/tag248.xml><?xml version="1.0" encoding="utf-8"?>
<p:tagLst xmlns:p="http://schemas.openxmlformats.org/presentationml/2006/main">
  <p:tag name="REFSHAPE" val="503464332"/>
</p:tagLst>
</file>

<file path=ppt/tags/tag24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53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5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59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6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4.xml><?xml version="1.0" encoding="utf-8"?>
<p:tagLst xmlns:p="http://schemas.openxmlformats.org/presentationml/2006/main">
  <p:tag name="REFSHAPE" val="-904067684"/>
</p:tagLst>
</file>

<file path=ppt/tags/tag265.xml><?xml version="1.0" encoding="utf-8"?>
<p:tagLst xmlns:p="http://schemas.openxmlformats.org/presentationml/2006/main">
  <p:tag name="REFSHAPE" val="-904062788"/>
</p:tagLst>
</file>

<file path=ppt/tags/tag266.xml><?xml version="1.0" encoding="utf-8"?>
<p:tagLst xmlns:p="http://schemas.openxmlformats.org/presentationml/2006/main">
  <p:tag name="REFSHAPE" val="-904064012"/>
</p:tagLst>
</file>

<file path=ppt/tags/tag26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7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74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7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7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7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7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7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82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88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89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9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9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3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94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95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96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97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98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99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300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301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302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303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304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305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306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307.xml><?xml version="1.0" encoding="utf-8"?>
<p:tagLst xmlns:p="http://schemas.openxmlformats.org/presentationml/2006/main">
  <p:tag name="KSO_WM_BEAUTIFY_FLAG" val=""/>
  <p:tag name="KSO_WM_DIAGRAM_VIRTUALLY_FRAME" val="{&quot;height&quot;:336.55,&quot;left&quot;:107.2,&quot;top&quot;:347.65,&quot;width&quot;:703.8750393700788}"/>
</p:tagLst>
</file>

<file path=ppt/tags/tag308.xml><?xml version="1.0" encoding="utf-8"?>
<p:tagLst xmlns:p="http://schemas.openxmlformats.org/presentationml/2006/main">
  <p:tag name="KSO_WM_BEAUTIFY_FLAG" val=""/>
  <p:tag name="KSO_WM_DIAGRAM_VIRTUALLY_FRAME" val="{&quot;height&quot;:336.55,&quot;left&quot;:107.2,&quot;top&quot;:347.65,&quot;width&quot;:703.8750393700788}"/>
</p:tagLst>
</file>

<file path=ppt/tags/tag309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31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  <p:tag name="resource_record_key" val="{&quot;13&quot;:[4364942],&quot;65&quot;:[20204973]}"/>
</p:tagLst>
</file>

<file path=ppt/tags/tag31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1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13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14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15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16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17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18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19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20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21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22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23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24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25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32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2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28.xml><?xml version="1.0" encoding="utf-8"?>
<p:tagLst xmlns:p="http://schemas.openxmlformats.org/presentationml/2006/main">
  <p:tag name="COMMONDATA" val="eyJoZGlkIjoiZGVlMWU0ZDMwNTgzY2I5MzA3YTY2MzlkMjY5ZDc1ODMifQ=="/>
</p:tagLst>
</file>

<file path=ppt/theme/theme1.xml><?xml version="1.0" encoding="utf-8"?>
<a:theme xmlns:a="http://schemas.openxmlformats.org/drawingml/2006/main" name="2_Office 主题​​">
  <a:themeElements>
    <a:clrScheme name="2-12-26">
      <a:dk1>
        <a:sysClr val="windowText" lastClr="000000"/>
      </a:dk1>
      <a:lt1>
        <a:sysClr val="window" lastClr="FFFFFF"/>
      </a:lt1>
      <a:dk2>
        <a:srgbClr val="EAF4FD"/>
      </a:dk2>
      <a:lt2>
        <a:srgbClr val="FFFFFF"/>
      </a:lt2>
      <a:accent1>
        <a:srgbClr val="5BAAEB"/>
      </a:accent1>
      <a:accent2>
        <a:srgbClr val="5FB3EB"/>
      </a:accent2>
      <a:accent3>
        <a:srgbClr val="63BBEB"/>
      </a:accent3>
      <a:accent4>
        <a:srgbClr val="68C4EA"/>
      </a:accent4>
      <a:accent5>
        <a:srgbClr val="6CCCEA"/>
      </a:accent5>
      <a:accent6>
        <a:srgbClr val="70D5E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3614</Words>
  <Application>WPS 演示</Application>
  <PresentationFormat>自定义</PresentationFormat>
  <Paragraphs>551</Paragraphs>
  <Slides>26</Slides>
  <Notes>0</Notes>
  <HiddenSlides>2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200</vt:i4>
      </vt:variant>
      <vt:variant>
        <vt:lpstr>幻灯片标题</vt:lpstr>
      </vt:variant>
      <vt:variant>
        <vt:i4>26</vt:i4>
      </vt:variant>
    </vt:vector>
  </HeadingPairs>
  <TitlesOfParts>
    <vt:vector size="244" baseType="lpstr">
      <vt:lpstr>Arial</vt:lpstr>
      <vt:lpstr>宋体</vt:lpstr>
      <vt:lpstr>Wingdings</vt:lpstr>
      <vt:lpstr>微软雅黑</vt:lpstr>
      <vt:lpstr>汉仪旗黑-85S</vt:lpstr>
      <vt:lpstr>黑体</vt:lpstr>
      <vt:lpstr>华文中宋</vt:lpstr>
      <vt:lpstr>Times New Roman</vt:lpstr>
      <vt:lpstr>Arial Unicode MS</vt:lpstr>
      <vt:lpstr>Calibri</vt:lpstr>
      <vt:lpstr>Cambria Math</vt:lpstr>
      <vt:lpstr>MS Mincho</vt:lpstr>
      <vt:lpstr>Symbol</vt:lpstr>
      <vt:lpstr>Cabin Medium</vt:lpstr>
      <vt:lpstr>楷体_GB2312</vt:lpstr>
      <vt:lpstr>新宋体</vt:lpstr>
      <vt:lpstr>Segoe Print</vt:lpstr>
      <vt:lpstr>2_Office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用Leibnitz 判别法判别下列级数的敛散性: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340</cp:revision>
  <dcterms:created xsi:type="dcterms:W3CDTF">2018-03-03T11:57:00Z</dcterms:created>
  <dcterms:modified xsi:type="dcterms:W3CDTF">2025-04-29T00:43:02Z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CC4550651E9741B9825A225E1EDC887C_13</vt:lpwstr>
  </property>
</Properties>
</file>