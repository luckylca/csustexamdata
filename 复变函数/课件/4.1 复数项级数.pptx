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795" r:id="rId3"/>
    <p:sldId id="797" r:id="rId4"/>
    <p:sldId id="411" r:id="rId5"/>
    <p:sldId id="414" r:id="rId6"/>
    <p:sldId id="418" r:id="rId7"/>
    <p:sldId id="706" r:id="rId8"/>
    <p:sldId id="518" r:id="rId9"/>
    <p:sldId id="822" r:id="rId10"/>
    <p:sldId id="746" r:id="rId11"/>
    <p:sldId id="844" r:id="rId12"/>
    <p:sldId id="857" r:id="rId13"/>
    <p:sldId id="858" r:id="rId14"/>
    <p:sldId id="859" r:id="rId15"/>
    <p:sldId id="860" r:id="rId16"/>
    <p:sldId id="861" r:id="rId17"/>
    <p:sldId id="862" r:id="rId18"/>
    <p:sldId id="849" r:id="rId19"/>
    <p:sldId id="615" r:id="rId20"/>
    <p:sldId id="752" r:id="rId21"/>
    <p:sldId id="790" r:id="rId22"/>
    <p:sldId id="755" r:id="rId23"/>
    <p:sldId id="817" r:id="rId24"/>
    <p:sldId id="753" r:id="rId25"/>
    <p:sldId id="870" r:id="rId26"/>
    <p:sldId id="756" r:id="rId27"/>
    <p:sldId id="487" r:id="rId28"/>
    <p:sldId id="863" r:id="rId29"/>
    <p:sldId id="885" r:id="rId30"/>
    <p:sldId id="864" r:id="rId31"/>
    <p:sldId id="865" r:id="rId32"/>
    <p:sldId id="866" r:id="rId33"/>
  </p:sldIdLst>
  <p:sldSz cx="14389100" cy="9719945"/>
  <p:notesSz cx="6858000" cy="9144000"/>
  <p:custDataLst>
    <p:tags r:id="rId3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76" userDrawn="1">
          <p15:clr>
            <a:srgbClr val="A4A3A4"/>
          </p15:clr>
        </p15:guide>
        <p15:guide id="2" pos="432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AAEB"/>
    <a:srgbClr val="66FF33"/>
    <a:srgbClr val="FF33CC"/>
    <a:srgbClr val="FFCC00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9706" autoAdjust="0"/>
    <p:restoredTop sz="94414" autoAdjust="0"/>
  </p:normalViewPr>
  <p:slideViewPr>
    <p:cSldViewPr snapToGrid="0" showGuides="1">
      <p:cViewPr varScale="1">
        <p:scale>
          <a:sx n="55" d="100"/>
          <a:sy n="55" d="100"/>
        </p:scale>
        <p:origin x="-234" y="-96"/>
      </p:cViewPr>
      <p:guideLst>
        <p:guide orient="horz" pos="3176"/>
        <p:guide pos="43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gs" Target="tags/tag355.xml"/><Relationship Id="rId38" Type="http://schemas.openxmlformats.org/officeDocument/2006/relationships/commentAuthors" Target="commentAuthors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notesMaster" Target="notesMasters/notesMaster1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.wmf"/><Relationship Id="rId8" Type="http://schemas.openxmlformats.org/officeDocument/2006/relationships/image" Target="../media/image9.wmf"/><Relationship Id="rId7" Type="http://schemas.openxmlformats.org/officeDocument/2006/relationships/image" Target="../media/image8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4" Type="http://schemas.openxmlformats.org/officeDocument/2006/relationships/image" Target="../media/image15.wmf"/><Relationship Id="rId13" Type="http://schemas.openxmlformats.org/officeDocument/2006/relationships/image" Target="../media/image14.wmf"/><Relationship Id="rId12" Type="http://schemas.openxmlformats.org/officeDocument/2006/relationships/image" Target="../media/image13.wmf"/><Relationship Id="rId11" Type="http://schemas.openxmlformats.org/officeDocument/2006/relationships/image" Target="../media/image12.wmf"/><Relationship Id="rId10" Type="http://schemas.openxmlformats.org/officeDocument/2006/relationships/image" Target="../media/image11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.wmf"/><Relationship Id="rId8" Type="http://schemas.openxmlformats.org/officeDocument/2006/relationships/image" Target="../media/image23.wmf"/><Relationship Id="rId7" Type="http://schemas.openxmlformats.org/officeDocument/2006/relationships/image" Target="../media/image22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5" Type="http://schemas.openxmlformats.org/officeDocument/2006/relationships/image" Target="../media/image30.wmf"/><Relationship Id="rId14" Type="http://schemas.openxmlformats.org/officeDocument/2006/relationships/image" Target="../media/image29.wmf"/><Relationship Id="rId13" Type="http://schemas.openxmlformats.org/officeDocument/2006/relationships/image" Target="../media/image28.wmf"/><Relationship Id="rId12" Type="http://schemas.openxmlformats.org/officeDocument/2006/relationships/image" Target="../media/image27.wmf"/><Relationship Id="rId11" Type="http://schemas.openxmlformats.org/officeDocument/2006/relationships/image" Target="../media/image26.wmf"/><Relationship Id="rId10" Type="http://schemas.openxmlformats.org/officeDocument/2006/relationships/image" Target="../media/image25.wmf"/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37.wmf"/><Relationship Id="rId8" Type="http://schemas.openxmlformats.org/officeDocument/2006/relationships/image" Target="../media/image36.wmf"/><Relationship Id="rId7" Type="http://schemas.openxmlformats.org/officeDocument/2006/relationships/image" Target="../media/image35.wmf"/><Relationship Id="rId6" Type="http://schemas.openxmlformats.org/officeDocument/2006/relationships/image" Target="../media/image34.wmf"/><Relationship Id="rId5" Type="http://schemas.openxmlformats.org/officeDocument/2006/relationships/image" Target="../media/image30.wmf"/><Relationship Id="rId4" Type="http://schemas.openxmlformats.org/officeDocument/2006/relationships/image" Target="../media/image33.wmf"/><Relationship Id="rId3" Type="http://schemas.openxmlformats.org/officeDocument/2006/relationships/image" Target="../media/image32.wmf"/><Relationship Id="rId2" Type="http://schemas.openxmlformats.org/officeDocument/2006/relationships/image" Target="../media/image27.wmf"/><Relationship Id="rId18" Type="http://schemas.openxmlformats.org/officeDocument/2006/relationships/image" Target="../media/image46.wmf"/><Relationship Id="rId17" Type="http://schemas.openxmlformats.org/officeDocument/2006/relationships/image" Target="../media/image45.wmf"/><Relationship Id="rId16" Type="http://schemas.openxmlformats.org/officeDocument/2006/relationships/image" Target="../media/image44.wmf"/><Relationship Id="rId15" Type="http://schemas.openxmlformats.org/officeDocument/2006/relationships/image" Target="../media/image43.wmf"/><Relationship Id="rId14" Type="http://schemas.openxmlformats.org/officeDocument/2006/relationships/image" Target="../media/image42.wmf"/><Relationship Id="rId13" Type="http://schemas.openxmlformats.org/officeDocument/2006/relationships/image" Target="../media/image41.wmf"/><Relationship Id="rId12" Type="http://schemas.openxmlformats.org/officeDocument/2006/relationships/image" Target="../media/image40.wmf"/><Relationship Id="rId11" Type="http://schemas.openxmlformats.org/officeDocument/2006/relationships/image" Target="../media/image39.wmf"/><Relationship Id="rId10" Type="http://schemas.openxmlformats.org/officeDocument/2006/relationships/image" Target="../media/image38.wmf"/><Relationship Id="rId1" Type="http://schemas.openxmlformats.org/officeDocument/2006/relationships/image" Target="../media/image31.w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81.wmf"/><Relationship Id="rId3" Type="http://schemas.openxmlformats.org/officeDocument/2006/relationships/image" Target="../media/image80.wmf"/><Relationship Id="rId2" Type="http://schemas.openxmlformats.org/officeDocument/2006/relationships/image" Target="../media/image79.wmf"/><Relationship Id="rId1" Type="http://schemas.openxmlformats.org/officeDocument/2006/relationships/image" Target="../media/image7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wmf"/><Relationship Id="rId1" Type="http://schemas.openxmlformats.org/officeDocument/2006/relationships/image" Target="../media/image126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3.wmf"/><Relationship Id="rId8" Type="http://schemas.openxmlformats.org/officeDocument/2006/relationships/image" Target="../media/image142.wmf"/><Relationship Id="rId7" Type="http://schemas.openxmlformats.org/officeDocument/2006/relationships/image" Target="../media/image141.wmf"/><Relationship Id="rId6" Type="http://schemas.openxmlformats.org/officeDocument/2006/relationships/image" Target="../media/image140.wmf"/><Relationship Id="rId5" Type="http://schemas.openxmlformats.org/officeDocument/2006/relationships/image" Target="../media/image139.wmf"/><Relationship Id="rId4" Type="http://schemas.openxmlformats.org/officeDocument/2006/relationships/image" Target="../media/image138.wmf"/><Relationship Id="rId3" Type="http://schemas.openxmlformats.org/officeDocument/2006/relationships/image" Target="../media/image137.wmf"/><Relationship Id="rId2" Type="http://schemas.openxmlformats.org/officeDocument/2006/relationships/image" Target="../media/image136.wmf"/><Relationship Id="rId15" Type="http://schemas.openxmlformats.org/officeDocument/2006/relationships/image" Target="../media/image149.wmf"/><Relationship Id="rId14" Type="http://schemas.openxmlformats.org/officeDocument/2006/relationships/image" Target="../media/image148.wmf"/><Relationship Id="rId13" Type="http://schemas.openxmlformats.org/officeDocument/2006/relationships/image" Target="../media/image147.wmf"/><Relationship Id="rId12" Type="http://schemas.openxmlformats.org/officeDocument/2006/relationships/image" Target="../media/image146.wmf"/><Relationship Id="rId11" Type="http://schemas.openxmlformats.org/officeDocument/2006/relationships/image" Target="../media/image145.wmf"/><Relationship Id="rId10" Type="http://schemas.openxmlformats.org/officeDocument/2006/relationships/image" Target="../media/image144.wmf"/><Relationship Id="rId1" Type="http://schemas.openxmlformats.org/officeDocument/2006/relationships/image" Target="../media/image135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7.wmf"/><Relationship Id="rId8" Type="http://schemas.openxmlformats.org/officeDocument/2006/relationships/image" Target="../media/image156.wmf"/><Relationship Id="rId7" Type="http://schemas.openxmlformats.org/officeDocument/2006/relationships/image" Target="../media/image155.wmf"/><Relationship Id="rId6" Type="http://schemas.openxmlformats.org/officeDocument/2006/relationships/image" Target="../media/image154.wmf"/><Relationship Id="rId5" Type="http://schemas.openxmlformats.org/officeDocument/2006/relationships/image" Target="../media/image153.wmf"/><Relationship Id="rId4" Type="http://schemas.openxmlformats.org/officeDocument/2006/relationships/image" Target="../media/image152.wmf"/><Relationship Id="rId3" Type="http://schemas.openxmlformats.org/officeDocument/2006/relationships/image" Target="../media/image143.wmf"/><Relationship Id="rId2" Type="http://schemas.openxmlformats.org/officeDocument/2006/relationships/image" Target="../media/image151.wmf"/><Relationship Id="rId15" Type="http://schemas.openxmlformats.org/officeDocument/2006/relationships/image" Target="../media/image163.wmf"/><Relationship Id="rId14" Type="http://schemas.openxmlformats.org/officeDocument/2006/relationships/image" Target="../media/image162.wmf"/><Relationship Id="rId13" Type="http://schemas.openxmlformats.org/officeDocument/2006/relationships/image" Target="../media/image161.wmf"/><Relationship Id="rId12" Type="http://schemas.openxmlformats.org/officeDocument/2006/relationships/image" Target="../media/image160.wmf"/><Relationship Id="rId11" Type="http://schemas.openxmlformats.org/officeDocument/2006/relationships/image" Target="../media/image159.wmf"/><Relationship Id="rId10" Type="http://schemas.openxmlformats.org/officeDocument/2006/relationships/image" Target="../media/image158.wmf"/><Relationship Id="rId1" Type="http://schemas.openxmlformats.org/officeDocument/2006/relationships/image" Target="../media/image150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1.wmf"/><Relationship Id="rId8" Type="http://schemas.openxmlformats.org/officeDocument/2006/relationships/image" Target="../media/image170.wmf"/><Relationship Id="rId7" Type="http://schemas.openxmlformats.org/officeDocument/2006/relationships/image" Target="../media/image169.wmf"/><Relationship Id="rId6" Type="http://schemas.openxmlformats.org/officeDocument/2006/relationships/image" Target="../media/image158.wmf"/><Relationship Id="rId5" Type="http://schemas.openxmlformats.org/officeDocument/2006/relationships/image" Target="../media/image168.wmf"/><Relationship Id="rId4" Type="http://schemas.openxmlformats.org/officeDocument/2006/relationships/image" Target="../media/image167.wmf"/><Relationship Id="rId3" Type="http://schemas.openxmlformats.org/officeDocument/2006/relationships/image" Target="../media/image166.wmf"/><Relationship Id="rId2" Type="http://schemas.openxmlformats.org/officeDocument/2006/relationships/image" Target="../media/image165.wmf"/><Relationship Id="rId18" Type="http://schemas.openxmlformats.org/officeDocument/2006/relationships/image" Target="../media/image180.wmf"/><Relationship Id="rId17" Type="http://schemas.openxmlformats.org/officeDocument/2006/relationships/image" Target="../media/image179.wmf"/><Relationship Id="rId16" Type="http://schemas.openxmlformats.org/officeDocument/2006/relationships/image" Target="../media/image178.wmf"/><Relationship Id="rId15" Type="http://schemas.openxmlformats.org/officeDocument/2006/relationships/image" Target="../media/image177.wmf"/><Relationship Id="rId14" Type="http://schemas.openxmlformats.org/officeDocument/2006/relationships/image" Target="../media/image176.wmf"/><Relationship Id="rId13" Type="http://schemas.openxmlformats.org/officeDocument/2006/relationships/image" Target="../media/image175.wmf"/><Relationship Id="rId12" Type="http://schemas.openxmlformats.org/officeDocument/2006/relationships/image" Target="../media/image174.wmf"/><Relationship Id="rId11" Type="http://schemas.openxmlformats.org/officeDocument/2006/relationships/image" Target="../media/image173.wmf"/><Relationship Id="rId10" Type="http://schemas.openxmlformats.org/officeDocument/2006/relationships/image" Target="../media/image172.wmf"/><Relationship Id="rId1" Type="http://schemas.openxmlformats.org/officeDocument/2006/relationships/image" Target="../media/image164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0.wmf"/><Relationship Id="rId8" Type="http://schemas.openxmlformats.org/officeDocument/2006/relationships/image" Target="../media/image189.wmf"/><Relationship Id="rId7" Type="http://schemas.openxmlformats.org/officeDocument/2006/relationships/image" Target="../media/image188.wmf"/><Relationship Id="rId6" Type="http://schemas.openxmlformats.org/officeDocument/2006/relationships/image" Target="../media/image187.wmf"/><Relationship Id="rId5" Type="http://schemas.openxmlformats.org/officeDocument/2006/relationships/image" Target="../media/image186.wmf"/><Relationship Id="rId4" Type="http://schemas.openxmlformats.org/officeDocument/2006/relationships/image" Target="../media/image185.wmf"/><Relationship Id="rId3" Type="http://schemas.openxmlformats.org/officeDocument/2006/relationships/image" Target="../media/image184.wmf"/><Relationship Id="rId2" Type="http://schemas.openxmlformats.org/officeDocument/2006/relationships/image" Target="../media/image183.wmf"/><Relationship Id="rId15" Type="http://schemas.openxmlformats.org/officeDocument/2006/relationships/image" Target="../media/image196.wmf"/><Relationship Id="rId14" Type="http://schemas.openxmlformats.org/officeDocument/2006/relationships/image" Target="../media/image195.wmf"/><Relationship Id="rId13" Type="http://schemas.openxmlformats.org/officeDocument/2006/relationships/image" Target="../media/image194.wmf"/><Relationship Id="rId12" Type="http://schemas.openxmlformats.org/officeDocument/2006/relationships/image" Target="../media/image193.wmf"/><Relationship Id="rId11" Type="http://schemas.openxmlformats.org/officeDocument/2006/relationships/image" Target="../media/image192.wmf"/><Relationship Id="rId10" Type="http://schemas.openxmlformats.org/officeDocument/2006/relationships/image" Target="../media/image191.wmf"/><Relationship Id="rId1" Type="http://schemas.openxmlformats.org/officeDocument/2006/relationships/image" Target="../media/image182.wmf"/></Relationships>
</file>

<file path=ppt/drawings/_rels/vmlDrawing10.vml.rels><?xml version="1.0" encoding="UTF-8" standalone="yes"?>
<Relationships xmlns="http://schemas.openxmlformats.org/package/2006/relationships"><Relationship Id="rId5" Type="http://schemas.openxmlformats.org/officeDocument/2006/relationships/image" Target="../media/image201.wmf"/><Relationship Id="rId4" Type="http://schemas.openxmlformats.org/officeDocument/2006/relationships/image" Target="../media/image200.wmf"/><Relationship Id="rId3" Type="http://schemas.openxmlformats.org/officeDocument/2006/relationships/image" Target="../media/image199.wmf"/><Relationship Id="rId2" Type="http://schemas.openxmlformats.org/officeDocument/2006/relationships/image" Target="../media/image198.wmf"/><Relationship Id="rId1" Type="http://schemas.openxmlformats.org/officeDocument/2006/relationships/image" Target="../media/image197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211.wmf"/><Relationship Id="rId8" Type="http://schemas.openxmlformats.org/officeDocument/2006/relationships/image" Target="../media/image210.wmf"/><Relationship Id="rId7" Type="http://schemas.openxmlformats.org/officeDocument/2006/relationships/image" Target="../media/image209.wmf"/><Relationship Id="rId6" Type="http://schemas.openxmlformats.org/officeDocument/2006/relationships/image" Target="../media/image207.wmf"/><Relationship Id="rId5" Type="http://schemas.openxmlformats.org/officeDocument/2006/relationships/image" Target="../media/image206.wmf"/><Relationship Id="rId4" Type="http://schemas.openxmlformats.org/officeDocument/2006/relationships/image" Target="../media/image205.wmf"/><Relationship Id="rId3" Type="http://schemas.openxmlformats.org/officeDocument/2006/relationships/image" Target="../media/image204.wmf"/><Relationship Id="rId2" Type="http://schemas.openxmlformats.org/officeDocument/2006/relationships/image" Target="../media/image203.wmf"/><Relationship Id="rId19" Type="http://schemas.openxmlformats.org/officeDocument/2006/relationships/image" Target="../media/image221.wmf"/><Relationship Id="rId18" Type="http://schemas.openxmlformats.org/officeDocument/2006/relationships/image" Target="../media/image220.wmf"/><Relationship Id="rId17" Type="http://schemas.openxmlformats.org/officeDocument/2006/relationships/image" Target="../media/image219.wmf"/><Relationship Id="rId16" Type="http://schemas.openxmlformats.org/officeDocument/2006/relationships/image" Target="../media/image218.wmf"/><Relationship Id="rId15" Type="http://schemas.openxmlformats.org/officeDocument/2006/relationships/image" Target="../media/image217.wmf"/><Relationship Id="rId14" Type="http://schemas.openxmlformats.org/officeDocument/2006/relationships/image" Target="../media/image216.wmf"/><Relationship Id="rId13" Type="http://schemas.openxmlformats.org/officeDocument/2006/relationships/image" Target="../media/image215.wmf"/><Relationship Id="rId12" Type="http://schemas.openxmlformats.org/officeDocument/2006/relationships/image" Target="../media/image214.wmf"/><Relationship Id="rId11" Type="http://schemas.openxmlformats.org/officeDocument/2006/relationships/image" Target="../media/image213.wmf"/><Relationship Id="rId10" Type="http://schemas.openxmlformats.org/officeDocument/2006/relationships/image" Target="../media/image212.wmf"/><Relationship Id="rId1" Type="http://schemas.openxmlformats.org/officeDocument/2006/relationships/image" Target="../media/image202.wmf"/></Relationships>
</file>

<file path=ppt/drawings/_rels/vmlDrawing12.vml.rels><?xml version="1.0" encoding="UTF-8" standalone="yes"?>
<Relationships xmlns="http://schemas.openxmlformats.org/package/2006/relationships"><Relationship Id="rId7" Type="http://schemas.openxmlformats.org/officeDocument/2006/relationships/image" Target="../media/image221.wmf"/><Relationship Id="rId6" Type="http://schemas.openxmlformats.org/officeDocument/2006/relationships/image" Target="../media/image220.wmf"/><Relationship Id="rId5" Type="http://schemas.openxmlformats.org/officeDocument/2006/relationships/image" Target="../media/image219.wmf"/><Relationship Id="rId4" Type="http://schemas.openxmlformats.org/officeDocument/2006/relationships/image" Target="../media/image218.wmf"/><Relationship Id="rId3" Type="http://schemas.openxmlformats.org/officeDocument/2006/relationships/image" Target="../media/image217.wmf"/><Relationship Id="rId2" Type="http://schemas.openxmlformats.org/officeDocument/2006/relationships/image" Target="../media/image216.wmf"/><Relationship Id="rId1" Type="http://schemas.openxmlformats.org/officeDocument/2006/relationships/image" Target="../media/image215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35.wmf"/><Relationship Id="rId8" Type="http://schemas.openxmlformats.org/officeDocument/2006/relationships/image" Target="../media/image233.wmf"/><Relationship Id="rId7" Type="http://schemas.openxmlformats.org/officeDocument/2006/relationships/image" Target="../media/image232.wmf"/><Relationship Id="rId6" Type="http://schemas.openxmlformats.org/officeDocument/2006/relationships/image" Target="../media/image231.wmf"/><Relationship Id="rId5" Type="http://schemas.openxmlformats.org/officeDocument/2006/relationships/image" Target="../media/image230.wmf"/><Relationship Id="rId4" Type="http://schemas.openxmlformats.org/officeDocument/2006/relationships/image" Target="../media/image229.wmf"/><Relationship Id="rId3" Type="http://schemas.openxmlformats.org/officeDocument/2006/relationships/image" Target="../media/image228.wmf"/><Relationship Id="rId2" Type="http://schemas.openxmlformats.org/officeDocument/2006/relationships/image" Target="../media/image227.wmf"/><Relationship Id="rId11" Type="http://schemas.openxmlformats.org/officeDocument/2006/relationships/image" Target="../media/image237.wmf"/><Relationship Id="rId10" Type="http://schemas.openxmlformats.org/officeDocument/2006/relationships/image" Target="../media/image236.wmf"/><Relationship Id="rId1" Type="http://schemas.openxmlformats.org/officeDocument/2006/relationships/image" Target="../media/image226.w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7.wmf"/><Relationship Id="rId8" Type="http://schemas.openxmlformats.org/officeDocument/2006/relationships/image" Target="../media/image246.wmf"/><Relationship Id="rId7" Type="http://schemas.openxmlformats.org/officeDocument/2006/relationships/image" Target="../media/image245.wmf"/><Relationship Id="rId6" Type="http://schemas.openxmlformats.org/officeDocument/2006/relationships/image" Target="../media/image244.wmf"/><Relationship Id="rId5" Type="http://schemas.openxmlformats.org/officeDocument/2006/relationships/image" Target="../media/image243.wmf"/><Relationship Id="rId4" Type="http://schemas.openxmlformats.org/officeDocument/2006/relationships/image" Target="../media/image242.wmf"/><Relationship Id="rId3" Type="http://schemas.openxmlformats.org/officeDocument/2006/relationships/image" Target="../media/image241.wmf"/><Relationship Id="rId2" Type="http://schemas.openxmlformats.org/officeDocument/2006/relationships/image" Target="../media/image240.wmf"/><Relationship Id="rId12" Type="http://schemas.openxmlformats.org/officeDocument/2006/relationships/image" Target="../media/image250.wmf"/><Relationship Id="rId11" Type="http://schemas.openxmlformats.org/officeDocument/2006/relationships/image" Target="../media/image249.wmf"/><Relationship Id="rId10" Type="http://schemas.openxmlformats.org/officeDocument/2006/relationships/image" Target="../media/image248.wmf"/><Relationship Id="rId1" Type="http://schemas.openxmlformats.org/officeDocument/2006/relationships/image" Target="../media/image239.w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259.wmf"/><Relationship Id="rId8" Type="http://schemas.openxmlformats.org/officeDocument/2006/relationships/image" Target="../media/image258.wmf"/><Relationship Id="rId7" Type="http://schemas.openxmlformats.org/officeDocument/2006/relationships/image" Target="../media/image257.wmf"/><Relationship Id="rId6" Type="http://schemas.openxmlformats.org/officeDocument/2006/relationships/image" Target="../media/image256.wmf"/><Relationship Id="rId5" Type="http://schemas.openxmlformats.org/officeDocument/2006/relationships/image" Target="../media/image255.wmf"/><Relationship Id="rId4" Type="http://schemas.openxmlformats.org/officeDocument/2006/relationships/image" Target="../media/image254.wmf"/><Relationship Id="rId3" Type="http://schemas.openxmlformats.org/officeDocument/2006/relationships/image" Target="../media/image253.wmf"/><Relationship Id="rId2" Type="http://schemas.openxmlformats.org/officeDocument/2006/relationships/image" Target="../media/image252.wmf"/><Relationship Id="rId11" Type="http://schemas.openxmlformats.org/officeDocument/2006/relationships/image" Target="../media/image261.wmf"/><Relationship Id="rId10" Type="http://schemas.openxmlformats.org/officeDocument/2006/relationships/image" Target="../media/image260.wmf"/><Relationship Id="rId1" Type="http://schemas.openxmlformats.org/officeDocument/2006/relationships/image" Target="../media/image25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9DF81B-7435-47FF-810F-104EA4E5F6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4714" y="1143000"/>
            <a:ext cx="456857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5D60B-1BF6-4D2B-AF67-18B93172C66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5" Type="http://schemas.openxmlformats.org/officeDocument/2006/relationships/tags" Target="../tags/tag49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26.xml"/><Relationship Id="rId19" Type="http://schemas.openxmlformats.org/officeDocument/2006/relationships/tags" Target="../tags/tag43.xml"/><Relationship Id="rId18" Type="http://schemas.openxmlformats.org/officeDocument/2006/relationships/tags" Target="../tags/tag42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3" Type="http://schemas.openxmlformats.org/officeDocument/2006/relationships/tags" Target="../tags/tag115.xml"/><Relationship Id="rId22" Type="http://schemas.openxmlformats.org/officeDocument/2006/relationships/tags" Target="../tags/tag114.xml"/><Relationship Id="rId21" Type="http://schemas.openxmlformats.org/officeDocument/2006/relationships/tags" Target="../tags/tag113.xml"/><Relationship Id="rId20" Type="http://schemas.openxmlformats.org/officeDocument/2006/relationships/tags" Target="../tags/tag112.xml"/><Relationship Id="rId2" Type="http://schemas.openxmlformats.org/officeDocument/2006/relationships/tags" Target="../tags/tag94.xml"/><Relationship Id="rId19" Type="http://schemas.openxmlformats.org/officeDocument/2006/relationships/tags" Target="../tags/tag111.xml"/><Relationship Id="rId18" Type="http://schemas.openxmlformats.org/officeDocument/2006/relationships/tags" Target="../tags/tag110.xml"/><Relationship Id="rId17" Type="http://schemas.openxmlformats.org/officeDocument/2006/relationships/tags" Target="../tags/tag109.xml"/><Relationship Id="rId16" Type="http://schemas.openxmlformats.org/officeDocument/2006/relationships/tags" Target="../tags/tag108.xml"/><Relationship Id="rId15" Type="http://schemas.openxmlformats.org/officeDocument/2006/relationships/tags" Target="../tags/tag107.xml"/><Relationship Id="rId14" Type="http://schemas.openxmlformats.org/officeDocument/2006/relationships/tags" Target="../tags/tag106.xml"/><Relationship Id="rId13" Type="http://schemas.openxmlformats.org/officeDocument/2006/relationships/tags" Target="../tags/tag105.xml"/><Relationship Id="rId12" Type="http://schemas.openxmlformats.org/officeDocument/2006/relationships/tags" Target="../tags/tag104.xml"/><Relationship Id="rId11" Type="http://schemas.openxmlformats.org/officeDocument/2006/relationships/tags" Target="../tags/tag103.xml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4" Type="http://schemas.openxmlformats.org/officeDocument/2006/relationships/tags" Target="../tags/tag135.xml"/><Relationship Id="rId13" Type="http://schemas.openxmlformats.org/officeDocument/2006/relationships/tags" Target="../tags/tag134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43.xml"/><Relationship Id="rId8" Type="http://schemas.openxmlformats.org/officeDocument/2006/relationships/tags" Target="../tags/tag142.xml"/><Relationship Id="rId7" Type="http://schemas.openxmlformats.org/officeDocument/2006/relationships/tags" Target="../tags/tag141.xml"/><Relationship Id="rId6" Type="http://schemas.openxmlformats.org/officeDocument/2006/relationships/tags" Target="../tags/tag140.xml"/><Relationship Id="rId5" Type="http://schemas.openxmlformats.org/officeDocument/2006/relationships/tags" Target="../tags/tag139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2" Type="http://schemas.openxmlformats.org/officeDocument/2006/relationships/tags" Target="../tags/tag146.xml"/><Relationship Id="rId11" Type="http://schemas.openxmlformats.org/officeDocument/2006/relationships/tags" Target="../tags/tag145.xml"/><Relationship Id="rId10" Type="http://schemas.openxmlformats.org/officeDocument/2006/relationships/tags" Target="../tags/tag144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54.xml"/><Relationship Id="rId8" Type="http://schemas.openxmlformats.org/officeDocument/2006/relationships/tags" Target="../tags/tag153.xml"/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1" Type="http://schemas.openxmlformats.org/officeDocument/2006/relationships/tags" Target="../tags/tag156.xml"/><Relationship Id="rId10" Type="http://schemas.openxmlformats.org/officeDocument/2006/relationships/tags" Target="../tags/tag155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tags" Target="../tags/tag163.xml"/><Relationship Id="rId7" Type="http://schemas.openxmlformats.org/officeDocument/2006/relationships/tags" Target="../tags/tag162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1" Type="http://schemas.openxmlformats.org/officeDocument/2006/relationships/tags" Target="../tags/tag166.xml"/><Relationship Id="rId10" Type="http://schemas.openxmlformats.org/officeDocument/2006/relationships/tags" Target="../tags/tag165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74.xml"/><Relationship Id="rId8" Type="http://schemas.openxmlformats.org/officeDocument/2006/relationships/tags" Target="../tags/tag173.xml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5" Type="http://schemas.openxmlformats.org/officeDocument/2006/relationships/tags" Target="../tags/tag180.xml"/><Relationship Id="rId14" Type="http://schemas.openxmlformats.org/officeDocument/2006/relationships/tags" Target="../tags/tag179.xml"/><Relationship Id="rId13" Type="http://schemas.openxmlformats.org/officeDocument/2006/relationships/tags" Target="../tags/tag178.xml"/><Relationship Id="rId12" Type="http://schemas.openxmlformats.org/officeDocument/2006/relationships/tags" Target="../tags/tag177.xml"/><Relationship Id="rId11" Type="http://schemas.openxmlformats.org/officeDocument/2006/relationships/tags" Target="../tags/tag176.xml"/><Relationship Id="rId10" Type="http://schemas.openxmlformats.org/officeDocument/2006/relationships/tags" Target="../tags/tag175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88.xml"/><Relationship Id="rId8" Type="http://schemas.openxmlformats.org/officeDocument/2006/relationships/tags" Target="../tags/tag187.xml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5" Type="http://schemas.openxmlformats.org/officeDocument/2006/relationships/tags" Target="../tags/tag194.xml"/><Relationship Id="rId14" Type="http://schemas.openxmlformats.org/officeDocument/2006/relationships/tags" Target="../tags/tag193.xml"/><Relationship Id="rId13" Type="http://schemas.openxmlformats.org/officeDocument/2006/relationships/tags" Target="../tags/tag192.xml"/><Relationship Id="rId12" Type="http://schemas.openxmlformats.org/officeDocument/2006/relationships/tags" Target="../tags/tag191.xml"/><Relationship Id="rId11" Type="http://schemas.openxmlformats.org/officeDocument/2006/relationships/tags" Target="../tags/tag190.xml"/><Relationship Id="rId10" Type="http://schemas.openxmlformats.org/officeDocument/2006/relationships/tags" Target="../tags/tag189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直线连接符 21"/>
          <p:cNvCxnSpPr/>
          <p:nvPr userDrawn="1">
            <p:custDataLst>
              <p:tags r:id="rId2"/>
            </p:custDataLst>
          </p:nvPr>
        </p:nvCxnSpPr>
        <p:spPr>
          <a:xfrm>
            <a:off x="1525811" y="6048610"/>
            <a:ext cx="6070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>
            <p:custDataLst>
              <p:tags r:id="rId3"/>
            </p:custDataLst>
          </p:nvPr>
        </p:nvGrpSpPr>
        <p:grpSpPr>
          <a:xfrm>
            <a:off x="1613866" y="1396859"/>
            <a:ext cx="450808" cy="529152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39" name="矩形 38"/>
            <p:cNvSpPr/>
            <p:nvPr>
              <p:custDataLst>
                <p:tags r:id="rId4"/>
              </p:custDataLst>
            </p:nvPr>
          </p:nvSpPr>
          <p:spPr>
            <a:xfrm>
              <a:off x="1100668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/>
            <p:cNvSpPr/>
            <p:nvPr>
              <p:custDataLst>
                <p:tags r:id="rId5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>
              <p:custDataLst>
                <p:tags r:id="rId6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>
              <p:custDataLst>
                <p:tags r:id="rId7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/>
          <p:cNvGrpSpPr/>
          <p:nvPr userDrawn="1">
            <p:custDataLst>
              <p:tags r:id="rId8"/>
            </p:custDataLst>
          </p:nvPr>
        </p:nvGrpSpPr>
        <p:grpSpPr>
          <a:xfrm>
            <a:off x="6916625" y="-7"/>
            <a:ext cx="7473243" cy="9720061"/>
            <a:chOff x="5860199" y="-5"/>
            <a:chExt cx="6331801" cy="6858005"/>
          </a:xfrm>
        </p:grpSpPr>
        <p:sp>
          <p:nvSpPr>
            <p:cNvPr id="44" name="等腰三角形 43"/>
            <p:cNvSpPr/>
            <p:nvPr>
              <p:custDataLst>
                <p:tags r:id="rId9"/>
              </p:custDataLst>
            </p:nvPr>
          </p:nvSpPr>
          <p:spPr>
            <a:xfrm>
              <a:off x="5860199" y="3429000"/>
              <a:ext cx="2916968" cy="3428999"/>
            </a:xfrm>
            <a:prstGeom prst="triangle">
              <a:avLst>
                <a:gd name="adj" fmla="val 100000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等腰三角形 44"/>
            <p:cNvSpPr/>
            <p:nvPr>
              <p:custDataLst>
                <p:tags r:id="rId10"/>
              </p:custDataLst>
            </p:nvPr>
          </p:nvSpPr>
          <p:spPr>
            <a:xfrm>
              <a:off x="6468332" y="3429000"/>
              <a:ext cx="2916968" cy="3428999"/>
            </a:xfrm>
            <a:prstGeom prst="triangle">
              <a:avLst>
                <a:gd name="adj" fmla="val 100000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46" name="组合 45"/>
            <p:cNvGrpSpPr/>
            <p:nvPr/>
          </p:nvGrpSpPr>
          <p:grpSpPr>
            <a:xfrm>
              <a:off x="6468332" y="0"/>
              <a:ext cx="5723668" cy="6858000"/>
              <a:chOff x="6468332" y="0"/>
              <a:chExt cx="5723668" cy="6858000"/>
            </a:xfrm>
            <a:effectLst>
              <a:outerShdw blurRad="609600" dist="279400" dir="10800000" sx="93000" sy="93000" algn="r" rotWithShape="0">
                <a:schemeClr val="accent1">
                  <a:lumMod val="75000"/>
                  <a:alpha val="40000"/>
                </a:schemeClr>
              </a:outerShdw>
            </a:effectLst>
          </p:grpSpPr>
          <p:sp>
            <p:nvSpPr>
              <p:cNvPr id="53" name="矩形 52"/>
              <p:cNvSpPr/>
              <p:nvPr>
                <p:custDataLst>
                  <p:tags r:id="rId11"/>
                </p:custDataLst>
              </p:nvPr>
            </p:nvSpPr>
            <p:spPr>
              <a:xfrm>
                <a:off x="9385300" y="0"/>
                <a:ext cx="2806700" cy="6858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等腰三角形 53"/>
              <p:cNvSpPr/>
              <p:nvPr>
                <p:custDataLst>
                  <p:tags r:id="rId12"/>
                </p:custDataLst>
              </p:nvPr>
            </p:nvSpPr>
            <p:spPr>
              <a:xfrm rot="10800000">
                <a:off x="6468332" y="0"/>
                <a:ext cx="2916968" cy="6857996"/>
              </a:xfrm>
              <a:prstGeom prst="triangle">
                <a:avLst>
                  <a:gd name="adj" fmla="val 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7634514" y="0"/>
              <a:ext cx="4557486" cy="6858000"/>
              <a:chOff x="6468332" y="0"/>
              <a:chExt cx="4557486" cy="6858000"/>
            </a:xfrm>
            <a:solidFill>
              <a:srgbClr val="5CABEC"/>
            </a:solidFill>
            <a:effectLst>
              <a:outerShdw blurRad="609600" dist="279400" dir="10800000" sx="93000" sy="93000" algn="r" rotWithShape="0">
                <a:schemeClr val="accent1">
                  <a:lumMod val="75000"/>
                  <a:alpha val="40000"/>
                </a:schemeClr>
              </a:outerShdw>
            </a:effectLst>
          </p:grpSpPr>
          <p:sp>
            <p:nvSpPr>
              <p:cNvPr id="51" name="矩形 50"/>
              <p:cNvSpPr/>
              <p:nvPr>
                <p:custDataLst>
                  <p:tags r:id="rId13"/>
                </p:custDataLst>
              </p:nvPr>
            </p:nvSpPr>
            <p:spPr>
              <a:xfrm>
                <a:off x="9385300" y="0"/>
                <a:ext cx="1640518" cy="68580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等腰三角形 51"/>
              <p:cNvSpPr/>
              <p:nvPr>
                <p:custDataLst>
                  <p:tags r:id="rId14"/>
                </p:custDataLst>
              </p:nvPr>
            </p:nvSpPr>
            <p:spPr>
              <a:xfrm rot="10800000">
                <a:off x="6468332" y="0"/>
                <a:ext cx="2916968" cy="6857996"/>
              </a:xfrm>
              <a:prstGeom prst="triangle">
                <a:avLst>
                  <a:gd name="adj" fmla="val 0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8800695" y="-5"/>
              <a:ext cx="3391305" cy="6858001"/>
              <a:chOff x="6468332" y="-5"/>
              <a:chExt cx="3391305" cy="6858001"/>
            </a:xfrm>
            <a:solidFill>
              <a:schemeClr val="accent2"/>
            </a:solidFill>
            <a:effectLst>
              <a:outerShdw blurRad="609600" dist="279400" dir="10800000" sx="93000" sy="93000" algn="r" rotWithShape="0">
                <a:schemeClr val="accent1">
                  <a:lumMod val="75000"/>
                  <a:alpha val="15000"/>
                </a:schemeClr>
              </a:outerShdw>
            </a:effectLst>
          </p:grpSpPr>
          <p:sp>
            <p:nvSpPr>
              <p:cNvPr id="49" name="矩形 48"/>
              <p:cNvSpPr/>
              <p:nvPr>
                <p:custDataLst>
                  <p:tags r:id="rId15"/>
                </p:custDataLst>
              </p:nvPr>
            </p:nvSpPr>
            <p:spPr>
              <a:xfrm>
                <a:off x="9385300" y="-5"/>
                <a:ext cx="474337" cy="68580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>
                <p:custDataLst>
                  <p:tags r:id="rId16"/>
                </p:custDataLst>
              </p:nvPr>
            </p:nvSpPr>
            <p:spPr>
              <a:xfrm rot="10800000">
                <a:off x="6468332" y="0"/>
                <a:ext cx="2916968" cy="6857996"/>
              </a:xfrm>
              <a:prstGeom prst="triangle">
                <a:avLst>
                  <a:gd name="adj" fmla="val 0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7"/>
            </p:custDataLst>
          </p:nvPr>
        </p:nvSpPr>
        <p:spPr>
          <a:xfrm>
            <a:off x="1372460" y="4361176"/>
            <a:ext cx="7929563" cy="1611638"/>
          </a:xfrm>
        </p:spPr>
        <p:txBody>
          <a:bodyPr lIns="90000" tIns="46800" rIns="90000" bIns="46800" anchor="b" anchorCtr="0">
            <a:normAutofit/>
          </a:bodyPr>
          <a:lstStyle>
            <a:lvl1pPr algn="l">
              <a:defRPr sz="7655" b="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8"/>
            </p:custDataLst>
          </p:nvPr>
        </p:nvSpPr>
        <p:spPr>
          <a:xfrm>
            <a:off x="1389590" y="6084374"/>
            <a:ext cx="7929563" cy="898280"/>
          </a:xfrm>
        </p:spPr>
        <p:txBody>
          <a:bodyPr lIns="101600" tIns="38100" rIns="76200" bIns="3810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3965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647700" indent="0" algn="ctr">
              <a:buNone/>
              <a:defRPr sz="2840"/>
            </a:lvl2pPr>
            <a:lvl3pPr marL="1296670" indent="0" algn="ctr">
              <a:buNone/>
              <a:defRPr sz="2550"/>
            </a:lvl3pPr>
            <a:lvl4pPr marL="1943735" indent="0" algn="ctr">
              <a:buNone/>
              <a:defRPr sz="2270"/>
            </a:lvl4pPr>
            <a:lvl5pPr marL="2592070" indent="0" algn="ctr">
              <a:buNone/>
              <a:defRPr sz="2270"/>
            </a:lvl5pPr>
            <a:lvl6pPr marL="3239770" indent="0" algn="ctr">
              <a:buNone/>
              <a:defRPr sz="2270"/>
            </a:lvl6pPr>
            <a:lvl7pPr marL="3888740" indent="0" algn="ctr">
              <a:buNone/>
              <a:defRPr sz="2270"/>
            </a:lvl7pPr>
            <a:lvl8pPr marL="4536440" indent="0" algn="ctr">
              <a:buNone/>
              <a:defRPr sz="2270"/>
            </a:lvl8pPr>
            <a:lvl9pPr marL="5183505" indent="0" algn="ctr">
              <a:buNone/>
              <a:defRPr sz="227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90643" y="628209"/>
            <a:ext cx="12808584" cy="62640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790643" y="1350019"/>
            <a:ext cx="12808584" cy="7637863"/>
          </a:xfrm>
        </p:spPr>
        <p:txBody>
          <a:bodyPr vert="horz" lIns="101600" tIns="0" rIns="82550" bIns="0" rtlCol="0">
            <a:normAutofit/>
          </a:bodyPr>
          <a:lstStyle>
            <a:lvl1pPr marL="323850" marR="0" lvl="0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72185" marR="0" lvl="1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620520" marR="0" lvl="2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2267585" marR="0" lvl="3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915920" marR="0" lvl="4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/>
          <p:cNvSpPr/>
          <p:nvPr userDrawn="1">
            <p:custDataLst>
              <p:tags r:id="rId2"/>
            </p:custDataLst>
          </p:nvPr>
        </p:nvSpPr>
        <p:spPr>
          <a:xfrm rot="10800000" flipV="1">
            <a:off x="4030429" y="4860026"/>
            <a:ext cx="3442814" cy="4860025"/>
          </a:xfrm>
          <a:prstGeom prst="triangle">
            <a:avLst>
              <a:gd name="adj" fmla="val 100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" name="等腰三角形 7"/>
          <p:cNvSpPr/>
          <p:nvPr userDrawn="1">
            <p:custDataLst>
              <p:tags r:id="rId3"/>
            </p:custDataLst>
          </p:nvPr>
        </p:nvSpPr>
        <p:spPr>
          <a:xfrm rot="10800000" flipV="1">
            <a:off x="3312668" y="4860026"/>
            <a:ext cx="3442814" cy="4860025"/>
          </a:xfrm>
          <a:prstGeom prst="triangle">
            <a:avLst>
              <a:gd name="adj" fmla="val 10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 userDrawn="1">
            <p:custDataLst>
              <p:tags r:id="rId4"/>
            </p:custDataLst>
          </p:nvPr>
        </p:nvGrpSpPr>
        <p:grpSpPr>
          <a:xfrm rot="10800000" flipV="1">
            <a:off x="0" y="0"/>
            <a:ext cx="6755481" cy="9720054"/>
            <a:chOff x="6468332" y="0"/>
            <a:chExt cx="5723668" cy="6858000"/>
          </a:xfrm>
          <a:solidFill>
            <a:schemeClr val="accent1">
              <a:lumMod val="60000"/>
              <a:lumOff val="40000"/>
            </a:schemeClr>
          </a:solidFill>
          <a:effectLst>
            <a:outerShdw blurRad="609600" dist="279400" dir="10800000" sx="93000" sy="93000" algn="r" rotWithShape="0">
              <a:schemeClr val="accent1">
                <a:lumMod val="75000"/>
                <a:alpha val="40000"/>
              </a:schemeClr>
            </a:outerShdw>
          </a:effectLst>
        </p:grpSpPr>
        <p:sp>
          <p:nvSpPr>
            <p:cNvPr id="10" name="矩形 9"/>
            <p:cNvSpPr/>
            <p:nvPr>
              <p:custDataLst>
                <p:tags r:id="rId5"/>
              </p:custDataLst>
            </p:nvPr>
          </p:nvSpPr>
          <p:spPr>
            <a:xfrm>
              <a:off x="9385300" y="0"/>
              <a:ext cx="2806700" cy="6858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等腰三角形 10"/>
            <p:cNvSpPr/>
            <p:nvPr>
              <p:custDataLst>
                <p:tags r:id="rId6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2" name="组合 11"/>
          <p:cNvGrpSpPr/>
          <p:nvPr userDrawn="1">
            <p:custDataLst>
              <p:tags r:id="rId7"/>
            </p:custDataLst>
          </p:nvPr>
        </p:nvGrpSpPr>
        <p:grpSpPr>
          <a:xfrm rot="10800000" flipV="1">
            <a:off x="0" y="0"/>
            <a:ext cx="5379070" cy="9720054"/>
            <a:chOff x="6468332" y="0"/>
            <a:chExt cx="4557486" cy="6858000"/>
          </a:xfrm>
          <a:solidFill>
            <a:schemeClr val="accent3">
              <a:lumMod val="60000"/>
              <a:lumOff val="40000"/>
            </a:schemeClr>
          </a:solidFill>
          <a:effectLst>
            <a:outerShdw blurRad="609600" dist="279400" dir="10800000" sx="93000" sy="93000" algn="r" rotWithShape="0">
              <a:schemeClr val="accent1">
                <a:lumMod val="75000"/>
                <a:alpha val="40000"/>
              </a:schemeClr>
            </a:outerShdw>
          </a:effectLst>
        </p:grpSpPr>
        <p:sp>
          <p:nvSpPr>
            <p:cNvPr id="13" name="矩形 12"/>
            <p:cNvSpPr/>
            <p:nvPr>
              <p:custDataLst>
                <p:tags r:id="rId8"/>
              </p:custDataLst>
            </p:nvPr>
          </p:nvSpPr>
          <p:spPr>
            <a:xfrm>
              <a:off x="9385300" y="0"/>
              <a:ext cx="1640518" cy="6858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4" name="等腰三角形 13"/>
            <p:cNvSpPr/>
            <p:nvPr>
              <p:custDataLst>
                <p:tags r:id="rId9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5" name="组合 14"/>
          <p:cNvGrpSpPr/>
          <p:nvPr userDrawn="1">
            <p:custDataLst>
              <p:tags r:id="rId10"/>
            </p:custDataLst>
          </p:nvPr>
        </p:nvGrpSpPr>
        <p:grpSpPr>
          <a:xfrm rot="10800000" flipV="1">
            <a:off x="0" y="-7"/>
            <a:ext cx="4002660" cy="9720055"/>
            <a:chOff x="6468332" y="-5"/>
            <a:chExt cx="3391305" cy="6858001"/>
          </a:xfrm>
          <a:solidFill>
            <a:schemeClr val="accent3">
              <a:lumMod val="60000"/>
              <a:lumOff val="40000"/>
            </a:schemeClr>
          </a:solidFill>
          <a:effectLst>
            <a:outerShdw blurRad="609600" dist="279400" dir="10800000" sx="93000" sy="93000" algn="r" rotWithShape="0">
              <a:schemeClr val="accent1">
                <a:lumMod val="75000"/>
                <a:alpha val="15000"/>
              </a:schemeClr>
            </a:outerShdw>
          </a:effectLst>
        </p:grpSpPr>
        <p:sp>
          <p:nvSpPr>
            <p:cNvPr id="16" name="矩形 15"/>
            <p:cNvSpPr/>
            <p:nvPr>
              <p:custDataLst>
                <p:tags r:id="rId11"/>
              </p:custDataLst>
            </p:nvPr>
          </p:nvSpPr>
          <p:spPr>
            <a:xfrm>
              <a:off x="9385300" y="-5"/>
              <a:ext cx="474337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12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3" name="组合 22"/>
          <p:cNvGrpSpPr/>
          <p:nvPr userDrawn="1">
            <p:custDataLst>
              <p:tags r:id="rId13"/>
            </p:custDataLst>
          </p:nvPr>
        </p:nvGrpSpPr>
        <p:grpSpPr>
          <a:xfrm rot="10800000">
            <a:off x="1703709" y="2313911"/>
            <a:ext cx="574300" cy="674104"/>
            <a:chOff x="1100668" y="795868"/>
            <a:chExt cx="269602" cy="263525"/>
          </a:xfrm>
          <a:solidFill>
            <a:schemeClr val="bg1"/>
          </a:solidFill>
        </p:grpSpPr>
        <p:sp>
          <p:nvSpPr>
            <p:cNvPr id="24" name="矩形 23"/>
            <p:cNvSpPr/>
            <p:nvPr>
              <p:custDataLst>
                <p:tags r:id="rId14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5" name="矩形 24"/>
            <p:cNvSpPr/>
            <p:nvPr>
              <p:custDataLst>
                <p:tags r:id="rId15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6" name="矩形 25"/>
            <p:cNvSpPr/>
            <p:nvPr>
              <p:custDataLst>
                <p:tags r:id="rId16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7" name="组合 26"/>
          <p:cNvGrpSpPr/>
          <p:nvPr userDrawn="1">
            <p:custDataLst>
              <p:tags r:id="rId17"/>
            </p:custDataLst>
          </p:nvPr>
        </p:nvGrpSpPr>
        <p:grpSpPr>
          <a:xfrm>
            <a:off x="12342318" y="7290041"/>
            <a:ext cx="574300" cy="674104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8" name="矩形 27"/>
            <p:cNvSpPr/>
            <p:nvPr>
              <p:custDataLst>
                <p:tags r:id="rId18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19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0" name="矩形 29"/>
            <p:cNvSpPr/>
            <p:nvPr>
              <p:custDataLst>
                <p:tags r:id="rId20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21"/>
            </p:custDataLst>
          </p:nvPr>
        </p:nvSpPr>
        <p:spPr>
          <a:xfrm>
            <a:off x="5406838" y="4444225"/>
            <a:ext cx="6452883" cy="1090552"/>
          </a:xfrm>
        </p:spPr>
        <p:txBody>
          <a:bodyPr lIns="90000" tIns="46800" rIns="90000" bIns="46800" anchor="b" anchorCtr="0">
            <a:normAutofit/>
          </a:bodyPr>
          <a:lstStyle>
            <a:lvl1pPr algn="r">
              <a:defRPr sz="6235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 userDrawn="1">
            <p:ph type="body" idx="1" hasCustomPrompt="1"/>
            <p:custDataLst>
              <p:tags r:id="rId22"/>
            </p:custDataLst>
          </p:nvPr>
        </p:nvSpPr>
        <p:spPr>
          <a:xfrm>
            <a:off x="5406838" y="5609185"/>
            <a:ext cx="6452883" cy="1527861"/>
          </a:xfrm>
        </p:spPr>
        <p:txBody>
          <a:bodyPr lIns="101600" tIns="38100" rIns="76200" bIns="38100">
            <a:normAutofit/>
          </a:bodyPr>
          <a:lstStyle>
            <a:lvl1pPr marL="0" indent="0" algn="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4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47700" indent="0">
              <a:buNone/>
              <a:defRPr sz="2840">
                <a:solidFill>
                  <a:schemeClr val="tx1">
                    <a:tint val="75000"/>
                  </a:schemeClr>
                </a:solidFill>
              </a:defRPr>
            </a:lvl2pPr>
            <a:lvl3pPr marL="1296670" indent="0">
              <a:buNone/>
              <a:defRPr sz="2550">
                <a:solidFill>
                  <a:schemeClr val="tx1">
                    <a:tint val="75000"/>
                  </a:schemeClr>
                </a:solidFill>
              </a:defRPr>
            </a:lvl3pPr>
            <a:lvl4pPr marL="1943735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4pPr>
            <a:lvl5pPr marL="2592070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5pPr>
            <a:lvl6pPr marL="3239770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6pPr>
            <a:lvl7pPr marL="3888740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7pPr>
            <a:lvl8pPr marL="4536440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8pPr>
            <a:lvl9pPr marL="5183505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23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2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2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90643" y="628209"/>
            <a:ext cx="12808584" cy="62640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790699" y="1350019"/>
            <a:ext cx="6235659" cy="7637863"/>
          </a:xfrm>
        </p:spPr>
        <p:txBody>
          <a:bodyPr vert="horz" lIns="101600" tIns="0" rIns="82550" bIns="0" rtlCol="0">
            <a:normAutofit/>
          </a:bodyPr>
          <a:lstStyle>
            <a:lvl1pPr marL="323850" marR="0" lvl="0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72185" marR="0" lvl="1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620520" marR="0" lvl="2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2267585" marR="0" lvl="3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915920" marR="0" lvl="4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7363568" y="1350019"/>
            <a:ext cx="6235659" cy="7637863"/>
          </a:xfrm>
        </p:spPr>
        <p:txBody>
          <a:bodyPr>
            <a:normAutofit/>
          </a:bodyPr>
          <a:lstStyle>
            <a:lvl1pPr>
              <a:defRPr sz="2270"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270"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2270"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2270"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2270"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90643" y="628209"/>
            <a:ext cx="12808584" cy="62640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790699" y="1350019"/>
            <a:ext cx="6235659" cy="540007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84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647700" indent="0">
              <a:buNone/>
              <a:defRPr sz="2840" b="1"/>
            </a:lvl2pPr>
            <a:lvl3pPr marL="1296670" indent="0">
              <a:buNone/>
              <a:defRPr sz="2550" b="1"/>
            </a:lvl3pPr>
            <a:lvl4pPr marL="1943735" indent="0">
              <a:buNone/>
              <a:defRPr sz="2270" b="1"/>
            </a:lvl4pPr>
            <a:lvl5pPr marL="2592070" indent="0">
              <a:buNone/>
              <a:defRPr sz="2270" b="1"/>
            </a:lvl5pPr>
            <a:lvl6pPr marL="3239770" indent="0">
              <a:buNone/>
              <a:defRPr sz="2270" b="1"/>
            </a:lvl6pPr>
            <a:lvl7pPr marL="3888740" indent="0">
              <a:buNone/>
              <a:defRPr sz="2270" b="1"/>
            </a:lvl7pPr>
            <a:lvl8pPr marL="4536440" indent="0">
              <a:buNone/>
              <a:defRPr sz="2270" b="1"/>
            </a:lvl8pPr>
            <a:lvl9pPr marL="5183505" indent="0">
              <a:buNone/>
              <a:defRPr sz="227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790693" y="1993511"/>
            <a:ext cx="6235609" cy="6994176"/>
          </a:xfrm>
        </p:spPr>
        <p:txBody>
          <a:bodyPr vert="horz" lIns="101600" tIns="0" rIns="82550" bIns="0" rtlCol="0">
            <a:normAutofit/>
          </a:bodyPr>
          <a:lstStyle>
            <a:lvl1pPr marL="323850" marR="0" lvl="0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72185" marR="0" lvl="1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620520" marR="0" lvl="2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2267585" marR="0" lvl="3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915920" marR="0" lvl="4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7359877" y="1350019"/>
            <a:ext cx="6235659" cy="540007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84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47700" indent="0">
              <a:buNone/>
              <a:defRPr sz="2840" b="1"/>
            </a:lvl2pPr>
            <a:lvl3pPr marL="1296670" indent="0">
              <a:buNone/>
              <a:defRPr sz="2550" b="1"/>
            </a:lvl3pPr>
            <a:lvl4pPr marL="1943735" indent="0">
              <a:buNone/>
              <a:defRPr sz="2270" b="1"/>
            </a:lvl4pPr>
            <a:lvl5pPr marL="2592070" indent="0">
              <a:buNone/>
              <a:defRPr sz="2270" b="1"/>
            </a:lvl5pPr>
            <a:lvl6pPr marL="3239770" indent="0">
              <a:buNone/>
              <a:defRPr sz="2270" b="1"/>
            </a:lvl6pPr>
            <a:lvl7pPr marL="3888740" indent="0">
              <a:buNone/>
              <a:defRPr sz="2270" b="1"/>
            </a:lvl7pPr>
            <a:lvl8pPr marL="4536440" indent="0">
              <a:buNone/>
              <a:defRPr sz="2270" b="1"/>
            </a:lvl8pPr>
            <a:lvl9pPr marL="5183505" indent="0">
              <a:buNone/>
              <a:defRPr sz="227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7359877" y="1993511"/>
            <a:ext cx="6235659" cy="6994176"/>
          </a:xfrm>
        </p:spPr>
        <p:txBody>
          <a:bodyPr vert="horz" lIns="101600" tIns="0" rIns="82550" bIns="0" rtlCol="0">
            <a:normAutofit/>
          </a:bodyPr>
          <a:lstStyle>
            <a:lvl1pPr marL="323850" marR="0" lvl="0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72185" marR="0" lvl="1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620520" marR="0" lvl="2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2267585" marR="0" lvl="3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915920" marR="0" lvl="4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2"/>
            </p:custDataLst>
          </p:nvPr>
        </p:nvGrpSpPr>
        <p:grpSpPr>
          <a:xfrm>
            <a:off x="-9098" y="-7"/>
            <a:ext cx="14398965" cy="9720061"/>
            <a:chOff x="-7708" y="-5"/>
            <a:chExt cx="12199708" cy="6858005"/>
          </a:xfrm>
        </p:grpSpPr>
        <p:grpSp>
          <p:nvGrpSpPr>
            <p:cNvPr id="7" name="组合 6"/>
            <p:cNvGrpSpPr/>
            <p:nvPr/>
          </p:nvGrpSpPr>
          <p:grpSpPr>
            <a:xfrm>
              <a:off x="-7706" y="-5"/>
              <a:ext cx="1695321" cy="3979334"/>
              <a:chOff x="-7706" y="-5"/>
              <a:chExt cx="1695321" cy="3979334"/>
            </a:xfrm>
          </p:grpSpPr>
          <p:sp>
            <p:nvSpPr>
              <p:cNvPr id="14" name="等腰三角形 13"/>
              <p:cNvSpPr/>
              <p:nvPr>
                <p:custDataLst>
                  <p:tags r:id="rId3"/>
                </p:custDataLst>
              </p:nvPr>
            </p:nvSpPr>
            <p:spPr>
              <a:xfrm rot="10800000" flipH="1">
                <a:off x="-4946" y="0"/>
                <a:ext cx="1692561" cy="3979329"/>
              </a:xfrm>
              <a:prstGeom prst="triangle">
                <a:avLst>
                  <a:gd name="adj" fmla="val 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等腰三角形 14"/>
              <p:cNvSpPr/>
              <p:nvPr>
                <p:custDataLst>
                  <p:tags r:id="rId4"/>
                </p:custDataLst>
              </p:nvPr>
            </p:nvSpPr>
            <p:spPr>
              <a:xfrm rot="10800000" flipH="1">
                <a:off x="-7706" y="-5"/>
                <a:ext cx="1441199" cy="3388360"/>
              </a:xfrm>
              <a:prstGeom prst="triangle">
                <a:avLst>
                  <a:gd name="adj" fmla="val 0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6" name="等腰三角形 15"/>
              <p:cNvSpPr/>
              <p:nvPr>
                <p:custDataLst>
                  <p:tags r:id="rId5"/>
                </p:custDataLst>
              </p:nvPr>
            </p:nvSpPr>
            <p:spPr>
              <a:xfrm rot="10800000" flipH="1">
                <a:off x="0" y="-1"/>
                <a:ext cx="1137920" cy="2675329"/>
              </a:xfrm>
              <a:prstGeom prst="triangle">
                <a:avLst>
                  <a:gd name="adj" fmla="val 0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10710334" y="3374500"/>
              <a:ext cx="1481666" cy="3483500"/>
              <a:chOff x="10710334" y="3374500"/>
              <a:chExt cx="1481666" cy="3483500"/>
            </a:xfrm>
          </p:grpSpPr>
          <p:sp>
            <p:nvSpPr>
              <p:cNvPr id="12" name="等腰三角形 11"/>
              <p:cNvSpPr/>
              <p:nvPr>
                <p:custDataLst>
                  <p:tags r:id="rId6"/>
                </p:custDataLst>
              </p:nvPr>
            </p:nvSpPr>
            <p:spPr>
              <a:xfrm flipH="1">
                <a:off x="10710334" y="3374500"/>
                <a:ext cx="1481666" cy="3483500"/>
              </a:xfrm>
              <a:prstGeom prst="triangle">
                <a:avLst>
                  <a:gd name="adj" fmla="val 0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406400" dist="38100" dir="10800000" sx="93000" sy="93000" algn="r" rotWithShape="0">
                  <a:schemeClr val="accent1">
                    <a:lumMod val="75000"/>
                    <a:alpha val="28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3" name="等腰三角形 12"/>
              <p:cNvSpPr/>
              <p:nvPr>
                <p:custDataLst>
                  <p:tags r:id="rId7"/>
                </p:custDataLst>
              </p:nvPr>
            </p:nvSpPr>
            <p:spPr>
              <a:xfrm flipH="1">
                <a:off x="11201399" y="4529029"/>
                <a:ext cx="990600" cy="2328970"/>
              </a:xfrm>
              <a:prstGeom prst="triangle">
                <a:avLst>
                  <a:gd name="adj" fmla="val 0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-7708" y="6149280"/>
              <a:ext cx="2410683" cy="708720"/>
              <a:chOff x="-7708" y="6149280"/>
              <a:chExt cx="2410683" cy="708720"/>
            </a:xfrm>
          </p:grpSpPr>
          <p:sp>
            <p:nvSpPr>
              <p:cNvPr id="10" name="等腰三角形 9"/>
              <p:cNvSpPr/>
              <p:nvPr>
                <p:custDataLst>
                  <p:tags r:id="rId8"/>
                </p:custDataLst>
              </p:nvPr>
            </p:nvSpPr>
            <p:spPr>
              <a:xfrm rot="5400000" flipH="1">
                <a:off x="843274" y="5298298"/>
                <a:ext cx="708720" cy="2410683"/>
              </a:xfrm>
              <a:prstGeom prst="triangle">
                <a:avLst>
                  <a:gd name="adj" fmla="val 0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228600" dist="38100" dir="16200000" rotWithShape="0">
                  <a:schemeClr val="accent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1" name="等腰三角形 10"/>
              <p:cNvSpPr/>
              <p:nvPr>
                <p:custDataLst>
                  <p:tags r:id="rId9"/>
                </p:custDataLst>
              </p:nvPr>
            </p:nvSpPr>
            <p:spPr>
              <a:xfrm rot="5400000" flipH="1">
                <a:off x="478765" y="5670515"/>
                <a:ext cx="708720" cy="1666249"/>
              </a:xfrm>
              <a:prstGeom prst="triangle">
                <a:avLst>
                  <a:gd name="adj" fmla="val 0"/>
                </a:avLst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648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9" tIns="45724" rIns="91449" bIns="45724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/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90699" y="628209"/>
            <a:ext cx="12808584" cy="62640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790699" y="1350019"/>
            <a:ext cx="6235659" cy="7637863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72185" marR="0" lvl="1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620520" marR="0" lvl="2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2267585" marR="0" lvl="3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915920" marR="0" lvl="4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363624" y="1350019"/>
            <a:ext cx="6235659" cy="7637863"/>
          </a:xfrm>
        </p:spPr>
        <p:txBody>
          <a:bodyPr vert="horz" lIns="101600" tIns="0" rIns="82550" bIns="0" rtlCol="0">
            <a:normAutofit/>
          </a:bodyPr>
          <a:lstStyle>
            <a:lvl1pPr marL="323850" marR="0" lvl="0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2476807" y="1350019"/>
            <a:ext cx="1122419" cy="7637863"/>
          </a:xfrm>
        </p:spPr>
        <p:txBody>
          <a:bodyPr vert="eaVert" lIns="101600" tIns="38100" rIns="76200" bIns="381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790693" y="1350008"/>
            <a:ext cx="11599826" cy="7637863"/>
          </a:xfrm>
        </p:spPr>
        <p:txBody>
          <a:bodyPr vert="eaVert">
            <a:normAutofit/>
          </a:bodyPr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790699" y="1350019"/>
            <a:ext cx="12808584" cy="7637863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/>
          <p:cNvSpPr/>
          <p:nvPr userDrawn="1">
            <p:custDataLst>
              <p:tags r:id="rId2"/>
            </p:custDataLst>
          </p:nvPr>
        </p:nvSpPr>
        <p:spPr>
          <a:xfrm rot="10800000" flipV="1">
            <a:off x="-5115" y="5730759"/>
            <a:ext cx="2825992" cy="3989294"/>
          </a:xfrm>
          <a:prstGeom prst="triangle">
            <a:avLst>
              <a:gd name="adj" fmla="val 100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等腰三角形 6"/>
          <p:cNvSpPr/>
          <p:nvPr userDrawn="1">
            <p:custDataLst>
              <p:tags r:id="rId3"/>
            </p:custDataLst>
          </p:nvPr>
        </p:nvSpPr>
        <p:spPr>
          <a:xfrm rot="10800000" flipV="1">
            <a:off x="-1" y="6228034"/>
            <a:ext cx="2473725" cy="3492019"/>
          </a:xfrm>
          <a:prstGeom prst="triangle">
            <a:avLst>
              <a:gd name="adj" fmla="val 100000"/>
            </a:avLst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64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4"/>
            </p:custDataLst>
          </p:nvPr>
        </p:nvGrpSpPr>
        <p:grpSpPr>
          <a:xfrm rot="10800000" flipV="1">
            <a:off x="1" y="0"/>
            <a:ext cx="4089836" cy="9720054"/>
            <a:chOff x="6468332" y="0"/>
            <a:chExt cx="3465166" cy="6858000"/>
          </a:xfrm>
          <a:effectLst>
            <a:outerShdw blurRad="609600" dist="279400" dir="10800000" sx="93000" sy="93000" algn="r" rotWithShape="0">
              <a:schemeClr val="accent1">
                <a:lumMod val="75000"/>
                <a:alpha val="40000"/>
              </a:schemeClr>
            </a:outerShdw>
          </a:effectLst>
        </p:grpSpPr>
        <p:sp>
          <p:nvSpPr>
            <p:cNvPr id="9" name="矩形 8"/>
            <p:cNvSpPr/>
            <p:nvPr>
              <p:custDataLst>
                <p:tags r:id="rId5"/>
              </p:custDataLst>
            </p:nvPr>
          </p:nvSpPr>
          <p:spPr>
            <a:xfrm>
              <a:off x="9385300" y="0"/>
              <a:ext cx="54819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0" name="等腰三角形 9"/>
            <p:cNvSpPr/>
            <p:nvPr>
              <p:custDataLst>
                <p:tags r:id="rId6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1" name="等腰三角形 10"/>
          <p:cNvSpPr/>
          <p:nvPr userDrawn="1">
            <p:custDataLst>
              <p:tags r:id="rId7"/>
            </p:custDataLst>
          </p:nvPr>
        </p:nvSpPr>
        <p:spPr>
          <a:xfrm flipV="1">
            <a:off x="0" y="0"/>
            <a:ext cx="3442814" cy="9720048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2" name="等腰三角形 11"/>
          <p:cNvSpPr/>
          <p:nvPr userDrawn="1">
            <p:custDataLst>
              <p:tags r:id="rId8"/>
            </p:custDataLst>
          </p:nvPr>
        </p:nvSpPr>
        <p:spPr>
          <a:xfrm flipV="1">
            <a:off x="0" y="0"/>
            <a:ext cx="2820877" cy="7964144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 userDrawn="1">
            <p:custDataLst>
              <p:tags r:id="rId9"/>
            </p:custDataLst>
          </p:nvPr>
        </p:nvGrpSpPr>
        <p:grpSpPr>
          <a:xfrm rot="10800000">
            <a:off x="1703709" y="2313911"/>
            <a:ext cx="574300" cy="674104"/>
            <a:chOff x="1100668" y="795868"/>
            <a:chExt cx="269602" cy="263525"/>
          </a:xfrm>
          <a:solidFill>
            <a:schemeClr val="bg1"/>
          </a:solidFill>
        </p:grpSpPr>
        <p:sp>
          <p:nvSpPr>
            <p:cNvPr id="14" name="矩形 13"/>
            <p:cNvSpPr/>
            <p:nvPr>
              <p:custDataLst>
                <p:tags r:id="rId10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11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2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7" name="组合 16"/>
          <p:cNvGrpSpPr/>
          <p:nvPr userDrawn="1">
            <p:custDataLst>
              <p:tags r:id="rId13"/>
            </p:custDataLst>
          </p:nvPr>
        </p:nvGrpSpPr>
        <p:grpSpPr>
          <a:xfrm>
            <a:off x="12342318" y="7290041"/>
            <a:ext cx="574300" cy="674104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8" name="矩形 17"/>
            <p:cNvSpPr/>
            <p:nvPr>
              <p:custDataLst>
                <p:tags r:id="rId14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9" name="矩形 18"/>
            <p:cNvSpPr/>
            <p:nvPr>
              <p:custDataLst>
                <p:tags r:id="rId15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0" name="矩形 19"/>
            <p:cNvSpPr/>
            <p:nvPr>
              <p:custDataLst>
                <p:tags r:id="rId16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24" name="直接连接符 23"/>
          <p:cNvCxnSpPr/>
          <p:nvPr userDrawn="1">
            <p:custDataLst>
              <p:tags r:id="rId17"/>
            </p:custDataLst>
          </p:nvPr>
        </p:nvCxnSpPr>
        <p:spPr>
          <a:xfrm>
            <a:off x="3972763" y="5690732"/>
            <a:ext cx="660285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8"/>
            </p:custDataLst>
          </p:nvPr>
        </p:nvSpPr>
        <p:spPr>
          <a:xfrm>
            <a:off x="3808538" y="4131034"/>
            <a:ext cx="7523484" cy="1506025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7655" b="0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13" hasCustomPrompt="1"/>
            <p:custDataLst>
              <p:tags r:id="rId22"/>
            </p:custDataLst>
          </p:nvPr>
        </p:nvSpPr>
        <p:spPr>
          <a:xfrm>
            <a:off x="3809193" y="5730783"/>
            <a:ext cx="7523445" cy="1377007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3405"/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4" hasCustomPrompt="1"/>
            <p:custDataLst>
              <p:tags r:id="rId23"/>
            </p:custDataLst>
          </p:nvPr>
        </p:nvSpPr>
        <p:spPr>
          <a:xfrm>
            <a:off x="3808538" y="2892710"/>
            <a:ext cx="3931154" cy="1156695"/>
          </a:xfrm>
        </p:spPr>
        <p:txBody>
          <a:bodyPr lIns="90000" tIns="46800" rIns="90000" anchor="b" anchorCtr="0">
            <a:normAutofit/>
          </a:bodyPr>
          <a:lstStyle>
            <a:lvl1pPr marL="0" indent="0">
              <a:buNone/>
              <a:defRPr sz="6235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 rot="5400000" flipH="1">
            <a:off x="12378884" y="7305161"/>
            <a:ext cx="1200204" cy="3388519"/>
            <a:chOff x="0" y="0"/>
            <a:chExt cx="2916968" cy="6857996"/>
          </a:xfrm>
        </p:grpSpPr>
        <p:sp>
          <p:nvSpPr>
            <p:cNvPr id="6" name="等腰三角形 5"/>
            <p:cNvSpPr/>
            <p:nvPr userDrawn="1">
              <p:custDataLst>
                <p:tags r:id="rId3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7" name="等腰三角形 6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345583" y="431153"/>
            <a:ext cx="13698701" cy="88577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1512061" y="3066537"/>
            <a:ext cx="11362000" cy="4882988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9" name="组合 8"/>
          <p:cNvGrpSpPr/>
          <p:nvPr userDrawn="1">
            <p:custDataLst>
              <p:tags r:id="rId7"/>
            </p:custDataLst>
          </p:nvPr>
        </p:nvGrpSpPr>
        <p:grpSpPr>
          <a:xfrm>
            <a:off x="13232890" y="8359458"/>
            <a:ext cx="928082" cy="1089366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0" name="矩形 9"/>
            <p:cNvSpPr/>
            <p:nvPr>
              <p:custDataLst>
                <p:tags r:id="rId8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9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10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3" name="组合 12"/>
          <p:cNvGrpSpPr/>
          <p:nvPr userDrawn="1">
            <p:custDataLst>
              <p:tags r:id="rId11"/>
            </p:custDataLst>
          </p:nvPr>
        </p:nvGrpSpPr>
        <p:grpSpPr>
          <a:xfrm rot="10800000">
            <a:off x="217654" y="284731"/>
            <a:ext cx="928082" cy="1089366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4" name="矩形 13"/>
            <p:cNvSpPr/>
            <p:nvPr>
              <p:custDataLst>
                <p:tags r:id="rId1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1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5692991" cy="9731754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88334" y="1091912"/>
            <a:ext cx="4673874" cy="1250086"/>
          </a:xfrm>
        </p:spPr>
        <p:txBody>
          <a:bodyPr anchor="ctr"/>
          <a:lstStyle>
            <a:lvl1pPr>
              <a:defRPr sz="51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692583" y="2500171"/>
            <a:ext cx="4669625" cy="5801418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020800" y="1091257"/>
            <a:ext cx="7648158" cy="721129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grpSp>
        <p:nvGrpSpPr>
          <p:cNvPr id="14" name="组合 13"/>
          <p:cNvGrpSpPr/>
          <p:nvPr userDrawn="1">
            <p:custDataLst>
              <p:tags r:id="rId9"/>
            </p:custDataLst>
          </p:nvPr>
        </p:nvGrpSpPr>
        <p:grpSpPr>
          <a:xfrm rot="5400000">
            <a:off x="217654" y="8290648"/>
            <a:ext cx="928082" cy="1089366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5" name="矩形 14"/>
            <p:cNvSpPr/>
            <p:nvPr>
              <p:custDataLst>
                <p:tags r:id="rId10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1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12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4389868" cy="377576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 rot="16200000" flipH="1">
            <a:off x="1331524" y="-1600556"/>
            <a:ext cx="1394022" cy="4875126"/>
            <a:chOff x="0" y="0"/>
            <a:chExt cx="2916968" cy="6857996"/>
          </a:xfrm>
        </p:grpSpPr>
        <p:sp>
          <p:nvSpPr>
            <p:cNvPr id="12" name="等腰三角形 11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5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722326" y="1107219"/>
            <a:ext cx="12955130" cy="887816"/>
          </a:xfrm>
        </p:spPr>
        <p:txBody>
          <a:bodyPr anchor="ctr"/>
          <a:lstStyle>
            <a:lvl1pPr algn="ctr">
              <a:defRPr sz="51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722326" y="2352202"/>
            <a:ext cx="12954628" cy="117355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723241" y="3979865"/>
            <a:ext cx="12942383" cy="4862578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 rot="16200000" flipH="1">
            <a:off x="1331524" y="-1600556"/>
            <a:ext cx="1394022" cy="4875126"/>
            <a:chOff x="0" y="0"/>
            <a:chExt cx="2916968" cy="6857996"/>
          </a:xfrm>
        </p:grpSpPr>
        <p:sp>
          <p:nvSpPr>
            <p:cNvPr id="11" name="等腰三角形 10"/>
            <p:cNvSpPr/>
            <p:nvPr userDrawn="1">
              <p:custDataLst>
                <p:tags r:id="rId3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等腰三角形 11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8" name="矩形 7"/>
          <p:cNvSpPr/>
          <p:nvPr userDrawn="1">
            <p:custDataLst>
              <p:tags r:id="rId5"/>
            </p:custDataLst>
          </p:nvPr>
        </p:nvSpPr>
        <p:spPr>
          <a:xfrm>
            <a:off x="0" y="7128041"/>
            <a:ext cx="14389868" cy="259201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713828" y="949045"/>
            <a:ext cx="12955130" cy="801075"/>
          </a:xfrm>
        </p:spPr>
        <p:txBody>
          <a:bodyPr anchor="ctr"/>
          <a:lstStyle>
            <a:lvl1pPr algn="ctr">
              <a:defRPr sz="4535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713872" y="2382816"/>
            <a:ext cx="12972126" cy="4551332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1"/>
            </p:custDataLst>
          </p:nvPr>
        </p:nvSpPr>
        <p:spPr>
          <a:xfrm>
            <a:off x="701081" y="7342340"/>
            <a:ext cx="12984873" cy="1433772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4389868" cy="129600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84085" y="336758"/>
            <a:ext cx="13027363" cy="626409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84085" y="2357304"/>
            <a:ext cx="6305481" cy="4102322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7367726" y="2357304"/>
            <a:ext cx="6335224" cy="4102322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675587" y="6826999"/>
            <a:ext cx="6305481" cy="110721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7380473" y="6821896"/>
            <a:ext cx="6335224" cy="110721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grpSp>
        <p:nvGrpSpPr>
          <p:cNvPr id="12" name="组合 11"/>
          <p:cNvGrpSpPr/>
          <p:nvPr userDrawn="1">
            <p:custDataLst>
              <p:tags r:id="rId11"/>
            </p:custDataLst>
          </p:nvPr>
        </p:nvGrpSpPr>
        <p:grpSpPr>
          <a:xfrm>
            <a:off x="13529742" y="8735237"/>
            <a:ext cx="450808" cy="529152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4" name="矩形 13"/>
            <p:cNvSpPr/>
            <p:nvPr>
              <p:custDataLst>
                <p:tags r:id="rId12"/>
              </p:custDataLst>
            </p:nvPr>
          </p:nvSpPr>
          <p:spPr>
            <a:xfrm>
              <a:off x="1100668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>
              <p:custDataLst>
                <p:tags r:id="rId13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>
              <p:custDataLst>
                <p:tags r:id="rId14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>
              <p:custDataLst>
                <p:tags r:id="rId15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1359538"/>
            <a:ext cx="14389868" cy="7000981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 rot="16200000" flipH="1">
            <a:off x="2145822" y="-2580218"/>
            <a:ext cx="2675616" cy="8373449"/>
            <a:chOff x="0" y="-1532"/>
            <a:chExt cx="3368984" cy="7916555"/>
          </a:xfrm>
        </p:grpSpPr>
        <p:sp>
          <p:nvSpPr>
            <p:cNvPr id="12" name="等腰三角形 11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1770" y="-1532"/>
              <a:ext cx="3367214" cy="7916555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9" name="等腰三角形 8"/>
            <p:cNvSpPr/>
            <p:nvPr userDrawn="1">
              <p:custDataLst>
                <p:tags r:id="rId5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等腰三角形 10"/>
            <p:cNvSpPr/>
            <p:nvPr userDrawn="1">
              <p:custDataLst>
                <p:tags r:id="rId6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3" name="组合 12"/>
          <p:cNvGrpSpPr/>
          <p:nvPr userDrawn="1">
            <p:custDataLst>
              <p:tags r:id="rId7"/>
            </p:custDataLst>
          </p:nvPr>
        </p:nvGrpSpPr>
        <p:grpSpPr>
          <a:xfrm rot="5400000" flipH="1">
            <a:off x="9565596" y="3926819"/>
            <a:ext cx="2675616" cy="8373449"/>
            <a:chOff x="0" y="-1532"/>
            <a:chExt cx="3368984" cy="7916555"/>
          </a:xfrm>
        </p:grpSpPr>
        <p:sp>
          <p:nvSpPr>
            <p:cNvPr id="14" name="等腰三角形 13"/>
            <p:cNvSpPr/>
            <p:nvPr userDrawn="1">
              <p:custDataLst>
                <p:tags r:id="rId8"/>
              </p:custDataLst>
            </p:nvPr>
          </p:nvSpPr>
          <p:spPr>
            <a:xfrm flipV="1">
              <a:off x="1770" y="-1532"/>
              <a:ext cx="3367214" cy="7916555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5" name="等腰三角形 14"/>
            <p:cNvSpPr/>
            <p:nvPr userDrawn="1">
              <p:custDataLst>
                <p:tags r:id="rId9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等腰三角形 15"/>
            <p:cNvSpPr/>
            <p:nvPr userDrawn="1">
              <p:custDataLst>
                <p:tags r:id="rId10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1797317" y="1898089"/>
            <a:ext cx="10792401" cy="3382885"/>
          </a:xfrm>
        </p:spPr>
        <p:txBody>
          <a:bodyPr anchor="b"/>
          <a:lstStyle>
            <a:lvl1pPr algn="ctr">
              <a:defRPr sz="8505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5"/>
            </p:custDataLst>
          </p:nvPr>
        </p:nvSpPr>
        <p:spPr>
          <a:xfrm>
            <a:off x="1796860" y="5474865"/>
            <a:ext cx="10792401" cy="23471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rgbClr val="2D2D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697010" cy="675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solidFill>
          <a:srgbClr val="2D2D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697010" cy="675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bg>
      <p:bgPr>
        <a:solidFill>
          <a:srgbClr val="2D2D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697010" cy="675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bg>
      <p:bgPr>
        <a:solidFill>
          <a:srgbClr val="2D2D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697010" cy="675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9" Type="http://schemas.openxmlformats.org/officeDocument/2006/relationships/theme" Target="../theme/theme1.xml"/><Relationship Id="rId28" Type="http://schemas.openxmlformats.org/officeDocument/2006/relationships/tags" Target="../tags/tag200.xml"/><Relationship Id="rId27" Type="http://schemas.openxmlformats.org/officeDocument/2006/relationships/tags" Target="../tags/tag199.xml"/><Relationship Id="rId26" Type="http://schemas.openxmlformats.org/officeDocument/2006/relationships/tags" Target="../tags/tag198.xml"/><Relationship Id="rId25" Type="http://schemas.openxmlformats.org/officeDocument/2006/relationships/tags" Target="../tags/tag197.xml"/><Relationship Id="rId24" Type="http://schemas.openxmlformats.org/officeDocument/2006/relationships/tags" Target="../tags/tag196.xml"/><Relationship Id="rId23" Type="http://schemas.openxmlformats.org/officeDocument/2006/relationships/tags" Target="../tags/tag195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790643" y="628204"/>
            <a:ext cx="12808584" cy="626409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4"/>
            </p:custDataLst>
          </p:nvPr>
        </p:nvSpPr>
        <p:spPr>
          <a:xfrm>
            <a:off x="790643" y="1350019"/>
            <a:ext cx="12808584" cy="7637863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5"/>
            </p:custDataLst>
          </p:nvPr>
        </p:nvSpPr>
        <p:spPr>
          <a:xfrm>
            <a:off x="1038334" y="8999813"/>
            <a:ext cx="3186733" cy="449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6"/>
            </p:custDataLst>
          </p:nvPr>
        </p:nvSpPr>
        <p:spPr>
          <a:xfrm>
            <a:off x="4857997" y="8999813"/>
            <a:ext cx="4673874" cy="449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7"/>
            </p:custDataLst>
          </p:nvPr>
        </p:nvSpPr>
        <p:spPr>
          <a:xfrm>
            <a:off x="10162844" y="8999813"/>
            <a:ext cx="3186733" cy="449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1296670" rtl="0" eaLnBrk="1" fontAlgn="auto" latinLnBrk="0" hangingPunct="1">
        <a:lnSpc>
          <a:spcPct val="100000"/>
        </a:lnSpc>
        <a:spcBef>
          <a:spcPct val="0"/>
        </a:spcBef>
        <a:buNone/>
        <a:defRPr sz="3405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323850" indent="-323850" algn="l" defTabSz="129667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27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972185" indent="-323850" algn="l" defTabSz="129667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2281555" algn="l"/>
        </a:tabLst>
        <a:defRPr sz="227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620520" indent="-323850" algn="l" defTabSz="129667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27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2267585" indent="-323850" algn="l" defTabSz="129667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27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915920" indent="-323850" algn="l" defTabSz="129667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27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3564255" indent="-323850" algn="l" defTabSz="1296670" rtl="0" eaLnBrk="1" latinLnBrk="0" hangingPunct="1">
        <a:lnSpc>
          <a:spcPct val="90000"/>
        </a:lnSpc>
        <a:spcBef>
          <a:spcPct val="142000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6pPr>
      <a:lvl7pPr marL="4212590" indent="-323850" algn="l" defTabSz="1296670" rtl="0" eaLnBrk="1" latinLnBrk="0" hangingPunct="1">
        <a:lnSpc>
          <a:spcPct val="90000"/>
        </a:lnSpc>
        <a:spcBef>
          <a:spcPct val="142000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7pPr>
      <a:lvl8pPr marL="4860290" indent="-323850" algn="l" defTabSz="1296670" rtl="0" eaLnBrk="1" latinLnBrk="0" hangingPunct="1">
        <a:lnSpc>
          <a:spcPct val="90000"/>
        </a:lnSpc>
        <a:spcBef>
          <a:spcPct val="142000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8pPr>
      <a:lvl9pPr marL="5507990" indent="-323850" algn="l" defTabSz="1296670" rtl="0" eaLnBrk="1" latinLnBrk="0" hangingPunct="1">
        <a:lnSpc>
          <a:spcPct val="90000"/>
        </a:lnSpc>
        <a:spcBef>
          <a:spcPct val="142000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1pPr>
      <a:lvl2pPr marL="64770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2pPr>
      <a:lvl3pPr marL="129667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3pPr>
      <a:lvl4pPr marL="1943735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4pPr>
      <a:lvl5pPr marL="259207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5pPr>
      <a:lvl6pPr marL="323977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6pPr>
      <a:lvl7pPr marL="388874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7pPr>
      <a:lvl8pPr marL="453644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8pPr>
      <a:lvl9pPr marL="5183505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10.xml"/><Relationship Id="rId8" Type="http://schemas.openxmlformats.org/officeDocument/2006/relationships/tags" Target="../tags/tag209.xml"/><Relationship Id="rId7" Type="http://schemas.openxmlformats.org/officeDocument/2006/relationships/tags" Target="../tags/tag208.xml"/><Relationship Id="rId6" Type="http://schemas.openxmlformats.org/officeDocument/2006/relationships/tags" Target="../tags/tag207.xml"/><Relationship Id="rId5" Type="http://schemas.openxmlformats.org/officeDocument/2006/relationships/tags" Target="../tags/tag206.xml"/><Relationship Id="rId4" Type="http://schemas.openxmlformats.org/officeDocument/2006/relationships/tags" Target="../tags/tag205.xml"/><Relationship Id="rId3" Type="http://schemas.openxmlformats.org/officeDocument/2006/relationships/tags" Target="../tags/tag204.xml"/><Relationship Id="rId24" Type="http://schemas.openxmlformats.org/officeDocument/2006/relationships/slideLayout" Target="../slideLayouts/slideLayout6.xml"/><Relationship Id="rId23" Type="http://schemas.openxmlformats.org/officeDocument/2006/relationships/tags" Target="../tags/tag224.xml"/><Relationship Id="rId22" Type="http://schemas.openxmlformats.org/officeDocument/2006/relationships/tags" Target="../tags/tag223.xml"/><Relationship Id="rId21" Type="http://schemas.openxmlformats.org/officeDocument/2006/relationships/tags" Target="../tags/tag222.xml"/><Relationship Id="rId20" Type="http://schemas.openxmlformats.org/officeDocument/2006/relationships/tags" Target="../tags/tag221.xml"/><Relationship Id="rId2" Type="http://schemas.openxmlformats.org/officeDocument/2006/relationships/tags" Target="../tags/tag203.xml"/><Relationship Id="rId19" Type="http://schemas.openxmlformats.org/officeDocument/2006/relationships/tags" Target="../tags/tag220.xml"/><Relationship Id="rId18" Type="http://schemas.openxmlformats.org/officeDocument/2006/relationships/tags" Target="../tags/tag219.xml"/><Relationship Id="rId17" Type="http://schemas.openxmlformats.org/officeDocument/2006/relationships/tags" Target="../tags/tag218.xml"/><Relationship Id="rId16" Type="http://schemas.openxmlformats.org/officeDocument/2006/relationships/tags" Target="../tags/tag217.xml"/><Relationship Id="rId15" Type="http://schemas.openxmlformats.org/officeDocument/2006/relationships/tags" Target="../tags/tag216.xml"/><Relationship Id="rId14" Type="http://schemas.openxmlformats.org/officeDocument/2006/relationships/tags" Target="../tags/tag215.xml"/><Relationship Id="rId13" Type="http://schemas.openxmlformats.org/officeDocument/2006/relationships/tags" Target="../tags/tag214.xml"/><Relationship Id="rId12" Type="http://schemas.openxmlformats.org/officeDocument/2006/relationships/tags" Target="../tags/tag213.xml"/><Relationship Id="rId11" Type="http://schemas.openxmlformats.org/officeDocument/2006/relationships/tags" Target="../tags/tag212.xml"/><Relationship Id="rId10" Type="http://schemas.openxmlformats.org/officeDocument/2006/relationships/tags" Target="../tags/tag211.xml"/><Relationship Id="rId1" Type="http://schemas.openxmlformats.org/officeDocument/2006/relationships/tags" Target="../tags/tag20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26.xml"/><Relationship Id="rId1" Type="http://schemas.openxmlformats.org/officeDocument/2006/relationships/tags" Target="../tags/tag22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35.xml"/><Relationship Id="rId8" Type="http://schemas.openxmlformats.org/officeDocument/2006/relationships/tags" Target="../tags/tag234.xml"/><Relationship Id="rId7" Type="http://schemas.openxmlformats.org/officeDocument/2006/relationships/tags" Target="../tags/tag233.xml"/><Relationship Id="rId6" Type="http://schemas.openxmlformats.org/officeDocument/2006/relationships/tags" Target="../tags/tag232.xml"/><Relationship Id="rId5" Type="http://schemas.openxmlformats.org/officeDocument/2006/relationships/tags" Target="../tags/tag231.xml"/><Relationship Id="rId4" Type="http://schemas.openxmlformats.org/officeDocument/2006/relationships/tags" Target="../tags/tag230.xml"/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7" Type="http://schemas.openxmlformats.org/officeDocument/2006/relationships/slideLayout" Target="../slideLayouts/slideLayout6.xml"/><Relationship Id="rId16" Type="http://schemas.openxmlformats.org/officeDocument/2006/relationships/tags" Target="../tags/tag242.xml"/><Relationship Id="rId15" Type="http://schemas.openxmlformats.org/officeDocument/2006/relationships/tags" Target="../tags/tag241.xml"/><Relationship Id="rId14" Type="http://schemas.openxmlformats.org/officeDocument/2006/relationships/tags" Target="../tags/tag240.xml"/><Relationship Id="rId13" Type="http://schemas.openxmlformats.org/officeDocument/2006/relationships/tags" Target="../tags/tag239.xml"/><Relationship Id="rId12" Type="http://schemas.openxmlformats.org/officeDocument/2006/relationships/tags" Target="../tags/tag238.xml"/><Relationship Id="rId11" Type="http://schemas.openxmlformats.org/officeDocument/2006/relationships/tags" Target="../tags/tag237.xml"/><Relationship Id="rId10" Type="http://schemas.openxmlformats.org/officeDocument/2006/relationships/tags" Target="../tags/tag236.xml"/><Relationship Id="rId1" Type="http://schemas.openxmlformats.org/officeDocument/2006/relationships/tags" Target="../tags/tag227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246.xml"/><Relationship Id="rId3" Type="http://schemas.openxmlformats.org/officeDocument/2006/relationships/tags" Target="../tags/tag245.xml"/><Relationship Id="rId2" Type="http://schemas.openxmlformats.org/officeDocument/2006/relationships/tags" Target="../tags/tag244.xml"/><Relationship Id="rId1" Type="http://schemas.openxmlformats.org/officeDocument/2006/relationships/tags" Target="../tags/tag24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5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Relationship Id="rId32" Type="http://schemas.openxmlformats.org/officeDocument/2006/relationships/vmlDrawing" Target="../drawings/vmlDrawing1.vml"/><Relationship Id="rId31" Type="http://schemas.openxmlformats.org/officeDocument/2006/relationships/slideLayout" Target="../slideLayouts/slideLayout13.xml"/><Relationship Id="rId30" Type="http://schemas.openxmlformats.org/officeDocument/2006/relationships/tags" Target="../tags/tag247.xml"/><Relationship Id="rId3" Type="http://schemas.openxmlformats.org/officeDocument/2006/relationships/oleObject" Target="../embeddings/oleObject2.bin"/><Relationship Id="rId29" Type="http://schemas.openxmlformats.org/officeDocument/2006/relationships/image" Target="../media/image15.wmf"/><Relationship Id="rId28" Type="http://schemas.openxmlformats.org/officeDocument/2006/relationships/oleObject" Target="../embeddings/oleObject15.bin"/><Relationship Id="rId27" Type="http://schemas.openxmlformats.org/officeDocument/2006/relationships/image" Target="../media/image14.wmf"/><Relationship Id="rId26" Type="http://schemas.openxmlformats.org/officeDocument/2006/relationships/oleObject" Target="../embeddings/oleObject14.bin"/><Relationship Id="rId25" Type="http://schemas.openxmlformats.org/officeDocument/2006/relationships/image" Target="../media/image13.wmf"/><Relationship Id="rId24" Type="http://schemas.openxmlformats.org/officeDocument/2006/relationships/oleObject" Target="../embeddings/oleObject13.bin"/><Relationship Id="rId23" Type="http://schemas.openxmlformats.org/officeDocument/2006/relationships/image" Target="../media/image12.wmf"/><Relationship Id="rId22" Type="http://schemas.openxmlformats.org/officeDocument/2006/relationships/oleObject" Target="../embeddings/oleObject12.bin"/><Relationship Id="rId21" Type="http://schemas.openxmlformats.org/officeDocument/2006/relationships/image" Target="../media/image11.wmf"/><Relationship Id="rId20" Type="http://schemas.openxmlformats.org/officeDocument/2006/relationships/oleObject" Target="../embeddings/oleObject11.bin"/><Relationship Id="rId2" Type="http://schemas.openxmlformats.org/officeDocument/2006/relationships/image" Target="../media/image2.wmf"/><Relationship Id="rId19" Type="http://schemas.openxmlformats.org/officeDocument/2006/relationships/image" Target="../media/image10.wmf"/><Relationship Id="rId18" Type="http://schemas.openxmlformats.org/officeDocument/2006/relationships/oleObject" Target="../embeddings/oleObject10.bin"/><Relationship Id="rId17" Type="http://schemas.openxmlformats.org/officeDocument/2006/relationships/image" Target="../media/image9.wmf"/><Relationship Id="rId16" Type="http://schemas.openxmlformats.org/officeDocument/2006/relationships/oleObject" Target="../embeddings/oleObject9.bin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8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7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6.w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.bin"/><Relationship Id="rId8" Type="http://schemas.openxmlformats.org/officeDocument/2006/relationships/image" Target="../media/image19.wmf"/><Relationship Id="rId7" Type="http://schemas.openxmlformats.org/officeDocument/2006/relationships/oleObject" Target="../embeddings/oleObject19.bin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8.bin"/><Relationship Id="rId41" Type="http://schemas.openxmlformats.org/officeDocument/2006/relationships/vmlDrawing" Target="../drawings/vmlDrawing2.vml"/><Relationship Id="rId40" Type="http://schemas.openxmlformats.org/officeDocument/2006/relationships/slideLayout" Target="../slideLayouts/slideLayout13.xml"/><Relationship Id="rId4" Type="http://schemas.openxmlformats.org/officeDocument/2006/relationships/image" Target="../media/image17.wmf"/><Relationship Id="rId39" Type="http://schemas.openxmlformats.org/officeDocument/2006/relationships/tags" Target="../tags/tag248.xml"/><Relationship Id="rId38" Type="http://schemas.openxmlformats.org/officeDocument/2006/relationships/image" Target="../media/image30.wmf"/><Relationship Id="rId37" Type="http://schemas.openxmlformats.org/officeDocument/2006/relationships/oleObject" Target="../embeddings/oleObject38.bin"/><Relationship Id="rId36" Type="http://schemas.openxmlformats.org/officeDocument/2006/relationships/image" Target="../media/image29.wmf"/><Relationship Id="rId35" Type="http://schemas.openxmlformats.org/officeDocument/2006/relationships/oleObject" Target="../embeddings/oleObject37.bin"/><Relationship Id="rId34" Type="http://schemas.openxmlformats.org/officeDocument/2006/relationships/image" Target="../media/image28.wmf"/><Relationship Id="rId33" Type="http://schemas.openxmlformats.org/officeDocument/2006/relationships/oleObject" Target="../embeddings/oleObject36.bin"/><Relationship Id="rId32" Type="http://schemas.openxmlformats.org/officeDocument/2006/relationships/image" Target="../media/image27.wmf"/><Relationship Id="rId31" Type="http://schemas.openxmlformats.org/officeDocument/2006/relationships/oleObject" Target="../embeddings/oleObject35.bin"/><Relationship Id="rId30" Type="http://schemas.openxmlformats.org/officeDocument/2006/relationships/image" Target="../media/image26.wmf"/><Relationship Id="rId3" Type="http://schemas.openxmlformats.org/officeDocument/2006/relationships/oleObject" Target="../embeddings/oleObject17.bin"/><Relationship Id="rId29" Type="http://schemas.openxmlformats.org/officeDocument/2006/relationships/oleObject" Target="../embeddings/oleObject34.bin"/><Relationship Id="rId28" Type="http://schemas.openxmlformats.org/officeDocument/2006/relationships/oleObject" Target="../embeddings/oleObject33.bin"/><Relationship Id="rId27" Type="http://schemas.openxmlformats.org/officeDocument/2006/relationships/image" Target="../media/image25.wmf"/><Relationship Id="rId26" Type="http://schemas.openxmlformats.org/officeDocument/2006/relationships/oleObject" Target="../embeddings/oleObject32.bin"/><Relationship Id="rId25" Type="http://schemas.openxmlformats.org/officeDocument/2006/relationships/oleObject" Target="../embeddings/oleObject31.bin"/><Relationship Id="rId24" Type="http://schemas.openxmlformats.org/officeDocument/2006/relationships/image" Target="../media/image24.wmf"/><Relationship Id="rId23" Type="http://schemas.openxmlformats.org/officeDocument/2006/relationships/oleObject" Target="../embeddings/oleObject30.bin"/><Relationship Id="rId22" Type="http://schemas.openxmlformats.org/officeDocument/2006/relationships/image" Target="../media/image23.wmf"/><Relationship Id="rId21" Type="http://schemas.openxmlformats.org/officeDocument/2006/relationships/oleObject" Target="../embeddings/oleObject29.bin"/><Relationship Id="rId20" Type="http://schemas.openxmlformats.org/officeDocument/2006/relationships/oleObject" Target="../embeddings/oleObject28.bin"/><Relationship Id="rId2" Type="http://schemas.openxmlformats.org/officeDocument/2006/relationships/image" Target="../media/image16.wmf"/><Relationship Id="rId19" Type="http://schemas.openxmlformats.org/officeDocument/2006/relationships/oleObject" Target="../embeddings/oleObject27.bin"/><Relationship Id="rId18" Type="http://schemas.openxmlformats.org/officeDocument/2006/relationships/oleObject" Target="../embeddings/oleObject26.bin"/><Relationship Id="rId17" Type="http://schemas.openxmlformats.org/officeDocument/2006/relationships/oleObject" Target="../embeddings/oleObject25.bin"/><Relationship Id="rId16" Type="http://schemas.openxmlformats.org/officeDocument/2006/relationships/oleObject" Target="../embeddings/oleObject24.bin"/><Relationship Id="rId15" Type="http://schemas.openxmlformats.org/officeDocument/2006/relationships/image" Target="../media/image22.wmf"/><Relationship Id="rId14" Type="http://schemas.openxmlformats.org/officeDocument/2006/relationships/oleObject" Target="../embeddings/oleObject23.bin"/><Relationship Id="rId13" Type="http://schemas.openxmlformats.org/officeDocument/2006/relationships/oleObject" Target="../embeddings/oleObject22.bin"/><Relationship Id="rId12" Type="http://schemas.openxmlformats.org/officeDocument/2006/relationships/image" Target="../media/image21.wmf"/><Relationship Id="rId11" Type="http://schemas.openxmlformats.org/officeDocument/2006/relationships/oleObject" Target="../embeddings/oleObject21.bin"/><Relationship Id="rId10" Type="http://schemas.openxmlformats.org/officeDocument/2006/relationships/image" Target="../media/image20.wmf"/><Relationship Id="rId1" Type="http://schemas.openxmlformats.org/officeDocument/2006/relationships/oleObject" Target="../embeddings/oleObject16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3.bin"/><Relationship Id="rId8" Type="http://schemas.openxmlformats.org/officeDocument/2006/relationships/image" Target="../media/image33.wmf"/><Relationship Id="rId7" Type="http://schemas.openxmlformats.org/officeDocument/2006/relationships/oleObject" Target="../embeddings/oleObject42.bin"/><Relationship Id="rId6" Type="http://schemas.openxmlformats.org/officeDocument/2006/relationships/image" Target="../media/image32.wmf"/><Relationship Id="rId5" Type="http://schemas.openxmlformats.org/officeDocument/2006/relationships/oleObject" Target="../embeddings/oleObject41.bin"/><Relationship Id="rId44" Type="http://schemas.openxmlformats.org/officeDocument/2006/relationships/vmlDrawing" Target="../drawings/vmlDrawing3.vml"/><Relationship Id="rId43" Type="http://schemas.openxmlformats.org/officeDocument/2006/relationships/slideLayout" Target="../slideLayouts/slideLayout13.xml"/><Relationship Id="rId42" Type="http://schemas.openxmlformats.org/officeDocument/2006/relationships/tags" Target="../tags/tag250.xml"/><Relationship Id="rId41" Type="http://schemas.openxmlformats.org/officeDocument/2006/relationships/image" Target="../media/image49.png"/><Relationship Id="rId40" Type="http://schemas.openxmlformats.org/officeDocument/2006/relationships/image" Target="../media/image48.png"/><Relationship Id="rId4" Type="http://schemas.openxmlformats.org/officeDocument/2006/relationships/image" Target="../media/image27.wmf"/><Relationship Id="rId39" Type="http://schemas.openxmlformats.org/officeDocument/2006/relationships/image" Target="../media/image47.png"/><Relationship Id="rId38" Type="http://schemas.openxmlformats.org/officeDocument/2006/relationships/image" Target="../media/image46.wmf"/><Relationship Id="rId37" Type="http://schemas.openxmlformats.org/officeDocument/2006/relationships/oleObject" Target="../embeddings/oleObject57.bin"/><Relationship Id="rId36" Type="http://schemas.openxmlformats.org/officeDocument/2006/relationships/image" Target="../media/image45.wmf"/><Relationship Id="rId35" Type="http://schemas.openxmlformats.org/officeDocument/2006/relationships/oleObject" Target="../embeddings/oleObject56.bin"/><Relationship Id="rId34" Type="http://schemas.openxmlformats.org/officeDocument/2006/relationships/image" Target="../media/image44.wmf"/><Relationship Id="rId33" Type="http://schemas.openxmlformats.org/officeDocument/2006/relationships/oleObject" Target="../embeddings/oleObject55.bin"/><Relationship Id="rId32" Type="http://schemas.openxmlformats.org/officeDocument/2006/relationships/image" Target="../media/image43.wmf"/><Relationship Id="rId31" Type="http://schemas.openxmlformats.org/officeDocument/2006/relationships/oleObject" Target="../embeddings/oleObject54.bin"/><Relationship Id="rId30" Type="http://schemas.openxmlformats.org/officeDocument/2006/relationships/image" Target="../media/image42.wmf"/><Relationship Id="rId3" Type="http://schemas.openxmlformats.org/officeDocument/2006/relationships/oleObject" Target="../embeddings/oleObject40.bin"/><Relationship Id="rId29" Type="http://schemas.openxmlformats.org/officeDocument/2006/relationships/oleObject" Target="../embeddings/oleObject53.bin"/><Relationship Id="rId28" Type="http://schemas.openxmlformats.org/officeDocument/2006/relationships/tags" Target="../tags/tag249.xml"/><Relationship Id="rId27" Type="http://schemas.openxmlformats.org/officeDocument/2006/relationships/oleObject" Target="../embeddings/oleObject52.bin"/><Relationship Id="rId26" Type="http://schemas.openxmlformats.org/officeDocument/2006/relationships/image" Target="../media/image41.wmf"/><Relationship Id="rId25" Type="http://schemas.openxmlformats.org/officeDocument/2006/relationships/oleObject" Target="../embeddings/oleObject51.bin"/><Relationship Id="rId24" Type="http://schemas.openxmlformats.org/officeDocument/2006/relationships/image" Target="../media/image40.wmf"/><Relationship Id="rId23" Type="http://schemas.openxmlformats.org/officeDocument/2006/relationships/oleObject" Target="../embeddings/oleObject50.bin"/><Relationship Id="rId22" Type="http://schemas.openxmlformats.org/officeDocument/2006/relationships/image" Target="../media/image39.wmf"/><Relationship Id="rId21" Type="http://schemas.openxmlformats.org/officeDocument/2006/relationships/oleObject" Target="../embeddings/oleObject49.bin"/><Relationship Id="rId20" Type="http://schemas.openxmlformats.org/officeDocument/2006/relationships/image" Target="../media/image38.wmf"/><Relationship Id="rId2" Type="http://schemas.openxmlformats.org/officeDocument/2006/relationships/image" Target="../media/image31.wmf"/><Relationship Id="rId19" Type="http://schemas.openxmlformats.org/officeDocument/2006/relationships/oleObject" Target="../embeddings/oleObject48.bin"/><Relationship Id="rId18" Type="http://schemas.openxmlformats.org/officeDocument/2006/relationships/image" Target="../media/image37.wmf"/><Relationship Id="rId17" Type="http://schemas.openxmlformats.org/officeDocument/2006/relationships/oleObject" Target="../embeddings/oleObject47.bin"/><Relationship Id="rId16" Type="http://schemas.openxmlformats.org/officeDocument/2006/relationships/image" Target="../media/image36.wmf"/><Relationship Id="rId15" Type="http://schemas.openxmlformats.org/officeDocument/2006/relationships/oleObject" Target="../embeddings/oleObject46.bin"/><Relationship Id="rId14" Type="http://schemas.openxmlformats.org/officeDocument/2006/relationships/image" Target="../media/image35.wmf"/><Relationship Id="rId13" Type="http://schemas.openxmlformats.org/officeDocument/2006/relationships/oleObject" Target="../embeddings/oleObject45.bin"/><Relationship Id="rId12" Type="http://schemas.openxmlformats.org/officeDocument/2006/relationships/image" Target="../media/image34.wmf"/><Relationship Id="rId11" Type="http://schemas.openxmlformats.org/officeDocument/2006/relationships/oleObject" Target="../embeddings/oleObject44.bin"/><Relationship Id="rId10" Type="http://schemas.openxmlformats.org/officeDocument/2006/relationships/image" Target="../media/image30.wmf"/><Relationship Id="rId1" Type="http://schemas.openxmlformats.org/officeDocument/2006/relationships/oleObject" Target="../embeddings/oleObject39.bin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254.xml"/><Relationship Id="rId3" Type="http://schemas.openxmlformats.org/officeDocument/2006/relationships/tags" Target="../tags/tag253.xml"/><Relationship Id="rId2" Type="http://schemas.openxmlformats.org/officeDocument/2006/relationships/tags" Target="../tags/tag252.xml"/><Relationship Id="rId1" Type="http://schemas.openxmlformats.org/officeDocument/2006/relationships/tags" Target="../tags/tag25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258.xml"/><Relationship Id="rId3" Type="http://schemas.openxmlformats.org/officeDocument/2006/relationships/tags" Target="../tags/tag257.xml"/><Relationship Id="rId2" Type="http://schemas.openxmlformats.org/officeDocument/2006/relationships/tags" Target="../tags/tag256.xml"/><Relationship Id="rId1" Type="http://schemas.openxmlformats.org/officeDocument/2006/relationships/tags" Target="../tags/tag25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png"/><Relationship Id="rId8" Type="http://schemas.openxmlformats.org/officeDocument/2006/relationships/image" Target="../media/image57.png"/><Relationship Id="rId7" Type="http://schemas.openxmlformats.org/officeDocument/2006/relationships/image" Target="../media/image56.png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9" Type="http://schemas.openxmlformats.org/officeDocument/2006/relationships/slideLayout" Target="../slideLayouts/slideLayout13.xml"/><Relationship Id="rId18" Type="http://schemas.openxmlformats.org/officeDocument/2006/relationships/tags" Target="../tags/tag259.xml"/><Relationship Id="rId17" Type="http://schemas.openxmlformats.org/officeDocument/2006/relationships/image" Target="../media/image66.png"/><Relationship Id="rId16" Type="http://schemas.openxmlformats.org/officeDocument/2006/relationships/image" Target="../media/image65.png"/><Relationship Id="rId15" Type="http://schemas.openxmlformats.org/officeDocument/2006/relationships/image" Target="../media/image64.png"/><Relationship Id="rId14" Type="http://schemas.openxmlformats.org/officeDocument/2006/relationships/image" Target="../media/image63.png"/><Relationship Id="rId13" Type="http://schemas.openxmlformats.org/officeDocument/2006/relationships/image" Target="../media/image62.png"/><Relationship Id="rId12" Type="http://schemas.openxmlformats.org/officeDocument/2006/relationships/image" Target="../media/image61.png"/><Relationship Id="rId11" Type="http://schemas.openxmlformats.org/officeDocument/2006/relationships/image" Target="../media/image60.png"/><Relationship Id="rId10" Type="http://schemas.openxmlformats.org/officeDocument/2006/relationships/image" Target="../media/image59.png"/><Relationship Id="rId1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62.xml"/><Relationship Id="rId8" Type="http://schemas.openxmlformats.org/officeDocument/2006/relationships/image" Target="../media/image72.png"/><Relationship Id="rId7" Type="http://schemas.openxmlformats.org/officeDocument/2006/relationships/tags" Target="../tags/tag261.xml"/><Relationship Id="rId6" Type="http://schemas.openxmlformats.org/officeDocument/2006/relationships/tags" Target="../tags/tag260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39" Type="http://schemas.openxmlformats.org/officeDocument/2006/relationships/vmlDrawing" Target="../drawings/vmlDrawing4.vml"/><Relationship Id="rId38" Type="http://schemas.openxmlformats.org/officeDocument/2006/relationships/slideLayout" Target="../slideLayouts/slideLayout13.xml"/><Relationship Id="rId37" Type="http://schemas.openxmlformats.org/officeDocument/2006/relationships/tags" Target="../tags/tag277.xml"/><Relationship Id="rId36" Type="http://schemas.openxmlformats.org/officeDocument/2006/relationships/image" Target="../media/image81.wmf"/><Relationship Id="rId35" Type="http://schemas.openxmlformats.org/officeDocument/2006/relationships/oleObject" Target="../embeddings/oleObject61.bin"/><Relationship Id="rId34" Type="http://schemas.openxmlformats.org/officeDocument/2006/relationships/image" Target="../media/image80.wmf"/><Relationship Id="rId33" Type="http://schemas.openxmlformats.org/officeDocument/2006/relationships/oleObject" Target="../embeddings/oleObject60.bin"/><Relationship Id="rId32" Type="http://schemas.openxmlformats.org/officeDocument/2006/relationships/tags" Target="../tags/tag276.xml"/><Relationship Id="rId31" Type="http://schemas.openxmlformats.org/officeDocument/2006/relationships/image" Target="../media/image79.wmf"/><Relationship Id="rId30" Type="http://schemas.openxmlformats.org/officeDocument/2006/relationships/oleObject" Target="../embeddings/oleObject59.bin"/><Relationship Id="rId3" Type="http://schemas.openxmlformats.org/officeDocument/2006/relationships/image" Target="../media/image69.png"/><Relationship Id="rId29" Type="http://schemas.openxmlformats.org/officeDocument/2006/relationships/tags" Target="../tags/tag275.xml"/><Relationship Id="rId28" Type="http://schemas.openxmlformats.org/officeDocument/2006/relationships/image" Target="../media/image78.wmf"/><Relationship Id="rId27" Type="http://schemas.openxmlformats.org/officeDocument/2006/relationships/oleObject" Target="../embeddings/oleObject58.bin"/><Relationship Id="rId26" Type="http://schemas.openxmlformats.org/officeDocument/2006/relationships/tags" Target="../tags/tag274.xml"/><Relationship Id="rId25" Type="http://schemas.openxmlformats.org/officeDocument/2006/relationships/image" Target="../media/image77.png"/><Relationship Id="rId24" Type="http://schemas.openxmlformats.org/officeDocument/2006/relationships/tags" Target="../tags/tag273.xml"/><Relationship Id="rId23" Type="http://schemas.openxmlformats.org/officeDocument/2006/relationships/tags" Target="../tags/tag272.xml"/><Relationship Id="rId22" Type="http://schemas.openxmlformats.org/officeDocument/2006/relationships/image" Target="../media/image76.png"/><Relationship Id="rId21" Type="http://schemas.openxmlformats.org/officeDocument/2006/relationships/tags" Target="../tags/tag271.xml"/><Relationship Id="rId20" Type="http://schemas.openxmlformats.org/officeDocument/2006/relationships/tags" Target="../tags/tag270.xml"/><Relationship Id="rId2" Type="http://schemas.openxmlformats.org/officeDocument/2006/relationships/image" Target="../media/image68.png"/><Relationship Id="rId19" Type="http://schemas.openxmlformats.org/officeDocument/2006/relationships/tags" Target="../tags/tag269.xml"/><Relationship Id="rId18" Type="http://schemas.openxmlformats.org/officeDocument/2006/relationships/image" Target="../media/image75.png"/><Relationship Id="rId17" Type="http://schemas.openxmlformats.org/officeDocument/2006/relationships/tags" Target="../tags/tag268.xml"/><Relationship Id="rId16" Type="http://schemas.openxmlformats.org/officeDocument/2006/relationships/tags" Target="../tags/tag267.xml"/><Relationship Id="rId15" Type="http://schemas.openxmlformats.org/officeDocument/2006/relationships/tags" Target="../tags/tag266.xml"/><Relationship Id="rId14" Type="http://schemas.openxmlformats.org/officeDocument/2006/relationships/image" Target="../media/image74.png"/><Relationship Id="rId13" Type="http://schemas.openxmlformats.org/officeDocument/2006/relationships/tags" Target="../tags/tag265.xml"/><Relationship Id="rId12" Type="http://schemas.openxmlformats.org/officeDocument/2006/relationships/image" Target="../media/image73.png"/><Relationship Id="rId11" Type="http://schemas.openxmlformats.org/officeDocument/2006/relationships/tags" Target="../tags/tag264.xml"/><Relationship Id="rId10" Type="http://schemas.openxmlformats.org/officeDocument/2006/relationships/tags" Target="../tags/tag263.xml"/><Relationship Id="rId1" Type="http://schemas.openxmlformats.org/officeDocument/2006/relationships/image" Target="../media/image67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0.png"/><Relationship Id="rId8" Type="http://schemas.openxmlformats.org/officeDocument/2006/relationships/image" Target="../media/image89.png"/><Relationship Id="rId7" Type="http://schemas.openxmlformats.org/officeDocument/2006/relationships/image" Target="../media/image88.png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8" Type="http://schemas.openxmlformats.org/officeDocument/2006/relationships/slideLayout" Target="../slideLayouts/slideLayout13.xml"/><Relationship Id="rId17" Type="http://schemas.openxmlformats.org/officeDocument/2006/relationships/tags" Target="../tags/tag278.xml"/><Relationship Id="rId16" Type="http://schemas.openxmlformats.org/officeDocument/2006/relationships/image" Target="../media/image97.png"/><Relationship Id="rId15" Type="http://schemas.openxmlformats.org/officeDocument/2006/relationships/image" Target="../media/image96.png"/><Relationship Id="rId14" Type="http://schemas.openxmlformats.org/officeDocument/2006/relationships/image" Target="../media/image95.png"/><Relationship Id="rId13" Type="http://schemas.openxmlformats.org/officeDocument/2006/relationships/image" Target="../media/image94.png"/><Relationship Id="rId12" Type="http://schemas.openxmlformats.org/officeDocument/2006/relationships/image" Target="../media/image93.png"/><Relationship Id="rId11" Type="http://schemas.openxmlformats.org/officeDocument/2006/relationships/image" Target="../media/image92.png"/><Relationship Id="rId10" Type="http://schemas.openxmlformats.org/officeDocument/2006/relationships/image" Target="../media/image91.png"/><Relationship Id="rId1" Type="http://schemas.openxmlformats.org/officeDocument/2006/relationships/image" Target="../media/image82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6.png"/><Relationship Id="rId8" Type="http://schemas.openxmlformats.org/officeDocument/2006/relationships/image" Target="../media/image105.png"/><Relationship Id="rId7" Type="http://schemas.openxmlformats.org/officeDocument/2006/relationships/image" Target="../media/image104.png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8" Type="http://schemas.openxmlformats.org/officeDocument/2006/relationships/slideLayout" Target="../slideLayouts/slideLayout13.xml"/><Relationship Id="rId17" Type="http://schemas.openxmlformats.org/officeDocument/2006/relationships/tags" Target="../tags/tag279.xml"/><Relationship Id="rId16" Type="http://schemas.openxmlformats.org/officeDocument/2006/relationships/image" Target="../media/image111.png"/><Relationship Id="rId15" Type="http://schemas.openxmlformats.org/officeDocument/2006/relationships/image" Target="../media/image110.png"/><Relationship Id="rId14" Type="http://schemas.openxmlformats.org/officeDocument/2006/relationships/image" Target="../media/image96.png"/><Relationship Id="rId13" Type="http://schemas.openxmlformats.org/officeDocument/2006/relationships/image" Target="../media/image95.png"/><Relationship Id="rId12" Type="http://schemas.openxmlformats.org/officeDocument/2006/relationships/image" Target="../media/image109.png"/><Relationship Id="rId11" Type="http://schemas.openxmlformats.org/officeDocument/2006/relationships/image" Target="../media/image108.png"/><Relationship Id="rId10" Type="http://schemas.openxmlformats.org/officeDocument/2006/relationships/image" Target="../media/image107.png"/><Relationship Id="rId1" Type="http://schemas.openxmlformats.org/officeDocument/2006/relationships/image" Target="../media/image98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83.xml"/><Relationship Id="rId8" Type="http://schemas.openxmlformats.org/officeDocument/2006/relationships/image" Target="../media/image116.png"/><Relationship Id="rId7" Type="http://schemas.openxmlformats.org/officeDocument/2006/relationships/image" Target="../media/image115.png"/><Relationship Id="rId6" Type="http://schemas.openxmlformats.org/officeDocument/2006/relationships/tags" Target="../tags/tag282.xml"/><Relationship Id="rId5" Type="http://schemas.openxmlformats.org/officeDocument/2006/relationships/tags" Target="../tags/tag281.xml"/><Relationship Id="rId4" Type="http://schemas.openxmlformats.org/officeDocument/2006/relationships/image" Target="../media/image114.png"/><Relationship Id="rId34" Type="http://schemas.openxmlformats.org/officeDocument/2006/relationships/vmlDrawing" Target="../drawings/vmlDrawing5.vml"/><Relationship Id="rId33" Type="http://schemas.openxmlformats.org/officeDocument/2006/relationships/slideLayout" Target="../slideLayouts/slideLayout13.xml"/><Relationship Id="rId32" Type="http://schemas.openxmlformats.org/officeDocument/2006/relationships/tags" Target="../tags/tag293.xml"/><Relationship Id="rId31" Type="http://schemas.openxmlformats.org/officeDocument/2006/relationships/image" Target="../media/image127.wmf"/><Relationship Id="rId30" Type="http://schemas.openxmlformats.org/officeDocument/2006/relationships/oleObject" Target="../embeddings/oleObject63.bin"/><Relationship Id="rId3" Type="http://schemas.openxmlformats.org/officeDocument/2006/relationships/tags" Target="../tags/tag280.xml"/><Relationship Id="rId29" Type="http://schemas.openxmlformats.org/officeDocument/2006/relationships/image" Target="../media/image126.wmf"/><Relationship Id="rId28" Type="http://schemas.openxmlformats.org/officeDocument/2006/relationships/oleObject" Target="../embeddings/oleObject62.bin"/><Relationship Id="rId27" Type="http://schemas.openxmlformats.org/officeDocument/2006/relationships/image" Target="../media/image125.png"/><Relationship Id="rId26" Type="http://schemas.openxmlformats.org/officeDocument/2006/relationships/tags" Target="../tags/tag292.xml"/><Relationship Id="rId25" Type="http://schemas.openxmlformats.org/officeDocument/2006/relationships/tags" Target="../tags/tag291.xml"/><Relationship Id="rId24" Type="http://schemas.openxmlformats.org/officeDocument/2006/relationships/image" Target="../media/image124.png"/><Relationship Id="rId23" Type="http://schemas.openxmlformats.org/officeDocument/2006/relationships/image" Target="../media/image123.png"/><Relationship Id="rId22" Type="http://schemas.openxmlformats.org/officeDocument/2006/relationships/tags" Target="../tags/tag290.xml"/><Relationship Id="rId21" Type="http://schemas.openxmlformats.org/officeDocument/2006/relationships/tags" Target="../tags/tag289.xml"/><Relationship Id="rId20" Type="http://schemas.openxmlformats.org/officeDocument/2006/relationships/image" Target="../media/image122.png"/><Relationship Id="rId2" Type="http://schemas.openxmlformats.org/officeDocument/2006/relationships/image" Target="../media/image113.png"/><Relationship Id="rId19" Type="http://schemas.openxmlformats.org/officeDocument/2006/relationships/image" Target="../media/image121.png"/><Relationship Id="rId18" Type="http://schemas.openxmlformats.org/officeDocument/2006/relationships/tags" Target="../tags/tag288.xml"/><Relationship Id="rId17" Type="http://schemas.openxmlformats.org/officeDocument/2006/relationships/tags" Target="../tags/tag287.xml"/><Relationship Id="rId16" Type="http://schemas.openxmlformats.org/officeDocument/2006/relationships/tags" Target="../tags/tag286.xml"/><Relationship Id="rId15" Type="http://schemas.openxmlformats.org/officeDocument/2006/relationships/image" Target="../media/image120.png"/><Relationship Id="rId14" Type="http://schemas.openxmlformats.org/officeDocument/2006/relationships/tags" Target="../tags/tag285.xml"/><Relationship Id="rId13" Type="http://schemas.openxmlformats.org/officeDocument/2006/relationships/tags" Target="../tags/tag284.xml"/><Relationship Id="rId12" Type="http://schemas.openxmlformats.org/officeDocument/2006/relationships/image" Target="../media/image119.png"/><Relationship Id="rId11" Type="http://schemas.openxmlformats.org/officeDocument/2006/relationships/image" Target="../media/image118.png"/><Relationship Id="rId10" Type="http://schemas.openxmlformats.org/officeDocument/2006/relationships/image" Target="../media/image117.png"/><Relationship Id="rId1" Type="http://schemas.openxmlformats.org/officeDocument/2006/relationships/image" Target="../media/image112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tags" Target="../tags/tag294.xml"/><Relationship Id="rId7" Type="http://schemas.openxmlformats.org/officeDocument/2006/relationships/image" Target="../media/image134.png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image" Target="../media/image128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298.xml"/><Relationship Id="rId3" Type="http://schemas.openxmlformats.org/officeDocument/2006/relationships/tags" Target="../tags/tag297.xml"/><Relationship Id="rId2" Type="http://schemas.openxmlformats.org/officeDocument/2006/relationships/tags" Target="../tags/tag296.xml"/><Relationship Id="rId1" Type="http://schemas.openxmlformats.org/officeDocument/2006/relationships/tags" Target="../tags/tag295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8.bin"/><Relationship Id="rId8" Type="http://schemas.openxmlformats.org/officeDocument/2006/relationships/image" Target="../media/image138.wmf"/><Relationship Id="rId7" Type="http://schemas.openxmlformats.org/officeDocument/2006/relationships/oleObject" Target="../embeddings/oleObject67.bin"/><Relationship Id="rId6" Type="http://schemas.openxmlformats.org/officeDocument/2006/relationships/image" Target="../media/image137.w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136.wmf"/><Relationship Id="rId34" Type="http://schemas.openxmlformats.org/officeDocument/2006/relationships/vmlDrawing" Target="../drawings/vmlDrawing6.vml"/><Relationship Id="rId33" Type="http://schemas.openxmlformats.org/officeDocument/2006/relationships/slideLayout" Target="../slideLayouts/slideLayout13.xml"/><Relationship Id="rId32" Type="http://schemas.openxmlformats.org/officeDocument/2006/relationships/tags" Target="../tags/tag299.xml"/><Relationship Id="rId31" Type="http://schemas.openxmlformats.org/officeDocument/2006/relationships/image" Target="../media/image149.wmf"/><Relationship Id="rId30" Type="http://schemas.openxmlformats.org/officeDocument/2006/relationships/oleObject" Target="../embeddings/oleObject79.bin"/><Relationship Id="rId3" Type="http://schemas.openxmlformats.org/officeDocument/2006/relationships/oleObject" Target="../embeddings/oleObject65.bin"/><Relationship Id="rId29" Type="http://schemas.openxmlformats.org/officeDocument/2006/relationships/image" Target="../media/image148.wmf"/><Relationship Id="rId28" Type="http://schemas.openxmlformats.org/officeDocument/2006/relationships/oleObject" Target="../embeddings/oleObject78.bin"/><Relationship Id="rId27" Type="http://schemas.openxmlformats.org/officeDocument/2006/relationships/image" Target="../media/image147.wmf"/><Relationship Id="rId26" Type="http://schemas.openxmlformats.org/officeDocument/2006/relationships/oleObject" Target="../embeddings/oleObject77.bin"/><Relationship Id="rId25" Type="http://schemas.openxmlformats.org/officeDocument/2006/relationships/oleObject" Target="../embeddings/oleObject76.bin"/><Relationship Id="rId24" Type="http://schemas.openxmlformats.org/officeDocument/2006/relationships/image" Target="../media/image146.wmf"/><Relationship Id="rId23" Type="http://schemas.openxmlformats.org/officeDocument/2006/relationships/oleObject" Target="../embeddings/oleObject75.bin"/><Relationship Id="rId22" Type="http://schemas.openxmlformats.org/officeDocument/2006/relationships/image" Target="../media/image145.wmf"/><Relationship Id="rId21" Type="http://schemas.openxmlformats.org/officeDocument/2006/relationships/oleObject" Target="../embeddings/oleObject74.bin"/><Relationship Id="rId20" Type="http://schemas.openxmlformats.org/officeDocument/2006/relationships/image" Target="../media/image144.wmf"/><Relationship Id="rId2" Type="http://schemas.openxmlformats.org/officeDocument/2006/relationships/image" Target="../media/image135.wmf"/><Relationship Id="rId19" Type="http://schemas.openxmlformats.org/officeDocument/2006/relationships/oleObject" Target="../embeddings/oleObject73.bin"/><Relationship Id="rId18" Type="http://schemas.openxmlformats.org/officeDocument/2006/relationships/image" Target="../media/image143.wmf"/><Relationship Id="rId17" Type="http://schemas.openxmlformats.org/officeDocument/2006/relationships/oleObject" Target="../embeddings/oleObject72.bin"/><Relationship Id="rId16" Type="http://schemas.openxmlformats.org/officeDocument/2006/relationships/image" Target="../media/image142.wmf"/><Relationship Id="rId15" Type="http://schemas.openxmlformats.org/officeDocument/2006/relationships/oleObject" Target="../embeddings/oleObject71.bin"/><Relationship Id="rId14" Type="http://schemas.openxmlformats.org/officeDocument/2006/relationships/image" Target="../media/image141.wmf"/><Relationship Id="rId13" Type="http://schemas.openxmlformats.org/officeDocument/2006/relationships/oleObject" Target="../embeddings/oleObject70.bin"/><Relationship Id="rId12" Type="http://schemas.openxmlformats.org/officeDocument/2006/relationships/image" Target="../media/image140.wmf"/><Relationship Id="rId11" Type="http://schemas.openxmlformats.org/officeDocument/2006/relationships/oleObject" Target="../embeddings/oleObject69.bin"/><Relationship Id="rId10" Type="http://schemas.openxmlformats.org/officeDocument/2006/relationships/image" Target="../media/image139.wmf"/><Relationship Id="rId1" Type="http://schemas.openxmlformats.org/officeDocument/2006/relationships/oleObject" Target="../embeddings/oleObject64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4.bin"/><Relationship Id="rId8" Type="http://schemas.openxmlformats.org/officeDocument/2006/relationships/image" Target="../media/image152.wmf"/><Relationship Id="rId7" Type="http://schemas.openxmlformats.org/officeDocument/2006/relationships/oleObject" Target="../embeddings/oleObject83.bin"/><Relationship Id="rId6" Type="http://schemas.openxmlformats.org/officeDocument/2006/relationships/image" Target="../media/image143.wmf"/><Relationship Id="rId5" Type="http://schemas.openxmlformats.org/officeDocument/2006/relationships/oleObject" Target="../embeddings/oleObject82.bin"/><Relationship Id="rId42" Type="http://schemas.openxmlformats.org/officeDocument/2006/relationships/vmlDrawing" Target="../drawings/vmlDrawing7.vml"/><Relationship Id="rId41" Type="http://schemas.openxmlformats.org/officeDocument/2006/relationships/slideLayout" Target="../slideLayouts/slideLayout13.xml"/><Relationship Id="rId40" Type="http://schemas.openxmlformats.org/officeDocument/2006/relationships/tags" Target="../tags/tag305.xml"/><Relationship Id="rId4" Type="http://schemas.openxmlformats.org/officeDocument/2006/relationships/image" Target="../media/image151.wmf"/><Relationship Id="rId39" Type="http://schemas.openxmlformats.org/officeDocument/2006/relationships/image" Target="../media/image163.wmf"/><Relationship Id="rId38" Type="http://schemas.openxmlformats.org/officeDocument/2006/relationships/oleObject" Target="../embeddings/oleObject98.bin"/><Relationship Id="rId37" Type="http://schemas.openxmlformats.org/officeDocument/2006/relationships/tags" Target="../tags/tag304.xml"/><Relationship Id="rId36" Type="http://schemas.openxmlformats.org/officeDocument/2006/relationships/tags" Target="../tags/tag303.xml"/><Relationship Id="rId35" Type="http://schemas.openxmlformats.org/officeDocument/2006/relationships/tags" Target="../tags/tag302.xml"/><Relationship Id="rId34" Type="http://schemas.openxmlformats.org/officeDocument/2006/relationships/tags" Target="../tags/tag301.xml"/><Relationship Id="rId33" Type="http://schemas.openxmlformats.org/officeDocument/2006/relationships/tags" Target="../tags/tag300.xml"/><Relationship Id="rId32" Type="http://schemas.openxmlformats.org/officeDocument/2006/relationships/image" Target="../media/image162.wmf"/><Relationship Id="rId31" Type="http://schemas.openxmlformats.org/officeDocument/2006/relationships/oleObject" Target="../embeddings/oleObject97.bin"/><Relationship Id="rId30" Type="http://schemas.openxmlformats.org/officeDocument/2006/relationships/oleObject" Target="../embeddings/oleObject96.bin"/><Relationship Id="rId3" Type="http://schemas.openxmlformats.org/officeDocument/2006/relationships/oleObject" Target="../embeddings/oleObject81.bin"/><Relationship Id="rId29" Type="http://schemas.openxmlformats.org/officeDocument/2006/relationships/image" Target="../media/image161.wmf"/><Relationship Id="rId28" Type="http://schemas.openxmlformats.org/officeDocument/2006/relationships/oleObject" Target="../embeddings/oleObject95.bin"/><Relationship Id="rId27" Type="http://schemas.openxmlformats.org/officeDocument/2006/relationships/image" Target="../media/image160.wmf"/><Relationship Id="rId26" Type="http://schemas.openxmlformats.org/officeDocument/2006/relationships/oleObject" Target="../embeddings/oleObject94.bin"/><Relationship Id="rId25" Type="http://schemas.openxmlformats.org/officeDocument/2006/relationships/image" Target="../media/image159.wmf"/><Relationship Id="rId24" Type="http://schemas.openxmlformats.org/officeDocument/2006/relationships/oleObject" Target="../embeddings/oleObject93.bin"/><Relationship Id="rId23" Type="http://schemas.openxmlformats.org/officeDocument/2006/relationships/image" Target="../media/image158.wmf"/><Relationship Id="rId22" Type="http://schemas.openxmlformats.org/officeDocument/2006/relationships/oleObject" Target="../embeddings/oleObject92.bin"/><Relationship Id="rId21" Type="http://schemas.openxmlformats.org/officeDocument/2006/relationships/oleObject" Target="../embeddings/oleObject91.bin"/><Relationship Id="rId20" Type="http://schemas.openxmlformats.org/officeDocument/2006/relationships/image" Target="../media/image157.wmf"/><Relationship Id="rId2" Type="http://schemas.openxmlformats.org/officeDocument/2006/relationships/image" Target="../media/image150.wmf"/><Relationship Id="rId19" Type="http://schemas.openxmlformats.org/officeDocument/2006/relationships/oleObject" Target="../embeddings/oleObject90.bin"/><Relationship Id="rId18" Type="http://schemas.openxmlformats.org/officeDocument/2006/relationships/oleObject" Target="../embeddings/oleObject89.bin"/><Relationship Id="rId17" Type="http://schemas.openxmlformats.org/officeDocument/2006/relationships/image" Target="../media/image156.wmf"/><Relationship Id="rId16" Type="http://schemas.openxmlformats.org/officeDocument/2006/relationships/oleObject" Target="../embeddings/oleObject88.bin"/><Relationship Id="rId15" Type="http://schemas.openxmlformats.org/officeDocument/2006/relationships/oleObject" Target="../embeddings/oleObject87.bin"/><Relationship Id="rId14" Type="http://schemas.openxmlformats.org/officeDocument/2006/relationships/image" Target="../media/image155.wmf"/><Relationship Id="rId13" Type="http://schemas.openxmlformats.org/officeDocument/2006/relationships/oleObject" Target="../embeddings/oleObject86.bin"/><Relationship Id="rId12" Type="http://schemas.openxmlformats.org/officeDocument/2006/relationships/image" Target="../media/image154.wmf"/><Relationship Id="rId11" Type="http://schemas.openxmlformats.org/officeDocument/2006/relationships/oleObject" Target="../embeddings/oleObject85.bin"/><Relationship Id="rId10" Type="http://schemas.openxmlformats.org/officeDocument/2006/relationships/image" Target="../media/image153.wmf"/><Relationship Id="rId1" Type="http://schemas.openxmlformats.org/officeDocument/2006/relationships/oleObject" Target="../embeddings/oleObject80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3.bin"/><Relationship Id="rId8" Type="http://schemas.openxmlformats.org/officeDocument/2006/relationships/image" Target="../media/image167.wmf"/><Relationship Id="rId7" Type="http://schemas.openxmlformats.org/officeDocument/2006/relationships/oleObject" Target="../embeddings/oleObject102.bin"/><Relationship Id="rId6" Type="http://schemas.openxmlformats.org/officeDocument/2006/relationships/image" Target="../media/image166.wmf"/><Relationship Id="rId5" Type="http://schemas.openxmlformats.org/officeDocument/2006/relationships/oleObject" Target="../embeddings/oleObject101.bin"/><Relationship Id="rId43" Type="http://schemas.openxmlformats.org/officeDocument/2006/relationships/vmlDrawing" Target="../drawings/vmlDrawing8.vml"/><Relationship Id="rId42" Type="http://schemas.openxmlformats.org/officeDocument/2006/relationships/slideLayout" Target="../slideLayouts/slideLayout13.xml"/><Relationship Id="rId41" Type="http://schemas.openxmlformats.org/officeDocument/2006/relationships/tags" Target="../tags/tag306.xml"/><Relationship Id="rId40" Type="http://schemas.openxmlformats.org/officeDocument/2006/relationships/image" Target="../media/image181.png"/><Relationship Id="rId4" Type="http://schemas.openxmlformats.org/officeDocument/2006/relationships/image" Target="../media/image165.wmf"/><Relationship Id="rId39" Type="http://schemas.openxmlformats.org/officeDocument/2006/relationships/oleObject" Target="../embeddings/oleObject119.bin"/><Relationship Id="rId38" Type="http://schemas.openxmlformats.org/officeDocument/2006/relationships/image" Target="../media/image180.wmf"/><Relationship Id="rId37" Type="http://schemas.openxmlformats.org/officeDocument/2006/relationships/oleObject" Target="../embeddings/oleObject118.bin"/><Relationship Id="rId36" Type="http://schemas.openxmlformats.org/officeDocument/2006/relationships/image" Target="../media/image179.wmf"/><Relationship Id="rId35" Type="http://schemas.openxmlformats.org/officeDocument/2006/relationships/oleObject" Target="../embeddings/oleObject117.bin"/><Relationship Id="rId34" Type="http://schemas.openxmlformats.org/officeDocument/2006/relationships/image" Target="../media/image178.wmf"/><Relationship Id="rId33" Type="http://schemas.openxmlformats.org/officeDocument/2006/relationships/oleObject" Target="../embeddings/oleObject116.bin"/><Relationship Id="rId32" Type="http://schemas.openxmlformats.org/officeDocument/2006/relationships/image" Target="../media/image177.wmf"/><Relationship Id="rId31" Type="http://schemas.openxmlformats.org/officeDocument/2006/relationships/oleObject" Target="../embeddings/oleObject115.bin"/><Relationship Id="rId30" Type="http://schemas.openxmlformats.org/officeDocument/2006/relationships/oleObject" Target="../embeddings/oleObject114.bin"/><Relationship Id="rId3" Type="http://schemas.openxmlformats.org/officeDocument/2006/relationships/oleObject" Target="../embeddings/oleObject100.bin"/><Relationship Id="rId29" Type="http://schemas.openxmlformats.org/officeDocument/2006/relationships/image" Target="../media/image176.wmf"/><Relationship Id="rId28" Type="http://schemas.openxmlformats.org/officeDocument/2006/relationships/oleObject" Target="../embeddings/oleObject113.bin"/><Relationship Id="rId27" Type="http://schemas.openxmlformats.org/officeDocument/2006/relationships/image" Target="../media/image175.wmf"/><Relationship Id="rId26" Type="http://schemas.openxmlformats.org/officeDocument/2006/relationships/oleObject" Target="../embeddings/oleObject112.bin"/><Relationship Id="rId25" Type="http://schemas.openxmlformats.org/officeDocument/2006/relationships/image" Target="../media/image174.wmf"/><Relationship Id="rId24" Type="http://schemas.openxmlformats.org/officeDocument/2006/relationships/oleObject" Target="../embeddings/oleObject111.bin"/><Relationship Id="rId23" Type="http://schemas.openxmlformats.org/officeDocument/2006/relationships/image" Target="../media/image173.wmf"/><Relationship Id="rId22" Type="http://schemas.openxmlformats.org/officeDocument/2006/relationships/oleObject" Target="../embeddings/oleObject110.bin"/><Relationship Id="rId21" Type="http://schemas.openxmlformats.org/officeDocument/2006/relationships/image" Target="../media/image172.wmf"/><Relationship Id="rId20" Type="http://schemas.openxmlformats.org/officeDocument/2006/relationships/oleObject" Target="../embeddings/oleObject109.bin"/><Relationship Id="rId2" Type="http://schemas.openxmlformats.org/officeDocument/2006/relationships/image" Target="../media/image164.wmf"/><Relationship Id="rId19" Type="http://schemas.openxmlformats.org/officeDocument/2006/relationships/image" Target="../media/image171.wmf"/><Relationship Id="rId18" Type="http://schemas.openxmlformats.org/officeDocument/2006/relationships/oleObject" Target="../embeddings/oleObject108.bin"/><Relationship Id="rId17" Type="http://schemas.openxmlformats.org/officeDocument/2006/relationships/image" Target="../media/image170.wmf"/><Relationship Id="rId16" Type="http://schemas.openxmlformats.org/officeDocument/2006/relationships/oleObject" Target="../embeddings/oleObject107.bin"/><Relationship Id="rId15" Type="http://schemas.openxmlformats.org/officeDocument/2006/relationships/oleObject" Target="../embeddings/oleObject106.bin"/><Relationship Id="rId14" Type="http://schemas.openxmlformats.org/officeDocument/2006/relationships/image" Target="../media/image169.wmf"/><Relationship Id="rId13" Type="http://schemas.openxmlformats.org/officeDocument/2006/relationships/oleObject" Target="../embeddings/oleObject105.bin"/><Relationship Id="rId12" Type="http://schemas.openxmlformats.org/officeDocument/2006/relationships/image" Target="../media/image158.wmf"/><Relationship Id="rId11" Type="http://schemas.openxmlformats.org/officeDocument/2006/relationships/oleObject" Target="../embeddings/oleObject104.bin"/><Relationship Id="rId10" Type="http://schemas.openxmlformats.org/officeDocument/2006/relationships/image" Target="../media/image168.wmf"/><Relationship Id="rId1" Type="http://schemas.openxmlformats.org/officeDocument/2006/relationships/oleObject" Target="../embeddings/oleObject99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4.bin"/><Relationship Id="rId8" Type="http://schemas.openxmlformats.org/officeDocument/2006/relationships/image" Target="../media/image185.wmf"/><Relationship Id="rId7" Type="http://schemas.openxmlformats.org/officeDocument/2006/relationships/oleObject" Target="../embeddings/oleObject123.bin"/><Relationship Id="rId6" Type="http://schemas.openxmlformats.org/officeDocument/2006/relationships/image" Target="../media/image184.wmf"/><Relationship Id="rId5" Type="http://schemas.openxmlformats.org/officeDocument/2006/relationships/oleObject" Target="../embeddings/oleObject122.bin"/><Relationship Id="rId4" Type="http://schemas.openxmlformats.org/officeDocument/2006/relationships/image" Target="../media/image183.wmf"/><Relationship Id="rId34" Type="http://schemas.openxmlformats.org/officeDocument/2006/relationships/vmlDrawing" Target="../drawings/vmlDrawing9.vml"/><Relationship Id="rId33" Type="http://schemas.openxmlformats.org/officeDocument/2006/relationships/slideLayout" Target="../slideLayouts/slideLayout13.xml"/><Relationship Id="rId32" Type="http://schemas.openxmlformats.org/officeDocument/2006/relationships/tags" Target="../tags/tag307.xml"/><Relationship Id="rId31" Type="http://schemas.openxmlformats.org/officeDocument/2006/relationships/image" Target="../media/image196.wmf"/><Relationship Id="rId30" Type="http://schemas.openxmlformats.org/officeDocument/2006/relationships/oleObject" Target="../embeddings/oleObject135.bin"/><Relationship Id="rId3" Type="http://schemas.openxmlformats.org/officeDocument/2006/relationships/oleObject" Target="../embeddings/oleObject121.bin"/><Relationship Id="rId29" Type="http://schemas.openxmlformats.org/officeDocument/2006/relationships/oleObject" Target="../embeddings/oleObject134.bin"/><Relationship Id="rId28" Type="http://schemas.openxmlformats.org/officeDocument/2006/relationships/image" Target="../media/image195.wmf"/><Relationship Id="rId27" Type="http://schemas.openxmlformats.org/officeDocument/2006/relationships/oleObject" Target="../embeddings/oleObject133.bin"/><Relationship Id="rId26" Type="http://schemas.openxmlformats.org/officeDocument/2006/relationships/image" Target="../media/image194.wmf"/><Relationship Id="rId25" Type="http://schemas.openxmlformats.org/officeDocument/2006/relationships/oleObject" Target="../embeddings/oleObject132.bin"/><Relationship Id="rId24" Type="http://schemas.openxmlformats.org/officeDocument/2006/relationships/image" Target="../media/image193.wmf"/><Relationship Id="rId23" Type="http://schemas.openxmlformats.org/officeDocument/2006/relationships/oleObject" Target="../embeddings/oleObject131.bin"/><Relationship Id="rId22" Type="http://schemas.openxmlformats.org/officeDocument/2006/relationships/image" Target="../media/image192.wmf"/><Relationship Id="rId21" Type="http://schemas.openxmlformats.org/officeDocument/2006/relationships/oleObject" Target="../embeddings/oleObject130.bin"/><Relationship Id="rId20" Type="http://schemas.openxmlformats.org/officeDocument/2006/relationships/image" Target="../media/image191.wmf"/><Relationship Id="rId2" Type="http://schemas.openxmlformats.org/officeDocument/2006/relationships/image" Target="../media/image182.wmf"/><Relationship Id="rId19" Type="http://schemas.openxmlformats.org/officeDocument/2006/relationships/oleObject" Target="../embeddings/oleObject129.bin"/><Relationship Id="rId18" Type="http://schemas.openxmlformats.org/officeDocument/2006/relationships/image" Target="../media/image190.wmf"/><Relationship Id="rId17" Type="http://schemas.openxmlformats.org/officeDocument/2006/relationships/oleObject" Target="../embeddings/oleObject128.bin"/><Relationship Id="rId16" Type="http://schemas.openxmlformats.org/officeDocument/2006/relationships/image" Target="../media/image189.wmf"/><Relationship Id="rId15" Type="http://schemas.openxmlformats.org/officeDocument/2006/relationships/oleObject" Target="../embeddings/oleObject127.bin"/><Relationship Id="rId14" Type="http://schemas.openxmlformats.org/officeDocument/2006/relationships/image" Target="../media/image188.wmf"/><Relationship Id="rId13" Type="http://schemas.openxmlformats.org/officeDocument/2006/relationships/oleObject" Target="../embeddings/oleObject126.bin"/><Relationship Id="rId12" Type="http://schemas.openxmlformats.org/officeDocument/2006/relationships/image" Target="../media/image187.wmf"/><Relationship Id="rId11" Type="http://schemas.openxmlformats.org/officeDocument/2006/relationships/oleObject" Target="../embeddings/oleObject125.bin"/><Relationship Id="rId10" Type="http://schemas.openxmlformats.org/officeDocument/2006/relationships/image" Target="../media/image186.wmf"/><Relationship Id="rId1" Type="http://schemas.openxmlformats.org/officeDocument/2006/relationships/oleObject" Target="../embeddings/oleObject120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0.bin"/><Relationship Id="rId8" Type="http://schemas.openxmlformats.org/officeDocument/2006/relationships/image" Target="../media/image200.wmf"/><Relationship Id="rId7" Type="http://schemas.openxmlformats.org/officeDocument/2006/relationships/oleObject" Target="../embeddings/oleObject139.bin"/><Relationship Id="rId6" Type="http://schemas.openxmlformats.org/officeDocument/2006/relationships/image" Target="../media/image199.wmf"/><Relationship Id="rId5" Type="http://schemas.openxmlformats.org/officeDocument/2006/relationships/oleObject" Target="../embeddings/oleObject138.bin"/><Relationship Id="rId4" Type="http://schemas.openxmlformats.org/officeDocument/2006/relationships/image" Target="../media/image198.wmf"/><Relationship Id="rId3" Type="http://schemas.openxmlformats.org/officeDocument/2006/relationships/oleObject" Target="../embeddings/oleObject137.bin"/><Relationship Id="rId2" Type="http://schemas.openxmlformats.org/officeDocument/2006/relationships/image" Target="../media/image197.wmf"/><Relationship Id="rId15" Type="http://schemas.openxmlformats.org/officeDocument/2006/relationships/vmlDrawing" Target="../drawings/vmlDrawing10.vml"/><Relationship Id="rId14" Type="http://schemas.openxmlformats.org/officeDocument/2006/relationships/slideLayout" Target="../slideLayouts/slideLayout13.xml"/><Relationship Id="rId13" Type="http://schemas.openxmlformats.org/officeDocument/2006/relationships/tags" Target="../tags/tag308.xml"/><Relationship Id="rId12" Type="http://schemas.openxmlformats.org/officeDocument/2006/relationships/image" Target="../media/image201.wmf"/><Relationship Id="rId11" Type="http://schemas.openxmlformats.org/officeDocument/2006/relationships/oleObject" Target="../embeddings/oleObject142.bin"/><Relationship Id="rId10" Type="http://schemas.openxmlformats.org/officeDocument/2006/relationships/oleObject" Target="../embeddings/oleObject141.bin"/><Relationship Id="rId1" Type="http://schemas.openxmlformats.org/officeDocument/2006/relationships/oleObject" Target="../embeddings/oleObject136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7.bin"/><Relationship Id="rId8" Type="http://schemas.openxmlformats.org/officeDocument/2006/relationships/image" Target="../media/image205.wmf"/><Relationship Id="rId7" Type="http://schemas.openxmlformats.org/officeDocument/2006/relationships/oleObject" Target="../embeddings/oleObject146.bin"/><Relationship Id="rId6" Type="http://schemas.openxmlformats.org/officeDocument/2006/relationships/image" Target="../media/image204.wmf"/><Relationship Id="rId5" Type="http://schemas.openxmlformats.org/officeDocument/2006/relationships/oleObject" Target="../embeddings/oleObject145.bin"/><Relationship Id="rId44" Type="http://schemas.openxmlformats.org/officeDocument/2006/relationships/vmlDrawing" Target="../drawings/vmlDrawing11.vml"/><Relationship Id="rId43" Type="http://schemas.openxmlformats.org/officeDocument/2006/relationships/slideLayout" Target="../slideLayouts/slideLayout13.xml"/><Relationship Id="rId42" Type="http://schemas.openxmlformats.org/officeDocument/2006/relationships/tags" Target="../tags/tag309.xml"/><Relationship Id="rId41" Type="http://schemas.openxmlformats.org/officeDocument/2006/relationships/image" Target="../media/image221.wmf"/><Relationship Id="rId40" Type="http://schemas.openxmlformats.org/officeDocument/2006/relationships/oleObject" Target="../embeddings/oleObject163.bin"/><Relationship Id="rId4" Type="http://schemas.openxmlformats.org/officeDocument/2006/relationships/image" Target="../media/image203.wmf"/><Relationship Id="rId39" Type="http://schemas.openxmlformats.org/officeDocument/2006/relationships/image" Target="../media/image220.wmf"/><Relationship Id="rId38" Type="http://schemas.openxmlformats.org/officeDocument/2006/relationships/oleObject" Target="../embeddings/oleObject162.bin"/><Relationship Id="rId37" Type="http://schemas.openxmlformats.org/officeDocument/2006/relationships/image" Target="../media/image219.wmf"/><Relationship Id="rId36" Type="http://schemas.openxmlformats.org/officeDocument/2006/relationships/oleObject" Target="../embeddings/oleObject161.bin"/><Relationship Id="rId35" Type="http://schemas.openxmlformats.org/officeDocument/2006/relationships/oleObject" Target="../embeddings/oleObject160.bin"/><Relationship Id="rId34" Type="http://schemas.openxmlformats.org/officeDocument/2006/relationships/oleObject" Target="../embeddings/oleObject159.bin"/><Relationship Id="rId33" Type="http://schemas.openxmlformats.org/officeDocument/2006/relationships/image" Target="../media/image218.wmf"/><Relationship Id="rId32" Type="http://schemas.openxmlformats.org/officeDocument/2006/relationships/oleObject" Target="../embeddings/oleObject158.bin"/><Relationship Id="rId31" Type="http://schemas.openxmlformats.org/officeDocument/2006/relationships/image" Target="../media/image217.wmf"/><Relationship Id="rId30" Type="http://schemas.openxmlformats.org/officeDocument/2006/relationships/oleObject" Target="../embeddings/oleObject157.bin"/><Relationship Id="rId3" Type="http://schemas.openxmlformats.org/officeDocument/2006/relationships/oleObject" Target="../embeddings/oleObject144.bin"/><Relationship Id="rId29" Type="http://schemas.openxmlformats.org/officeDocument/2006/relationships/image" Target="../media/image216.wmf"/><Relationship Id="rId28" Type="http://schemas.openxmlformats.org/officeDocument/2006/relationships/oleObject" Target="../embeddings/oleObject156.bin"/><Relationship Id="rId27" Type="http://schemas.openxmlformats.org/officeDocument/2006/relationships/image" Target="../media/image215.wmf"/><Relationship Id="rId26" Type="http://schemas.openxmlformats.org/officeDocument/2006/relationships/oleObject" Target="../embeddings/oleObject155.bin"/><Relationship Id="rId25" Type="http://schemas.openxmlformats.org/officeDocument/2006/relationships/image" Target="../media/image214.wmf"/><Relationship Id="rId24" Type="http://schemas.openxmlformats.org/officeDocument/2006/relationships/oleObject" Target="../embeddings/oleObject154.bin"/><Relationship Id="rId23" Type="http://schemas.openxmlformats.org/officeDocument/2006/relationships/image" Target="../media/image213.wmf"/><Relationship Id="rId22" Type="http://schemas.openxmlformats.org/officeDocument/2006/relationships/oleObject" Target="../embeddings/oleObject153.bin"/><Relationship Id="rId21" Type="http://schemas.openxmlformats.org/officeDocument/2006/relationships/image" Target="../media/image212.wmf"/><Relationship Id="rId20" Type="http://schemas.openxmlformats.org/officeDocument/2006/relationships/oleObject" Target="../embeddings/oleObject152.bin"/><Relationship Id="rId2" Type="http://schemas.openxmlformats.org/officeDocument/2006/relationships/image" Target="../media/image202.wmf"/><Relationship Id="rId19" Type="http://schemas.openxmlformats.org/officeDocument/2006/relationships/image" Target="../media/image211.wmf"/><Relationship Id="rId18" Type="http://schemas.openxmlformats.org/officeDocument/2006/relationships/oleObject" Target="../embeddings/oleObject151.bin"/><Relationship Id="rId17" Type="http://schemas.openxmlformats.org/officeDocument/2006/relationships/image" Target="../media/image210.wmf"/><Relationship Id="rId16" Type="http://schemas.openxmlformats.org/officeDocument/2006/relationships/oleObject" Target="../embeddings/oleObject150.bin"/><Relationship Id="rId15" Type="http://schemas.openxmlformats.org/officeDocument/2006/relationships/image" Target="../media/image209.wmf"/><Relationship Id="rId14" Type="http://schemas.openxmlformats.org/officeDocument/2006/relationships/oleObject" Target="../embeddings/oleObject149.bin"/><Relationship Id="rId13" Type="http://schemas.openxmlformats.org/officeDocument/2006/relationships/image" Target="../media/image208.wmf"/><Relationship Id="rId12" Type="http://schemas.openxmlformats.org/officeDocument/2006/relationships/image" Target="../media/image207.wmf"/><Relationship Id="rId11" Type="http://schemas.openxmlformats.org/officeDocument/2006/relationships/oleObject" Target="../embeddings/oleObject148.bin"/><Relationship Id="rId10" Type="http://schemas.openxmlformats.org/officeDocument/2006/relationships/image" Target="../media/image206.wmf"/><Relationship Id="rId1" Type="http://schemas.openxmlformats.org/officeDocument/2006/relationships/oleObject" Target="../embeddings/oleObject143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8.bin"/><Relationship Id="rId8" Type="http://schemas.openxmlformats.org/officeDocument/2006/relationships/image" Target="../media/image218.wmf"/><Relationship Id="rId7" Type="http://schemas.openxmlformats.org/officeDocument/2006/relationships/oleObject" Target="../embeddings/oleObject167.bin"/><Relationship Id="rId6" Type="http://schemas.openxmlformats.org/officeDocument/2006/relationships/image" Target="../media/image217.wmf"/><Relationship Id="rId5" Type="http://schemas.openxmlformats.org/officeDocument/2006/relationships/oleObject" Target="../embeddings/oleObject166.bin"/><Relationship Id="rId4" Type="http://schemas.openxmlformats.org/officeDocument/2006/relationships/image" Target="../media/image216.wmf"/><Relationship Id="rId3" Type="http://schemas.openxmlformats.org/officeDocument/2006/relationships/oleObject" Target="../embeddings/oleObject165.bin"/><Relationship Id="rId23" Type="http://schemas.openxmlformats.org/officeDocument/2006/relationships/vmlDrawing" Target="../drawings/vmlDrawing12.vml"/><Relationship Id="rId22" Type="http://schemas.openxmlformats.org/officeDocument/2006/relationships/slideLayout" Target="../slideLayouts/slideLayout13.xml"/><Relationship Id="rId21" Type="http://schemas.openxmlformats.org/officeDocument/2006/relationships/tags" Target="../tags/tag310.xml"/><Relationship Id="rId20" Type="http://schemas.openxmlformats.org/officeDocument/2006/relationships/image" Target="../media/image225.png"/><Relationship Id="rId2" Type="http://schemas.openxmlformats.org/officeDocument/2006/relationships/image" Target="../media/image215.wmf"/><Relationship Id="rId19" Type="http://schemas.openxmlformats.org/officeDocument/2006/relationships/image" Target="../media/image224.png"/><Relationship Id="rId18" Type="http://schemas.openxmlformats.org/officeDocument/2006/relationships/image" Target="../media/image223.png"/><Relationship Id="rId17" Type="http://schemas.openxmlformats.org/officeDocument/2006/relationships/image" Target="../media/image222.png"/><Relationship Id="rId16" Type="http://schemas.openxmlformats.org/officeDocument/2006/relationships/image" Target="../media/image221.wmf"/><Relationship Id="rId15" Type="http://schemas.openxmlformats.org/officeDocument/2006/relationships/oleObject" Target="../embeddings/oleObject172.bin"/><Relationship Id="rId14" Type="http://schemas.openxmlformats.org/officeDocument/2006/relationships/image" Target="../media/image220.wmf"/><Relationship Id="rId13" Type="http://schemas.openxmlformats.org/officeDocument/2006/relationships/oleObject" Target="../embeddings/oleObject171.bin"/><Relationship Id="rId12" Type="http://schemas.openxmlformats.org/officeDocument/2006/relationships/image" Target="../media/image219.wmf"/><Relationship Id="rId11" Type="http://schemas.openxmlformats.org/officeDocument/2006/relationships/oleObject" Target="../embeddings/oleObject170.bin"/><Relationship Id="rId10" Type="http://schemas.openxmlformats.org/officeDocument/2006/relationships/oleObject" Target="../embeddings/oleObject169.bin"/><Relationship Id="rId1" Type="http://schemas.openxmlformats.org/officeDocument/2006/relationships/oleObject" Target="../embeddings/oleObject164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7.bin"/><Relationship Id="rId8" Type="http://schemas.openxmlformats.org/officeDocument/2006/relationships/image" Target="../media/image229.wmf"/><Relationship Id="rId7" Type="http://schemas.openxmlformats.org/officeDocument/2006/relationships/oleObject" Target="../embeddings/oleObject176.bin"/><Relationship Id="rId6" Type="http://schemas.openxmlformats.org/officeDocument/2006/relationships/image" Target="../media/image228.wmf"/><Relationship Id="rId5" Type="http://schemas.openxmlformats.org/officeDocument/2006/relationships/oleObject" Target="../embeddings/oleObject175.bin"/><Relationship Id="rId4" Type="http://schemas.openxmlformats.org/officeDocument/2006/relationships/image" Target="../media/image227.wmf"/><Relationship Id="rId3" Type="http://schemas.openxmlformats.org/officeDocument/2006/relationships/oleObject" Target="../embeddings/oleObject174.bin"/><Relationship Id="rId27" Type="http://schemas.openxmlformats.org/officeDocument/2006/relationships/vmlDrawing" Target="../drawings/vmlDrawing13.vml"/><Relationship Id="rId26" Type="http://schemas.openxmlformats.org/officeDocument/2006/relationships/slideLayout" Target="../slideLayouts/slideLayout13.xml"/><Relationship Id="rId25" Type="http://schemas.openxmlformats.org/officeDocument/2006/relationships/tags" Target="../tags/tag311.xml"/><Relationship Id="rId24" Type="http://schemas.openxmlformats.org/officeDocument/2006/relationships/image" Target="../media/image238.png"/><Relationship Id="rId23" Type="http://schemas.openxmlformats.org/officeDocument/2006/relationships/image" Target="../media/image237.wmf"/><Relationship Id="rId22" Type="http://schemas.openxmlformats.org/officeDocument/2006/relationships/oleObject" Target="../embeddings/oleObject183.bin"/><Relationship Id="rId21" Type="http://schemas.openxmlformats.org/officeDocument/2006/relationships/image" Target="../media/image236.wmf"/><Relationship Id="rId20" Type="http://schemas.openxmlformats.org/officeDocument/2006/relationships/oleObject" Target="../embeddings/oleObject182.bin"/><Relationship Id="rId2" Type="http://schemas.openxmlformats.org/officeDocument/2006/relationships/image" Target="../media/image226.wmf"/><Relationship Id="rId19" Type="http://schemas.openxmlformats.org/officeDocument/2006/relationships/image" Target="../media/image235.wmf"/><Relationship Id="rId18" Type="http://schemas.openxmlformats.org/officeDocument/2006/relationships/oleObject" Target="../embeddings/oleObject181.bin"/><Relationship Id="rId17" Type="http://schemas.openxmlformats.org/officeDocument/2006/relationships/image" Target="../media/image234.png"/><Relationship Id="rId16" Type="http://schemas.openxmlformats.org/officeDocument/2006/relationships/image" Target="../media/image233.wmf"/><Relationship Id="rId15" Type="http://schemas.openxmlformats.org/officeDocument/2006/relationships/oleObject" Target="../embeddings/oleObject180.bin"/><Relationship Id="rId14" Type="http://schemas.openxmlformats.org/officeDocument/2006/relationships/image" Target="../media/image232.wmf"/><Relationship Id="rId13" Type="http://schemas.openxmlformats.org/officeDocument/2006/relationships/oleObject" Target="../embeddings/oleObject179.bin"/><Relationship Id="rId12" Type="http://schemas.openxmlformats.org/officeDocument/2006/relationships/image" Target="../media/image231.wmf"/><Relationship Id="rId11" Type="http://schemas.openxmlformats.org/officeDocument/2006/relationships/oleObject" Target="../embeddings/oleObject178.bin"/><Relationship Id="rId10" Type="http://schemas.openxmlformats.org/officeDocument/2006/relationships/image" Target="../media/image230.wmf"/><Relationship Id="rId1" Type="http://schemas.openxmlformats.org/officeDocument/2006/relationships/oleObject" Target="../embeddings/oleObject173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320.xml"/><Relationship Id="rId8" Type="http://schemas.openxmlformats.org/officeDocument/2006/relationships/tags" Target="../tags/tag319.xml"/><Relationship Id="rId7" Type="http://schemas.openxmlformats.org/officeDocument/2006/relationships/tags" Target="../tags/tag318.xml"/><Relationship Id="rId6" Type="http://schemas.openxmlformats.org/officeDocument/2006/relationships/tags" Target="../tags/tag317.xml"/><Relationship Id="rId5" Type="http://schemas.openxmlformats.org/officeDocument/2006/relationships/tags" Target="../tags/tag316.xml"/><Relationship Id="rId4" Type="http://schemas.openxmlformats.org/officeDocument/2006/relationships/tags" Target="../tags/tag315.xml"/><Relationship Id="rId3" Type="http://schemas.openxmlformats.org/officeDocument/2006/relationships/tags" Target="../tags/tag314.xml"/><Relationship Id="rId2" Type="http://schemas.openxmlformats.org/officeDocument/2006/relationships/tags" Target="../tags/tag313.xml"/><Relationship Id="rId14" Type="http://schemas.openxmlformats.org/officeDocument/2006/relationships/slideLayout" Target="../slideLayouts/slideLayout6.xml"/><Relationship Id="rId13" Type="http://schemas.openxmlformats.org/officeDocument/2006/relationships/tags" Target="../tags/tag324.xml"/><Relationship Id="rId12" Type="http://schemas.openxmlformats.org/officeDocument/2006/relationships/tags" Target="../tags/tag323.xml"/><Relationship Id="rId11" Type="http://schemas.openxmlformats.org/officeDocument/2006/relationships/tags" Target="../tags/tag322.xml"/><Relationship Id="rId10" Type="http://schemas.openxmlformats.org/officeDocument/2006/relationships/tags" Target="../tags/tag321.xml"/><Relationship Id="rId1" Type="http://schemas.openxmlformats.org/officeDocument/2006/relationships/tags" Target="../tags/tag31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openxmlformats.org/officeDocument/2006/relationships/tags" Target="../tags/tag331.xml"/><Relationship Id="rId6" Type="http://schemas.openxmlformats.org/officeDocument/2006/relationships/tags" Target="../tags/tag330.xml"/><Relationship Id="rId5" Type="http://schemas.openxmlformats.org/officeDocument/2006/relationships/tags" Target="../tags/tag329.xml"/><Relationship Id="rId4" Type="http://schemas.openxmlformats.org/officeDocument/2006/relationships/tags" Target="../tags/tag328.xml"/><Relationship Id="rId3" Type="http://schemas.openxmlformats.org/officeDocument/2006/relationships/tags" Target="../tags/tag327.xml"/><Relationship Id="rId2" Type="http://schemas.openxmlformats.org/officeDocument/2006/relationships/tags" Target="../tags/tag326.xml"/><Relationship Id="rId1" Type="http://schemas.openxmlformats.org/officeDocument/2006/relationships/tags" Target="../tags/tag325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" Type="http://schemas.openxmlformats.org/officeDocument/2006/relationships/tags" Target="../tags/tag339.xml"/><Relationship Id="rId7" Type="http://schemas.openxmlformats.org/officeDocument/2006/relationships/tags" Target="../tags/tag338.xml"/><Relationship Id="rId6" Type="http://schemas.openxmlformats.org/officeDocument/2006/relationships/tags" Target="../tags/tag337.xml"/><Relationship Id="rId5" Type="http://schemas.openxmlformats.org/officeDocument/2006/relationships/tags" Target="../tags/tag336.xml"/><Relationship Id="rId4" Type="http://schemas.openxmlformats.org/officeDocument/2006/relationships/tags" Target="../tags/tag335.xml"/><Relationship Id="rId3" Type="http://schemas.openxmlformats.org/officeDocument/2006/relationships/tags" Target="../tags/tag334.xml"/><Relationship Id="rId2" Type="http://schemas.openxmlformats.org/officeDocument/2006/relationships/tags" Target="../tags/tag333.xml"/><Relationship Id="rId19" Type="http://schemas.openxmlformats.org/officeDocument/2006/relationships/slideLayout" Target="../slideLayouts/slideLayout6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tags" Target="../tags/tag332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352.xml"/><Relationship Id="rId2" Type="http://schemas.openxmlformats.org/officeDocument/2006/relationships/tags" Target="../tags/tag351.xml"/><Relationship Id="rId1" Type="http://schemas.openxmlformats.org/officeDocument/2006/relationships/tags" Target="../tags/tag350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2.wmf"/><Relationship Id="rId8" Type="http://schemas.openxmlformats.org/officeDocument/2006/relationships/oleObject" Target="../embeddings/oleObject188.bin"/><Relationship Id="rId7" Type="http://schemas.openxmlformats.org/officeDocument/2006/relationships/oleObject" Target="../embeddings/oleObject187.bin"/><Relationship Id="rId6" Type="http://schemas.openxmlformats.org/officeDocument/2006/relationships/image" Target="../media/image241.wmf"/><Relationship Id="rId5" Type="http://schemas.openxmlformats.org/officeDocument/2006/relationships/oleObject" Target="../embeddings/oleObject186.bin"/><Relationship Id="rId4" Type="http://schemas.openxmlformats.org/officeDocument/2006/relationships/image" Target="../media/image240.wmf"/><Relationship Id="rId34" Type="http://schemas.openxmlformats.org/officeDocument/2006/relationships/vmlDrawing" Target="../drawings/vmlDrawing14.vml"/><Relationship Id="rId33" Type="http://schemas.openxmlformats.org/officeDocument/2006/relationships/slideLayout" Target="../slideLayouts/slideLayout13.xml"/><Relationship Id="rId32" Type="http://schemas.openxmlformats.org/officeDocument/2006/relationships/tags" Target="../tags/tag353.xml"/><Relationship Id="rId31" Type="http://schemas.openxmlformats.org/officeDocument/2006/relationships/image" Target="../media/image250.wmf"/><Relationship Id="rId30" Type="http://schemas.openxmlformats.org/officeDocument/2006/relationships/oleObject" Target="../embeddings/oleObject202.bin"/><Relationship Id="rId3" Type="http://schemas.openxmlformats.org/officeDocument/2006/relationships/oleObject" Target="../embeddings/oleObject185.bin"/><Relationship Id="rId29" Type="http://schemas.openxmlformats.org/officeDocument/2006/relationships/oleObject" Target="../embeddings/oleObject201.bin"/><Relationship Id="rId28" Type="http://schemas.openxmlformats.org/officeDocument/2006/relationships/image" Target="../media/image249.wmf"/><Relationship Id="rId27" Type="http://schemas.openxmlformats.org/officeDocument/2006/relationships/oleObject" Target="../embeddings/oleObject200.bin"/><Relationship Id="rId26" Type="http://schemas.openxmlformats.org/officeDocument/2006/relationships/image" Target="../media/image248.wmf"/><Relationship Id="rId25" Type="http://schemas.openxmlformats.org/officeDocument/2006/relationships/oleObject" Target="../embeddings/oleObject199.bin"/><Relationship Id="rId24" Type="http://schemas.openxmlformats.org/officeDocument/2006/relationships/oleObject" Target="../embeddings/oleObject198.bin"/><Relationship Id="rId23" Type="http://schemas.openxmlformats.org/officeDocument/2006/relationships/oleObject" Target="../embeddings/oleObject197.bin"/><Relationship Id="rId22" Type="http://schemas.openxmlformats.org/officeDocument/2006/relationships/image" Target="../media/image247.wmf"/><Relationship Id="rId21" Type="http://schemas.openxmlformats.org/officeDocument/2006/relationships/oleObject" Target="../embeddings/oleObject196.bin"/><Relationship Id="rId20" Type="http://schemas.openxmlformats.org/officeDocument/2006/relationships/oleObject" Target="../embeddings/oleObject195.bin"/><Relationship Id="rId2" Type="http://schemas.openxmlformats.org/officeDocument/2006/relationships/image" Target="../media/image239.wmf"/><Relationship Id="rId19" Type="http://schemas.openxmlformats.org/officeDocument/2006/relationships/oleObject" Target="../embeddings/oleObject194.bin"/><Relationship Id="rId18" Type="http://schemas.openxmlformats.org/officeDocument/2006/relationships/oleObject" Target="../embeddings/oleObject193.bin"/><Relationship Id="rId17" Type="http://schemas.openxmlformats.org/officeDocument/2006/relationships/image" Target="../media/image246.wmf"/><Relationship Id="rId16" Type="http://schemas.openxmlformats.org/officeDocument/2006/relationships/oleObject" Target="../embeddings/oleObject192.bin"/><Relationship Id="rId15" Type="http://schemas.openxmlformats.org/officeDocument/2006/relationships/image" Target="../media/image245.wmf"/><Relationship Id="rId14" Type="http://schemas.openxmlformats.org/officeDocument/2006/relationships/oleObject" Target="../embeddings/oleObject191.bin"/><Relationship Id="rId13" Type="http://schemas.openxmlformats.org/officeDocument/2006/relationships/image" Target="../media/image244.wmf"/><Relationship Id="rId12" Type="http://schemas.openxmlformats.org/officeDocument/2006/relationships/oleObject" Target="../embeddings/oleObject190.bin"/><Relationship Id="rId11" Type="http://schemas.openxmlformats.org/officeDocument/2006/relationships/image" Target="../media/image243.wmf"/><Relationship Id="rId10" Type="http://schemas.openxmlformats.org/officeDocument/2006/relationships/oleObject" Target="../embeddings/oleObject189.bin"/><Relationship Id="rId1" Type="http://schemas.openxmlformats.org/officeDocument/2006/relationships/oleObject" Target="../embeddings/oleObject184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7.bin"/><Relationship Id="rId8" Type="http://schemas.openxmlformats.org/officeDocument/2006/relationships/image" Target="../media/image254.wmf"/><Relationship Id="rId7" Type="http://schemas.openxmlformats.org/officeDocument/2006/relationships/oleObject" Target="../embeddings/oleObject206.bin"/><Relationship Id="rId6" Type="http://schemas.openxmlformats.org/officeDocument/2006/relationships/image" Target="../media/image253.wmf"/><Relationship Id="rId5" Type="http://schemas.openxmlformats.org/officeDocument/2006/relationships/oleObject" Target="../embeddings/oleObject205.bin"/><Relationship Id="rId4" Type="http://schemas.openxmlformats.org/officeDocument/2006/relationships/image" Target="../media/image252.wmf"/><Relationship Id="rId3" Type="http://schemas.openxmlformats.org/officeDocument/2006/relationships/oleObject" Target="../embeddings/oleObject204.bin"/><Relationship Id="rId25" Type="http://schemas.openxmlformats.org/officeDocument/2006/relationships/vmlDrawing" Target="../drawings/vmlDrawing15.vml"/><Relationship Id="rId24" Type="http://schemas.openxmlformats.org/officeDocument/2006/relationships/slideLayout" Target="../slideLayouts/slideLayout13.xml"/><Relationship Id="rId23" Type="http://schemas.openxmlformats.org/officeDocument/2006/relationships/tags" Target="../tags/tag354.xml"/><Relationship Id="rId22" Type="http://schemas.openxmlformats.org/officeDocument/2006/relationships/image" Target="../media/image261.wmf"/><Relationship Id="rId21" Type="http://schemas.openxmlformats.org/officeDocument/2006/relationships/oleObject" Target="../embeddings/oleObject213.bin"/><Relationship Id="rId20" Type="http://schemas.openxmlformats.org/officeDocument/2006/relationships/image" Target="../media/image260.wmf"/><Relationship Id="rId2" Type="http://schemas.openxmlformats.org/officeDocument/2006/relationships/image" Target="../media/image251.wmf"/><Relationship Id="rId19" Type="http://schemas.openxmlformats.org/officeDocument/2006/relationships/oleObject" Target="../embeddings/oleObject212.bin"/><Relationship Id="rId18" Type="http://schemas.openxmlformats.org/officeDocument/2006/relationships/image" Target="../media/image259.wmf"/><Relationship Id="rId17" Type="http://schemas.openxmlformats.org/officeDocument/2006/relationships/oleObject" Target="../embeddings/oleObject211.bin"/><Relationship Id="rId16" Type="http://schemas.openxmlformats.org/officeDocument/2006/relationships/image" Target="../media/image258.wmf"/><Relationship Id="rId15" Type="http://schemas.openxmlformats.org/officeDocument/2006/relationships/oleObject" Target="../embeddings/oleObject210.bin"/><Relationship Id="rId14" Type="http://schemas.openxmlformats.org/officeDocument/2006/relationships/image" Target="../media/image257.wmf"/><Relationship Id="rId13" Type="http://schemas.openxmlformats.org/officeDocument/2006/relationships/oleObject" Target="../embeddings/oleObject209.bin"/><Relationship Id="rId12" Type="http://schemas.openxmlformats.org/officeDocument/2006/relationships/image" Target="../media/image256.wmf"/><Relationship Id="rId11" Type="http://schemas.openxmlformats.org/officeDocument/2006/relationships/oleObject" Target="../embeddings/oleObject208.bin"/><Relationship Id="rId10" Type="http://schemas.openxmlformats.org/officeDocument/2006/relationships/image" Target="../media/image255.wmf"/><Relationship Id="rId1" Type="http://schemas.openxmlformats.org/officeDocument/2006/relationships/oleObject" Target="../embeddings/oleObject20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877695" y="4475480"/>
            <a:ext cx="614616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400" dirty="0" smtClean="0">
                <a:latin typeface="华文中宋" panose="02010600040101010101" charset="-122"/>
                <a:ea typeface="华文中宋" panose="02010600040101010101" charset="-122"/>
                <a:cs typeface="Times New Roman" panose="02020603050405020304" pitchFamily="18" charset="0"/>
              </a:rPr>
              <a:t>解析函数的级数表示法</a:t>
            </a:r>
            <a:endParaRPr lang="zh-CN" altLang="en-US" sz="4400" dirty="0" smtClean="0">
              <a:latin typeface="华文中宋" panose="02010600040101010101" charset="-122"/>
              <a:ea typeface="华文中宋" panose="02010600040101010101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1221158" y="4298648"/>
            <a:ext cx="574269" cy="56132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25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25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25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5271006" y="1619927"/>
            <a:ext cx="0" cy="6158263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5"/>
          <p:cNvSpPr txBox="1"/>
          <p:nvPr>
            <p:custDataLst>
              <p:tags r:id="rId6"/>
            </p:custDataLst>
          </p:nvPr>
        </p:nvSpPr>
        <p:spPr>
          <a:xfrm>
            <a:off x="6031146" y="707380"/>
            <a:ext cx="811635" cy="688728"/>
          </a:xfrm>
          <a:prstGeom prst="rect">
            <a:avLst/>
          </a:prstGeom>
          <a:noFill/>
        </p:spPr>
        <p:txBody>
          <a:bodyPr wrap="square" rtlCol="0">
            <a:normAutofit fontScale="80000"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775" b="1" dirty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4.1.</a:t>
            </a:r>
            <a:endParaRPr lang="en-US" altLang="zh-CN" sz="3775" b="1" dirty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>
            <p:custDataLst>
              <p:tags r:id="rId7"/>
            </p:custDataLst>
          </p:nvPr>
        </p:nvSpPr>
        <p:spPr>
          <a:xfrm>
            <a:off x="6916975" y="707380"/>
            <a:ext cx="4711681" cy="498372"/>
          </a:xfrm>
          <a:prstGeom prst="rect">
            <a:avLst/>
          </a:prstGeom>
          <a:noFill/>
        </p:spPr>
        <p:txBody>
          <a:bodyPr wrap="square" lIns="107918" tIns="53959" rIns="107918" bIns="0" anchor="ctr" anchorCtr="0"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36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复数项级数</a:t>
            </a:r>
            <a:endParaRPr lang="zh-CN" altLang="en-US" sz="236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4" name="文本框 43"/>
          <p:cNvSpPr txBox="1"/>
          <p:nvPr>
            <p:custDataLst>
              <p:tags r:id="rId8"/>
            </p:custDataLst>
          </p:nvPr>
        </p:nvSpPr>
        <p:spPr>
          <a:xfrm>
            <a:off x="6891655" y="1205865"/>
            <a:ext cx="5996305" cy="600075"/>
          </a:xfrm>
          <a:prstGeom prst="rect">
            <a:avLst/>
          </a:prstGeom>
          <a:noFill/>
        </p:spPr>
        <p:txBody>
          <a:bodyPr wrap="square" lIns="107918" tIns="0" rIns="107918" bIns="53959">
            <a:noAutofit/>
          </a:bodyPr>
          <a:lstStyle/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6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复数项级数的敛散性判别</a:t>
            </a:r>
            <a:endParaRPr lang="zh-CN" altLang="en-US" sz="236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8" name="文本框 47"/>
          <p:cNvSpPr txBox="1"/>
          <p:nvPr>
            <p:custDataLst>
              <p:tags r:id="rId9"/>
            </p:custDataLst>
          </p:nvPr>
        </p:nvSpPr>
        <p:spPr>
          <a:xfrm>
            <a:off x="6891575" y="1805939"/>
            <a:ext cx="4711681" cy="498372"/>
          </a:xfrm>
          <a:prstGeom prst="rect">
            <a:avLst/>
          </a:prstGeom>
          <a:noFill/>
        </p:spPr>
        <p:txBody>
          <a:bodyPr wrap="square" lIns="107918" tIns="53959" rIns="107918" bIns="0" anchor="ctr" anchorCtr="0"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36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幂级数</a:t>
            </a:r>
            <a:endParaRPr lang="zh-CN" altLang="en-US" sz="236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9" name="文本框 48"/>
          <p:cNvSpPr txBox="1"/>
          <p:nvPr>
            <p:custDataLst>
              <p:tags r:id="rId10"/>
            </p:custDataLst>
          </p:nvPr>
        </p:nvSpPr>
        <p:spPr>
          <a:xfrm>
            <a:off x="6891575" y="2325543"/>
            <a:ext cx="5996208" cy="900068"/>
          </a:xfrm>
          <a:prstGeom prst="rect">
            <a:avLst/>
          </a:prstGeom>
          <a:noFill/>
        </p:spPr>
        <p:txBody>
          <a:bodyPr wrap="square" lIns="107918" tIns="0" rIns="107918" bIns="53959">
            <a:noAutofit/>
          </a:bodyPr>
          <a:lstStyle/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6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幂级数的收敛性</a:t>
            </a:r>
            <a:endParaRPr lang="zh-CN" altLang="en-US" sz="236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6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幂级数和函数的运算和性质</a:t>
            </a:r>
            <a:endParaRPr lang="zh-CN" altLang="en-US" sz="236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53" name="文本框 52"/>
          <p:cNvSpPr txBox="1"/>
          <p:nvPr>
            <p:custDataLst>
              <p:tags r:id="rId11"/>
            </p:custDataLst>
          </p:nvPr>
        </p:nvSpPr>
        <p:spPr>
          <a:xfrm>
            <a:off x="6891575" y="3479172"/>
            <a:ext cx="4711681" cy="498372"/>
          </a:xfrm>
          <a:prstGeom prst="rect">
            <a:avLst/>
          </a:prstGeom>
          <a:noFill/>
        </p:spPr>
        <p:txBody>
          <a:bodyPr wrap="square" lIns="107918" tIns="53959" rIns="107918" bIns="0" anchor="ctr" anchorCtr="0"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36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解析函数的泰勒展开</a:t>
            </a:r>
            <a:endParaRPr lang="zh-CN" altLang="en-US" sz="236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57" name="文本框 56"/>
          <p:cNvSpPr txBox="1"/>
          <p:nvPr>
            <p:custDataLst>
              <p:tags r:id="rId12"/>
            </p:custDataLst>
          </p:nvPr>
        </p:nvSpPr>
        <p:spPr>
          <a:xfrm>
            <a:off x="6866175" y="3977613"/>
            <a:ext cx="5766132" cy="900068"/>
          </a:xfrm>
          <a:prstGeom prst="rect">
            <a:avLst/>
          </a:prstGeom>
          <a:noFill/>
        </p:spPr>
        <p:txBody>
          <a:bodyPr wrap="square" lIns="107918" tIns="0" rIns="107918" bIns="53959">
            <a:noAutofit/>
          </a:bodyPr>
          <a:lstStyle/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6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解析函数的泰勒展开</a:t>
            </a:r>
            <a:endParaRPr lang="zh-CN" altLang="en-US" sz="236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6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解析函数的零点定义及性质</a:t>
            </a:r>
            <a:endParaRPr lang="zh-CN" altLang="en-US" sz="236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60" name="文本框 59"/>
          <p:cNvSpPr txBox="1"/>
          <p:nvPr>
            <p:custDataLst>
              <p:tags r:id="rId13"/>
            </p:custDataLst>
          </p:nvPr>
        </p:nvSpPr>
        <p:spPr>
          <a:xfrm>
            <a:off x="6805215" y="5025404"/>
            <a:ext cx="4711681" cy="498372"/>
          </a:xfrm>
          <a:prstGeom prst="rect">
            <a:avLst/>
          </a:prstGeom>
          <a:noFill/>
        </p:spPr>
        <p:txBody>
          <a:bodyPr wrap="square" lIns="107918" tIns="53959" rIns="107918" bIns="0" anchor="ctr" anchorCtr="0"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36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解析函数的洛朗展开</a:t>
            </a:r>
            <a:endParaRPr lang="zh-CN" altLang="en-US" sz="236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61" name="文本框 60"/>
          <p:cNvSpPr txBox="1"/>
          <p:nvPr>
            <p:custDataLst>
              <p:tags r:id="rId14"/>
            </p:custDataLst>
          </p:nvPr>
        </p:nvSpPr>
        <p:spPr>
          <a:xfrm>
            <a:off x="6805215" y="5544592"/>
            <a:ext cx="5996208" cy="900068"/>
          </a:xfrm>
          <a:prstGeom prst="rect">
            <a:avLst/>
          </a:prstGeom>
          <a:noFill/>
        </p:spPr>
        <p:txBody>
          <a:bodyPr wrap="square" lIns="107918" tIns="0" rIns="107918" bIns="53959">
            <a:noAutofit/>
          </a:bodyPr>
          <a:lstStyle/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6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洛朗级数定义与收敛性</a:t>
            </a:r>
            <a:endParaRPr lang="zh-CN" altLang="en-US" sz="236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6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解析函数的洛朗展开</a:t>
            </a:r>
            <a:endParaRPr lang="zh-CN" altLang="en-US" sz="236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15"/>
            </p:custDataLst>
          </p:nvPr>
        </p:nvSpPr>
        <p:spPr>
          <a:xfrm>
            <a:off x="1966521" y="3994005"/>
            <a:ext cx="3074165" cy="906813"/>
          </a:xfrm>
          <a:prstGeom prst="rect">
            <a:avLst/>
          </a:prstGeom>
          <a:noFill/>
        </p:spPr>
        <p:txBody>
          <a:bodyPr wrap="square" lIns="106218" tIns="55233" rIns="106218" bIns="0" rtlCol="0" anchor="b" anchorCtr="0">
            <a:normAutofit/>
          </a:bodyPr>
          <a:lstStyle/>
          <a:p>
            <a:r>
              <a:rPr lang="zh-CN" altLang="en-US" sz="5195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目录</a:t>
            </a:r>
            <a:endParaRPr lang="zh-CN" altLang="en-US" sz="5195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16"/>
            </p:custDataLst>
          </p:nvPr>
        </p:nvSpPr>
        <p:spPr>
          <a:xfrm>
            <a:off x="1966522" y="4938663"/>
            <a:ext cx="3074171" cy="906813"/>
          </a:xfrm>
          <a:prstGeom prst="rect">
            <a:avLst/>
          </a:prstGeom>
          <a:noFill/>
        </p:spPr>
        <p:txBody>
          <a:bodyPr wrap="square" tIns="0" rtlCol="0">
            <a:normAutofit/>
          </a:bodyPr>
          <a:lstStyle/>
          <a:p>
            <a:r>
              <a:rPr lang="en-US" altLang="zh-CN" sz="5195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Contents</a:t>
            </a:r>
            <a:endParaRPr lang="en-US" altLang="zh-CN" sz="5195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" name="文本框 5"/>
          <p:cNvSpPr txBox="1"/>
          <p:nvPr>
            <p:custDataLst>
              <p:tags r:id="rId17"/>
            </p:custDataLst>
          </p:nvPr>
        </p:nvSpPr>
        <p:spPr>
          <a:xfrm>
            <a:off x="5993755" y="1863436"/>
            <a:ext cx="811635" cy="688728"/>
          </a:xfrm>
          <a:prstGeom prst="rect">
            <a:avLst/>
          </a:prstGeom>
          <a:noFill/>
        </p:spPr>
        <p:txBody>
          <a:bodyPr wrap="square" rtlCol="0">
            <a:normAutofit fontScale="80000"/>
            <a:scene3d>
              <a:camera prst="orthographicFront"/>
              <a:lightRig rig="threePt" dir="t"/>
            </a:scene3d>
            <a:sp3d contourW="12700"/>
          </a:bodyPr>
          <a:p>
            <a:pPr algn="ctr"/>
            <a:r>
              <a:rPr lang="en-US" altLang="zh-CN" sz="3775" b="1" dirty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4.2.</a:t>
            </a:r>
            <a:endParaRPr lang="en-US" altLang="zh-CN" sz="3775" b="1" dirty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" name="文本框 5"/>
          <p:cNvSpPr txBox="1"/>
          <p:nvPr>
            <p:custDataLst>
              <p:tags r:id="rId18"/>
            </p:custDataLst>
          </p:nvPr>
        </p:nvSpPr>
        <p:spPr>
          <a:xfrm>
            <a:off x="6042468" y="3492993"/>
            <a:ext cx="811635" cy="688728"/>
          </a:xfrm>
          <a:prstGeom prst="rect">
            <a:avLst/>
          </a:prstGeom>
          <a:noFill/>
        </p:spPr>
        <p:txBody>
          <a:bodyPr wrap="square" rtlCol="0">
            <a:normAutofit fontScale="80000"/>
            <a:scene3d>
              <a:camera prst="orthographicFront"/>
              <a:lightRig rig="threePt" dir="t"/>
            </a:scene3d>
            <a:sp3d contourW="12700"/>
          </a:bodyPr>
          <a:p>
            <a:pPr algn="ctr"/>
            <a:r>
              <a:rPr lang="en-US" altLang="zh-CN" sz="3775" b="1" dirty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4.3.</a:t>
            </a:r>
            <a:endParaRPr lang="en-US" altLang="zh-CN" sz="3775" b="1" dirty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" name="文本框 5"/>
          <p:cNvSpPr txBox="1"/>
          <p:nvPr>
            <p:custDataLst>
              <p:tags r:id="rId19"/>
            </p:custDataLst>
          </p:nvPr>
        </p:nvSpPr>
        <p:spPr>
          <a:xfrm>
            <a:off x="5968099" y="5098973"/>
            <a:ext cx="811635" cy="688728"/>
          </a:xfrm>
          <a:prstGeom prst="rect">
            <a:avLst/>
          </a:prstGeom>
          <a:noFill/>
        </p:spPr>
        <p:txBody>
          <a:bodyPr wrap="square" rtlCol="0">
            <a:normAutofit fontScale="80000"/>
            <a:scene3d>
              <a:camera prst="orthographicFront"/>
              <a:lightRig rig="threePt" dir="t"/>
            </a:scene3d>
            <a:sp3d contourW="12700"/>
          </a:bodyPr>
          <a:p>
            <a:pPr algn="ctr"/>
            <a:r>
              <a:rPr lang="en-US" altLang="zh-CN" sz="3775" b="1" dirty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4.4.</a:t>
            </a:r>
            <a:endParaRPr lang="en-US" altLang="zh-CN" sz="3775" b="1" dirty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20"/>
            </p:custDataLst>
          </p:nvPr>
        </p:nvSpPr>
        <p:spPr>
          <a:xfrm>
            <a:off x="6805215" y="6732919"/>
            <a:ext cx="4711681" cy="498372"/>
          </a:xfrm>
          <a:prstGeom prst="rect">
            <a:avLst/>
          </a:prstGeom>
          <a:noFill/>
        </p:spPr>
        <p:txBody>
          <a:bodyPr wrap="square" lIns="107918" tIns="53959" rIns="107918" bIns="0" anchor="ctr" anchorCtr="0">
            <a:normAutofit/>
          </a:bodyPr>
          <a:p>
            <a:pPr>
              <a:lnSpc>
                <a:spcPct val="110000"/>
              </a:lnSpc>
            </a:pPr>
            <a:r>
              <a:rPr lang="zh-CN" altLang="en-US" sz="236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孤立奇点</a:t>
            </a:r>
            <a:endParaRPr lang="zh-CN" altLang="en-US" sz="236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21"/>
            </p:custDataLst>
          </p:nvPr>
        </p:nvSpPr>
        <p:spPr>
          <a:xfrm>
            <a:off x="6805215" y="7252107"/>
            <a:ext cx="5996208" cy="900068"/>
          </a:xfrm>
          <a:prstGeom prst="rect">
            <a:avLst/>
          </a:prstGeom>
          <a:noFill/>
        </p:spPr>
        <p:txBody>
          <a:bodyPr wrap="square" lIns="107918" tIns="0" rIns="107918" bIns="53959">
            <a:noAutofit/>
          </a:bodyPr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6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有限孤立奇点的性质</a:t>
            </a:r>
            <a:endParaRPr lang="zh-CN" altLang="en-US" sz="236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6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无穷远孤立奇点的性质</a:t>
            </a:r>
            <a:endParaRPr lang="zh-CN" altLang="en-US" sz="236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7" name="文本框 5"/>
          <p:cNvSpPr txBox="1"/>
          <p:nvPr>
            <p:custDataLst>
              <p:tags r:id="rId22"/>
            </p:custDataLst>
          </p:nvPr>
        </p:nvSpPr>
        <p:spPr>
          <a:xfrm>
            <a:off x="5968099" y="6806488"/>
            <a:ext cx="811635" cy="688728"/>
          </a:xfrm>
          <a:prstGeom prst="rect">
            <a:avLst/>
          </a:prstGeom>
          <a:noFill/>
        </p:spPr>
        <p:txBody>
          <a:bodyPr wrap="square" rtlCol="0">
            <a:normAutofit fontScale="80000"/>
            <a:scene3d>
              <a:camera prst="orthographicFront"/>
              <a:lightRig rig="threePt" dir="t"/>
            </a:scene3d>
            <a:sp3d contourW="12700"/>
          </a:bodyPr>
          <a:p>
            <a:pPr algn="ctr"/>
            <a:r>
              <a:rPr lang="en-US" altLang="zh-CN" sz="3775" b="1" dirty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4.5.</a:t>
            </a:r>
            <a:endParaRPr lang="en-US" altLang="zh-CN" sz="3775" b="1" dirty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2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2456655" y="4475495"/>
            <a:ext cx="5326299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400" dirty="0" smtClean="0">
                <a:latin typeface="华文中宋" panose="02010600040101010101" charset="-122"/>
                <a:ea typeface="华文中宋" panose="02010600040101010101" charset="-122"/>
                <a:cs typeface="Times New Roman" panose="02020603050405020304" pitchFamily="18" charset="0"/>
              </a:rPr>
              <a:t>复 数 项 级 数</a:t>
            </a:r>
            <a:endParaRPr lang="zh-CN" altLang="en-US" sz="4400" dirty="0" smtClean="0">
              <a:latin typeface="华文中宋" panose="02010600040101010101" charset="-122"/>
              <a:ea typeface="华文中宋" panose="02010600040101010101" charset="-122"/>
              <a:cs typeface="Times New Roman" panose="02020603050405020304" pitchFamily="18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2230853" y="3685155"/>
            <a:ext cx="486634" cy="47566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5227024" y="1705442"/>
            <a:ext cx="0" cy="5218489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5"/>
          <p:cNvSpPr txBox="1"/>
          <p:nvPr>
            <p:custDataLst>
              <p:tags r:id="rId6"/>
            </p:custDataLst>
          </p:nvPr>
        </p:nvSpPr>
        <p:spPr>
          <a:xfrm>
            <a:off x="5823734" y="1537927"/>
            <a:ext cx="687777" cy="583626"/>
          </a:xfrm>
          <a:prstGeom prst="rect">
            <a:avLst/>
          </a:prstGeom>
          <a:noFill/>
        </p:spPr>
        <p:txBody>
          <a:bodyPr wrap="square" rtlCol="0">
            <a:normAutofit lnSpcReduction="10000"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2870" b="1" dirty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01.</a:t>
            </a:r>
            <a:endParaRPr lang="en-US" altLang="zh-CN" sz="2870" b="1" dirty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>
            <p:custDataLst>
              <p:tags r:id="rId7"/>
            </p:custDataLst>
          </p:nvPr>
        </p:nvSpPr>
        <p:spPr>
          <a:xfrm>
            <a:off x="6574155" y="1419860"/>
            <a:ext cx="5033645" cy="707390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复数列</a:t>
            </a: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的概念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6" name="文本框 5"/>
          <p:cNvSpPr txBox="1"/>
          <p:nvPr>
            <p:custDataLst>
              <p:tags r:id="rId8"/>
            </p:custDataLst>
          </p:nvPr>
        </p:nvSpPr>
        <p:spPr>
          <a:xfrm>
            <a:off x="5792612" y="3252265"/>
            <a:ext cx="687777" cy="583626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2800" b="1" dirty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02.</a:t>
            </a:r>
            <a:endParaRPr lang="en-US" altLang="zh-CN" sz="2800" b="1" dirty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8" name="文本框 47"/>
          <p:cNvSpPr txBox="1"/>
          <p:nvPr>
            <p:custDataLst>
              <p:tags r:id="rId9"/>
            </p:custDataLst>
          </p:nvPr>
        </p:nvSpPr>
        <p:spPr>
          <a:xfrm>
            <a:off x="6543260" y="3252475"/>
            <a:ext cx="5095770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87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复数项级数的敛散性判别</a:t>
            </a:r>
            <a:endParaRPr lang="zh-CN" altLang="en-US" sz="287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10"/>
            </p:custDataLst>
          </p:nvPr>
        </p:nvSpPr>
        <p:spPr>
          <a:xfrm>
            <a:off x="2230580" y="4338956"/>
            <a:ext cx="2605036" cy="768430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 fontScale="70000"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本节知识要点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11"/>
            </p:custDataLst>
          </p:nvPr>
        </p:nvSpPr>
        <p:spPr>
          <a:xfrm>
            <a:off x="6574155" y="2371725"/>
            <a:ext cx="5033645" cy="707390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判断复数列的敛散性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12"/>
            </p:custDataLst>
          </p:nvPr>
        </p:nvSpPr>
        <p:spPr>
          <a:xfrm>
            <a:off x="6511290" y="3867785"/>
            <a:ext cx="5033645" cy="707390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复数项级数的概念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13"/>
            </p:custDataLst>
          </p:nvPr>
        </p:nvSpPr>
        <p:spPr>
          <a:xfrm>
            <a:off x="6543040" y="4636135"/>
            <a:ext cx="5033645" cy="707390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复数项级数收敛的充要</a:t>
            </a: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条件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14"/>
            </p:custDataLst>
          </p:nvPr>
        </p:nvSpPr>
        <p:spPr>
          <a:xfrm>
            <a:off x="6543040" y="5343525"/>
            <a:ext cx="5033645" cy="707390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复数项级数收敛的必</a:t>
            </a: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要</a:t>
            </a: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条件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15"/>
            </p:custDataLst>
          </p:nvPr>
        </p:nvSpPr>
        <p:spPr>
          <a:xfrm>
            <a:off x="6605270" y="6310630"/>
            <a:ext cx="5033645" cy="707390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条件收敛与绝对收敛</a:t>
            </a:r>
            <a:endParaRPr lang="zh-CN" altLang="en-US" sz="28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>
            <p:custDataLst>
              <p:tags r:id="rId1"/>
            </p:custDataLst>
          </p:nvPr>
        </p:nvSpPr>
        <p:spPr>
          <a:xfrm>
            <a:off x="8601100" y="2805994"/>
            <a:ext cx="1826331" cy="1862242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/>
          </a:bodyPr>
          <a:lstStyle/>
          <a:p>
            <a:pPr algn="ctr"/>
            <a:r>
              <a:rPr lang="en-US" altLang="zh-CN" sz="115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01</a:t>
            </a:r>
            <a:endParaRPr lang="en-US" altLang="zh-CN" sz="115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7767842" y="4140433"/>
            <a:ext cx="962799" cy="36937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altLang="zh-CN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765439" y="4919412"/>
            <a:ext cx="5235485" cy="579815"/>
          </a:xfrm>
        </p:spPr>
        <p:txBody>
          <a:bodyPr>
            <a:noAutofit/>
          </a:bodyPr>
          <a:lstStyle/>
          <a:p>
            <a:r>
              <a:rPr lang="zh-CN" altLang="en-US" sz="4800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复    数   列</a:t>
            </a:r>
            <a:endParaRPr lang="zh-CN" altLang="en-US" sz="4800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泪滴形 5"/>
          <p:cNvSpPr/>
          <p:nvPr/>
        </p:nvSpPr>
        <p:spPr>
          <a:xfrm>
            <a:off x="11473815" y="1901825"/>
            <a:ext cx="487045" cy="614045"/>
          </a:xfrm>
          <a:prstGeom prst="teardrop">
            <a:avLst>
              <a:gd name="adj" fmla="val 195436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1623147" y="1071717"/>
            <a:ext cx="28975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、复数列的定义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6" name="文本框 2"/>
          <p:cNvSpPr txBox="1"/>
          <p:nvPr/>
        </p:nvSpPr>
        <p:spPr>
          <a:xfrm>
            <a:off x="1500137" y="2913646"/>
            <a:ext cx="8947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</a:rPr>
              <a:t>例</a:t>
            </a:r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7" name="文本框 2"/>
          <p:cNvSpPr txBox="1"/>
          <p:nvPr/>
        </p:nvSpPr>
        <p:spPr>
          <a:xfrm>
            <a:off x="2335944" y="4363163"/>
            <a:ext cx="48139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</a:rPr>
              <a:t>一个复数列对应着两个实数列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27675" name="Object 27"/>
          <p:cNvGraphicFramePr>
            <a:graphicFrameLocks noChangeAspect="1"/>
          </p:cNvGraphicFramePr>
          <p:nvPr/>
        </p:nvGraphicFramePr>
        <p:xfrm>
          <a:off x="2835148" y="2090250"/>
          <a:ext cx="29051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Equation" r:id="rId1" imgW="914400" imgH="198755" progId="Equation.DSMT4">
                  <p:embed/>
                </p:oleObj>
              </mc:Choice>
              <mc:Fallback>
                <p:oleObj name="Equation" r:id="rId1" imgW="914400" imgH="198755" progId="Equation.DSMT4">
                  <p:embed/>
                  <p:pic>
                    <p:nvPicPr>
                      <p:cNvPr id="0" name="图片 71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35148" y="2090250"/>
                        <a:ext cx="290512" cy="4302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6" name="Object 28"/>
          <p:cNvGraphicFramePr>
            <a:graphicFrameLocks noChangeAspect="1"/>
          </p:cNvGraphicFramePr>
          <p:nvPr/>
        </p:nvGraphicFramePr>
        <p:xfrm>
          <a:off x="2337756" y="1880556"/>
          <a:ext cx="993775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3" imgW="9448800" imgH="5486400" progId="Equation.DSMT4">
                  <p:embed/>
                </p:oleObj>
              </mc:Choice>
              <mc:Fallback>
                <p:oleObj name="Equation" r:id="rId3" imgW="9448800" imgH="5486400" progId="Equation.DSMT4">
                  <p:embed/>
                  <p:pic>
                    <p:nvPicPr>
                      <p:cNvPr id="0" name="图片 716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37756" y="1880556"/>
                        <a:ext cx="993775" cy="554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7" name="Object 29"/>
          <p:cNvGraphicFramePr>
            <a:graphicFrameLocks noChangeAspect="1"/>
          </p:cNvGraphicFramePr>
          <p:nvPr/>
        </p:nvGraphicFramePr>
        <p:xfrm>
          <a:off x="3099757" y="1888491"/>
          <a:ext cx="833437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Equation" r:id="rId5" imgW="7924800" imgH="5486400" progId="Equation.DSMT4">
                  <p:embed/>
                </p:oleObj>
              </mc:Choice>
              <mc:Fallback>
                <p:oleObj name="Equation" r:id="rId5" imgW="7924800" imgH="5486400" progId="Equation.DSMT4">
                  <p:embed/>
                  <p:pic>
                    <p:nvPicPr>
                      <p:cNvPr id="0" name="图片 717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99757" y="1888491"/>
                        <a:ext cx="833437" cy="5540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8" name="Object 30"/>
          <p:cNvGraphicFramePr>
            <a:graphicFrameLocks noChangeAspect="1"/>
          </p:cNvGraphicFramePr>
          <p:nvPr/>
        </p:nvGraphicFramePr>
        <p:xfrm>
          <a:off x="3866520" y="1896431"/>
          <a:ext cx="1635125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Equation" r:id="rId7" imgW="15544800" imgH="5486400" progId="Equation.DSMT4">
                  <p:embed/>
                </p:oleObj>
              </mc:Choice>
              <mc:Fallback>
                <p:oleObj name="Equation" r:id="rId7" imgW="15544800" imgH="5486400" progId="Equation.DSMT4">
                  <p:embed/>
                  <p:pic>
                    <p:nvPicPr>
                      <p:cNvPr id="0" name="图片 717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66520" y="1896431"/>
                        <a:ext cx="1635125" cy="554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5589905" y="1863090"/>
            <a:ext cx="3910965" cy="554038"/>
            <a:chOff x="8339" y="2006"/>
            <a:chExt cx="6159" cy="873"/>
          </a:xfrm>
        </p:grpSpPr>
        <p:sp>
          <p:nvSpPr>
            <p:cNvPr id="38" name="文本框 2"/>
            <p:cNvSpPr txBox="1"/>
            <p:nvPr/>
          </p:nvSpPr>
          <p:spPr>
            <a:xfrm>
              <a:off x="8339" y="2028"/>
              <a:ext cx="6159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             为</a:t>
              </a:r>
              <a:r>
                <a:rPr lang="zh-CN" altLang="en-US" sz="2800" b="1" i="1" u="sng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一复数列</a:t>
              </a:r>
              <a:r>
                <a:rPr lang="en-US" altLang="zh-CN" sz="2800" b="1" i="1" u="sng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,</a:t>
              </a:r>
              <a:endParaRPr lang="en-US" altLang="zh-CN" sz="2800" b="1" i="1" u="sng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27679" name="Object 31"/>
            <p:cNvGraphicFramePr>
              <a:graphicFrameLocks noChangeAspect="1"/>
            </p:cNvGraphicFramePr>
            <p:nvPr/>
          </p:nvGraphicFramePr>
          <p:xfrm>
            <a:off x="9010" y="2006"/>
            <a:ext cx="2375" cy="8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3" name="Equation" r:id="rId9" imgW="14325600" imgH="5486400" progId="Equation.DSMT4">
                    <p:embed/>
                  </p:oleObj>
                </mc:Choice>
                <mc:Fallback>
                  <p:oleObj name="Equation" r:id="rId9" imgW="14325600" imgH="5486400" progId="Equation.DSMT4">
                    <p:embed/>
                    <p:pic>
                      <p:nvPicPr>
                        <p:cNvPr id="0" name="图片 717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9010" y="2006"/>
                          <a:ext cx="2375" cy="87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680" name="Object 32"/>
          <p:cNvGraphicFramePr>
            <a:graphicFrameLocks noChangeAspect="1"/>
          </p:cNvGraphicFramePr>
          <p:nvPr/>
        </p:nvGraphicFramePr>
        <p:xfrm>
          <a:off x="2439200" y="2807660"/>
          <a:ext cx="1571625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Equation" r:id="rId11" imgW="14935200" imgH="9448800" progId="Equation.DSMT4">
                  <p:embed/>
                </p:oleObj>
              </mc:Choice>
              <mc:Fallback>
                <p:oleObj name="Equation" r:id="rId11" imgW="14935200" imgH="94488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439200" y="2807660"/>
                        <a:ext cx="1571625" cy="9540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85" name="Object 37"/>
          <p:cNvGraphicFramePr>
            <a:graphicFrameLocks noChangeAspect="1"/>
          </p:cNvGraphicFramePr>
          <p:nvPr/>
        </p:nvGraphicFramePr>
        <p:xfrm>
          <a:off x="4615815" y="2740025"/>
          <a:ext cx="1599565" cy="1030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" name="Equation" r:id="rId13" imgW="622300" imgH="419100" progId="Equation.DSMT4">
                  <p:embed/>
                </p:oleObj>
              </mc:Choice>
              <mc:Fallback>
                <p:oleObj name="Equation" r:id="rId13" imgW="622300" imgH="419100" progId="Equation.DSMT4">
                  <p:embed/>
                  <p:pic>
                    <p:nvPicPr>
                      <p:cNvPr id="0" name="图片 717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615815" y="2740025"/>
                        <a:ext cx="1599565" cy="10306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87" name="Object 39"/>
          <p:cNvGraphicFramePr>
            <a:graphicFrameLocks noChangeAspect="1"/>
          </p:cNvGraphicFramePr>
          <p:nvPr/>
        </p:nvGraphicFramePr>
        <p:xfrm>
          <a:off x="3453845" y="5037068"/>
          <a:ext cx="1571625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1" name="Equation" r:id="rId15" imgW="14935200" imgH="9448800" progId="Equation.DSMT4">
                  <p:embed/>
                </p:oleObj>
              </mc:Choice>
              <mc:Fallback>
                <p:oleObj name="Equation" r:id="rId15" imgW="14935200" imgH="9448800" progId="Equation.DSMT4">
                  <p:embed/>
                  <p:pic>
                    <p:nvPicPr>
                      <p:cNvPr id="0" name="图片 718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53845" y="5037068"/>
                        <a:ext cx="1571625" cy="9540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左右箭头 38"/>
          <p:cNvSpPr/>
          <p:nvPr/>
        </p:nvSpPr>
        <p:spPr>
          <a:xfrm>
            <a:off x="5119913" y="5428098"/>
            <a:ext cx="983411" cy="189781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27688" name="Object 40"/>
          <p:cNvGraphicFramePr>
            <a:graphicFrameLocks noChangeAspect="1"/>
          </p:cNvGraphicFramePr>
          <p:nvPr/>
        </p:nvGraphicFramePr>
        <p:xfrm>
          <a:off x="6309185" y="5064051"/>
          <a:ext cx="641350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2" name="Equation" r:id="rId16" imgW="6096000" imgH="9448800" progId="Equation.DSMT4">
                  <p:embed/>
                </p:oleObj>
              </mc:Choice>
              <mc:Fallback>
                <p:oleObj name="Equation" r:id="rId16" imgW="6096000" imgH="9448800" progId="Equation.DSMT4">
                  <p:embed/>
                  <p:pic>
                    <p:nvPicPr>
                      <p:cNvPr id="0" name="图片 7181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309185" y="5064051"/>
                        <a:ext cx="641350" cy="9540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89" name="Object 41"/>
          <p:cNvGraphicFramePr>
            <a:graphicFrameLocks noChangeAspect="1"/>
          </p:cNvGraphicFramePr>
          <p:nvPr/>
        </p:nvGraphicFramePr>
        <p:xfrm>
          <a:off x="7090660" y="5046052"/>
          <a:ext cx="801687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" name="Equation" r:id="rId18" imgW="7620000" imgH="9448800" progId="Equation.DSMT4">
                  <p:embed/>
                </p:oleObj>
              </mc:Choice>
              <mc:Fallback>
                <p:oleObj name="Equation" r:id="rId18" imgW="7620000" imgH="9448800" progId="Equation.DSMT4">
                  <p:embed/>
                  <p:pic>
                    <p:nvPicPr>
                      <p:cNvPr id="0" name="图片 7182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090660" y="5046052"/>
                        <a:ext cx="801687" cy="9540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90" name="Object 42"/>
          <p:cNvGraphicFramePr>
            <a:graphicFrameLocks noChangeAspect="1"/>
          </p:cNvGraphicFramePr>
          <p:nvPr/>
        </p:nvGraphicFramePr>
        <p:xfrm>
          <a:off x="3508375" y="6000115"/>
          <a:ext cx="1516380" cy="977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4" name="Equation" r:id="rId20" imgW="622300" imgH="419100" progId="Equation.DSMT4">
                  <p:embed/>
                </p:oleObj>
              </mc:Choice>
              <mc:Fallback>
                <p:oleObj name="Equation" r:id="rId20" imgW="622300" imgH="419100" progId="Equation.DSMT4">
                  <p:embed/>
                  <p:pic>
                    <p:nvPicPr>
                      <p:cNvPr id="0" name="图片 7183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508375" y="6000115"/>
                        <a:ext cx="1516380" cy="9772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左右箭头 39"/>
          <p:cNvSpPr/>
          <p:nvPr/>
        </p:nvSpPr>
        <p:spPr>
          <a:xfrm>
            <a:off x="5154719" y="6335922"/>
            <a:ext cx="983411" cy="189781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27691" name="Object 43"/>
          <p:cNvGraphicFramePr>
            <a:graphicFrameLocks noChangeAspect="1"/>
          </p:cNvGraphicFramePr>
          <p:nvPr/>
        </p:nvGraphicFramePr>
        <p:xfrm>
          <a:off x="6138820" y="6010299"/>
          <a:ext cx="1925638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5" name="Equation" r:id="rId22" imgW="18288000" imgH="9448800" progId="Equation.DSMT4">
                  <p:embed/>
                </p:oleObj>
              </mc:Choice>
              <mc:Fallback>
                <p:oleObj name="Equation" r:id="rId22" imgW="18288000" imgH="9448800" progId="Equation.DSMT4">
                  <p:embed/>
                  <p:pic>
                    <p:nvPicPr>
                      <p:cNvPr id="0" name="图片 7184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138820" y="6010299"/>
                        <a:ext cx="1925638" cy="9540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92" name="Object 44"/>
          <p:cNvGraphicFramePr>
            <a:graphicFrameLocks noChangeAspect="1"/>
          </p:cNvGraphicFramePr>
          <p:nvPr/>
        </p:nvGraphicFramePr>
        <p:xfrm>
          <a:off x="8064390" y="6018458"/>
          <a:ext cx="2149475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6" name="Equation" r:id="rId24" imgW="20421600" imgH="9448800" progId="Equation.DSMT4">
                  <p:embed/>
                </p:oleObj>
              </mc:Choice>
              <mc:Fallback>
                <p:oleObj name="Equation" r:id="rId24" imgW="20421600" imgH="9448800" progId="Equation.DSMT4">
                  <p:embed/>
                  <p:pic>
                    <p:nvPicPr>
                      <p:cNvPr id="0" name="图片 7185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8064390" y="6018458"/>
                        <a:ext cx="2149475" cy="9540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97" name="Object 49"/>
          <p:cNvGraphicFramePr>
            <a:graphicFrameLocks noChangeAspect="1"/>
          </p:cNvGraphicFramePr>
          <p:nvPr/>
        </p:nvGraphicFramePr>
        <p:xfrm>
          <a:off x="11338507" y="1877369"/>
          <a:ext cx="736600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" name="Equation" r:id="rId26" imgW="7010400" imgH="5486400" progId="Equation.DSMT4">
                  <p:embed/>
                </p:oleObj>
              </mc:Choice>
              <mc:Fallback>
                <p:oleObj name="Equation" r:id="rId26" imgW="7010400" imgH="5486400" progId="Equation.DSMT4">
                  <p:embed/>
                  <p:pic>
                    <p:nvPicPr>
                      <p:cNvPr id="0" name="图片 7189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1338507" y="1877369"/>
                        <a:ext cx="736600" cy="554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七角星 41"/>
          <p:cNvSpPr/>
          <p:nvPr/>
        </p:nvSpPr>
        <p:spPr>
          <a:xfrm>
            <a:off x="1306135" y="3949376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47" name="Object 42"/>
          <p:cNvGraphicFramePr>
            <a:graphicFrameLocks noChangeAspect="1"/>
          </p:cNvGraphicFramePr>
          <p:nvPr/>
        </p:nvGraphicFramePr>
        <p:xfrm>
          <a:off x="3381375" y="7446645"/>
          <a:ext cx="5595620" cy="1089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" name="Equation" r:id="rId28" imgW="2057400" imgH="419100" progId="Equation.DSMT4">
                  <p:embed/>
                </p:oleObj>
              </mc:Choice>
              <mc:Fallback>
                <p:oleObj name="Equation" r:id="rId28" imgW="2057400" imgH="419100" progId="Equation.DSMT4">
                  <p:embed/>
                  <p:pic>
                    <p:nvPicPr>
                      <p:cNvPr id="0" name="图片 7183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3381375" y="7446645"/>
                        <a:ext cx="5595620" cy="108966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9619729" y="1849003"/>
            <a:ext cx="17189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通常记为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473929" y="1071763"/>
            <a:ext cx="10077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通项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custDataLst>
      <p:tags r:id="rId3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7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7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7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7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7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7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7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9" grpId="0" bldLvl="0" animBg="1"/>
      <p:bldP spid="40" grpId="0" bldLvl="0" animBg="1"/>
      <p:bldP spid="3" grpId="0"/>
      <p:bldP spid="42" grpId="0" bldLvl="0" animBg="1"/>
      <p:bldP spid="7" grpId="0"/>
      <p:bldP spid="6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313391" y="1159258"/>
            <a:ext cx="28975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、复数列的极限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6" name="文本框 2"/>
          <p:cNvSpPr txBox="1"/>
          <p:nvPr/>
        </p:nvSpPr>
        <p:spPr>
          <a:xfrm>
            <a:off x="1465779" y="1742976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若存在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7" name="文本框 2"/>
          <p:cNvSpPr txBox="1"/>
          <p:nvPr/>
        </p:nvSpPr>
        <p:spPr>
          <a:xfrm>
            <a:off x="3326207" y="1757355"/>
            <a:ext cx="538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对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60418" name="Object 2"/>
          <p:cNvGraphicFramePr>
            <a:graphicFrameLocks noChangeAspect="1"/>
          </p:cNvGraphicFramePr>
          <p:nvPr/>
        </p:nvGraphicFramePr>
        <p:xfrm>
          <a:off x="2631555" y="1662829"/>
          <a:ext cx="593514" cy="602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Equation" r:id="rId1" imgW="5181600" imgH="5486400" progId="Equation.DSMT4">
                  <p:embed/>
                </p:oleObj>
              </mc:Choice>
              <mc:Fallback>
                <p:oleObj name="Equation" r:id="rId1" imgW="5181600" imgH="54864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31555" y="1662829"/>
                        <a:ext cx="593514" cy="6021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19" name="Object 3"/>
          <p:cNvGraphicFramePr>
            <a:graphicFrameLocks noChangeAspect="1"/>
          </p:cNvGraphicFramePr>
          <p:nvPr/>
        </p:nvGraphicFramePr>
        <p:xfrm>
          <a:off x="3897318" y="1776910"/>
          <a:ext cx="1284287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Equation" r:id="rId3" imgW="12192000" imgH="4876800" progId="Equation.DSMT4">
                  <p:embed/>
                </p:oleObj>
              </mc:Choice>
              <mc:Fallback>
                <p:oleObj name="Equation" r:id="rId3" imgW="12192000" imgH="4876800" progId="Equation.DSMT4">
                  <p:embed/>
                  <p:pic>
                    <p:nvPicPr>
                      <p:cNvPr id="0" name="图片 819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97318" y="1776910"/>
                        <a:ext cx="1284287" cy="492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9503415" y="1716584"/>
          <a:ext cx="195897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Equation" r:id="rId5" imgW="18592800" imgH="5486400" progId="Equation.DSMT4">
                  <p:embed/>
                </p:oleObj>
              </mc:Choice>
              <mc:Fallback>
                <p:oleObj name="Equation" r:id="rId5" imgW="18592800" imgH="5486400" progId="Equation.DSMT4">
                  <p:embed/>
                  <p:pic>
                    <p:nvPicPr>
                      <p:cNvPr id="0" name="图片 819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503415" y="1716584"/>
                        <a:ext cx="1958975" cy="552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4" name="Object 28"/>
          <p:cNvGraphicFramePr>
            <a:graphicFrameLocks noChangeAspect="1"/>
          </p:cNvGraphicFramePr>
          <p:nvPr/>
        </p:nvGraphicFramePr>
        <p:xfrm>
          <a:off x="5243513" y="1737220"/>
          <a:ext cx="1541462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7" imgW="14630400" imgH="5486400" progId="Equation.DSMT4">
                  <p:embed/>
                </p:oleObj>
              </mc:Choice>
              <mc:Fallback>
                <p:oleObj name="Equation" r:id="rId7" imgW="14630400" imgH="5486400" progId="Equation.DSMT4">
                  <p:embed/>
                  <p:pic>
                    <p:nvPicPr>
                      <p:cNvPr id="0" name="图片 819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43513" y="1737220"/>
                        <a:ext cx="1541462" cy="552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6748145" y="1739900"/>
            <a:ext cx="2176780" cy="521970"/>
            <a:chOff x="10627" y="2196"/>
            <a:chExt cx="3428" cy="822"/>
          </a:xfrm>
        </p:grpSpPr>
        <p:sp>
          <p:nvSpPr>
            <p:cNvPr id="4" name="文本框 2"/>
            <p:cNvSpPr txBox="1"/>
            <p:nvPr/>
          </p:nvSpPr>
          <p:spPr>
            <a:xfrm flipH="1">
              <a:off x="10627" y="2196"/>
              <a:ext cx="342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当         时，   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60445" name="Object 29"/>
            <p:cNvGraphicFramePr>
              <a:graphicFrameLocks noChangeAspect="1"/>
            </p:cNvGraphicFramePr>
            <p:nvPr/>
          </p:nvGraphicFramePr>
          <p:xfrm>
            <a:off x="11421" y="2273"/>
            <a:ext cx="1618" cy="6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7" name="Equation" r:id="rId9" imgW="9753600" imgH="4267200" progId="Equation.DSMT4">
                    <p:embed/>
                  </p:oleObj>
                </mc:Choice>
                <mc:Fallback>
                  <p:oleObj name="Equation" r:id="rId9" imgW="9753600" imgH="4267200" progId="Equation.DSMT4">
                    <p:embed/>
                    <p:pic>
                      <p:nvPicPr>
                        <p:cNvPr id="0" name="图片 819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1421" y="2273"/>
                          <a:ext cx="1618" cy="67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文本框 2"/>
          <p:cNvSpPr txBox="1"/>
          <p:nvPr/>
        </p:nvSpPr>
        <p:spPr>
          <a:xfrm>
            <a:off x="8965011" y="1737225"/>
            <a:ext cx="538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有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617980" y="2386965"/>
            <a:ext cx="3830320" cy="603250"/>
            <a:chOff x="2548" y="3215"/>
            <a:chExt cx="6032" cy="950"/>
          </a:xfrm>
        </p:grpSpPr>
        <p:sp>
          <p:nvSpPr>
            <p:cNvPr id="6" name="文本框 2"/>
            <p:cNvSpPr txBox="1"/>
            <p:nvPr/>
          </p:nvSpPr>
          <p:spPr>
            <a:xfrm>
              <a:off x="2548" y="3283"/>
              <a:ext cx="6033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则称</a:t>
              </a:r>
              <a:r>
                <a:rPr lang="zh-CN" altLang="en-US" sz="2800" b="1" i="1" u="sng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复数列       收敛</a:t>
              </a:r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于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60446" name="Object 30"/>
            <p:cNvGraphicFramePr>
              <a:graphicFrameLocks noChangeAspect="1"/>
            </p:cNvGraphicFramePr>
            <p:nvPr/>
          </p:nvGraphicFramePr>
          <p:xfrm>
            <a:off x="5645" y="3215"/>
            <a:ext cx="1265" cy="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8" name="Equation" r:id="rId11" imgW="7010400" imgH="5486400" progId="Equation.DSMT4">
                    <p:embed/>
                  </p:oleObj>
                </mc:Choice>
                <mc:Fallback>
                  <p:oleObj name="Equation" r:id="rId11" imgW="7010400" imgH="5486400" progId="Equation.DSMT4">
                    <p:embed/>
                    <p:pic>
                      <p:nvPicPr>
                        <p:cNvPr id="0" name="图片 819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645" y="3215"/>
                          <a:ext cx="1265" cy="95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0447" name="Object 31"/>
          <p:cNvGraphicFramePr>
            <a:graphicFrameLocks noChangeAspect="1"/>
          </p:cNvGraphicFramePr>
          <p:nvPr/>
        </p:nvGraphicFramePr>
        <p:xfrm>
          <a:off x="5281108" y="2337232"/>
          <a:ext cx="688915" cy="6999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Equation" r:id="rId13" imgW="5181600" imgH="5486400" progId="Equation.DSMT4">
                  <p:embed/>
                </p:oleObj>
              </mc:Choice>
              <mc:Fallback>
                <p:oleObj name="Equation" r:id="rId13" imgW="5181600" imgH="5486400" progId="Equation.DSMT4">
                  <p:embed/>
                  <p:pic>
                    <p:nvPicPr>
                      <p:cNvPr id="0" name="图片 819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81108" y="2337232"/>
                        <a:ext cx="688915" cy="69996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2"/>
          <p:cNvSpPr txBox="1"/>
          <p:nvPr/>
        </p:nvSpPr>
        <p:spPr>
          <a:xfrm>
            <a:off x="5970819" y="2408176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记作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60448" name="Object 32"/>
          <p:cNvGraphicFramePr>
            <a:graphicFrameLocks noChangeAspect="1"/>
          </p:cNvGraphicFramePr>
          <p:nvPr/>
        </p:nvGraphicFramePr>
        <p:xfrm>
          <a:off x="6850698" y="2355658"/>
          <a:ext cx="1955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Equation" r:id="rId14" imgW="17068800" imgH="6705600" progId="Equation.DSMT4">
                  <p:embed/>
                </p:oleObj>
              </mc:Choice>
              <mc:Fallback>
                <p:oleObj name="Equation" r:id="rId14" imgW="17068800" imgH="6705600" progId="Equation.DSMT4">
                  <p:embed/>
                  <p:pic>
                    <p:nvPicPr>
                      <p:cNvPr id="0" name="图片 8199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850698" y="2355658"/>
                        <a:ext cx="19558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2"/>
          <p:cNvSpPr txBox="1"/>
          <p:nvPr/>
        </p:nvSpPr>
        <p:spPr>
          <a:xfrm>
            <a:off x="8836594" y="2407637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否则称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9925050" y="2378710"/>
            <a:ext cx="3112770" cy="603250"/>
            <a:chOff x="15960" y="3136"/>
            <a:chExt cx="4902" cy="950"/>
          </a:xfrm>
        </p:grpSpPr>
        <p:sp>
          <p:nvSpPr>
            <p:cNvPr id="62" name="文本框 2"/>
            <p:cNvSpPr txBox="1"/>
            <p:nvPr/>
          </p:nvSpPr>
          <p:spPr>
            <a:xfrm>
              <a:off x="15960" y="3198"/>
              <a:ext cx="4903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复数列       </a:t>
              </a:r>
              <a:r>
                <a:rPr lang="zh-CN" altLang="en-US" sz="2800" b="1" i="1" u="sng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发散</a:t>
              </a:r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。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60449" name="Object 33"/>
            <p:cNvGraphicFramePr>
              <a:graphicFrameLocks noChangeAspect="1"/>
            </p:cNvGraphicFramePr>
            <p:nvPr/>
          </p:nvGraphicFramePr>
          <p:xfrm>
            <a:off x="17810" y="3136"/>
            <a:ext cx="1265" cy="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1" name="Equation" r:id="rId16" imgW="7010400" imgH="5486400" progId="Equation.DSMT4">
                    <p:embed/>
                  </p:oleObj>
                </mc:Choice>
                <mc:Fallback>
                  <p:oleObj name="Equation" r:id="rId16" imgW="7010400" imgH="5486400" progId="Equation.DSMT4">
                    <p:embed/>
                    <p:pic>
                      <p:nvPicPr>
                        <p:cNvPr id="0" name="图片 820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7810" y="3136"/>
                          <a:ext cx="1265" cy="95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/>
          <p:cNvGrpSpPr/>
          <p:nvPr/>
        </p:nvGrpSpPr>
        <p:grpSpPr>
          <a:xfrm>
            <a:off x="2512695" y="3445510"/>
            <a:ext cx="8178800" cy="611505"/>
            <a:chOff x="3957" y="4882"/>
            <a:chExt cx="12880" cy="963"/>
          </a:xfrm>
        </p:grpSpPr>
        <p:sp>
          <p:nvSpPr>
            <p:cNvPr id="66" name="文本框 2"/>
            <p:cNvSpPr txBox="1"/>
            <p:nvPr/>
          </p:nvSpPr>
          <p:spPr>
            <a:xfrm>
              <a:off x="3957" y="4914"/>
              <a:ext cx="848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</a:rPr>
                <a:t>对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graphicFrame>
          <p:nvGraphicFramePr>
            <p:cNvPr id="11" name="Object 3"/>
            <p:cNvGraphicFramePr>
              <a:graphicFrameLocks noChangeAspect="1"/>
            </p:cNvGraphicFramePr>
            <p:nvPr/>
          </p:nvGraphicFramePr>
          <p:xfrm>
            <a:off x="4856" y="5038"/>
            <a:ext cx="2022" cy="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2" name="Equation" r:id="rId17" imgW="12192000" imgH="4876800" progId="Equation.DSMT4">
                    <p:embed/>
                  </p:oleObj>
                </mc:Choice>
                <mc:Fallback>
                  <p:oleObj name="Equation" r:id="rId17" imgW="12192000" imgH="4876800" progId="Equation.DSMT4">
                    <p:embed/>
                    <p:pic>
                      <p:nvPicPr>
                        <p:cNvPr id="0" name="图片 820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856" y="5038"/>
                          <a:ext cx="2022" cy="77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" name="Object 3"/>
            <p:cNvGraphicFramePr>
              <a:graphicFrameLocks noChangeAspect="1"/>
            </p:cNvGraphicFramePr>
            <p:nvPr/>
          </p:nvGraphicFramePr>
          <p:xfrm>
            <a:off x="13753" y="4958"/>
            <a:ext cx="3085" cy="8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3" name="Equation" r:id="rId18" imgW="18592800" imgH="5486400" progId="Equation.DSMT4">
                    <p:embed/>
                  </p:oleObj>
                </mc:Choice>
                <mc:Fallback>
                  <p:oleObj name="Equation" r:id="rId18" imgW="18592800" imgH="5486400" progId="Equation.DSMT4">
                    <p:embed/>
                    <p:pic>
                      <p:nvPicPr>
                        <p:cNvPr id="0" name="图片 820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753" y="4958"/>
                          <a:ext cx="3085" cy="87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" name="Object 28"/>
            <p:cNvGraphicFramePr>
              <a:graphicFrameLocks noChangeAspect="1"/>
            </p:cNvGraphicFramePr>
            <p:nvPr/>
          </p:nvGraphicFramePr>
          <p:xfrm>
            <a:off x="6976" y="4975"/>
            <a:ext cx="2427" cy="8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4" name="Equation" r:id="rId19" imgW="14630400" imgH="5486400" progId="Equation.DSMT4">
                    <p:embed/>
                  </p:oleObj>
                </mc:Choice>
                <mc:Fallback>
                  <p:oleObj name="Equation" r:id="rId19" imgW="14630400" imgH="5486400" progId="Equation.DSMT4">
                    <p:embed/>
                    <p:pic>
                      <p:nvPicPr>
                        <p:cNvPr id="0" name="图片 820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976" y="4975"/>
                          <a:ext cx="2427" cy="87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0" name="文本框 2"/>
            <p:cNvSpPr txBox="1"/>
            <p:nvPr/>
          </p:nvSpPr>
          <p:spPr>
            <a:xfrm flipH="1">
              <a:off x="9346" y="4887"/>
              <a:ext cx="342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当         时，   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71" name="Object 29"/>
            <p:cNvGraphicFramePr>
              <a:graphicFrameLocks noChangeAspect="1"/>
            </p:cNvGraphicFramePr>
            <p:nvPr/>
          </p:nvGraphicFramePr>
          <p:xfrm>
            <a:off x="10139" y="5057"/>
            <a:ext cx="1618" cy="6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5" name="Equation" r:id="rId20" imgW="9753600" imgH="4267200" progId="Equation.DSMT4">
                    <p:embed/>
                  </p:oleObj>
                </mc:Choice>
                <mc:Fallback>
                  <p:oleObj name="Equation" r:id="rId20" imgW="9753600" imgH="4267200" progId="Equation.DSMT4">
                    <p:embed/>
                    <p:pic>
                      <p:nvPicPr>
                        <p:cNvPr id="0" name="图片 820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0139" y="5057"/>
                          <a:ext cx="1618" cy="67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" name="文本框 2"/>
            <p:cNvSpPr txBox="1"/>
            <p:nvPr/>
          </p:nvSpPr>
          <p:spPr>
            <a:xfrm>
              <a:off x="12837" y="4882"/>
              <a:ext cx="848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</a:rPr>
                <a:t>有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73" name="左右箭头 72"/>
          <p:cNvSpPr/>
          <p:nvPr/>
        </p:nvSpPr>
        <p:spPr>
          <a:xfrm>
            <a:off x="1765090" y="4331337"/>
            <a:ext cx="845389" cy="20703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60454" name="Object 38"/>
          <p:cNvGraphicFramePr>
            <a:graphicFrameLocks noChangeAspect="1"/>
          </p:cNvGraphicFramePr>
          <p:nvPr/>
        </p:nvGraphicFramePr>
        <p:xfrm>
          <a:off x="3022205" y="4235396"/>
          <a:ext cx="12192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" name="Equation" r:id="rId21" imgW="11582400" imgH="3962400" progId="Equation.DSMT4">
                  <p:embed/>
                </p:oleObj>
              </mc:Choice>
              <mc:Fallback>
                <p:oleObj name="Equation" r:id="rId21" imgW="11582400" imgH="3962400" progId="Equation.DSMT4">
                  <p:embed/>
                  <p:pic>
                    <p:nvPicPr>
                      <p:cNvPr id="0" name="图片 8205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022205" y="4235396"/>
                        <a:ext cx="1219200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55" name="Object 39"/>
          <p:cNvGraphicFramePr>
            <a:graphicFrameLocks noChangeAspect="1"/>
          </p:cNvGraphicFramePr>
          <p:nvPr/>
        </p:nvGraphicFramePr>
        <p:xfrm>
          <a:off x="4835525" y="4088717"/>
          <a:ext cx="128428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" name="Equation" r:id="rId23" imgW="12192000" imgH="5486400" progId="Equation.DSMT4">
                  <p:embed/>
                </p:oleObj>
              </mc:Choice>
              <mc:Fallback>
                <p:oleObj name="Equation" r:id="rId23" imgW="12192000" imgH="5486400" progId="Equation.DSMT4">
                  <p:embed/>
                  <p:pic>
                    <p:nvPicPr>
                      <p:cNvPr id="0" name="图片 820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835525" y="4088717"/>
                        <a:ext cx="1284287" cy="552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左右箭头 73"/>
          <p:cNvSpPr/>
          <p:nvPr/>
        </p:nvSpPr>
        <p:spPr>
          <a:xfrm>
            <a:off x="1813972" y="4863294"/>
            <a:ext cx="845389" cy="20703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75" name="Object 38"/>
          <p:cNvGraphicFramePr>
            <a:graphicFrameLocks noChangeAspect="1"/>
          </p:cNvGraphicFramePr>
          <p:nvPr/>
        </p:nvGraphicFramePr>
        <p:xfrm>
          <a:off x="3053835" y="4784609"/>
          <a:ext cx="12192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" name="Equation" r:id="rId25" imgW="11582400" imgH="3962400" progId="Equation.DSMT4">
                  <p:embed/>
                </p:oleObj>
              </mc:Choice>
              <mc:Fallback>
                <p:oleObj name="Equation" r:id="rId25" imgW="11582400" imgH="3962400" progId="Equation.DSMT4">
                  <p:embed/>
                  <p:pic>
                    <p:nvPicPr>
                      <p:cNvPr id="0" name="图片 8207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053835" y="4784609"/>
                        <a:ext cx="1219200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39"/>
          <p:cNvGraphicFramePr>
            <a:graphicFrameLocks noChangeAspect="1"/>
          </p:cNvGraphicFramePr>
          <p:nvPr/>
        </p:nvGraphicFramePr>
        <p:xfrm>
          <a:off x="4741140" y="4620916"/>
          <a:ext cx="202247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9" name="Equation" r:id="rId26" imgW="19202400" imgH="5486400" progId="Equation.DSMT4">
                  <p:embed/>
                </p:oleObj>
              </mc:Choice>
              <mc:Fallback>
                <p:oleObj name="Equation" r:id="rId26" imgW="19202400" imgH="5486400" progId="Equation.DSMT4">
                  <p:embed/>
                  <p:pic>
                    <p:nvPicPr>
                      <p:cNvPr id="0" name="图片 8208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741140" y="4620916"/>
                        <a:ext cx="2022475" cy="552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左右箭头 76"/>
          <p:cNvSpPr/>
          <p:nvPr/>
        </p:nvSpPr>
        <p:spPr>
          <a:xfrm>
            <a:off x="1759339" y="6206140"/>
            <a:ext cx="845389" cy="20703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78" name="Object 38"/>
          <p:cNvGraphicFramePr>
            <a:graphicFrameLocks noChangeAspect="1"/>
          </p:cNvGraphicFramePr>
          <p:nvPr/>
        </p:nvGraphicFramePr>
        <p:xfrm>
          <a:off x="2999202" y="6127452"/>
          <a:ext cx="12192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0" name="Equation" r:id="rId28" imgW="11582400" imgH="3962400" progId="Equation.DSMT4">
                  <p:embed/>
                </p:oleObj>
              </mc:Choice>
              <mc:Fallback>
                <p:oleObj name="Equation" r:id="rId28" imgW="11582400" imgH="3962400" progId="Equation.DSMT4">
                  <p:embed/>
                  <p:pic>
                    <p:nvPicPr>
                      <p:cNvPr id="0" name="图片 8209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999202" y="6127452"/>
                        <a:ext cx="1219200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Object 39"/>
          <p:cNvGraphicFramePr>
            <a:graphicFrameLocks noChangeAspect="1"/>
          </p:cNvGraphicFramePr>
          <p:nvPr/>
        </p:nvGraphicFramePr>
        <p:xfrm>
          <a:off x="4221671" y="5905579"/>
          <a:ext cx="4333875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1" name="Equation" r:id="rId29" imgW="41148000" imgH="7010400" progId="Equation.DSMT4">
                  <p:embed/>
                </p:oleObj>
              </mc:Choice>
              <mc:Fallback>
                <p:oleObj name="Equation" r:id="rId29" imgW="41148000" imgH="7010400" progId="Equation.DSMT4">
                  <p:embed/>
                  <p:pic>
                    <p:nvPicPr>
                      <p:cNvPr id="0" name="图片 8210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221671" y="5905579"/>
                        <a:ext cx="4333875" cy="7064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60" name="Object 44"/>
          <p:cNvGraphicFramePr>
            <a:graphicFrameLocks noChangeAspect="1"/>
          </p:cNvGraphicFramePr>
          <p:nvPr/>
        </p:nvGraphicFramePr>
        <p:xfrm>
          <a:off x="3511233" y="5294600"/>
          <a:ext cx="2055812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2" name="Equation" r:id="rId31" imgW="19507200" imgH="5486400" progId="Equation.DSMT4">
                  <p:embed/>
                </p:oleObj>
              </mc:Choice>
              <mc:Fallback>
                <p:oleObj name="Equation" r:id="rId31" imgW="19507200" imgH="5486400" progId="Equation.DSMT4">
                  <p:embed/>
                  <p:pic>
                    <p:nvPicPr>
                      <p:cNvPr id="0" name="图片 8211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511233" y="5294600"/>
                        <a:ext cx="2055812" cy="552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61" name="Object 45"/>
          <p:cNvGraphicFramePr>
            <a:graphicFrameLocks noChangeAspect="1"/>
          </p:cNvGraphicFramePr>
          <p:nvPr/>
        </p:nvGraphicFramePr>
        <p:xfrm>
          <a:off x="5685136" y="5294809"/>
          <a:ext cx="189547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3" name="Equation" r:id="rId33" imgW="17983200" imgH="5486400" progId="Equation.DSMT4">
                  <p:embed/>
                </p:oleObj>
              </mc:Choice>
              <mc:Fallback>
                <p:oleObj name="Equation" r:id="rId33" imgW="17983200" imgH="5486400" progId="Equation.DSMT4">
                  <p:embed/>
                  <p:pic>
                    <p:nvPicPr>
                      <p:cNvPr id="0" name="图片 8212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5685136" y="5294809"/>
                        <a:ext cx="1895475" cy="552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左右箭头 15"/>
          <p:cNvSpPr/>
          <p:nvPr/>
        </p:nvSpPr>
        <p:spPr>
          <a:xfrm>
            <a:off x="1859981" y="7100412"/>
            <a:ext cx="845389" cy="20703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60462" name="Object 46"/>
          <p:cNvGraphicFramePr>
            <a:graphicFrameLocks noChangeAspect="1"/>
          </p:cNvGraphicFramePr>
          <p:nvPr/>
        </p:nvGraphicFramePr>
        <p:xfrm>
          <a:off x="3274228" y="6911012"/>
          <a:ext cx="186055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4" name="Equation" r:id="rId35" imgW="17678400" imgH="6705600" progId="Equation.DSMT4">
                  <p:embed/>
                </p:oleObj>
              </mc:Choice>
              <mc:Fallback>
                <p:oleObj name="Equation" r:id="rId35" imgW="17678400" imgH="6705600" progId="Equation.DSMT4">
                  <p:embed/>
                  <p:pic>
                    <p:nvPicPr>
                      <p:cNvPr id="0" name="图片 8213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3274228" y="6911012"/>
                        <a:ext cx="1860550" cy="6762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63" name="Object 47"/>
          <p:cNvGraphicFramePr>
            <a:graphicFrameLocks noChangeAspect="1"/>
          </p:cNvGraphicFramePr>
          <p:nvPr/>
        </p:nvGraphicFramePr>
        <p:xfrm>
          <a:off x="5430502" y="6887733"/>
          <a:ext cx="1668462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5" name="Equation" r:id="rId37" imgW="15849600" imgH="6705600" progId="Equation.DSMT4">
                  <p:embed/>
                </p:oleObj>
              </mc:Choice>
              <mc:Fallback>
                <p:oleObj name="Equation" r:id="rId37" imgW="15849600" imgH="6705600" progId="Equation.DSMT4">
                  <p:embed/>
                  <p:pic>
                    <p:nvPicPr>
                      <p:cNvPr id="0" name="图片 8214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5430502" y="6887733"/>
                        <a:ext cx="1668462" cy="6762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文本框 41"/>
          <p:cNvSpPr txBox="1"/>
          <p:nvPr/>
        </p:nvSpPr>
        <p:spPr>
          <a:xfrm>
            <a:off x="1394156" y="3455232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solidFill>
                  <a:srgbClr val="FF33CC"/>
                </a:solidFill>
                <a:latin typeface="华文中宋" panose="02010600040101010101" charset="-122"/>
                <a:ea typeface="华文中宋" panose="02010600040101010101" charset="-122"/>
              </a:rPr>
              <a:t>分析</a:t>
            </a:r>
            <a:r>
              <a:rPr lang="zh-CN" altLang="en-US" sz="28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</a:rPr>
              <a:t>：</a:t>
            </a:r>
            <a:endParaRPr lang="zh-CN" altLang="en-US" sz="2800" dirty="0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  <p:custDataLst>
      <p:tags r:id="rId3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0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0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0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60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0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0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60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60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000"/>
                            </p:stCondLst>
                            <p:childTnLst>
                              <p:par>
                                <p:cTn id="1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60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5" grpId="0"/>
      <p:bldP spid="7" grpId="0"/>
      <p:bldP spid="10" grpId="0"/>
      <p:bldP spid="73" grpId="0" bldLvl="0" animBg="1"/>
      <p:bldP spid="74" grpId="0" bldLvl="0" animBg="1"/>
      <p:bldP spid="77" grpId="0" bldLvl="0" animBg="1"/>
      <p:bldP spid="16" grpId="0" bldLvl="0" animBg="1"/>
      <p:bldP spid="4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833573" y="1562100"/>
            <a:ext cx="613410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2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zh-CN" altLang="en-US" sz="32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、复数列的极限存在的充要条件</a:t>
            </a:r>
            <a:endParaRPr lang="zh-CN" altLang="en-US" sz="32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6" name="文本框 2"/>
          <p:cNvSpPr txBox="1"/>
          <p:nvPr/>
        </p:nvSpPr>
        <p:spPr>
          <a:xfrm>
            <a:off x="2019139" y="2145937"/>
            <a:ext cx="13917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 b="1" i="1" u="sng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3200" b="1" i="1" u="sng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1.</a:t>
            </a:r>
            <a:endParaRPr lang="zh-CN" altLang="en-US" sz="3200" b="1" i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0448" name="Object 32"/>
          <p:cNvGraphicFramePr>
            <a:graphicFrameLocks noChangeAspect="1"/>
          </p:cNvGraphicFramePr>
          <p:nvPr/>
        </p:nvGraphicFramePr>
        <p:xfrm>
          <a:off x="3200723" y="2827452"/>
          <a:ext cx="185102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Equation" r:id="rId1" imgW="16154400" imgH="6705600" progId="Equation.DSMT4">
                  <p:embed/>
                </p:oleObj>
              </mc:Choice>
              <mc:Fallback>
                <p:oleObj name="Equation" r:id="rId1" imgW="16154400" imgH="6705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00723" y="2827452"/>
                        <a:ext cx="1851025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60" name="Object 44"/>
          <p:cNvGraphicFramePr>
            <a:graphicFrameLocks noChangeAspect="1"/>
          </p:cNvGraphicFramePr>
          <p:nvPr/>
        </p:nvGraphicFramePr>
        <p:xfrm>
          <a:off x="3411394" y="2162274"/>
          <a:ext cx="2055812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Equation" r:id="rId3" imgW="19507200" imgH="5486400" progId="Equation.DSMT4">
                  <p:embed/>
                </p:oleObj>
              </mc:Choice>
              <mc:Fallback>
                <p:oleObj name="Equation" r:id="rId3" imgW="19507200" imgH="5486400" progId="Equation.DSMT4">
                  <p:embed/>
                  <p:pic>
                    <p:nvPicPr>
                      <p:cNvPr id="0" name="图片 921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11394" y="2162274"/>
                        <a:ext cx="2055812" cy="552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61" name="Object 45"/>
          <p:cNvGraphicFramePr>
            <a:graphicFrameLocks noChangeAspect="1"/>
          </p:cNvGraphicFramePr>
          <p:nvPr/>
        </p:nvGraphicFramePr>
        <p:xfrm>
          <a:off x="5523548" y="2188847"/>
          <a:ext cx="2024062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Equation" r:id="rId5" imgW="19202400" imgH="5486400" progId="Equation.DSMT4">
                  <p:embed/>
                </p:oleObj>
              </mc:Choice>
              <mc:Fallback>
                <p:oleObj name="Equation" r:id="rId5" imgW="19202400" imgH="5486400" progId="Equation.DSMT4">
                  <p:embed/>
                  <p:pic>
                    <p:nvPicPr>
                      <p:cNvPr id="0" name="图片 921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23548" y="2188847"/>
                        <a:ext cx="2024062" cy="552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左右箭头 79"/>
          <p:cNvSpPr/>
          <p:nvPr/>
        </p:nvSpPr>
        <p:spPr>
          <a:xfrm>
            <a:off x="5414687" y="3037225"/>
            <a:ext cx="845389" cy="20703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60462" name="Object 46"/>
          <p:cNvGraphicFramePr>
            <a:graphicFrameLocks noChangeAspect="1"/>
          </p:cNvGraphicFramePr>
          <p:nvPr/>
        </p:nvGraphicFramePr>
        <p:xfrm>
          <a:off x="6582093" y="2867981"/>
          <a:ext cx="1731962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Equation" r:id="rId7" imgW="16459200" imgH="6705600" progId="Equation.DSMT4">
                  <p:embed/>
                </p:oleObj>
              </mc:Choice>
              <mc:Fallback>
                <p:oleObj name="Equation" r:id="rId7" imgW="16459200" imgH="6705600" progId="Equation.DSMT4">
                  <p:embed/>
                  <p:pic>
                    <p:nvPicPr>
                      <p:cNvPr id="0" name="图片 921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82093" y="2867981"/>
                        <a:ext cx="1731962" cy="6762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63" name="Object 47"/>
          <p:cNvGraphicFramePr>
            <a:graphicFrameLocks noChangeAspect="1"/>
          </p:cNvGraphicFramePr>
          <p:nvPr/>
        </p:nvGraphicFramePr>
        <p:xfrm>
          <a:off x="9313011" y="2824550"/>
          <a:ext cx="1668462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Equation" r:id="rId9" imgW="15849600" imgH="6705600" progId="Equation.DSMT4">
                  <p:embed/>
                </p:oleObj>
              </mc:Choice>
              <mc:Fallback>
                <p:oleObj name="Equation" r:id="rId9" imgW="15849600" imgH="6705600" progId="Equation.DSMT4">
                  <p:embed/>
                  <p:pic>
                    <p:nvPicPr>
                      <p:cNvPr id="0" name="图片 922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313011" y="2824550"/>
                        <a:ext cx="1668462" cy="6762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文本框 2"/>
          <p:cNvSpPr txBox="1"/>
          <p:nvPr/>
        </p:nvSpPr>
        <p:spPr>
          <a:xfrm>
            <a:off x="7572591" y="2189105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 dirty="0">
                <a:latin typeface="华文中宋" panose="02010600040101010101" charset="-122"/>
                <a:ea typeface="华文中宋" panose="02010600040101010101" charset="-122"/>
              </a:rPr>
              <a:t>则</a:t>
            </a:r>
            <a:endParaRPr lang="zh-CN" altLang="en-US" sz="32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3" name="文本框 2"/>
          <p:cNvSpPr txBox="1"/>
          <p:nvPr/>
        </p:nvSpPr>
        <p:spPr>
          <a:xfrm>
            <a:off x="8499775" y="2836062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 dirty="0">
                <a:latin typeface="华文中宋" panose="02010600040101010101" charset="-122"/>
                <a:ea typeface="华文中宋" panose="02010600040101010101" charset="-122"/>
              </a:rPr>
              <a:t>且</a:t>
            </a:r>
            <a:endParaRPr lang="zh-CN" altLang="en-US" sz="32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66585" name="Object 25"/>
          <p:cNvGraphicFramePr>
            <a:graphicFrameLocks noChangeAspect="1"/>
          </p:cNvGraphicFramePr>
          <p:nvPr/>
        </p:nvGraphicFramePr>
        <p:xfrm>
          <a:off x="8475743" y="3622210"/>
          <a:ext cx="131762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" name="Equation" r:id="rId11" imgW="12496800" imgH="6705600" progId="Equation.DSMT4">
                  <p:embed/>
                </p:oleObj>
              </mc:Choice>
              <mc:Fallback>
                <p:oleObj name="Equation" r:id="rId11" imgW="12496800" imgH="6705600" progId="Equation.DSMT4">
                  <p:embed/>
                  <p:pic>
                    <p:nvPicPr>
                      <p:cNvPr id="0" name="图片 922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475743" y="3622210"/>
                        <a:ext cx="1317625" cy="6762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86" name="Object 26"/>
          <p:cNvGraphicFramePr>
            <a:graphicFrameLocks noChangeAspect="1"/>
          </p:cNvGraphicFramePr>
          <p:nvPr/>
        </p:nvGraphicFramePr>
        <p:xfrm>
          <a:off x="9814448" y="3608279"/>
          <a:ext cx="99695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Equation" r:id="rId13" imgW="9448800" imgH="6705600" progId="Equation.DSMT4">
                  <p:embed/>
                </p:oleObj>
              </mc:Choice>
              <mc:Fallback>
                <p:oleObj name="Equation" r:id="rId13" imgW="9448800" imgH="6705600" progId="Equation.DSMT4">
                  <p:embed/>
                  <p:pic>
                    <p:nvPicPr>
                      <p:cNvPr id="0" name="图片 922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814448" y="3608279"/>
                        <a:ext cx="996950" cy="6762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87" name="Object 27"/>
          <p:cNvGraphicFramePr>
            <a:graphicFrameLocks noChangeAspect="1"/>
          </p:cNvGraphicFramePr>
          <p:nvPr/>
        </p:nvGraphicFramePr>
        <p:xfrm>
          <a:off x="11387455" y="3691255"/>
          <a:ext cx="100584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Equation" r:id="rId15" imgW="431800" imgH="279400" progId="Equation.DSMT4">
                  <p:embed/>
                </p:oleObj>
              </mc:Choice>
              <mc:Fallback>
                <p:oleObj name="Equation" r:id="rId15" imgW="431800" imgH="279400" progId="Equation.DSMT4">
                  <p:embed/>
                  <p:pic>
                    <p:nvPicPr>
                      <p:cNvPr id="0" name="图片 922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1387455" y="3691255"/>
                        <a:ext cx="1005840" cy="628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88" name="Object 28"/>
          <p:cNvGraphicFramePr>
            <a:graphicFrameLocks noChangeAspect="1"/>
          </p:cNvGraphicFramePr>
          <p:nvPr/>
        </p:nvGraphicFramePr>
        <p:xfrm>
          <a:off x="10936901" y="3755995"/>
          <a:ext cx="4508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Equation" r:id="rId17" imgW="4267200" imgH="3962400" progId="Equation.DSMT4">
                  <p:embed/>
                </p:oleObj>
              </mc:Choice>
              <mc:Fallback>
                <p:oleObj name="Equation" r:id="rId17" imgW="4267200" imgH="3962400" progId="Equation.DSMT4">
                  <p:embed/>
                  <p:pic>
                    <p:nvPicPr>
                      <p:cNvPr id="0" name="图片 922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936901" y="3755995"/>
                        <a:ext cx="450850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3122295" y="3663950"/>
            <a:ext cx="5330190" cy="687070"/>
            <a:chOff x="3854" y="4326"/>
            <a:chExt cx="8394" cy="1082"/>
          </a:xfrm>
        </p:grpSpPr>
        <p:sp>
          <p:nvSpPr>
            <p:cNvPr id="50" name="文本框 2"/>
            <p:cNvSpPr txBox="1"/>
            <p:nvPr/>
          </p:nvSpPr>
          <p:spPr>
            <a:xfrm>
              <a:off x="3854" y="4326"/>
              <a:ext cx="8394" cy="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32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(1)</a:t>
              </a:r>
              <a:r>
                <a:rPr lang="zh-CN" altLang="en-US" sz="32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若                 都存在，则</a:t>
              </a:r>
              <a:endParaRPr lang="zh-CN" altLang="en-US" sz="32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66589" name="Object 29"/>
            <p:cNvGraphicFramePr>
              <a:graphicFrameLocks noChangeAspect="1"/>
            </p:cNvGraphicFramePr>
            <p:nvPr/>
          </p:nvGraphicFramePr>
          <p:xfrm>
            <a:off x="5442" y="4348"/>
            <a:ext cx="1648" cy="9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6" name="Equation" r:id="rId19" imgW="444500" imgH="279400" progId="Equation.DSMT4">
                    <p:embed/>
                  </p:oleObj>
                </mc:Choice>
                <mc:Fallback>
                  <p:oleObj name="Equation" r:id="rId19" imgW="444500" imgH="279400" progId="Equation.DSMT4">
                    <p:embed/>
                    <p:pic>
                      <p:nvPicPr>
                        <p:cNvPr id="0" name="图片 922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442" y="4348"/>
                          <a:ext cx="1648" cy="98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90" name="Object 30"/>
            <p:cNvGraphicFramePr>
              <a:graphicFrameLocks noChangeAspect="1"/>
            </p:cNvGraphicFramePr>
            <p:nvPr/>
          </p:nvGraphicFramePr>
          <p:xfrm>
            <a:off x="7090" y="4344"/>
            <a:ext cx="1520" cy="10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7" name="Equation" r:id="rId21" imgW="9144000" imgH="6705600" progId="Equation.DSMT4">
                    <p:embed/>
                  </p:oleObj>
                </mc:Choice>
                <mc:Fallback>
                  <p:oleObj name="Equation" r:id="rId21" imgW="9144000" imgH="6705600" progId="Equation.DSMT4">
                    <p:embed/>
                    <p:pic>
                      <p:nvPicPr>
                        <p:cNvPr id="0" name="图片 922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7090" y="4344"/>
                          <a:ext cx="1520" cy="106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3"/>
          <p:cNvGrpSpPr/>
          <p:nvPr/>
        </p:nvGrpSpPr>
        <p:grpSpPr>
          <a:xfrm>
            <a:off x="8348980" y="4384675"/>
            <a:ext cx="2849880" cy="610870"/>
            <a:chOff x="12085" y="5461"/>
            <a:chExt cx="4488" cy="962"/>
          </a:xfrm>
        </p:grpSpPr>
        <p:sp>
          <p:nvSpPr>
            <p:cNvPr id="52" name="文本框 2"/>
            <p:cNvSpPr txBox="1"/>
            <p:nvPr/>
          </p:nvSpPr>
          <p:spPr>
            <a:xfrm>
              <a:off x="12085" y="5461"/>
              <a:ext cx="4488" cy="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32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        发散。</a:t>
              </a:r>
              <a:endParaRPr lang="zh-CN" altLang="en-US" sz="32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66591" name="Object 31"/>
            <p:cNvGraphicFramePr>
              <a:graphicFrameLocks noChangeAspect="1"/>
            </p:cNvGraphicFramePr>
            <p:nvPr/>
          </p:nvGraphicFramePr>
          <p:xfrm>
            <a:off x="13178" y="5531"/>
            <a:ext cx="1182" cy="8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8" name="Equation" r:id="rId23" imgW="292100" imgH="228600" progId="Equation.DSMT4">
                    <p:embed/>
                  </p:oleObj>
                </mc:Choice>
                <mc:Fallback>
                  <p:oleObj name="Equation" r:id="rId23" imgW="292100" imgH="228600" progId="Equation.DSMT4">
                    <p:embed/>
                    <p:pic>
                      <p:nvPicPr>
                        <p:cNvPr id="0" name="图片 922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3178" y="5531"/>
                          <a:ext cx="1182" cy="89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5" name="七角星 44"/>
          <p:cNvSpPr/>
          <p:nvPr/>
        </p:nvSpPr>
        <p:spPr>
          <a:xfrm>
            <a:off x="2126555" y="3405816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32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155315" y="4401185"/>
            <a:ext cx="5069840" cy="675640"/>
            <a:chOff x="3906" y="5487"/>
            <a:chExt cx="7984" cy="1064"/>
          </a:xfrm>
        </p:grpSpPr>
        <p:sp>
          <p:nvSpPr>
            <p:cNvPr id="47" name="文本框 2"/>
            <p:cNvSpPr txBox="1"/>
            <p:nvPr/>
          </p:nvSpPr>
          <p:spPr>
            <a:xfrm>
              <a:off x="3906" y="5528"/>
              <a:ext cx="7984" cy="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32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(2)</a:t>
              </a:r>
              <a:r>
                <a:rPr lang="zh-CN" altLang="en-US" sz="32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若       或        不</a:t>
              </a:r>
              <a:r>
                <a:rPr lang="zh-CN" altLang="en-US" sz="32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存在，</a:t>
              </a:r>
              <a:endParaRPr lang="zh-CN" altLang="en-US" sz="32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48" name="Object 29"/>
            <p:cNvGraphicFramePr>
              <a:graphicFrameLocks noChangeAspect="1"/>
            </p:cNvGraphicFramePr>
            <p:nvPr/>
          </p:nvGraphicFramePr>
          <p:xfrm>
            <a:off x="5573" y="5550"/>
            <a:ext cx="1460" cy="9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" name="Equation" r:id="rId25" imgW="393700" imgH="279400" progId="Equation.DSMT4">
                    <p:embed/>
                  </p:oleObj>
                </mc:Choice>
                <mc:Fallback>
                  <p:oleObj name="Equation" r:id="rId25" imgW="393700" imgH="279400" progId="Equation.DSMT4">
                    <p:embed/>
                    <p:pic>
                      <p:nvPicPr>
                        <p:cNvPr id="0" name="图片 922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5573" y="5550"/>
                          <a:ext cx="1460" cy="98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" name="Object 30"/>
            <p:cNvGraphicFramePr>
              <a:graphicFrameLocks noChangeAspect="1"/>
            </p:cNvGraphicFramePr>
            <p:nvPr/>
          </p:nvGraphicFramePr>
          <p:xfrm>
            <a:off x="7659" y="5487"/>
            <a:ext cx="1520" cy="10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" name="Equation" r:id="rId27" imgW="9144000" imgH="6705600" progId="Equation.DSMT4">
                    <p:embed/>
                  </p:oleObj>
                </mc:Choice>
                <mc:Fallback>
                  <p:oleObj name="Equation" r:id="rId27" imgW="9144000" imgH="6705600" progId="Equation.DSMT4">
                    <p:embed/>
                    <p:pic>
                      <p:nvPicPr>
                        <p:cNvPr id="0" name="图片 922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7659" y="5487"/>
                          <a:ext cx="1520" cy="106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文本框 6"/>
          <p:cNvSpPr txBox="1"/>
          <p:nvPr/>
        </p:nvSpPr>
        <p:spPr>
          <a:xfrm>
            <a:off x="1912970" y="5129187"/>
            <a:ext cx="40747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en-US" altLang="zh-CN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求下列复数列的极限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7598" name="Object 14"/>
          <p:cNvGraphicFramePr>
            <a:graphicFrameLocks noChangeAspect="1"/>
          </p:cNvGraphicFramePr>
          <p:nvPr>
            <p:custDataLst>
              <p:tags r:id="rId28"/>
            </p:custDataLst>
          </p:nvPr>
        </p:nvGraphicFramePr>
        <p:xfrm>
          <a:off x="1916799" y="5693067"/>
          <a:ext cx="2147887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" name="Equation" r:id="rId29" imgW="20421600" imgH="9448800" progId="Equation.DSMT4">
                  <p:embed/>
                </p:oleObj>
              </mc:Choice>
              <mc:Fallback>
                <p:oleObj name="Equation" r:id="rId29" imgW="20421600" imgH="94488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916799" y="5693067"/>
                        <a:ext cx="2147887" cy="9540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00" name="Object 16"/>
          <p:cNvGraphicFramePr>
            <a:graphicFrameLocks noChangeAspect="1"/>
          </p:cNvGraphicFramePr>
          <p:nvPr/>
        </p:nvGraphicFramePr>
        <p:xfrm>
          <a:off x="1916799" y="6737643"/>
          <a:ext cx="2757487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31" imgW="26212800" imgH="9448800" progId="Equation.DSMT4">
                  <p:embed/>
                </p:oleObj>
              </mc:Choice>
              <mc:Fallback>
                <p:oleObj name="Equation" r:id="rId31" imgW="26212800" imgH="9448800" progId="Equation.DSMT4">
                  <p:embed/>
                  <p:pic>
                    <p:nvPicPr>
                      <p:cNvPr id="0" name="图片 10242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916799" y="6737643"/>
                        <a:ext cx="2757487" cy="9540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4"/>
          <p:cNvGraphicFramePr>
            <a:graphicFrameLocks noChangeAspect="1"/>
          </p:cNvGraphicFramePr>
          <p:nvPr/>
        </p:nvGraphicFramePr>
        <p:xfrm>
          <a:off x="8075295" y="5709285"/>
          <a:ext cx="2618105" cy="921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33" imgW="1079500" imgH="393700" progId="Equation.DSMT4">
                  <p:embed/>
                </p:oleObj>
              </mc:Choice>
              <mc:Fallback>
                <p:oleObj name="Equation" r:id="rId33" imgW="1079500" imgH="3937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8075295" y="5709285"/>
                        <a:ext cx="2618105" cy="9213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6"/>
          <p:cNvGraphicFramePr>
            <a:graphicFrameLocks noChangeAspect="1"/>
          </p:cNvGraphicFramePr>
          <p:nvPr/>
        </p:nvGraphicFramePr>
        <p:xfrm>
          <a:off x="4980940" y="6858635"/>
          <a:ext cx="1487170" cy="751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35" imgW="558800" imgH="292100" progId="Equation.DSMT4">
                  <p:embed/>
                </p:oleObj>
              </mc:Choice>
              <mc:Fallback>
                <p:oleObj name="Equation" r:id="rId35" imgW="558800" imgH="292100" progId="Equation.DSMT4">
                  <p:embed/>
                  <p:pic>
                    <p:nvPicPr>
                      <p:cNvPr id="0" name="图片 10242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4980940" y="6858635"/>
                        <a:ext cx="1487170" cy="7518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2"/>
          <p:cNvSpPr txBox="1"/>
          <p:nvPr/>
        </p:nvSpPr>
        <p:spPr>
          <a:xfrm>
            <a:off x="6489439" y="6974329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不存在，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8074978" y="6737350"/>
          <a:ext cx="2334260" cy="871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37" imgW="1016000" imgH="393700" progId="Equation.DSMT4">
                  <p:embed/>
                </p:oleObj>
              </mc:Choice>
              <mc:Fallback>
                <p:oleObj name="Equation" r:id="rId37" imgW="1016000" imgH="393700" progId="Equation.DSMT4">
                  <p:embed/>
                  <p:pic>
                    <p:nvPicPr>
                      <p:cNvPr id="0" name="图片 10242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8074978" y="6737350"/>
                        <a:ext cx="2334260" cy="8712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2"/>
          <p:cNvSpPr txBox="1"/>
          <p:nvPr/>
        </p:nvSpPr>
        <p:spPr>
          <a:xfrm>
            <a:off x="10409294" y="6954009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不存在。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4339526" y="5753672"/>
                <a:ext cx="1019175" cy="89344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8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𝑛</m:t>
                              </m:r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𝑛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280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9526" y="5753672"/>
                <a:ext cx="1019175" cy="893445"/>
              </a:xfrm>
              <a:prstGeom prst="rect">
                <a:avLst/>
              </a:prstGeom>
              <a:blipFill rotWithShape="1">
                <a:blip r:embed="rId39"/>
                <a:stretch>
                  <a:fillRect l="-56" t="-64" r="56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6132131" y="5753672"/>
                <a:ext cx="1687195" cy="89090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lang="en-US" altLang="zh-CN" sz="28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𝑛</m:t>
                              </m:r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2131" y="5753672"/>
                <a:ext cx="1687195" cy="890905"/>
              </a:xfrm>
              <a:prstGeom prst="rect">
                <a:avLst/>
              </a:prstGeom>
              <a:blipFill rotWithShape="1">
                <a:blip r:embed="rId40"/>
                <a:stretch>
                  <a:fillRect l="-34" t="-64" r="34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5358701" y="5977192"/>
                <a:ext cx="773430" cy="5219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701" y="5977192"/>
                <a:ext cx="773430" cy="521970"/>
              </a:xfrm>
              <a:prstGeom prst="rect">
                <a:avLst/>
              </a:prstGeom>
              <a:blipFill rotWithShape="1">
                <a:blip r:embed="rId41"/>
                <a:stretch>
                  <a:fillRect l="-74" t="-110" r="74" b="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4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0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0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0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0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6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6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6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6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7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67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80" grpId="0" bldLvl="0" animBg="1"/>
      <p:bldP spid="42" grpId="0"/>
      <p:bldP spid="43" grpId="0"/>
      <p:bldP spid="45" grpId="0" bldLvl="0" animBg="1"/>
      <p:bldP spid="7" grpId="0"/>
      <p:bldP spid="14" grpId="0"/>
      <p:bldP spid="19" grpId="0"/>
      <p:bldP spid="6" grpId="0"/>
      <p:bldP spid="20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>
            <p:custDataLst>
              <p:tags r:id="rId1"/>
            </p:custDataLst>
          </p:nvPr>
        </p:nvSpPr>
        <p:spPr>
          <a:xfrm>
            <a:off x="8601100" y="2805994"/>
            <a:ext cx="1826331" cy="1862242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/>
          </a:bodyPr>
          <a:lstStyle/>
          <a:p>
            <a:pPr algn="ctr"/>
            <a:r>
              <a:rPr lang="en-US" altLang="zh-CN" sz="115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115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7767842" y="4140433"/>
            <a:ext cx="962799" cy="36937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altLang="zh-CN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27042" y="4997519"/>
            <a:ext cx="6338595" cy="579815"/>
          </a:xfrm>
        </p:spPr>
        <p:txBody>
          <a:bodyPr>
            <a:noAutofit/>
          </a:bodyPr>
          <a:lstStyle/>
          <a:p>
            <a:r>
              <a:rPr sz="4400" b="1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复   数   项   级   数</a:t>
            </a:r>
            <a:endParaRPr sz="4400" b="1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>
            <p:custDataLst>
              <p:tags r:id="rId1"/>
            </p:custDataLst>
          </p:nvPr>
        </p:nvSpPr>
        <p:spPr>
          <a:xfrm>
            <a:off x="8601100" y="2805994"/>
            <a:ext cx="1826331" cy="1862242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 fontScale="50000"/>
          </a:bodyPr>
          <a:lstStyle/>
          <a:p>
            <a:pPr algn="ctr"/>
            <a:r>
              <a:rPr lang="en-US" altLang="zh-CN" sz="115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02.1</a:t>
            </a:r>
            <a:endParaRPr lang="en-US" altLang="zh-CN" sz="115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7767842" y="4140433"/>
            <a:ext cx="962799" cy="36937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altLang="zh-CN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581650" y="4997450"/>
            <a:ext cx="6860540" cy="1287145"/>
          </a:xfrm>
        </p:spPr>
        <p:txBody>
          <a:bodyPr>
            <a:noAutofit/>
          </a:bodyPr>
          <a:lstStyle/>
          <a:p>
            <a:r>
              <a:rPr sz="4400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实数项级数的相关知识</a:t>
            </a:r>
            <a:endParaRPr sz="4400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1536429" y="841145"/>
            <a:ext cx="2667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给定一个数列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Object 4"/>
              <p:cNvSpPr txBox="1"/>
              <p:nvPr/>
            </p:nvSpPr>
            <p:spPr bwMode="auto">
              <a:xfrm>
                <a:off x="3762104" y="810982"/>
                <a:ext cx="4219575" cy="5048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 , 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 , 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 , ⋯ , 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 , ⋯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endParaRPr>
              </a:p>
            </p:txBody>
          </p:sp>
        </mc:Choice>
        <mc:Fallback>
          <p:sp>
            <p:nvSpPr>
              <p:cNvPr id="18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62104" y="810982"/>
                <a:ext cx="4219575" cy="504826"/>
              </a:xfrm>
              <a:prstGeom prst="rect">
                <a:avLst/>
              </a:prstGeom>
              <a:blipFill rotWithShape="1">
                <a:blip r:embed="rId1"/>
                <a:stretch>
                  <a:fillRect l="-9" t="-17" r="9" b="1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7841979" y="849879"/>
            <a:ext cx="1676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将各项依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Object 6"/>
              <p:cNvSpPr txBox="1"/>
              <p:nvPr/>
            </p:nvSpPr>
            <p:spPr bwMode="auto">
              <a:xfrm>
                <a:off x="11888834" y="559364"/>
                <a:ext cx="1149350" cy="12636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endParaRPr>
              </a:p>
            </p:txBody>
          </p:sp>
        </mc:Choice>
        <mc:Fallback>
          <p:sp>
            <p:nvSpPr>
              <p:cNvPr id="21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88834" y="559364"/>
                <a:ext cx="1149350" cy="1263650"/>
              </a:xfrm>
              <a:prstGeom prst="rect">
                <a:avLst/>
              </a:prstGeom>
              <a:blipFill rotWithShape="1">
                <a:blip r:embed="rId2"/>
                <a:stretch>
                  <a:fillRect l="-32" t="-45" r="32" b="4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Box 7"/>
          <p:cNvSpPr txBox="1">
            <a:spLocks noChangeArrowheads="1"/>
          </p:cNvSpPr>
          <p:nvPr/>
        </p:nvSpPr>
        <p:spPr bwMode="auto">
          <a:xfrm>
            <a:off x="983343" y="1730144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即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Object 8"/>
              <p:cNvSpPr txBox="1"/>
              <p:nvPr/>
            </p:nvSpPr>
            <p:spPr bwMode="auto">
              <a:xfrm>
                <a:off x="2304780" y="1379150"/>
                <a:ext cx="1063624" cy="12430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endParaRPr>
              </a:p>
            </p:txBody>
          </p:sp>
        </mc:Choice>
        <mc:Fallback>
          <p:sp>
            <p:nvSpPr>
              <p:cNvPr id="23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04780" y="1379150"/>
                <a:ext cx="1063624" cy="1243011"/>
              </a:xfrm>
              <a:prstGeom prst="rect">
                <a:avLst/>
              </a:prstGeom>
              <a:blipFill rotWithShape="1">
                <a:blip r:embed="rId3"/>
                <a:stretch>
                  <a:fillRect l="-34" t="-45" r="34" b="2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Object 9"/>
              <p:cNvSpPr txBox="1"/>
              <p:nvPr/>
            </p:nvSpPr>
            <p:spPr bwMode="auto">
              <a:xfrm>
                <a:off x="3368675" y="1744345"/>
                <a:ext cx="5831840" cy="51308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+ ⋯ +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+ ⋯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endParaRPr>
              </a:p>
            </p:txBody>
          </p:sp>
        </mc:Choice>
        <mc:Fallback>
          <p:sp>
            <p:nvSpPr>
              <p:cNvPr id="24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68675" y="1744345"/>
                <a:ext cx="5831840" cy="51308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 Box 10"/>
          <p:cNvSpPr txBox="1">
            <a:spLocks noChangeArrowheads="1"/>
          </p:cNvSpPr>
          <p:nvPr/>
        </p:nvSpPr>
        <p:spPr bwMode="auto">
          <a:xfrm>
            <a:off x="1536430" y="2825130"/>
            <a:ext cx="3200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称上式为</a:t>
            </a:r>
            <a:r>
              <a:rPr kumimoji="1" lang="zh-CN" altLang="en-US" sz="2800" b="1" dirty="0">
                <a:solidFill>
                  <a:srgbClr val="04926A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无穷级数</a:t>
            </a:r>
            <a:r>
              <a:rPr kumimoji="1" lang="en-US" altLang="zh-CN" sz="2800" b="1" dirty="0">
                <a:solidFill>
                  <a:srgbClr val="04926A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,</a:t>
            </a:r>
            <a:endParaRPr kumimoji="1" lang="zh-CN" altLang="en-US" sz="2800" b="1" dirty="0">
              <a:solidFill>
                <a:srgbClr val="04926A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 Box 11"/>
              <p:cNvSpPr txBox="1">
                <a:spLocks noChangeArrowheads="1"/>
              </p:cNvSpPr>
              <p:nvPr/>
            </p:nvSpPr>
            <p:spPr bwMode="auto">
              <a:xfrm>
                <a:off x="4559300" y="2839720"/>
                <a:ext cx="2387600" cy="5219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  <a:cs typeface="华文中宋" panose="02010600040101010101" charset="-122"/>
                  </a:rPr>
                  <a:t>其中第 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华文中宋" panose="02010600040101010101" charset="-122"/>
                        <a:cs typeface="Cambria Math" panose="02040503050406030204" charset="0"/>
                      </a:rPr>
                      <m:t>𝑛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  <a:cs typeface="华文中宋" panose="02010600040101010101" charset="-122"/>
                  </a:rPr>
                  <a:t> 项</a:t>
                </a:r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endParaRPr>
              </a:p>
            </p:txBody>
          </p:sp>
        </mc:Choice>
        <mc:Fallback>
          <p:sp>
            <p:nvSpPr>
              <p:cNvPr id="26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59300" y="2839720"/>
                <a:ext cx="2387600" cy="52197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Object 12"/>
              <p:cNvSpPr txBox="1"/>
              <p:nvPr/>
            </p:nvSpPr>
            <p:spPr bwMode="auto">
              <a:xfrm>
                <a:off x="6456340" y="2823543"/>
                <a:ext cx="490290" cy="5508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endParaRPr>
              </a:p>
            </p:txBody>
          </p:sp>
        </mc:Choice>
        <mc:Fallback>
          <p:sp>
            <p:nvSpPr>
              <p:cNvPr id="27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56340" y="2823543"/>
                <a:ext cx="490290" cy="550863"/>
              </a:xfrm>
              <a:prstGeom prst="rect">
                <a:avLst/>
              </a:prstGeom>
              <a:blipFill rotWithShape="1">
                <a:blip r:embed="rId6"/>
                <a:stretch>
                  <a:fillRect l="-60" t="-60" r="74" b="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 Box 13"/>
          <p:cNvSpPr txBox="1">
            <a:spLocks noChangeArrowheads="1"/>
          </p:cNvSpPr>
          <p:nvPr/>
        </p:nvSpPr>
        <p:spPr bwMode="auto">
          <a:xfrm>
            <a:off x="6946630" y="2848710"/>
            <a:ext cx="3200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叫做级数的</a:t>
            </a:r>
            <a:r>
              <a:rPr kumimoji="1" lang="zh-CN" altLang="en-US" sz="2800" b="1" dirty="0">
                <a:solidFill>
                  <a:srgbClr val="04926A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一般项</a:t>
            </a:r>
            <a:r>
              <a:rPr kumimoji="1" lang="en-US" altLang="zh-CN" sz="2800" b="1" dirty="0">
                <a:solidFill>
                  <a:srgbClr val="04926A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,</a:t>
            </a:r>
            <a:endParaRPr kumimoji="1" lang="en-US" altLang="zh-CN" sz="2800" b="1" dirty="0">
              <a:solidFill>
                <a:srgbClr val="04926A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0" name="Text Box 40"/>
          <p:cNvSpPr txBox="1">
            <a:spLocks noChangeArrowheads="1"/>
          </p:cNvSpPr>
          <p:nvPr/>
        </p:nvSpPr>
        <p:spPr bwMode="auto">
          <a:xfrm>
            <a:off x="9441545" y="841145"/>
            <a:ext cx="2819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次相加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,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简记为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9" name="Text Box 7"/>
          <p:cNvSpPr txBox="1">
            <a:spLocks noChangeArrowheads="1"/>
          </p:cNvSpPr>
          <p:nvPr/>
        </p:nvSpPr>
        <p:spPr bwMode="auto">
          <a:xfrm>
            <a:off x="952228" y="841144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1.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1" name="Text Box 7"/>
          <p:cNvSpPr txBox="1">
            <a:spLocks noChangeArrowheads="1"/>
          </p:cNvSpPr>
          <p:nvPr/>
        </p:nvSpPr>
        <p:spPr bwMode="auto">
          <a:xfrm>
            <a:off x="952228" y="3739284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2.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Object 16"/>
              <p:cNvSpPr txBox="1"/>
              <p:nvPr/>
            </p:nvSpPr>
            <p:spPr bwMode="auto">
              <a:xfrm>
                <a:off x="1491980" y="3349410"/>
                <a:ext cx="1981200" cy="1219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𝑘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33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91980" y="3349410"/>
                <a:ext cx="1981200" cy="1219200"/>
              </a:xfrm>
              <a:prstGeom prst="rect">
                <a:avLst/>
              </a:prstGeom>
              <a:blipFill rotWithShape="1">
                <a:blip r:embed="rId7"/>
                <a:stretch>
                  <a:fillRect l="-18" t="-34" r="18" b="3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Object 35"/>
              <p:cNvSpPr txBox="1"/>
              <p:nvPr/>
            </p:nvSpPr>
            <p:spPr bwMode="auto">
              <a:xfrm>
                <a:off x="3403358" y="3719750"/>
                <a:ext cx="4438650" cy="519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3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+ ⋯ +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34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3358" y="3719750"/>
                <a:ext cx="4438650" cy="519112"/>
              </a:xfrm>
              <a:prstGeom prst="rect">
                <a:avLst/>
              </a:prstGeom>
              <a:blipFill rotWithShape="1">
                <a:blip r:embed="rId8"/>
                <a:stretch>
                  <a:fillRect l="-9" t="-107" r="9" b="4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 Box 17"/>
          <p:cNvSpPr txBox="1">
            <a:spLocks noChangeArrowheads="1"/>
          </p:cNvSpPr>
          <p:nvPr/>
        </p:nvSpPr>
        <p:spPr bwMode="auto">
          <a:xfrm>
            <a:off x="7657195" y="3768479"/>
            <a:ext cx="3124199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称为级数的</a:t>
            </a: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charset="-122"/>
              </a:rPr>
              <a:t>部分和</a:t>
            </a:r>
            <a:r>
              <a:rPr kumimoji="1" lang="en-US" altLang="zh-CN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charset="-122"/>
              </a:rPr>
              <a:t>.</a:t>
            </a:r>
            <a:endParaRPr kumimoji="1" lang="en-US" altLang="zh-CN" sz="2800" b="1" dirty="0">
              <a:solidFill>
                <a:srgbClr val="04926A"/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p:sp>
        <p:nvSpPr>
          <p:cNvPr id="37" name="Text Box 7"/>
          <p:cNvSpPr txBox="1">
            <a:spLocks noChangeArrowheads="1"/>
          </p:cNvSpPr>
          <p:nvPr/>
        </p:nvSpPr>
        <p:spPr bwMode="auto">
          <a:xfrm>
            <a:off x="962388" y="4968009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3.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Object 41"/>
              <p:cNvSpPr txBox="1"/>
              <p:nvPr/>
            </p:nvSpPr>
            <p:spPr bwMode="auto">
              <a:xfrm>
                <a:off x="1750174" y="4804463"/>
                <a:ext cx="3276599" cy="685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若</m:t>
                      </m:r>
                      <m:func>
                        <m:func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 =</m:t>
                      </m:r>
                      <m:r>
                        <a:rPr kumimoji="1" lang="en-US" altLang="zh-CN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存在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41" name="Object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50174" y="4804463"/>
                <a:ext cx="3276599" cy="685800"/>
              </a:xfrm>
              <a:prstGeom prst="rect">
                <a:avLst/>
              </a:prstGeom>
              <a:blipFill rotWithShape="1">
                <a:blip r:embed="rId9"/>
                <a:stretch>
                  <a:fillRect l="-3" t="-8" r="3" b="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 Box 44"/>
          <p:cNvSpPr txBox="1">
            <a:spLocks noChangeArrowheads="1"/>
          </p:cNvSpPr>
          <p:nvPr/>
        </p:nvSpPr>
        <p:spPr bwMode="auto">
          <a:xfrm>
            <a:off x="7122525" y="4838481"/>
            <a:ext cx="1085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charset="-122"/>
              </a:rPr>
              <a:t>收敛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,</a:t>
            </a:r>
            <a:endParaRPr kumimoji="1"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p:sp>
        <p:nvSpPr>
          <p:cNvPr id="43" name="Text Box 45"/>
          <p:cNvSpPr txBox="1">
            <a:spLocks noChangeArrowheads="1"/>
          </p:cNvSpPr>
          <p:nvPr/>
        </p:nvSpPr>
        <p:spPr bwMode="auto">
          <a:xfrm>
            <a:off x="4849021" y="4804195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则称无穷级数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 Box 47"/>
              <p:cNvSpPr txBox="1">
                <a:spLocks noChangeArrowheads="1"/>
              </p:cNvSpPr>
              <p:nvPr/>
            </p:nvSpPr>
            <p:spPr bwMode="auto">
              <a:xfrm>
                <a:off x="8093824" y="4838481"/>
                <a:ext cx="320040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charset="-122"/>
                  </a:rPr>
                  <a:t>并称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𝑠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charset="-122"/>
                  </a:rPr>
                  <a:t>为级数的</a:t>
                </a:r>
                <a:r>
                  <a:rPr kumimoji="1" lang="zh-CN" altLang="en-US" sz="2800" b="1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charset="-122"/>
                  </a:rPr>
                  <a:t>和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charset="-122"/>
                  </a:rPr>
                  <a:t>,</a:t>
                </a:r>
                <a:endParaRPr kumimoji="1" lang="en-US" altLang="zh-CN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44" name="Text 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93824" y="4838481"/>
                <a:ext cx="3200400" cy="519112"/>
              </a:xfrm>
              <a:prstGeom prst="rect">
                <a:avLst/>
              </a:prstGeom>
              <a:blipFill rotWithShape="1">
                <a:blip r:embed="rId10"/>
                <a:stretch>
                  <a:fillRect l="-4" t="-80" r="4" b="1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 Box 48"/>
          <p:cNvSpPr txBox="1">
            <a:spLocks noChangeArrowheads="1"/>
          </p:cNvSpPr>
          <p:nvPr/>
        </p:nvSpPr>
        <p:spPr bwMode="auto">
          <a:xfrm>
            <a:off x="11035709" y="4838481"/>
            <a:ext cx="965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记作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Object 22"/>
              <p:cNvSpPr txBox="1"/>
              <p:nvPr/>
            </p:nvSpPr>
            <p:spPr bwMode="auto">
              <a:xfrm>
                <a:off x="11837192" y="4412615"/>
                <a:ext cx="2159000" cy="13017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kumimoji="1" lang="en-US" alt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 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46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37192" y="4412615"/>
                <a:ext cx="2159000" cy="1301750"/>
              </a:xfrm>
              <a:prstGeom prst="rect">
                <a:avLst/>
              </a:prstGeom>
              <a:blipFill rotWithShape="1">
                <a:blip r:embed="rId11"/>
                <a:stretch>
                  <a:fillRect l="-7" r="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 Box 44"/>
          <p:cNvSpPr txBox="1">
            <a:spLocks noChangeArrowheads="1"/>
          </p:cNvSpPr>
          <p:nvPr/>
        </p:nvSpPr>
        <p:spPr bwMode="auto">
          <a:xfrm>
            <a:off x="4189460" y="5822731"/>
            <a:ext cx="10858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charset="-122"/>
              </a:rPr>
              <a:t>发散</a:t>
            </a:r>
            <a:r>
              <a:rPr kumimoji="1" lang="en-US" altLang="zh-CN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charset="-122"/>
              </a:rPr>
              <a:t>.</a:t>
            </a:r>
            <a:endParaRPr kumimoji="1"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p:sp>
        <p:nvSpPr>
          <p:cNvPr id="48" name="Text Box 45"/>
          <p:cNvSpPr txBox="1">
            <a:spLocks noChangeArrowheads="1"/>
          </p:cNvSpPr>
          <p:nvPr/>
        </p:nvSpPr>
        <p:spPr bwMode="auto">
          <a:xfrm>
            <a:off x="1692910" y="5789295"/>
            <a:ext cx="30670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否则称无穷级数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p:sp>
        <p:nvSpPr>
          <p:cNvPr id="49" name="Text Box 7"/>
          <p:cNvSpPr txBox="1">
            <a:spLocks noChangeArrowheads="1"/>
          </p:cNvSpPr>
          <p:nvPr/>
        </p:nvSpPr>
        <p:spPr bwMode="auto">
          <a:xfrm>
            <a:off x="983343" y="6860944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4.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Object 8"/>
              <p:cNvSpPr txBox="1"/>
              <p:nvPr/>
            </p:nvSpPr>
            <p:spPr bwMode="auto">
              <a:xfrm>
                <a:off x="1669415" y="6500495"/>
                <a:ext cx="3001645" cy="12426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≥</m:t>
                          </m:r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0</m:t>
                          </m:r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endParaRPr>
              </a:p>
            </p:txBody>
          </p:sp>
        </mc:Choice>
        <mc:Fallback>
          <p:sp>
            <p:nvSpPr>
              <p:cNvPr id="56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69415" y="6500495"/>
                <a:ext cx="3001645" cy="1242695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 Box 45"/>
          <p:cNvSpPr txBox="1">
            <a:spLocks noChangeArrowheads="1"/>
          </p:cNvSpPr>
          <p:nvPr/>
        </p:nvSpPr>
        <p:spPr bwMode="auto">
          <a:xfrm>
            <a:off x="4203700" y="6864350"/>
            <a:ext cx="30670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正项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级数；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Object 8"/>
              <p:cNvSpPr txBox="1"/>
              <p:nvPr/>
            </p:nvSpPr>
            <p:spPr bwMode="auto">
              <a:xfrm>
                <a:off x="6133465" y="6450965"/>
                <a:ext cx="3001645" cy="12426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华文中宋" panose="02010600040101010101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华文中宋" panose="02010600040101010101" charset="-122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kumimoji="1" lang="en-US" altLang="zh-CN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华文中宋" panose="02010600040101010101" charset="-122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r>
                                    <a:rPr kumimoji="1" lang="en-US" altLang="zh-CN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华文中宋" panose="02010600040101010101" charset="-122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  <m:r>
                                    <a:rPr kumimoji="1" lang="en-US" altLang="zh-CN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华文中宋" panose="02010600040101010101" charset="-122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kumimoji="1" lang="en-US" altLang="zh-CN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华文中宋" panose="02010600040101010101" charset="-122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  <m:r>
                                    <a:rPr kumimoji="1" lang="en-US" altLang="zh-CN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华文中宋" panose="02010600040101010101" charset="-122"/>
                                      <a:cs typeface="Cambria Math" panose="02040503050406030204" charset="0"/>
                                    </a:rPr>
                                    <m:t>+</m:t>
                                  </m:r>
                                  <m:r>
                                    <a:rPr kumimoji="1" lang="en-US" altLang="zh-CN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华文中宋" panose="02010600040101010101" charset="-122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≥</m:t>
                          </m:r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0</m:t>
                          </m:r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endParaRPr>
              </a:p>
            </p:txBody>
          </p:sp>
        </mc:Choice>
        <mc:Fallback>
          <p:sp>
            <p:nvSpPr>
              <p:cNvPr id="5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33465" y="6450965"/>
                <a:ext cx="3001645" cy="1242695"/>
              </a:xfrm>
              <a:prstGeom prst="rect">
                <a:avLst/>
              </a:prstGeom>
              <a:blipFill rotWithShape="1">
                <a:blip r:embed="rId13"/>
                <a:stretch>
                  <a:fillRect r="-2045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 Box 45"/>
          <p:cNvSpPr txBox="1">
            <a:spLocks noChangeArrowheads="1"/>
          </p:cNvSpPr>
          <p:nvPr/>
        </p:nvSpPr>
        <p:spPr bwMode="auto">
          <a:xfrm>
            <a:off x="9898380" y="6814820"/>
            <a:ext cx="18776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交错级数；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Object 8"/>
              <p:cNvSpPr txBox="1"/>
              <p:nvPr/>
            </p:nvSpPr>
            <p:spPr bwMode="auto">
              <a:xfrm>
                <a:off x="1735455" y="7939405"/>
                <a:ext cx="3001645" cy="12426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不定号</m:t>
                          </m:r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endParaRPr>
              </a:p>
            </p:txBody>
          </p:sp>
        </mc:Choice>
        <mc:Fallback>
          <p:sp>
            <p:nvSpPr>
              <p:cNvPr id="60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35455" y="7939405"/>
                <a:ext cx="3001645" cy="1242695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 Box 45"/>
          <p:cNvSpPr txBox="1">
            <a:spLocks noChangeArrowheads="1"/>
          </p:cNvSpPr>
          <p:nvPr/>
        </p:nvSpPr>
        <p:spPr bwMode="auto">
          <a:xfrm>
            <a:off x="4559300" y="8300085"/>
            <a:ext cx="30670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任意项级数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.</a:t>
            </a:r>
            <a:endParaRPr kumimoji="1"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6675056" y="7743127"/>
                <a:ext cx="3223260" cy="126111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lang="en-US" altLang="zh-C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  <m:r>
                                    <a:rPr lang="en-US" altLang="zh-C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+</m:t>
                                  </m:r>
                                  <m:r>
                                    <a:rPr lang="en-US" altLang="zh-C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  <m:r>
                                    <a:rPr lang="en-US" altLang="zh-C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)(</m:t>
                                  </m:r>
                                  <m:r>
                                    <a:rPr lang="en-US" altLang="zh-C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  <m:r>
                                    <a:rPr lang="en-US" altLang="zh-C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+</m:t>
                                  </m:r>
                                  <m:r>
                                    <a:rPr lang="en-US" altLang="zh-C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  <m:r>
                                    <a:rPr lang="en-US" altLang="zh-C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</m:rad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sz="2800" i="1">
                  <a:solidFill>
                    <a:schemeClr val="bg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5056" y="7743127"/>
                <a:ext cx="3223260" cy="1261110"/>
              </a:xfrm>
              <a:prstGeom prst="rect">
                <a:avLst/>
              </a:prstGeom>
              <a:blipFill rotWithShape="1">
                <a:blip r:embed="rId15"/>
                <a:stretch>
                  <a:fillRect l="-18" t="-45" r="-219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2374181" y="7743127"/>
                <a:ext cx="1402715" cy="126111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𝑠𝑖𝑛𝑛</m:t>
                          </m:r>
                        </m:e>
                      </m:nary>
                    </m:oMath>
                  </m:oMathPara>
                </a14:m>
                <a:endParaRPr lang="en-US" altLang="zh-CN" sz="2800" i="1">
                  <a:solidFill>
                    <a:schemeClr val="bg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74181" y="7743127"/>
                <a:ext cx="1402715" cy="1261110"/>
              </a:xfrm>
              <a:prstGeom prst="rect">
                <a:avLst/>
              </a:prstGeom>
              <a:blipFill rotWithShape="1">
                <a:blip r:embed="rId16"/>
                <a:stretch>
                  <a:fillRect l="-41" t="-45" r="-503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0147236" y="7743127"/>
                <a:ext cx="1978025" cy="126111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  <m: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𝑛</m:t>
                              </m:r>
                            </m:sup>
                          </m:sSup>
                          <m:f>
                            <m:fPr>
                              <m:ctrlP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sz="2800" i="1">
                  <a:solidFill>
                    <a:schemeClr val="bg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7236" y="7743127"/>
                <a:ext cx="1978025" cy="1261110"/>
              </a:xfrm>
              <a:prstGeom prst="rect">
                <a:avLst/>
              </a:prstGeom>
              <a:blipFill rotWithShape="1">
                <a:blip r:embed="rId17"/>
                <a:stretch>
                  <a:fillRect l="-29" t="-45" r="29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8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Object 8"/>
              <p:cNvSpPr txBox="1"/>
              <p:nvPr/>
            </p:nvSpPr>
            <p:spPr bwMode="auto">
              <a:xfrm>
                <a:off x="1692910" y="440055"/>
                <a:ext cx="6055995" cy="12426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华文中宋" panose="02010600040101010101" charset="-122"/>
                          <a:cs typeface="Cambria Math" panose="02040503050406030204" charset="0"/>
                        </a:rPr>
                        <m:t>若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|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华文中宋" panose="02010600040101010101" charset="-122"/>
                          <a:cs typeface="Cambria Math" panose="02040503050406030204" charset="0"/>
                        </a:rPr>
                        <m:t>发散</m:t>
                      </m:r>
                      <m:r>
                        <a:rPr kumimoji="1" lang="en-US" alt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华文中宋" panose="02010600040101010101" charset="-122"/>
                          <a:cs typeface="Cambria Math" panose="02040503050406030204" charset="0"/>
                        </a:rPr>
                        <m:t>，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但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收敛</m:t>
                          </m:r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，</m:t>
                          </m:r>
                        </m:e>
                      </m:nary>
                    </m:oMath>
                  </m:oMathPara>
                </a14:m>
                <a:endParaRPr kumimoji="1" lang="zh-CN" altLang="en-US" sz="280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华文中宋" panose="02010600040101010101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3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2910" y="440055"/>
                <a:ext cx="6055995" cy="124269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 Box 7"/>
          <p:cNvSpPr txBox="1">
            <a:spLocks noChangeArrowheads="1"/>
          </p:cNvSpPr>
          <p:nvPr/>
        </p:nvSpPr>
        <p:spPr bwMode="auto">
          <a:xfrm>
            <a:off x="952228" y="800504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5.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Object 8"/>
              <p:cNvSpPr txBox="1"/>
              <p:nvPr/>
            </p:nvSpPr>
            <p:spPr bwMode="auto">
              <a:xfrm>
                <a:off x="6909435" y="461010"/>
                <a:ext cx="6055995" cy="12426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则称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条件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收敛</m:t>
                          </m:r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；</m:t>
                          </m:r>
                        </m:e>
                      </m:nary>
                    </m:oMath>
                  </m:oMathPara>
                </a14:m>
                <a:endParaRPr kumimoji="1" lang="zh-CN" altLang="en-US" sz="280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华文中宋" panose="02010600040101010101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09435" y="461010"/>
                <a:ext cx="6055995" cy="124269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8"/>
              <p:cNvSpPr txBox="1"/>
              <p:nvPr/>
            </p:nvSpPr>
            <p:spPr bwMode="auto">
              <a:xfrm>
                <a:off x="1574165" y="1859915"/>
                <a:ext cx="3144520" cy="12426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华文中宋" panose="02010600040101010101" charset="-122"/>
                          <a:cs typeface="Cambria Math" panose="02040503050406030204" charset="0"/>
                        </a:rPr>
                        <m:t>若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|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华文中宋" panose="02010600040101010101" charset="-122"/>
                          <a:cs typeface="Cambria Math" panose="02040503050406030204" charset="0"/>
                        </a:rPr>
                        <m:t>收敛</m:t>
                      </m:r>
                      <m:r>
                        <a:rPr kumimoji="1" lang="en-US" alt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华文中宋" panose="02010600040101010101" charset="-122"/>
                          <a:cs typeface="Cambria Math" panose="02040503050406030204" charset="0"/>
                        </a:rPr>
                        <m:t>，</m:t>
                      </m:r>
                    </m:oMath>
                  </m:oMathPara>
                </a14:m>
                <a:endParaRPr kumimoji="1" lang="zh-CN" altLang="en-US" sz="280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华文中宋" panose="02010600040101010101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4165" y="1859915"/>
                <a:ext cx="3144520" cy="124269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8"/>
              <p:cNvSpPr txBox="1"/>
              <p:nvPr/>
            </p:nvSpPr>
            <p:spPr bwMode="auto">
              <a:xfrm>
                <a:off x="4299585" y="1870075"/>
                <a:ext cx="3677285" cy="12426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则称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绝对收敛</m:t>
                          </m:r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kumimoji="1" lang="zh-CN" altLang="en-US" sz="280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华文中宋" panose="02010600040101010101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99585" y="1870075"/>
                <a:ext cx="3677285" cy="124269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869043" y="3699914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6.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Object 7"/>
              <p:cNvSpPr txBox="1"/>
              <p:nvPr/>
            </p:nvSpPr>
            <p:spPr bwMode="auto">
              <a:xfrm>
                <a:off x="1555110" y="3265539"/>
                <a:ext cx="8081015" cy="1225550"/>
              </a:xfrm>
              <a:prstGeom prst="rect">
                <a:avLst/>
              </a:prstGeom>
            </p:spPr>
            <p:txBody>
              <a:bodyPr>
                <a:noAutofit/>
              </a:bodyPr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0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𝑎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𝑞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𝑎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𝑎𝑞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𝑎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𝑞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+⋯+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𝑎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𝑞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+⋯  (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𝑎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0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 )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50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55110" y="3265539"/>
                <a:ext cx="8081015" cy="1225550"/>
              </a:xfrm>
              <a:prstGeom prst="rect">
                <a:avLst/>
              </a:prstGeom>
              <a:blipFill rotWithShape="1">
                <a:blip r:embed="rId5"/>
                <a:stretch>
                  <a:fillRect l="-8" t="-30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ectangle 2"/>
          <p:cNvSpPr txBox="1">
            <a:spLocks noChangeArrowheads="1"/>
          </p:cNvSpPr>
          <p:nvPr/>
        </p:nvSpPr>
        <p:spPr>
          <a:xfrm>
            <a:off x="9327515" y="3700145"/>
            <a:ext cx="4191635" cy="609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dirty="0"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latin typeface="Cambria Math" panose="02040503050406030204" charset="0"/>
                <a:ea typeface="黑体" panose="02010609060101010101" charset="-122"/>
                <a:cs typeface="+mn-cs"/>
              </a:rPr>
              <a:t>等比级数</a:t>
            </a:r>
            <a:r>
              <a:rPr kumimoji="1" lang="en-US" altLang="zh-CN" sz="2800" dirty="0"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latin typeface="Cambria Math" panose="02040503050406030204" charset="0"/>
                <a:ea typeface="黑体" panose="02010609060101010101" charset="-122"/>
                <a:cs typeface="+mn-cs"/>
              </a:rPr>
              <a:t>(</a:t>
            </a:r>
            <a:r>
              <a:rPr kumimoji="1" lang="zh-CN" altLang="en-US" sz="2800" dirty="0"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latin typeface="Cambria Math" panose="02040503050406030204" charset="0"/>
                <a:ea typeface="黑体" panose="02010609060101010101" charset="-122"/>
                <a:cs typeface="+mn-cs"/>
              </a:rPr>
              <a:t>或几何级数</a:t>
            </a:r>
            <a:r>
              <a:rPr kumimoji="1" lang="en-US" altLang="zh-CN" sz="2800" dirty="0"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latin typeface="Cambria Math" panose="02040503050406030204" charset="0"/>
                <a:ea typeface="黑体" panose="02010609060101010101" charset="-122"/>
                <a:cs typeface="+mn-cs"/>
              </a:rPr>
              <a:t>).</a:t>
            </a:r>
            <a:endParaRPr kumimoji="1" lang="en-US" altLang="zh-CN" sz="2800" dirty="0">
              <a:gradFill>
                <a:gsLst>
                  <a:gs pos="50000">
                    <a:srgbClr val="1F5FBF"/>
                  </a:gs>
                  <a:gs pos="0">
                    <a:srgbClr val="1486CB"/>
                  </a:gs>
                  <a:gs pos="100000">
                    <a:srgbClr val="2A34B2"/>
                  </a:gs>
                </a:gsLst>
                <a:lin ang="5400000" scaled="1"/>
              </a:gradFill>
              <a:latin typeface="Cambria Math" panose="02040503050406030204" charset="0"/>
              <a:ea typeface="黑体" panose="02010609060101010101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Object 27"/>
              <p:cNvSpPr txBox="1"/>
              <p:nvPr>
                <p:custDataLst>
                  <p:tags r:id="rId6"/>
                </p:custDataLst>
              </p:nvPr>
            </p:nvSpPr>
            <p:spPr bwMode="auto">
              <a:xfrm>
                <a:off x="2242820" y="4415155"/>
                <a:ext cx="1757045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a typeface="黑体" panose="02010609060101010101" charset="-122"/>
                  </a:rPr>
                  <a:t>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</m:ctrlPr>
                      </m:dPr>
                      <m:e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  <m:t>𝑞</m:t>
                        </m:r>
                      </m:e>
                    </m:d>
                    <m:r>
                      <a:rPr kumimoji="1" lang="en-US" altLang="zh-CN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&lt;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1</m:t>
                    </m:r>
                  </m:oMath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52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2242820" y="4415155"/>
                <a:ext cx="1757045" cy="469900"/>
              </a:xfrm>
              <a:prstGeom prst="rect">
                <a:avLst/>
              </a:prstGeom>
              <a:blipFill rotWithShape="1">
                <a:blip r:embed="rId8"/>
                <a:stretch>
                  <a:fillRect b="-5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 Box 28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703320" y="4430395"/>
            <a:ext cx="34226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时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,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等比级数收敛 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;</a:t>
            </a:r>
            <a:endParaRPr kumimoji="1"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Object 29"/>
              <p:cNvSpPr txBox="1"/>
              <p:nvPr>
                <p:custDataLst>
                  <p:tags r:id="rId10"/>
                </p:custDataLst>
              </p:nvPr>
            </p:nvSpPr>
            <p:spPr bwMode="auto">
              <a:xfrm>
                <a:off x="2233295" y="4977765"/>
                <a:ext cx="176657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a typeface="黑体" panose="02010609060101010101" charset="-122"/>
                  </a:rPr>
                  <a:t>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</m:ctrlPr>
                      </m:dPr>
                      <m:e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  <m:t>𝑞</m:t>
                        </m:r>
                      </m:e>
                    </m:d>
                    <m:r>
                      <m:rPr>
                        <m:nor/>
                      </m:rPr>
                      <a:rPr kumimoji="1" lang="en-US" altLang="zh-CN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800" dirty="0">
                        <a:latin typeface="宋体" panose="02010600030101010101" pitchFamily="2" charset="-122"/>
                      </a:rPr>
                      <m:t>≥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1</m:t>
                    </m:r>
                  </m:oMath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54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2233295" y="4977765"/>
                <a:ext cx="1766570" cy="469900"/>
              </a:xfrm>
              <a:prstGeom prst="rect">
                <a:avLst/>
              </a:prstGeom>
              <a:blipFill rotWithShape="1">
                <a:blip r:embed="rId12"/>
                <a:stretch>
                  <a:fillRect b="-5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 Box 30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3794760" y="5008245"/>
            <a:ext cx="309816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时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,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等比级数发散 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.</a:t>
            </a:r>
            <a:endParaRPr kumimoji="1"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955403" y="5952894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7.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7"/>
              <p:cNvSpPr txBox="1"/>
              <p:nvPr/>
            </p:nvSpPr>
            <p:spPr bwMode="auto">
              <a:xfrm>
                <a:off x="1641470" y="5518519"/>
                <a:ext cx="8081015" cy="1225550"/>
              </a:xfrm>
              <a:prstGeom prst="rect">
                <a:avLst/>
              </a:prstGeom>
            </p:spPr>
            <p:txBody>
              <a:bodyPr>
                <a:noAutofit/>
              </a:bodyPr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charset="-122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kumimoji="1" lang="en-US" altLang="zh-CN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charset="-122"/>
                                      <a:cs typeface="Cambria Math" panose="02040503050406030204" charset="0"/>
                                    </a:rPr>
                                    <m:t>𝑝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=</m:t>
                      </m:r>
                      <m:r>
                        <a:rPr kumimoji="1" lang="en-US" alt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1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  <m:t>𝑝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  <m:t>𝑝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+⋯+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  <m:t>𝑝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+⋯</m:t>
                      </m:r>
                      <m:r>
                        <a:rPr kumimoji="1" lang="en-US" alt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常数</m:t>
                      </m:r>
                      <m:r>
                        <a:rPr kumimoji="1" lang="en-US" altLang="zh-CN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𝑝</m:t>
                      </m:r>
                      <m:r>
                        <a:rPr kumimoji="1" lang="en-US" altLang="zh-CN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&gt;</m:t>
                      </m:r>
                      <m:r>
                        <a:rPr kumimoji="1" lang="en-US" altLang="zh-CN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0</m:t>
                      </m:r>
                      <m:r>
                        <a:rPr kumimoji="1" lang="en-US" alt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)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 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41470" y="5518519"/>
                <a:ext cx="8081015" cy="1225550"/>
              </a:xfrm>
              <a:prstGeom prst="rect">
                <a:avLst/>
              </a:prstGeom>
              <a:blipFill rotWithShape="1">
                <a:blip r:embed="rId14"/>
                <a:stretch>
                  <a:fillRect l="-8" t="-30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2"/>
          <p:cNvSpPr txBox="1">
            <a:spLocks noChangeArrowheads="1"/>
          </p:cNvSpPr>
          <p:nvPr>
            <p:custDataLst>
              <p:tags r:id="rId15"/>
            </p:custDataLst>
          </p:nvPr>
        </p:nvSpPr>
        <p:spPr>
          <a:xfrm>
            <a:off x="8251190" y="8079740"/>
            <a:ext cx="1812925" cy="609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dirty="0">
                <a:solidFill>
                  <a:schemeClr val="tx2">
                    <a:lumMod val="50000"/>
                  </a:schemeClr>
                </a:solidFill>
                <a:latin typeface="Cambria Math" panose="02040503050406030204" charset="0"/>
                <a:ea typeface="黑体" panose="02010609060101010101" charset="-122"/>
                <a:cs typeface="+mn-cs"/>
              </a:rPr>
              <a:t>调和级数</a:t>
            </a:r>
            <a:r>
              <a:rPr kumimoji="1" lang="en-US" altLang="zh-CN" sz="2800" dirty="0">
                <a:solidFill>
                  <a:schemeClr val="tx2">
                    <a:lumMod val="50000"/>
                  </a:schemeClr>
                </a:solidFill>
                <a:latin typeface="Cambria Math" panose="02040503050406030204" charset="0"/>
                <a:ea typeface="黑体" panose="02010609060101010101" charset="-122"/>
                <a:cs typeface="+mn-cs"/>
              </a:rPr>
              <a:t>,</a:t>
            </a:r>
            <a:endParaRPr kumimoji="1" lang="en-US" altLang="zh-CN" sz="2800" dirty="0">
              <a:solidFill>
                <a:schemeClr val="tx2">
                  <a:lumMod val="50000"/>
                </a:schemeClr>
              </a:solidFill>
              <a:latin typeface="Cambria Math" panose="02040503050406030204" charset="0"/>
              <a:ea typeface="黑体" panose="02010609060101010101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27"/>
              <p:cNvSpPr txBox="1"/>
              <p:nvPr>
                <p:custDataLst>
                  <p:tags r:id="rId16"/>
                </p:custDataLst>
              </p:nvPr>
            </p:nvSpPr>
            <p:spPr bwMode="auto">
              <a:xfrm>
                <a:off x="2420620" y="6668135"/>
                <a:ext cx="2464435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a typeface="黑体" panose="02010609060101010101" charset="-122"/>
                  </a:rPr>
                  <a:t>当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 </m:t>
                    </m:r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0</m:t>
                    </m:r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&lt;</m:t>
                    </m:r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𝑝</m:t>
                    </m:r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  <a:cs typeface="Cambria Math" panose="02040503050406030204" charset="0"/>
                      </a:rPr>
                      <m:t>≤</m:t>
                    </m:r>
                    <m:r>
                      <a:rPr kumimoji="1" lang="zh-CN" alt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1</m:t>
                    </m:r>
                  </m:oMath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9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2420620" y="6668135"/>
                <a:ext cx="2464435" cy="469900"/>
              </a:xfrm>
              <a:prstGeom prst="rect">
                <a:avLst/>
              </a:prstGeom>
              <a:blipFill rotWithShape="1">
                <a:blip r:embed="rId18"/>
                <a:stretch>
                  <a:fillRect b="-5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28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4548505" y="6683375"/>
            <a:ext cx="34226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时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, </a:t>
            </a:r>
            <a:r>
              <a:rPr kumimoji="1" lang="en-US" altLang="zh-CN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p--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级数发散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;</a:t>
            </a:r>
            <a:endParaRPr kumimoji="1"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29"/>
              <p:cNvSpPr txBox="1"/>
              <p:nvPr>
                <p:custDataLst>
                  <p:tags r:id="rId20"/>
                </p:custDataLst>
              </p:nvPr>
            </p:nvSpPr>
            <p:spPr bwMode="auto">
              <a:xfrm>
                <a:off x="2411095" y="7230745"/>
                <a:ext cx="176657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a typeface="黑体" panose="02010609060101010101" charset="-122"/>
                  </a:rPr>
                  <a:t>当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   </m:t>
                    </m:r>
                    <m:r>
                      <m:rPr>
                        <m:nor/>
                      </m:rPr>
                      <a:rPr kumimoji="1" 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p</m:t>
                    </m:r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&gt;</m:t>
                    </m:r>
                    <m:r>
                      <a:rPr kumimoji="1" lang="zh-CN" alt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1</m:t>
                    </m:r>
                  </m:oMath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11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2411095" y="7230745"/>
                <a:ext cx="1766570" cy="469900"/>
              </a:xfrm>
              <a:prstGeom prst="rect">
                <a:avLst/>
              </a:prstGeom>
              <a:blipFill rotWithShape="1">
                <a:blip r:embed="rId22"/>
                <a:stretch>
                  <a:fillRect b="-5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30"/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4618355" y="7261225"/>
            <a:ext cx="309816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时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, </a:t>
            </a:r>
            <a:r>
              <a:rPr kumimoji="1" lang="en-US" altLang="zh-CN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p--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级数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收敛 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.</a:t>
            </a:r>
            <a:endParaRPr kumimoji="1"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>
            <p:custDataLst>
              <p:tags r:id="rId24"/>
            </p:custDataLst>
          </p:nvPr>
        </p:nvSpPr>
        <p:spPr>
          <a:xfrm>
            <a:off x="1361440" y="7839075"/>
            <a:ext cx="4191635" cy="609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i="1" dirty="0">
                <a:solidFill>
                  <a:schemeClr val="tx2">
                    <a:lumMod val="50000"/>
                  </a:schemeClr>
                </a:solidFill>
                <a:latin typeface="Cambria Math" panose="02040503050406030204" charset="0"/>
                <a:ea typeface="黑体" panose="02010609060101010101" charset="-122"/>
                <a:cs typeface="+mn-cs"/>
              </a:rPr>
              <a:t>特别的，</a:t>
            </a:r>
            <a:endParaRPr kumimoji="1" lang="zh-CN" altLang="en-US" sz="2800" i="1" dirty="0">
              <a:solidFill>
                <a:schemeClr val="tx2">
                  <a:lumMod val="50000"/>
                </a:schemeClr>
              </a:solidFill>
              <a:latin typeface="Cambria Math" panose="02040503050406030204" charset="0"/>
              <a:ea typeface="黑体" panose="02010609060101010101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Object 7"/>
              <p:cNvSpPr txBox="1"/>
              <p:nvPr/>
            </p:nvSpPr>
            <p:spPr bwMode="auto">
              <a:xfrm>
                <a:off x="2763520" y="7771765"/>
                <a:ext cx="5487670" cy="1225550"/>
              </a:xfrm>
              <a:prstGeom prst="rect">
                <a:avLst/>
              </a:prstGeom>
            </p:spPr>
            <p:txBody>
              <a:bodyPr>
                <a:noAutofit/>
              </a:bodyPr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=</m:t>
                      </m:r>
                      <m:r>
                        <a:rPr kumimoji="1" lang="en-US" alt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1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2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3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+⋯+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𝑛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+⋯</m:t>
                      </m:r>
                      <m:r>
                        <a:rPr kumimoji="1" 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14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63520" y="7771765"/>
                <a:ext cx="5487670" cy="1225550"/>
              </a:xfrm>
              <a:prstGeom prst="rect">
                <a:avLst/>
              </a:prstGeom>
              <a:blipFill rotWithShape="1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2"/>
          <p:cNvSpPr txBox="1">
            <a:spLocks noChangeArrowheads="1"/>
          </p:cNvSpPr>
          <p:nvPr/>
        </p:nvSpPr>
        <p:spPr>
          <a:xfrm>
            <a:off x="10191115" y="8079740"/>
            <a:ext cx="1812925" cy="609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dirty="0">
                <a:solidFill>
                  <a:schemeClr val="tx2">
                    <a:lumMod val="50000"/>
                  </a:schemeClr>
                </a:solidFill>
                <a:latin typeface="Cambria Math" panose="02040503050406030204" charset="0"/>
                <a:ea typeface="黑体" panose="02010609060101010101" charset="-122"/>
                <a:cs typeface="+mn-cs"/>
              </a:rPr>
              <a:t>发散</a:t>
            </a:r>
            <a:r>
              <a:rPr kumimoji="1" lang="en-US" altLang="zh-CN" sz="2800" dirty="0">
                <a:solidFill>
                  <a:schemeClr val="tx2">
                    <a:lumMod val="50000"/>
                  </a:schemeClr>
                </a:solidFill>
                <a:latin typeface="Cambria Math" panose="02040503050406030204" charset="0"/>
                <a:ea typeface="黑体" panose="02010609060101010101" charset="-122"/>
                <a:cs typeface="+mn-cs"/>
              </a:rPr>
              <a:t>.</a:t>
            </a:r>
            <a:endParaRPr kumimoji="1" lang="en-US" altLang="zh-CN" sz="2800" dirty="0">
              <a:solidFill>
                <a:schemeClr val="tx2">
                  <a:lumMod val="50000"/>
                </a:schemeClr>
              </a:solidFill>
              <a:latin typeface="Cambria Math" panose="0204050305040603020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15" name="对象 3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6"/>
            </p:custDataLst>
          </p:nvPr>
        </p:nvGraphicFramePr>
        <p:xfrm>
          <a:off x="7332028" y="4586288"/>
          <a:ext cx="1012825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27" imgW="495300" imgH="431800" progId="Equation.DSMT4">
                  <p:embed/>
                </p:oleObj>
              </mc:Choice>
              <mc:Fallback>
                <p:oleObj name="" r:id="rId27" imgW="495300" imgH="4318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332028" y="4586288"/>
                        <a:ext cx="1012825" cy="882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5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9"/>
            </p:custDataLst>
          </p:nvPr>
        </p:nvGraphicFramePr>
        <p:xfrm>
          <a:off x="9078278" y="4562475"/>
          <a:ext cx="1222375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30" imgW="596900" imgH="431800" progId="Equation.DSMT4">
                  <p:embed/>
                </p:oleObj>
              </mc:Choice>
              <mc:Fallback>
                <p:oleObj name="" r:id="rId30" imgW="596900" imgH="4318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9078278" y="4562475"/>
                        <a:ext cx="1222375" cy="884238"/>
                      </a:xfrm>
                      <a:prstGeom prst="rect">
                        <a:avLst/>
                      </a:prstGeom>
                      <a:solidFill>
                        <a:schemeClr val="tx2">
                          <a:lumMod val="5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对象 8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2"/>
            </p:custDataLst>
          </p:nvPr>
        </p:nvGraphicFramePr>
        <p:xfrm>
          <a:off x="7879715" y="6737033"/>
          <a:ext cx="984250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33" imgW="444500" imgH="431800" progId="Equation.DSMT4">
                  <p:embed/>
                </p:oleObj>
              </mc:Choice>
              <mc:Fallback>
                <p:oleObj name="" r:id="rId33" imgW="444500" imgH="431800" progId="Equation.DSMT4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879715" y="6737033"/>
                        <a:ext cx="984250" cy="954087"/>
                      </a:xfrm>
                      <a:prstGeom prst="rect">
                        <a:avLst/>
                      </a:prstGeom>
                      <a:solidFill>
                        <a:schemeClr val="tx2">
                          <a:lumMod val="5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对象 1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967278" y="6683058"/>
          <a:ext cx="928687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35" imgW="419100" imgH="520700" progId="Equation.DSMT4">
                  <p:embed/>
                </p:oleObj>
              </mc:Choice>
              <mc:Fallback>
                <p:oleObj name="" r:id="rId35" imgW="419100" imgH="520700" progId="Equation.DSMT4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9967278" y="6683058"/>
                        <a:ext cx="928687" cy="1152525"/>
                      </a:xfrm>
                      <a:prstGeom prst="rect">
                        <a:avLst/>
                      </a:prstGeom>
                      <a:solidFill>
                        <a:schemeClr val="tx2">
                          <a:lumMod val="5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Box 84"/>
              <p:cNvSpPr txBox="1">
                <a:spLocks noChangeArrowheads="1"/>
              </p:cNvSpPr>
              <p:nvPr/>
            </p:nvSpPr>
            <p:spPr bwMode="auto">
              <a:xfrm>
                <a:off x="2019172" y="3781713"/>
                <a:ext cx="19812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800" i="1" smtClean="0">
                            <a:latin typeface="Cambria Math" panose="02040503050406030204" charset="0"/>
                            <a:ea typeface="黑体" panose="02010609060101010101" charset="-122"/>
                          </a:rPr>
                        </m:ctrlPr>
                      </m:dPr>
                      <m:e>
                        <m:r>
                          <a:rPr lang="zh-CN" altLang="en-US" sz="2800">
                            <a:latin typeface="Cambria Math" panose="02040503050406030204" charset="0"/>
                            <a:ea typeface="黑体" panose="02010609060101010101" charset="-122"/>
                          </a:rPr>
                          <m:t>1</m:t>
                        </m:r>
                      </m:e>
                    </m:d>
                  </m:oMath>
                </a14:m>
                <a:r>
                  <a:rPr lang="zh-CN" altLang="en-US" sz="2800" dirty="0">
                    <a:latin typeface="黑体" panose="02010609060101010101" charset="-122"/>
                    <a:ea typeface="黑体" panose="02010609060101010101" charset="-122"/>
                  </a:rPr>
                  <a:t> 若级数</a:t>
                </a:r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5" name="Text 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19172" y="3781713"/>
                <a:ext cx="1981200" cy="523220"/>
              </a:xfrm>
              <a:prstGeom prst="rect">
                <a:avLst/>
              </a:prstGeom>
              <a:blipFill rotWithShape="1">
                <a:blip r:embed="rId1"/>
                <a:stretch>
                  <a:fillRect l="-26" t="-55" r="26" b="5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Box 86"/>
              <p:cNvSpPr txBox="1">
                <a:spLocks noChangeArrowheads="1"/>
              </p:cNvSpPr>
              <p:nvPr/>
            </p:nvSpPr>
            <p:spPr bwMode="auto">
              <a:xfrm>
                <a:off x="4771637" y="3784888"/>
                <a:ext cx="106966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黑体" panose="02010609060101010101" charset="-122"/>
                    <a:ea typeface="黑体" panose="02010609060101010101" charset="-122"/>
                  </a:rPr>
                  <a:t>收敛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,</m:t>
                    </m:r>
                  </m:oMath>
                </a14:m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6" name="Text 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71637" y="3784888"/>
                <a:ext cx="1069662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23" t="-55" r="53" b="5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87"/>
          <p:cNvSpPr txBox="1">
            <a:spLocks noChangeArrowheads="1"/>
          </p:cNvSpPr>
          <p:nvPr/>
        </p:nvSpPr>
        <p:spPr bwMode="auto">
          <a:xfrm>
            <a:off x="5713920" y="3784888"/>
            <a:ext cx="13049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则级数</a:t>
            </a:r>
            <a:endParaRPr lang="zh-CN" altLang="en-US" sz="2800" dirty="0">
              <a:latin typeface="黑体" panose="02010609060101010101" charset="-122"/>
              <a:ea typeface="黑体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Box 89"/>
              <p:cNvSpPr txBox="1">
                <a:spLocks noChangeArrowheads="1"/>
              </p:cNvSpPr>
              <p:nvPr/>
            </p:nvSpPr>
            <p:spPr bwMode="auto">
              <a:xfrm>
                <a:off x="7776896" y="3793277"/>
                <a:ext cx="1517541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黑体" panose="02010609060101010101" charset="-122"/>
                    <a:ea typeface="黑体" panose="02010609060101010101" charset="-122"/>
                  </a:rPr>
                  <a:t>也收敛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charset="-122"/>
                        <a:cs typeface="Cambria Math" panose="02040503050406030204" charset="0"/>
                      </a:rPr>
                      <m:t>;</m:t>
                    </m:r>
                  </m:oMath>
                </a14:m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8" name="Text 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76896" y="3793277"/>
                <a:ext cx="1517541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3" t="-81" r="38" b="7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90"/>
              <p:cNvSpPr txBox="1">
                <a:spLocks noChangeArrowheads="1"/>
              </p:cNvSpPr>
              <p:nvPr/>
            </p:nvSpPr>
            <p:spPr bwMode="auto">
              <a:xfrm>
                <a:off x="2053462" y="5166655"/>
                <a:ext cx="19812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800" i="1" smtClean="0">
                            <a:latin typeface="Cambria Math" panose="02040503050406030204" charset="0"/>
                            <a:ea typeface="黑体" panose="02010609060101010101" charset="-122"/>
                          </a:rPr>
                        </m:ctrlPr>
                      </m:dPr>
                      <m:e>
                        <m:r>
                          <a:rPr lang="zh-CN" altLang="en-US" sz="2800">
                            <a:latin typeface="Cambria Math" panose="02040503050406030204" charset="0"/>
                            <a:ea typeface="黑体" panose="02010609060101010101" charset="-122"/>
                          </a:rPr>
                          <m:t>2</m:t>
                        </m:r>
                      </m:e>
                    </m:d>
                  </m:oMath>
                </a14:m>
                <a:r>
                  <a:rPr lang="zh-CN" altLang="en-US" sz="2800" dirty="0">
                    <a:latin typeface="黑体" panose="02010609060101010101" charset="-122"/>
                    <a:ea typeface="黑体" panose="02010609060101010101" charset="-122"/>
                  </a:rPr>
                  <a:t> 若级数</a:t>
                </a:r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9" name="Text 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3462" y="5166655"/>
                <a:ext cx="1981200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26" t="-56" r="26" b="5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Box 92"/>
              <p:cNvSpPr txBox="1">
                <a:spLocks noChangeArrowheads="1"/>
              </p:cNvSpPr>
              <p:nvPr/>
            </p:nvSpPr>
            <p:spPr bwMode="auto">
              <a:xfrm>
                <a:off x="4770203" y="5161118"/>
                <a:ext cx="130492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黑体" panose="02010609060101010101" charset="-122"/>
                    <a:ea typeface="黑体" panose="02010609060101010101" charset="-122"/>
                  </a:rPr>
                  <a:t>发散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,</m:t>
                    </m:r>
                  </m:oMath>
                </a14:m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10" name="Text 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70203" y="5161118"/>
                <a:ext cx="1304925" cy="523220"/>
              </a:xfrm>
              <a:prstGeom prst="rect">
                <a:avLst/>
              </a:prstGeom>
              <a:blipFill rotWithShape="1">
                <a:blip r:embed="rId5"/>
                <a:stretch>
                  <a:fillRect l="-6" t="-90" r="6" b="8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 Box 93"/>
          <p:cNvSpPr txBox="1">
            <a:spLocks noChangeArrowheads="1"/>
          </p:cNvSpPr>
          <p:nvPr/>
        </p:nvSpPr>
        <p:spPr bwMode="auto">
          <a:xfrm>
            <a:off x="5719527" y="5161118"/>
            <a:ext cx="128861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则级数</a:t>
            </a:r>
            <a:endParaRPr lang="zh-CN" altLang="en-US" sz="2800" dirty="0">
              <a:latin typeface="黑体" panose="02010609060101010101" charset="-122"/>
              <a:ea typeface="黑体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Box 95"/>
              <p:cNvSpPr txBox="1">
                <a:spLocks noChangeArrowheads="1"/>
              </p:cNvSpPr>
              <p:nvPr/>
            </p:nvSpPr>
            <p:spPr bwMode="auto">
              <a:xfrm>
                <a:off x="7780717" y="5161118"/>
                <a:ext cx="161524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黑体" panose="02010609060101010101" charset="-122"/>
                    <a:ea typeface="黑体" panose="02010609060101010101" charset="-122"/>
                  </a:rPr>
                  <a:t>也发散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.</m:t>
                    </m:r>
                  </m:oMath>
                </a14:m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17" name="Text 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80717" y="5161118"/>
                <a:ext cx="1615242" cy="523220"/>
              </a:xfrm>
              <a:prstGeom prst="rect">
                <a:avLst/>
              </a:prstGeom>
              <a:blipFill rotWithShape="1">
                <a:blip r:embed="rId6"/>
                <a:stretch>
                  <a:fillRect l="-4" t="-90" r="31" b="8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对象 4"/>
              <p:cNvSpPr txBox="1"/>
              <p:nvPr/>
            </p:nvSpPr>
            <p:spPr>
              <a:xfrm>
                <a:off x="6810884" y="3401598"/>
                <a:ext cx="1124704" cy="123172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800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800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19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0884" y="3401598"/>
                <a:ext cx="1124704" cy="1231727"/>
              </a:xfrm>
              <a:prstGeom prst="rect">
                <a:avLst/>
              </a:prstGeom>
              <a:blipFill rotWithShape="1">
                <a:blip r:embed="rId7"/>
                <a:stretch>
                  <a:fillRect l="-45" t="-44" r="56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对象 5"/>
              <p:cNvSpPr txBox="1"/>
              <p:nvPr/>
            </p:nvSpPr>
            <p:spPr>
              <a:xfrm>
                <a:off x="3795779" y="4756350"/>
                <a:ext cx="1304924" cy="128110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800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800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12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779" y="4756350"/>
                <a:ext cx="1304924" cy="1281105"/>
              </a:xfrm>
              <a:prstGeom prst="rect">
                <a:avLst/>
              </a:prstGeom>
              <a:blipFill rotWithShape="1">
                <a:blip r:embed="rId8"/>
                <a:stretch>
                  <a:fillRect l="-29" t="-16" r="29" b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对象 6"/>
              <p:cNvSpPr txBox="1"/>
              <p:nvPr/>
            </p:nvSpPr>
            <p:spPr>
              <a:xfrm>
                <a:off x="6790550" y="4784925"/>
                <a:ext cx="1218368" cy="1310694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800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sz="2800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13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550" y="4784925"/>
                <a:ext cx="1218368" cy="1310694"/>
              </a:xfrm>
              <a:prstGeom prst="rect">
                <a:avLst/>
              </a:prstGeom>
              <a:blipFill rotWithShape="1">
                <a:blip r:embed="rId9"/>
                <a:stretch>
                  <a:fillRect l="-41" t="-15" r="24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对象 7"/>
              <p:cNvSpPr txBox="1"/>
              <p:nvPr/>
            </p:nvSpPr>
            <p:spPr>
              <a:xfrm>
                <a:off x="3802464" y="3399529"/>
                <a:ext cx="1304924" cy="130333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800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sz="2800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14" name="对象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2464" y="3399529"/>
                <a:ext cx="1304924" cy="1303336"/>
              </a:xfrm>
              <a:prstGeom prst="rect">
                <a:avLst/>
              </a:prstGeom>
              <a:blipFill rotWithShape="1">
                <a:blip r:embed="rId10"/>
                <a:stretch>
                  <a:fillRect l="-6" t="-29" r="6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3686175" y="1975485"/>
            <a:ext cx="9144635" cy="1303020"/>
            <a:chOff x="5499" y="335"/>
            <a:chExt cx="14401" cy="205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9968" y="894"/>
                  <a:ext cx="4091" cy="82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 dirty="0">
                      <a:latin typeface="黑体" panose="02010609060101010101" charset="-122"/>
                      <a:ea typeface="黑体" panose="02010609060101010101" charset="-122"/>
                    </a:rPr>
                    <a:t>都是正项级数</a:t>
                  </a:r>
                  <a14:m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,</m:t>
                      </m:r>
                    </m:oMath>
                  </a14:m>
                  <a:endParaRPr lang="zh-CN" altLang="en-US" sz="2800" dirty="0">
                    <a:latin typeface="黑体" panose="02010609060101010101" charset="-122"/>
                    <a:ea typeface="黑体" panose="02010609060101010101" charset="-122"/>
                  </a:endParaRPr>
                </a:p>
              </p:txBody>
            </p:sp>
          </mc:Choice>
          <mc:Fallback>
            <p:sp>
              <p:nvSpPr>
                <p:cNvPr id="3" name="Text Box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968" y="894"/>
                  <a:ext cx="4091" cy="824"/>
                </a:xfrm>
                <a:prstGeom prst="rect">
                  <a:avLst/>
                </a:prstGeom>
                <a:blipFill rotWithShape="1">
                  <a:blip r:embed="rId11"/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Text Box 81"/>
            <p:cNvSpPr txBox="1">
              <a:spLocks noChangeArrowheads="1"/>
            </p:cNvSpPr>
            <p:nvPr/>
          </p:nvSpPr>
          <p:spPr bwMode="auto">
            <a:xfrm>
              <a:off x="13562" y="894"/>
              <a:ext cx="1320" cy="8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latin typeface="黑体" panose="02010609060101010101" charset="-122"/>
                  <a:ea typeface="黑体" panose="02010609060101010101" charset="-122"/>
                </a:rPr>
                <a:t>且</a:t>
              </a:r>
              <a:endParaRPr lang="zh-CN" altLang="en-US" sz="2800" i="1" dirty="0">
                <a:latin typeface="黑体" panose="02010609060101010101" charset="-122"/>
                <a:ea typeface="黑体" panose="02010609060101010101" charset="-122"/>
                <a:sym typeface="Symbol" panose="05050102010706020507" pitchFamily="18" charset="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对象 1"/>
                <p:cNvSpPr txBox="1"/>
                <p:nvPr/>
              </p:nvSpPr>
              <p:spPr>
                <a:xfrm>
                  <a:off x="5499" y="335"/>
                  <a:ext cx="5492" cy="2052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  <m:t>设</m:t>
                        </m:r>
                        <m:nary>
                          <m:naryPr>
                            <m:chr m:val="∑"/>
                            <m:ctrlPr>
                              <a:rPr kumimoji="1" lang="zh-CN" altLang="en-US" sz="2800" i="1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</m:ctrlPr>
                          </m:naryPr>
                          <m:sub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𝑛</m:t>
                            </m:r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=</m:t>
                            </m:r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kumimoji="1" lang="zh-CN" altLang="en-US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charset="0"/>
                                    <a:ea typeface="黑体" panose="02010609060101010101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zh-CN" altLang="en-US" sz="2800">
                                    <a:solidFill>
                                      <a:prstClr val="black"/>
                                    </a:solidFill>
                                    <a:latin typeface="Cambria Math" panose="02040503050406030204" charset="0"/>
                                    <a:ea typeface="黑体" panose="02010609060101010101" charset="-122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kumimoji="1" lang="zh-CN" altLang="en-US" sz="2800">
                                    <a:solidFill>
                                      <a:prstClr val="black"/>
                                    </a:solidFill>
                                    <a:latin typeface="Cambria Math" panose="02040503050406030204" charset="0"/>
                                    <a:ea typeface="黑体" panose="02010609060101010101" charset="-122"/>
                                  </a:rPr>
                                  <m:t>𝑛</m:t>
                                </m:r>
                              </m:sub>
                            </m:sSub>
                          </m:e>
                        </m:nary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  <m:t>和</m:t>
                        </m:r>
                        <m:nary>
                          <m:naryPr>
                            <m:chr m:val="∑"/>
                            <m:ctrlPr>
                              <a:rPr kumimoji="1" lang="zh-CN" altLang="en-US" sz="2800" i="1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</m:ctrlPr>
                          </m:naryPr>
                          <m:sub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𝑛</m:t>
                            </m:r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=</m:t>
                            </m:r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kumimoji="1" lang="zh-CN" altLang="en-US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charset="0"/>
                                    <a:ea typeface="黑体" panose="02010609060101010101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zh-CN" altLang="en-US" sz="2800">
                                    <a:solidFill>
                                      <a:prstClr val="black"/>
                                    </a:solidFill>
                                    <a:latin typeface="Cambria Math" panose="02040503050406030204" charset="0"/>
                                    <a:ea typeface="黑体" panose="02010609060101010101" charset="-122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kumimoji="1" lang="zh-CN" altLang="en-US" sz="2800">
                                    <a:solidFill>
                                      <a:prstClr val="black"/>
                                    </a:solidFill>
                                    <a:latin typeface="Cambria Math" panose="02040503050406030204" charset="0"/>
                                    <a:ea typeface="黑体" panose="02010609060101010101" charset="-122"/>
                                  </a:rPr>
                                  <m:t>𝑛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charset="-122"/>
                  </a:endParaRPr>
                </a:p>
              </p:txBody>
            </p:sp>
          </mc:Choice>
          <mc:Fallback>
            <p:sp>
              <p:nvSpPr>
                <p:cNvPr id="11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9" y="335"/>
                  <a:ext cx="5492" cy="2052"/>
                </a:xfrm>
                <a:prstGeom prst="rect">
                  <a:avLst/>
                </a:prstGeom>
                <a:blipFill rotWithShape="1">
                  <a:blip r:embed="rId1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对象 8"/>
                <p:cNvSpPr txBox="1"/>
                <p:nvPr/>
              </p:nvSpPr>
              <p:spPr>
                <a:xfrm>
                  <a:off x="14222" y="926"/>
                  <a:ext cx="5679" cy="68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zh-CN" altLang="en-US" sz="2800" i="1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CN" sz="28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m:t>≤</m:t>
                        </m:r>
                        <m:sSub>
                          <m:sSubPr>
                            <m:ctrlPr>
                              <a:rPr kumimoji="1" lang="zh-CN" altLang="en-US" sz="2800" i="1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𝑛</m:t>
                            </m:r>
                          </m:sub>
                        </m:sSub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  <m:t>(</m:t>
                        </m:r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  <m:t>𝑛</m:t>
                        </m:r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  <m:t>=</m:t>
                        </m:r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  <m:t>1</m:t>
                        </m:r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  <m:t>, </m:t>
                        </m:r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  <m:t>2</m:t>
                        </m:r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  <m:t>, …).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charset="-122"/>
                  </a:endParaRPr>
                </a:p>
              </p:txBody>
            </p:sp>
          </mc:Choice>
          <mc:Fallback>
            <p:sp>
              <p:nvSpPr>
                <p:cNvPr id="16" name="对象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22" y="926"/>
                  <a:ext cx="5679" cy="680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对象 11"/>
              <p:cNvSpPr txBox="1"/>
              <p:nvPr/>
            </p:nvSpPr>
            <p:spPr>
              <a:xfrm>
                <a:off x="9412280" y="3784584"/>
                <a:ext cx="3090235" cy="540000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</p:spPr>
            <p:txBody>
              <a:bodyPr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charset="0"/>
                          <a:ea typeface="黑体" panose="02010609060101010101" charset="-122"/>
                        </a:rPr>
                        <m:t>大收</m:t>
                      </m:r>
                      <m:r>
                        <a:rPr lang="zh-CN" altLang="en-US" sz="2800">
                          <a:latin typeface="Cambria Math" panose="02040503050406030204" charset="0"/>
                          <a:ea typeface="黑体" panose="02010609060101010101" charset="-122"/>
                        </a:rPr>
                        <m:t>⇒</m:t>
                      </m:r>
                      <m:r>
                        <a:rPr lang="zh-CN" altLang="en-US" sz="2800">
                          <a:latin typeface="Cambria Math" panose="02040503050406030204" charset="0"/>
                          <a:ea typeface="黑体" panose="02010609060101010101" charset="-122"/>
                        </a:rPr>
                        <m:t>小收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charset="-122"/>
                          <a:cs typeface="Cambria Math" panose="02040503050406030204" charset="0"/>
                        </a:rPr>
                        <m:t>;</m:t>
                      </m:r>
                    </m:oMath>
                  </m:oMathPara>
                </a14:m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36" name="对象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2280" y="3784584"/>
                <a:ext cx="3090235" cy="540000"/>
              </a:xfrm>
              <a:prstGeom prst="rect">
                <a:avLst/>
              </a:prstGeom>
              <a:blipFill rotWithShape="1">
                <a:blip r:embed="rId14"/>
                <a:stretch>
                  <a:fillRect l="-10" t="-115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对象 12"/>
              <p:cNvSpPr txBox="1"/>
              <p:nvPr/>
            </p:nvSpPr>
            <p:spPr>
              <a:xfrm>
                <a:off x="9412280" y="5041361"/>
                <a:ext cx="3090235" cy="540000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</p:spPr>
            <p:txBody>
              <a:bodyPr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charset="0"/>
                          <a:ea typeface="黑体" panose="02010609060101010101" charset="-122"/>
                          <a:sym typeface="+mn-ea"/>
                        </a:rPr>
                        <m:t>小散⇒大散</m:t>
                      </m:r>
                    </m:oMath>
                  </m:oMathPara>
                </a14:m>
                <a:endParaRPr lang="zh-CN" altLang="en-US" sz="2800">
                  <a:latin typeface="Cambria Math" panose="02040503050406030204" charset="0"/>
                  <a:ea typeface="黑体" panose="02010609060101010101" charset="-122"/>
                  <a:sym typeface="+mn-ea"/>
                </a:endParaRPr>
              </a:p>
            </p:txBody>
          </p:sp>
        </mc:Choice>
        <mc:Fallback>
          <p:sp>
            <p:nvSpPr>
              <p:cNvPr id="38" name="对象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2280" y="5041361"/>
                <a:ext cx="3090235" cy="540000"/>
              </a:xfrm>
              <a:prstGeom prst="rect">
                <a:avLst/>
              </a:prstGeom>
              <a:blipFill rotWithShape="1">
                <a:blip r:embed="rId15"/>
                <a:stretch>
                  <a:fillRect l="-10" t="-18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 Box 28"/>
          <p:cNvSpPr txBox="1">
            <a:spLocks noChangeArrowheads="1"/>
          </p:cNvSpPr>
          <p:nvPr/>
        </p:nvSpPr>
        <p:spPr bwMode="auto">
          <a:xfrm>
            <a:off x="1069975" y="2423160"/>
            <a:ext cx="2305685" cy="430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bIns="0">
            <a:spAutoFit/>
          </a:bodyPr>
          <a:lstStyle>
            <a:lvl1pPr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defRPr/>
            </a:pPr>
            <a:r>
              <a:rPr kumimoji="1" lang="en-US" altLang="zh-CN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 </a:t>
            </a:r>
            <a:r>
              <a:rPr lang="zh-CN" altLang="en-US" dirty="0">
                <a:solidFill>
                  <a:schemeClr val="tx2">
                    <a:lumMod val="50000"/>
                  </a:schemeClr>
                </a:solidFill>
                <a:latin typeface="Cabin Medium" panose="00000600000000000000" pitchFamily="2" charset="0"/>
                <a:ea typeface="黑体" panose="02010609060101010101" charset="-122"/>
              </a:rPr>
              <a:t>比较审敛法</a:t>
            </a:r>
            <a:endParaRPr lang="zh-CN" altLang="en-US" dirty="0">
              <a:solidFill>
                <a:schemeClr val="tx2">
                  <a:lumMod val="50000"/>
                </a:schemeClr>
              </a:solidFill>
              <a:latin typeface="Cabin Medium" panose="00000600000000000000" pitchFamily="2" charset="0"/>
              <a:ea typeface="黑体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4481131" y="6645212"/>
                <a:ext cx="1238250" cy="126111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𝑙𝑛𝑛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sz="2800" i="1">
                  <a:solidFill>
                    <a:schemeClr val="bg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131" y="6645212"/>
                <a:ext cx="1238250" cy="1261110"/>
              </a:xfrm>
              <a:prstGeom prst="rect">
                <a:avLst/>
              </a:prstGeom>
              <a:blipFill rotWithShape="1">
                <a:blip r:embed="rId16"/>
                <a:stretch>
                  <a:fillRect l="-46" t="-45" r="-569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Text Box 12"/>
          <p:cNvSpPr txBox="1">
            <a:spLocks noChangeArrowheads="1"/>
          </p:cNvSpPr>
          <p:nvPr/>
        </p:nvSpPr>
        <p:spPr bwMode="auto">
          <a:xfrm>
            <a:off x="12760864" y="1253559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charset="-122"/>
                <a:cs typeface="+mn-cs"/>
              </a:rPr>
              <a:t>则有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 Box 15"/>
              <p:cNvSpPr txBox="1">
                <a:spLocks noChangeArrowheads="1"/>
              </p:cNvSpPr>
              <p:nvPr/>
            </p:nvSpPr>
            <p:spPr bwMode="auto">
              <a:xfrm>
                <a:off x="5435768" y="2371979"/>
                <a:ext cx="449580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两个级数同时收敛或发散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;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charset="-122"/>
                  <a:cs typeface="+mn-cs"/>
                </a:endParaRPr>
              </a:p>
            </p:txBody>
          </p:sp>
        </mc:Choice>
        <mc:Fallback>
          <p:sp>
            <p:nvSpPr>
              <p:cNvPr id="61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35768" y="2371979"/>
                <a:ext cx="4495800" cy="519112"/>
              </a:xfrm>
              <a:prstGeom prst="rect">
                <a:avLst/>
              </a:prstGeom>
              <a:blipFill rotWithShape="1">
                <a:blip r:embed="rId1"/>
                <a:stretch>
                  <a:fillRect l="-4" t="-49" r="4" b="11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组合 17"/>
          <p:cNvGrpSpPr/>
          <p:nvPr/>
        </p:nvGrpSpPr>
        <p:grpSpPr>
          <a:xfrm>
            <a:off x="5161915" y="856615"/>
            <a:ext cx="7672705" cy="1384300"/>
            <a:chOff x="7966" y="6657"/>
            <a:chExt cx="12083" cy="218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Object 6"/>
                <p:cNvSpPr txBox="1"/>
                <p:nvPr/>
              </p:nvSpPr>
              <p:spPr bwMode="auto">
                <a:xfrm>
                  <a:off x="11973" y="6657"/>
                  <a:ext cx="2076" cy="19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</m:ctrlPr>
                          </m:naryPr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𝑛</m:t>
                            </m:r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=</m:t>
                            </m:r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nary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>
            <p:sp>
              <p:nvSpPr>
                <p:cNvPr id="57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973" y="6657"/>
                  <a:ext cx="2076" cy="1937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" name="Object 7"/>
                <p:cNvSpPr txBox="1"/>
                <p:nvPr/>
              </p:nvSpPr>
              <p:spPr bwMode="auto">
                <a:xfrm>
                  <a:off x="14009" y="6657"/>
                  <a:ext cx="1918" cy="21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</m:ctrlPr>
                          </m:naryPr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𝑛</m:t>
                            </m:r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=</m:t>
                            </m:r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>
            <p:sp>
              <p:nvSpPr>
                <p:cNvPr id="58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009" y="6657"/>
                  <a:ext cx="1918" cy="2180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Object 9"/>
                <p:cNvSpPr txBox="1"/>
                <p:nvPr/>
              </p:nvSpPr>
              <p:spPr bwMode="auto">
                <a:xfrm>
                  <a:off x="16751" y="7018"/>
                  <a:ext cx="3299" cy="15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zh-CN" altLang="en-US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sz="2800" i="0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  <m:t>𝑛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 </m:t>
                            </m:r>
                          </m:e>
                        </m:func>
                        <m:f>
                          <m:f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=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𝑙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>
            <p:sp>
              <p:nvSpPr>
                <p:cNvPr id="59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751" y="7018"/>
                  <a:ext cx="3299" cy="1500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2" name="Text Box 49"/>
            <p:cNvSpPr txBox="1">
              <a:spLocks noChangeArrowheads="1"/>
            </p:cNvSpPr>
            <p:nvPr/>
          </p:nvSpPr>
          <p:spPr bwMode="auto">
            <a:xfrm>
              <a:off x="7966" y="7282"/>
              <a:ext cx="3650" cy="8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charset="-122"/>
                  <a:cs typeface="+mn-cs"/>
                </a:rPr>
                <a:t>设两正项级数</a:t>
              </a: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charset="-122"/>
                <a:cs typeface="+mn-cs"/>
              </a:endParaRPr>
            </a:p>
          </p:txBody>
        </p:sp>
        <p:sp>
          <p:nvSpPr>
            <p:cNvPr id="63" name="Text Box 50"/>
            <p:cNvSpPr txBox="1">
              <a:spLocks noChangeArrowheads="1"/>
            </p:cNvSpPr>
            <p:nvPr/>
          </p:nvSpPr>
          <p:spPr bwMode="auto">
            <a:xfrm>
              <a:off x="15543" y="7282"/>
              <a:ext cx="1410" cy="8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charset="-122"/>
                  <a:cs typeface="+mn-cs"/>
                </a:rPr>
                <a:t>满足</a:t>
              </a: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charset="-122"/>
                <a:cs typeface="+mn-cs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 Box 13"/>
              <p:cNvSpPr txBox="1">
                <a:spLocks noChangeArrowheads="1"/>
              </p:cNvSpPr>
              <p:nvPr/>
            </p:nvSpPr>
            <p:spPr bwMode="auto">
              <a:xfrm>
                <a:off x="1999615" y="2310363"/>
                <a:ext cx="345073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(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1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)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 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当 </a:t>
                </a:r>
                <a14:m>
                  <m:oMath xmlns:m="http://schemas.openxmlformats.org/officeDocument/2006/math">
                    <m:r>
                      <a:rPr kumimoji="1" lang="zh-CN" altLang="en-US" sz="2800" i="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0</m:t>
                    </m:r>
                    <m:r>
                      <a:rPr kumimoji="1" lang="zh-CN" altLang="en-US" sz="280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&lt;</m:t>
                    </m:r>
                    <m:r>
                      <a:rPr kumimoji="1" lang="zh-CN" altLang="en-US" sz="280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𝑙</m:t>
                    </m:r>
                    <m:r>
                      <a:rPr kumimoji="1" lang="zh-CN" altLang="en-US" sz="280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&lt;∞</m:t>
                    </m:r>
                  </m:oMath>
                </a14:m>
                <a:r>
                  <a:rPr kumimoji="1" lang="en-US" altLang="zh-CN" sz="2800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charset="-122"/>
                  </a:rPr>
                  <a:t>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时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,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charset="-122"/>
                  <a:cs typeface="+mn-cs"/>
                </a:endParaRPr>
              </a:p>
            </p:txBody>
          </p:sp>
        </mc:Choice>
        <mc:Fallback>
          <p:sp>
            <p:nvSpPr>
              <p:cNvPr id="64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9615" y="2310363"/>
                <a:ext cx="3450730" cy="523220"/>
              </a:xfrm>
              <a:prstGeom prst="rect">
                <a:avLst/>
              </a:prstGeom>
              <a:blipFill rotWithShape="1">
                <a:blip r:embed="rId5"/>
                <a:stretch>
                  <a:fillRect t="-5991" r="4" b="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 Box 28"/>
              <p:cNvSpPr txBox="1">
                <a:spLocks noChangeArrowheads="1"/>
              </p:cNvSpPr>
              <p:nvPr/>
            </p:nvSpPr>
            <p:spPr bwMode="auto">
              <a:xfrm>
                <a:off x="751205" y="1217930"/>
                <a:ext cx="4184015" cy="4305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bIns="0">
                <a:spAutoFit/>
              </a:bodyPr>
              <a:lstStyle>
                <a:lvl1pPr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lvl="0"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en-US" altLang="zh-CN" i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 </m:t>
                    </m:r>
                    <m:r>
                      <a:rPr lang="zh-CN" altLang="en-US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(</m:t>
                    </m:r>
                  </m:oMath>
                </a14:m>
                <a:r>
                  <a:rPr lang="zh-CN" altLang="en-US" dirty="0">
                    <a:solidFill>
                      <a:schemeClr val="tx2">
                        <a:lumMod val="50000"/>
                      </a:schemeClr>
                    </a:solidFill>
                    <a:latin typeface="Cabin Medium" panose="00000600000000000000" pitchFamily="2" charset="0"/>
                    <a:ea typeface="黑体" panose="02010609060101010101" charset="-122"/>
                  </a:rPr>
                  <a:t>比较审敛法的极限形式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altLang="zh-CN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7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1205" y="1217930"/>
                <a:ext cx="4184015" cy="43053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 Box 19"/>
              <p:cNvSpPr txBox="1">
                <a:spLocks noChangeArrowheads="1"/>
              </p:cNvSpPr>
              <p:nvPr/>
            </p:nvSpPr>
            <p:spPr bwMode="auto">
              <a:xfrm>
                <a:off x="1990090" y="3170542"/>
                <a:ext cx="19939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(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2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)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 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当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𝑙</m:t>
                    </m:r>
                    <m:r>
                      <a:rPr kumimoji="1" lang="zh-CN" altLang="en-US" sz="280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=</m:t>
                    </m:r>
                    <m:r>
                      <a:rPr kumimoji="1" lang="zh-CN" altLang="en-US" sz="280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0</m:t>
                    </m:r>
                  </m:oMath>
                </a14:m>
                <a:r>
                  <a:rPr kumimoji="1" lang="en-US" altLang="zh-CN" sz="2800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charset="-122"/>
                  </a:rPr>
                  <a:t> </a:t>
                </a:r>
                <a:endParaRPr kumimoji="1" lang="en-US" altLang="zh-CN" sz="2800" dirty="0">
                  <a:solidFill>
                    <a:srgbClr val="04926A"/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68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0090" y="3170542"/>
                <a:ext cx="1993900" cy="519113"/>
              </a:xfrm>
              <a:prstGeom prst="rect">
                <a:avLst/>
              </a:prstGeom>
              <a:blipFill rotWithShape="1">
                <a:blip r:embed="rId7"/>
                <a:stretch>
                  <a:fillRect t="-120" b="5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Object 21"/>
              <p:cNvSpPr txBox="1"/>
              <p:nvPr/>
            </p:nvSpPr>
            <p:spPr bwMode="auto">
              <a:xfrm>
                <a:off x="3890928" y="2813296"/>
                <a:ext cx="2829862" cy="131664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且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收敛时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69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90928" y="2813296"/>
                <a:ext cx="2829862" cy="1316647"/>
              </a:xfrm>
              <a:prstGeom prst="rect">
                <a:avLst/>
              </a:prstGeom>
              <a:blipFill rotWithShape="1">
                <a:blip r:embed="rId8"/>
                <a:stretch>
                  <a:fillRect l="-10" t="-19" r="21" b="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Object 23"/>
              <p:cNvSpPr txBox="1"/>
              <p:nvPr/>
            </p:nvSpPr>
            <p:spPr bwMode="auto">
              <a:xfrm>
                <a:off x="6562091" y="2813297"/>
                <a:ext cx="2425700" cy="13318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也收敛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;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70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62091" y="2813297"/>
                <a:ext cx="2425700" cy="1331842"/>
              </a:xfrm>
              <a:prstGeom prst="rect">
                <a:avLst/>
              </a:prstGeom>
              <a:blipFill rotWithShape="1">
                <a:blip r:embed="rId9"/>
                <a:stretch>
                  <a:fillRect t="-19" b="3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 Box 24"/>
              <p:cNvSpPr txBox="1">
                <a:spLocks noChangeArrowheads="1"/>
              </p:cNvSpPr>
              <p:nvPr/>
            </p:nvSpPr>
            <p:spPr bwMode="auto">
              <a:xfrm>
                <a:off x="1990090" y="4378158"/>
                <a:ext cx="2127131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(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3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)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 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当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𝑙</m:t>
                    </m:r>
                    <m:r>
                      <a:rPr kumimoji="1" lang="zh-CN" altLang="en-US" sz="280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=∞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charset="-122"/>
                  <a:cs typeface="+mn-cs"/>
                </a:endParaRPr>
              </a:p>
            </p:txBody>
          </p:sp>
        </mc:Choice>
        <mc:Fallback>
          <p:sp>
            <p:nvSpPr>
              <p:cNvPr id="71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0090" y="4378158"/>
                <a:ext cx="2127131" cy="523220"/>
              </a:xfrm>
              <a:prstGeom prst="rect">
                <a:avLst/>
              </a:prstGeom>
              <a:blipFill rotWithShape="1">
                <a:blip r:embed="rId10"/>
                <a:stretch>
                  <a:fillRect t="-89" r="24" b="8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Object 26"/>
              <p:cNvSpPr txBox="1"/>
              <p:nvPr/>
            </p:nvSpPr>
            <p:spPr bwMode="auto">
              <a:xfrm>
                <a:off x="3890928" y="4021055"/>
                <a:ext cx="2829863" cy="132654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且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发散时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72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90928" y="4021055"/>
                <a:ext cx="2829863" cy="1326548"/>
              </a:xfrm>
              <a:prstGeom prst="rect">
                <a:avLst/>
              </a:prstGeom>
              <a:blipFill rotWithShape="1">
                <a:blip r:embed="rId11"/>
                <a:stretch>
                  <a:fillRect l="-10" t="-18" r="21" b="2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Object 31"/>
              <p:cNvSpPr txBox="1"/>
              <p:nvPr/>
            </p:nvSpPr>
            <p:spPr bwMode="auto">
              <a:xfrm>
                <a:off x="6475872" y="4018408"/>
                <a:ext cx="2413000" cy="13318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也发散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73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75872" y="4018408"/>
                <a:ext cx="2413000" cy="1331842"/>
              </a:xfrm>
              <a:prstGeom prst="rect">
                <a:avLst/>
              </a:prstGeom>
              <a:blipFill rotWithShape="1">
                <a:blip r:embed="rId12"/>
                <a:stretch>
                  <a:fillRect l="-6" t="-10" r="6" b="2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对象 11"/>
              <p:cNvSpPr txBox="1"/>
              <p:nvPr/>
            </p:nvSpPr>
            <p:spPr>
              <a:xfrm>
                <a:off x="9134785" y="3170539"/>
                <a:ext cx="3090235" cy="540000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</p:spPr>
            <p:txBody>
              <a:bodyPr>
                <a:no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charset="0"/>
                          <a:ea typeface="黑体" panose="02010609060101010101" charset="-122"/>
                        </a:rPr>
                        <m:t>大收</m:t>
                      </m:r>
                      <m:r>
                        <a:rPr lang="zh-CN" altLang="en-US" sz="2800">
                          <a:latin typeface="Cambria Math" panose="02040503050406030204" charset="0"/>
                          <a:ea typeface="黑体" panose="02010609060101010101" charset="-122"/>
                        </a:rPr>
                        <m:t>⇒</m:t>
                      </m:r>
                      <m:r>
                        <a:rPr lang="zh-CN" altLang="en-US" sz="2800">
                          <a:latin typeface="Cambria Math" panose="02040503050406030204" charset="0"/>
                          <a:ea typeface="黑体" panose="02010609060101010101" charset="-122"/>
                        </a:rPr>
                        <m:t>小收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charset="-122"/>
                          <a:cs typeface="Cambria Math" panose="02040503050406030204" charset="0"/>
                        </a:rPr>
                        <m:t>;</m:t>
                      </m:r>
                    </m:oMath>
                  </m:oMathPara>
                </a14:m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74" name="对象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4785" y="3170539"/>
                <a:ext cx="3090235" cy="540000"/>
              </a:xfrm>
              <a:prstGeom prst="rect">
                <a:avLst/>
              </a:prstGeom>
              <a:blipFill rotWithShape="1">
                <a:blip r:embed="rId13"/>
                <a:stretch>
                  <a:fillRect l="-10" t="-115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对象 12"/>
              <p:cNvSpPr txBox="1"/>
              <p:nvPr/>
            </p:nvSpPr>
            <p:spPr>
              <a:xfrm>
                <a:off x="9134785" y="4427316"/>
                <a:ext cx="3090235" cy="540000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</p:spPr>
            <p:txBody>
              <a:bodyPr>
                <a:noAutofit/>
              </a:bodyPr>
              <a:p>
                <a:pPr lvl="0" algn="ctr"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charset="0"/>
                          <a:ea typeface="黑体" panose="02010609060101010101" charset="-122"/>
                          <a:sym typeface="+mn-ea"/>
                        </a:rPr>
                        <m:t>小散⇒大散</m:t>
                      </m:r>
                    </m:oMath>
                  </m:oMathPara>
                </a14:m>
                <a:endParaRPr lang="zh-CN" altLang="en-US" sz="2800">
                  <a:latin typeface="Cambria Math" panose="02040503050406030204" charset="0"/>
                  <a:ea typeface="黑体" panose="02010609060101010101" charset="-122"/>
                  <a:sym typeface="+mn-ea"/>
                </a:endParaRPr>
              </a:p>
            </p:txBody>
          </p:sp>
        </mc:Choice>
        <mc:Fallback>
          <p:sp>
            <p:nvSpPr>
              <p:cNvPr id="75" name="对象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4785" y="4427316"/>
                <a:ext cx="3090235" cy="540000"/>
              </a:xfrm>
              <a:prstGeom prst="rect">
                <a:avLst/>
              </a:prstGeom>
              <a:blipFill rotWithShape="1">
                <a:blip r:embed="rId14"/>
                <a:stretch>
                  <a:fillRect l="-10" t="-18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52" name="文本框 2"/>
          <p:cNvSpPr txBox="1"/>
          <p:nvPr/>
        </p:nvSpPr>
        <p:spPr>
          <a:xfrm>
            <a:off x="1999615" y="5590540"/>
            <a:ext cx="608647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800" b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通常用</a:t>
            </a:r>
            <a:r>
              <a:rPr lang="en-US" altLang="zh-CN" sz="2800" b="1" i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800" b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-</a:t>
            </a:r>
            <a:r>
              <a:rPr lang="zh-CN" altLang="en-US" sz="2800" b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级数和等比级数做比较级数</a:t>
            </a:r>
            <a:endParaRPr lang="zh-CN" altLang="en-US" sz="2800" b="1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6217856" y="6649657"/>
                <a:ext cx="2210435" cy="14478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𝑐𝑜𝑠</m:t>
                              </m:r>
                              <m:f>
                                <m:fPr>
                                  <m:ctrlP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</m:den>
                              </m:f>
                            </m:num>
                            <m:den>
                              <m:f>
                                <m:fPr>
                                  <m:ctrlP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</m:den>
                              </m:f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800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856" y="6649657"/>
                <a:ext cx="2210435" cy="1447800"/>
              </a:xfrm>
              <a:prstGeom prst="rect">
                <a:avLst/>
              </a:prstGeom>
              <a:blipFill rotWithShape="1">
                <a:blip r:embed="rId15"/>
                <a:stretch>
                  <a:fillRect l="-26" t="-40" r="26" b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2756471" y="6649657"/>
                <a:ext cx="1667510" cy="12611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𝑠𝑖𝑛</m:t>
                          </m:r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𝜋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80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6471" y="6649657"/>
                <a:ext cx="1667510" cy="1261110"/>
              </a:xfrm>
              <a:prstGeom prst="rect">
                <a:avLst/>
              </a:prstGeom>
              <a:blipFill rotWithShape="1">
                <a:blip r:embed="rId16"/>
                <a:stretch>
                  <a:fillRect l="-34" t="-45" r="34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52" grpId="0"/>
      <p:bldP spid="4" grpId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Box 9"/>
              <p:cNvSpPr txBox="1">
                <a:spLocks noChangeArrowheads="1"/>
              </p:cNvSpPr>
              <p:nvPr/>
            </p:nvSpPr>
            <p:spPr bwMode="auto">
              <a:xfrm>
                <a:off x="1345214" y="2450328"/>
                <a:ext cx="1134288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800" b="0" i="1" smtClean="0">
                            <a:latin typeface="Cambria Math" panose="02040503050406030204" charset="0"/>
                            <a:ea typeface="黑体" panose="02010609060101010101" charset="-122"/>
                          </a:rPr>
                        </m:ctrlPr>
                      </m:dPr>
                      <m:e>
                        <m:r>
                          <a:rPr kumimoji="1" lang="en-US" altLang="zh-CN" sz="2800" b="0" i="0" smtClean="0">
                            <a:latin typeface="Cambria Math" panose="02040503050406030204" charset="0"/>
                            <a:ea typeface="黑体" panose="02010609060101010101" charset="-122"/>
                          </a:rPr>
                          <m:t>1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charset="0"/>
                        <a:ea typeface="黑体" panose="02010609060101010101" charset="-122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当</a:t>
                </a: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charset="-122"/>
                  <a:cs typeface="+mn-cs"/>
                </a:endParaRPr>
              </a:p>
            </p:txBody>
          </p:sp>
        </mc:Choice>
        <mc:Fallback>
          <p:sp>
            <p:nvSpPr>
              <p:cNvPr id="15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45214" y="2450328"/>
                <a:ext cx="1134288" cy="519112"/>
              </a:xfrm>
              <a:prstGeom prst="rect">
                <a:avLst/>
              </a:prstGeom>
              <a:blipFill rotWithShape="1">
                <a:blip r:embed="rId1"/>
                <a:stretch>
                  <a:fillRect l="-25" t="-96" r="41" b="3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 Box 9"/>
              <p:cNvSpPr txBox="1">
                <a:spLocks noChangeArrowheads="1"/>
              </p:cNvSpPr>
              <p:nvPr/>
            </p:nvSpPr>
            <p:spPr bwMode="auto">
              <a:xfrm>
                <a:off x="1493804" y="3334565"/>
                <a:ext cx="1134288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800" b="0" i="1" smtClean="0">
                            <a:latin typeface="Cambria Math" panose="02040503050406030204" charset="0"/>
                            <a:ea typeface="黑体" panose="02010609060101010101" charset="-122"/>
                          </a:rPr>
                        </m:ctrlPr>
                      </m:dPr>
                      <m:e>
                        <m:r>
                          <a:rPr kumimoji="1" lang="en-US" altLang="zh-CN" sz="2800" b="0" i="0" smtClean="0">
                            <a:latin typeface="Cambria Math" panose="02040503050406030204" charset="0"/>
                            <a:ea typeface="黑体" panose="02010609060101010101" charset="-122"/>
                          </a:rPr>
                          <m:t>3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charset="0"/>
                        <a:ea typeface="黑体" panose="02010609060101010101" charset="-122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当</a:t>
                </a: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charset="-122"/>
                  <a:cs typeface="+mn-cs"/>
                </a:endParaRPr>
              </a:p>
            </p:txBody>
          </p:sp>
        </mc:Choice>
        <mc:Fallback>
          <p:sp>
            <p:nvSpPr>
              <p:cNvPr id="18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93804" y="3334565"/>
                <a:ext cx="1134288" cy="519112"/>
              </a:xfrm>
              <a:prstGeom prst="rect">
                <a:avLst/>
              </a:prstGeom>
              <a:blipFill rotWithShape="1">
                <a:blip r:embed="rId2"/>
                <a:stretch>
                  <a:fillRect l="-25" t="-35" r="41" b="9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247414" y="1370271"/>
            <a:ext cx="46459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charset="-122"/>
                <a:cs typeface="+mn-cs"/>
              </a:rPr>
              <a:t>设 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242852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Object 5"/>
              <p:cNvSpPr txBox="1"/>
              <p:nvPr/>
            </p:nvSpPr>
            <p:spPr bwMode="auto">
              <a:xfrm>
                <a:off x="6758108" y="1005615"/>
                <a:ext cx="1134288" cy="13144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</a:rPr>
                            <m:t>=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1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58108" y="1005615"/>
                <a:ext cx="1134288" cy="1314424"/>
              </a:xfrm>
              <a:prstGeom prst="rect">
                <a:avLst/>
              </a:prstGeom>
              <a:blipFill rotWithShape="1">
                <a:blip r:embed="rId4"/>
                <a:stretch>
                  <a:fillRect l="-39" t="-31" r="54" b="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 Box 6"/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7811135" y="1374775"/>
                <a:ext cx="3241675" cy="5219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为正项级数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 如果</a:t>
                </a: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charset="-122"/>
                  <a:cs typeface="+mn-cs"/>
                </a:endParaRPr>
              </a:p>
            </p:txBody>
          </p:sp>
        </mc:Choice>
        <mc:Fallback>
          <p:sp>
            <p:nvSpPr>
              <p:cNvPr id="22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7811135" y="1374775"/>
                <a:ext cx="3241675" cy="521970"/>
              </a:xfrm>
              <a:prstGeom prst="rect">
                <a:avLst/>
              </a:prstGeom>
              <a:blipFill rotWithShape="1">
                <a:blip r:embed="rId7"/>
                <a:stretch>
                  <a:fillRect t="-973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Object 7"/>
              <p:cNvSpPr txBox="1"/>
              <p:nvPr/>
            </p:nvSpPr>
            <p:spPr bwMode="auto">
              <a:xfrm>
                <a:off x="10519872" y="1168748"/>
                <a:ext cx="2455723" cy="952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</a:rPr>
                                <m:t>𝑛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</a:rPr>
                                    <m:t>𝑛</m:t>
                                  </m:r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</a:rPr>
                                    <m:t>+</m:t>
                                  </m:r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3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519872" y="1168748"/>
                <a:ext cx="2455723" cy="952500"/>
              </a:xfrm>
              <a:prstGeom prst="rect">
                <a:avLst/>
              </a:prstGeom>
              <a:blipFill rotWithShape="1">
                <a:blip r:embed="rId8"/>
                <a:stretch>
                  <a:fillRect l="-19" t="-37" b="3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Box 8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2891419" y="1377481"/>
            <a:ext cx="5444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charset="-122"/>
                <a:cs typeface="+mn-cs"/>
              </a:rPr>
              <a:t>则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Object 11"/>
              <p:cNvSpPr txBox="1"/>
              <p:nvPr/>
            </p:nvSpPr>
            <p:spPr bwMode="auto">
              <a:xfrm>
                <a:off x="2309390" y="2427177"/>
                <a:ext cx="1134287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&lt;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5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09390" y="2427177"/>
                <a:ext cx="1134287" cy="393700"/>
              </a:xfrm>
              <a:prstGeom prst="rect">
                <a:avLst/>
              </a:prstGeom>
              <a:blipFill rotWithShape="1">
                <a:blip r:embed="rId10"/>
                <a:stretch>
                  <a:fillRect l="-47" t="-53" r="6" b="-1994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 Box 12"/>
              <p:cNvSpPr txBox="1">
                <a:spLocks noChangeArrowheads="1"/>
              </p:cNvSpPr>
              <p:nvPr/>
            </p:nvSpPr>
            <p:spPr bwMode="auto">
              <a:xfrm>
                <a:off x="5887369" y="2450153"/>
                <a:ext cx="1134288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800" b="0" i="1" smtClean="0">
                            <a:latin typeface="Cambria Math" panose="02040503050406030204" charset="0"/>
                            <a:ea typeface="黑体" panose="02010609060101010101" charset="-122"/>
                          </a:rPr>
                        </m:ctrlPr>
                      </m:dPr>
                      <m:e>
                        <m:r>
                          <a:rPr kumimoji="1" lang="en-US" altLang="zh-CN" sz="2800" b="0" i="0" smtClean="0">
                            <a:latin typeface="Cambria Math" panose="02040503050406030204" charset="0"/>
                            <a:ea typeface="黑体" panose="02010609060101010101" charset="-122"/>
                          </a:rPr>
                          <m:t>2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charset="0"/>
                        <a:ea typeface="黑体" panose="02010609060101010101" charset="-122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当</a:t>
                </a: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charset="-122"/>
                  <a:cs typeface="+mn-cs"/>
                </a:endParaRPr>
              </a:p>
            </p:txBody>
          </p:sp>
        </mc:Choice>
        <mc:Fallback>
          <p:sp>
            <p:nvSpPr>
              <p:cNvPr id="26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87369" y="2450153"/>
                <a:ext cx="1134288" cy="519112"/>
              </a:xfrm>
              <a:prstGeom prst="rect">
                <a:avLst/>
              </a:prstGeom>
              <a:blipFill rotWithShape="1">
                <a:blip r:embed="rId11"/>
                <a:stretch>
                  <a:fillRect l="-25" t="-62" r="41" b="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Object 13"/>
              <p:cNvSpPr txBox="1"/>
              <p:nvPr/>
            </p:nvSpPr>
            <p:spPr bwMode="auto">
              <a:xfrm>
                <a:off x="6851545" y="2418584"/>
                <a:ext cx="1134286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&gt;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7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1545" y="2418584"/>
                <a:ext cx="1134286" cy="393700"/>
              </a:xfrm>
              <a:prstGeom prst="rect">
                <a:avLst/>
              </a:prstGeom>
              <a:blipFill rotWithShape="1">
                <a:blip r:embed="rId12"/>
                <a:stretch>
                  <a:fillRect l="-47" t="-128" r="6" b="-1987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 Box 50"/>
              <p:cNvSpPr txBox="1"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3295137" y="2450179"/>
                <a:ext cx="2455723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时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charset="-122"/>
                  </a:rPr>
                  <a:t> 级数收敛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charset="-122"/>
                        <a:cs typeface="Cambria Math" panose="02040503050406030204" charset="0"/>
                      </a:rPr>
                      <m:t>;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charset="-122"/>
                  <a:cs typeface="+mn-cs"/>
                </a:endParaRPr>
              </a:p>
            </p:txBody>
          </p:sp>
        </mc:Choice>
        <mc:Fallback>
          <p:sp>
            <p:nvSpPr>
              <p:cNvPr id="28" name="Text Box 50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3295137" y="2450179"/>
                <a:ext cx="2455723" cy="519112"/>
              </a:xfrm>
              <a:prstGeom prst="rect">
                <a:avLst/>
              </a:prstGeom>
              <a:blipFill rotWithShape="1">
                <a:blip r:embed="rId15"/>
                <a:stretch>
                  <a:fillRect l="-5" t="-9853" r="12" b="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 Box 51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7837292" y="2450153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charset="-122"/>
                <a:cs typeface="+mn-cs"/>
              </a:rPr>
              <a:t>或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 Box 52"/>
              <p:cNvSpPr txBox="1">
                <a:spLocks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9299795" y="2450153"/>
                <a:ext cx="2455723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时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 级数发散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charset="-122"/>
                        <a:cs typeface="Cambria Math" panose="02040503050406030204" charset="0"/>
                      </a:rPr>
                      <m:t>;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charset="-122"/>
                  <a:cs typeface="+mn-cs"/>
                </a:endParaRPr>
              </a:p>
            </p:txBody>
          </p:sp>
        </mc:Choice>
        <mc:Fallback>
          <p:sp>
            <p:nvSpPr>
              <p:cNvPr id="30" name="Text Box 5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9299795" y="2450153"/>
                <a:ext cx="2455723" cy="519112"/>
              </a:xfrm>
              <a:prstGeom prst="rect">
                <a:avLst/>
              </a:prstGeom>
              <a:blipFill rotWithShape="1">
                <a:blip r:embed="rId19"/>
                <a:stretch>
                  <a:fillRect l="-9" t="-9848" r="16" b="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Object 53"/>
              <p:cNvSpPr txBox="1"/>
              <p:nvPr/>
            </p:nvSpPr>
            <p:spPr bwMode="auto">
              <a:xfrm>
                <a:off x="8256392" y="2424426"/>
                <a:ext cx="1232374" cy="519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=∞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1" name="Object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56392" y="2424426"/>
                <a:ext cx="1232374" cy="519112"/>
              </a:xfrm>
              <a:prstGeom prst="rect">
                <a:avLst/>
              </a:prstGeom>
              <a:blipFill rotWithShape="1">
                <a:blip r:embed="rId20"/>
                <a:stretch>
                  <a:fillRect l="-10" t="-122" r="48" b="6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 Box 46"/>
              <p:cNvSpPr txBox="1"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3443728" y="3334565"/>
                <a:ext cx="4778258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charset="-122"/>
                    <a:sym typeface="Symbol" panose="05050102010706020507" pitchFamily="18" charset="2"/>
                  </a:rPr>
                  <a:t>时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charset="-122"/>
                    <a:sym typeface="Symbol" panose="05050102010706020507" pitchFamily="18" charset="2"/>
                  </a:rPr>
                  <a:t> 级数可能收敛也可能发散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dirty="0">
                        <a:latin typeface="Cambria Math" panose="02040503050406030204" charset="0"/>
                        <a:ea typeface="黑体" panose="02010609060101010101" charset="-122"/>
                        <a:cs typeface="黑体" panose="02010609060101010101" charset="-122"/>
                      </a:rPr>
                      <m:t>.</m:t>
                    </m:r>
                  </m:oMath>
                </a14:m>
                <a:endParaRPr lang="zh-CN" altLang="en-US" sz="2800" dirty="0"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32" name="Text Box 4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3443728" y="3334565"/>
                <a:ext cx="4778258" cy="519112"/>
              </a:xfrm>
              <a:prstGeom prst="rect">
                <a:avLst/>
              </a:prstGeom>
              <a:blipFill rotWithShape="1">
                <a:blip r:embed="rId23"/>
                <a:stretch>
                  <a:fillRect l="-3" t="-9821" b="9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Object 11"/>
              <p:cNvSpPr txBox="1"/>
              <p:nvPr/>
            </p:nvSpPr>
            <p:spPr bwMode="auto">
              <a:xfrm>
                <a:off x="2457980" y="3309895"/>
                <a:ext cx="1096186" cy="5191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𝜌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=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3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57980" y="3309895"/>
                <a:ext cx="1096186" cy="519111"/>
              </a:xfrm>
              <a:prstGeom prst="rect">
                <a:avLst/>
              </a:prstGeom>
              <a:blipFill rotWithShape="1">
                <a:blip r:embed="rId24"/>
                <a:stretch>
                  <a:fillRect l="-48" t="-53" r="6" b="1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 Box 28"/>
              <p:cNvSpPr txBox="1">
                <a:spLocks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925830" y="1388110"/>
                <a:ext cx="6856730" cy="448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bIns="0">
                <a:spAutoFit/>
              </a:bodyPr>
              <a:lstStyle>
                <a:lvl1pPr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lvl="0"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en-US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9.</a:t>
                </a:r>
                <a:r>
                  <a:rPr kumimoji="1" lang="en-US" altLang="zh-CN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 </a:t>
                </a:r>
                <a:r>
                  <a:rPr lang="zh-CN" altLang="en-US" dirty="0">
                    <a:solidFill>
                      <a:schemeClr val="tx2">
                        <a:lumMod val="50000"/>
                      </a:schemeClr>
                    </a:solidFill>
                    <a:latin typeface="Cabin Medium" panose="00000600000000000000" pitchFamily="2" charset="0"/>
                    <a:ea typeface="黑体" panose="02010609060101010101" charset="-122"/>
                    <a:cs typeface="Times New Roman" panose="02020603050405020304" pitchFamily="18" charset="0"/>
                  </a:rPr>
                  <a:t>比值审敛法</a:t>
                </a:r>
                <a14:m>
                  <m:oMath xmlns:m="http://schemas.openxmlformats.org/officeDocument/2006/math">
                    <m:r>
                      <a:rPr lang="zh-CN" altLang="en-US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zh-CN" altLang="en-US" dirty="0">
                        <a:solidFill>
                          <a:schemeClr val="tx2">
                            <a:lumMod val="50000"/>
                          </a:schemeClr>
                        </a:solidFill>
                        <a:latin typeface="Cabin Medium" panose="00000600000000000000" pitchFamily="2" charset="0"/>
                        <a:ea typeface="黑体" panose="02010609060101010101" charset="-122"/>
                        <a:cs typeface="Times New Roman" panose="02020603050405020304" pitchFamily="18" charset="0"/>
                      </a:rPr>
                      <m:t>达朗贝尔判别法</m:t>
                    </m:r>
                    <m:r>
                      <a:rPr lang="en-US" altLang="zh-CN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altLang="zh-CN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7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925830" y="1388110"/>
                <a:ext cx="6856730" cy="448310"/>
              </a:xfrm>
              <a:prstGeom prst="rect">
                <a:avLst/>
              </a:prstGeom>
              <a:blipFill rotWithShape="1">
                <a:blip r:embed="rId27"/>
                <a:stretch>
                  <a:fillRect t="-467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463800" y="4249420"/>
          <a:ext cx="1769110" cy="1106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28" imgW="711200" imgH="444500" progId="Equation.DSMT4">
                  <p:embed/>
                </p:oleObj>
              </mc:Choice>
              <mc:Fallback>
                <p:oleObj name="" r:id="rId28" imgW="711200" imgH="444500" progId="Equation.DSMT4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463800" y="4249420"/>
                        <a:ext cx="1769110" cy="1106805"/>
                      </a:xfrm>
                      <a:prstGeom prst="rect">
                        <a:avLst/>
                      </a:prstGeom>
                      <a:solidFill>
                        <a:schemeClr val="tx2">
                          <a:lumMod val="5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3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959475" y="4132580"/>
          <a:ext cx="1678305" cy="1277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30" imgW="584200" imgH="444500" progId="Equation.DSMT4">
                  <p:embed/>
                </p:oleObj>
              </mc:Choice>
              <mc:Fallback>
                <p:oleObj name="" r:id="rId30" imgW="584200" imgH="444500" progId="Equation.DSMT4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5959475" y="4132580"/>
                        <a:ext cx="1678305" cy="127762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5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20" grpId="0"/>
      <p:bldP spid="21" grpId="0" bldLvl="0" animBg="1"/>
      <p:bldP spid="22" grpId="0"/>
      <p:bldP spid="23" grpId="0" bldLvl="0" animBg="1"/>
      <p:bldP spid="24" grpId="0"/>
      <p:bldP spid="25" grpId="0" bldLvl="0" animBg="1"/>
      <p:bldP spid="26" grpId="0"/>
      <p:bldP spid="27" grpId="0" bldLvl="0" animBg="1"/>
      <p:bldP spid="28" grpId="0"/>
      <p:bldP spid="29" grpId="0"/>
      <p:bldP spid="30" grpId="0"/>
      <p:bldP spid="31" grpId="0" bldLvl="0" animBg="1"/>
      <p:bldP spid="32" grpId="0" bldLvl="0" animBg="1"/>
      <p:bldP spid="33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Text Box 8"/>
          <p:cNvSpPr txBox="1">
            <a:spLocks noChangeArrowheads="1"/>
          </p:cNvSpPr>
          <p:nvPr/>
        </p:nvSpPr>
        <p:spPr bwMode="auto">
          <a:xfrm>
            <a:off x="1953527" y="2926577"/>
            <a:ext cx="13350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charset="-122"/>
                <a:cs typeface="+mn-cs"/>
              </a:rPr>
              <a:t>则级数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Object 9"/>
              <p:cNvSpPr txBox="1"/>
              <p:nvPr/>
            </p:nvSpPr>
            <p:spPr bwMode="auto">
              <a:xfrm>
                <a:off x="2839986" y="1898992"/>
                <a:ext cx="5340350" cy="6762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800" i="1" smtClean="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dPr>
                        <m:e>
                          <m:r>
                            <a:rPr kumimoji="1" lang="en-US" altLang="zh-CN" sz="2800" b="0" i="0" smtClean="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e>
                      </m:d>
                      <m:r>
                        <a:rPr kumimoji="1"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    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≥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+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  (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𝑛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1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, 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2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, ⋯);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77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39986" y="1898992"/>
                <a:ext cx="5340350" cy="676275"/>
              </a:xfrm>
              <a:prstGeom prst="rect">
                <a:avLst/>
              </a:prstGeom>
              <a:blipFill rotWithShape="1">
                <a:blip r:embed="rId1"/>
                <a:stretch>
                  <a:fillRect l="-5" t="-51" r="5" b="5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Object 10"/>
              <p:cNvSpPr txBox="1"/>
              <p:nvPr/>
            </p:nvSpPr>
            <p:spPr bwMode="auto">
              <a:xfrm>
                <a:off x="7955546" y="1840448"/>
                <a:ext cx="3508375" cy="7461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800" i="1" smtClean="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dPr>
                        <m:e>
                          <m:r>
                            <a:rPr kumimoji="1" lang="en-US" altLang="zh-CN" sz="2800" b="0" i="0" smtClean="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2</m:t>
                          </m:r>
                        </m:e>
                      </m:d>
                      <m:r>
                        <a:rPr kumimoji="1"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   </m:t>
                      </m:r>
                      <m:func>
                        <m:func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→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0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78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55546" y="1840448"/>
                <a:ext cx="3508375" cy="746125"/>
              </a:xfrm>
              <a:prstGeom prst="rect">
                <a:avLst/>
              </a:prstGeom>
              <a:blipFill rotWithShape="1">
                <a:blip r:embed="rId2"/>
                <a:stretch>
                  <a:fillRect l="-8" t="-29" r="8" b="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Object 11"/>
              <p:cNvSpPr txBox="1"/>
              <p:nvPr/>
            </p:nvSpPr>
            <p:spPr bwMode="auto">
              <a:xfrm>
                <a:off x="3085887" y="2533459"/>
                <a:ext cx="2600325" cy="14033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(−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smtClean="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−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1</m:t>
                              </m:r>
                            </m:sup>
                          </m:sSup>
                        </m:e>
                      </m:nary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79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85887" y="2533459"/>
                <a:ext cx="2600325" cy="1403350"/>
              </a:xfrm>
              <a:prstGeom prst="rect">
                <a:avLst/>
              </a:prstGeom>
              <a:blipFill rotWithShape="1">
                <a:blip r:embed="rId3"/>
                <a:stretch>
                  <a:fillRect l="-16" t="-32" r="16" b="3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 Box 12"/>
          <p:cNvSpPr txBox="1">
            <a:spLocks noChangeArrowheads="1"/>
          </p:cNvSpPr>
          <p:nvPr/>
        </p:nvSpPr>
        <p:spPr bwMode="auto">
          <a:xfrm>
            <a:off x="5536835" y="2936102"/>
            <a:ext cx="2743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charset="-122"/>
                <a:cs typeface="+mn-cs"/>
              </a:rPr>
              <a:t>收敛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charset="-122"/>
                <a:cs typeface="+mn-cs"/>
              </a:rPr>
              <a:t>.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Text Box 28"/>
              <p:cNvSpPr txBox="1">
                <a:spLocks noChangeArrowheads="1"/>
              </p:cNvSpPr>
              <p:nvPr/>
            </p:nvSpPr>
            <p:spPr bwMode="auto">
              <a:xfrm>
                <a:off x="1487805" y="1071245"/>
                <a:ext cx="4460240" cy="431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bIns="0">
                <a:spAutoFit/>
              </a:bodyPr>
              <a:lstStyle>
                <a:lvl1pPr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en-US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10.</a:t>
                </a:r>
                <a:r>
                  <a:rPr kumimoji="1" lang="en-US" altLang="zh-CN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zh-CN" altLang="en-US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bin Medium" panose="00000600000000000000" pitchFamily="2" charset="0"/>
                            <a:ea typeface="黑体" panose="02010609060101010101" charset="-122"/>
                          </a:rPr>
                          <m:t>莱布尼茨判别法</m:t>
                        </m:r>
                      </m:e>
                    </m:d>
                  </m:oMath>
                </a14:m>
                <a:endParaRPr lang="zh-CN" altLang="en-US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charset="0"/>
                  <a:ea typeface="黑体" panose="02010609060101010101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6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87805" y="1071245"/>
                <a:ext cx="4460240" cy="431800"/>
              </a:xfrm>
              <a:prstGeom prst="rect">
                <a:avLst/>
              </a:prstGeom>
              <a:blipFill rotWithShape="1">
                <a:blip r:embed="rId4"/>
                <a:stretch>
                  <a:fillRect t="-676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Text Box 28"/>
          <p:cNvSpPr txBox="1">
            <a:spLocks noChangeArrowheads="1"/>
          </p:cNvSpPr>
          <p:nvPr/>
        </p:nvSpPr>
        <p:spPr bwMode="auto">
          <a:xfrm>
            <a:off x="5124450" y="1076325"/>
            <a:ext cx="7281545" cy="430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bIns="0">
            <a:spAutoFit/>
          </a:bodyPr>
          <a:lstStyle>
            <a:lvl1pPr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vl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b="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charset="-122"/>
              </a:rPr>
              <a:t>若交错级数</a:t>
            </a:r>
            <a:r>
              <a:rPr lang="en-US" altLang="zh-CN" b="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charset="-122"/>
              </a:rPr>
              <a:t>                          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charset="-122"/>
                <a:cs typeface="+mn-cs"/>
              </a:rPr>
              <a:t>满足条件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charset="-122"/>
                <a:cs typeface="+mn-cs"/>
              </a:rPr>
              <a:t>:</a:t>
            </a:r>
            <a:endParaRPr lang="en-US" altLang="zh-CN" b="0" dirty="0">
              <a:solidFill>
                <a:srgbClr val="04926A"/>
              </a:solidFill>
              <a:latin typeface="Cabin Medium" panose="00000600000000000000" pitchFamily="2" charset="0"/>
              <a:ea typeface="黑体" panose="02010609060101010101" charset="-122"/>
            </a:endParaRPr>
          </a:p>
        </p:txBody>
      </p:sp>
      <p:sp>
        <p:nvSpPr>
          <p:cNvPr id="21507" name="标题 23553"/>
          <p:cNvSpPr>
            <a:spLocks noGrp="1"/>
          </p:cNvSpPr>
          <p:nvPr>
            <p:ph type="title"/>
          </p:nvPr>
        </p:nvSpPr>
        <p:spPr>
          <a:xfrm>
            <a:off x="1487805" y="3970655"/>
            <a:ext cx="8305800" cy="685800"/>
          </a:xfrm>
        </p:spPr>
        <p:txBody>
          <a:bodyPr anchor="ctr" anchorCtr="0"/>
          <a:p>
            <a:pPr algn="l"/>
            <a:r>
              <a:rPr lang="zh-CN" altLang="en-US" sz="2800">
                <a:solidFill>
                  <a:schemeClr val="tx1"/>
                </a:solidFill>
                <a:ea typeface="楷体_GB2312" pitchFamily="49" charset="-122"/>
              </a:rPr>
              <a:t>用</a:t>
            </a:r>
            <a:r>
              <a:rPr lang="en-US" altLang="zh-CN" sz="2800">
                <a:ea typeface="楷体_GB2312" pitchFamily="49" charset="-122"/>
              </a:rPr>
              <a:t>Leibnitz </a:t>
            </a:r>
            <a:r>
              <a:rPr lang="zh-CN" altLang="en-US" sz="2800" b="1" dirty="0">
                <a:ea typeface="楷体_GB2312" pitchFamily="49" charset="-122"/>
              </a:rPr>
              <a:t>判别法</a:t>
            </a: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判别下列级数的敛散性</a:t>
            </a:r>
            <a:r>
              <a:rPr lang="en-US" altLang="zh-CN" sz="2800">
                <a:solidFill>
                  <a:schemeClr val="tx1"/>
                </a:solidFill>
                <a:ea typeface="楷体_GB2312" pitchFamily="49" charset="-122"/>
              </a:rPr>
              <a:t>:</a:t>
            </a:r>
            <a:endParaRPr lang="en-US" altLang="zh-CN" sz="2800">
              <a:ea typeface="楷体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2233231" y="5313617"/>
                <a:ext cx="1654175" cy="12611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sz="2800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3231" y="5313617"/>
                <a:ext cx="1654175" cy="1261110"/>
              </a:xfrm>
              <a:prstGeom prst="rect">
                <a:avLst/>
              </a:prstGeom>
              <a:blipFill rotWithShape="1">
                <a:blip r:embed="rId5"/>
                <a:stretch>
                  <a:fillRect l="-35" t="-45" r="35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4813871" y="5384737"/>
                <a:ext cx="1654175" cy="12611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sz="280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3871" y="5384737"/>
                <a:ext cx="1654175" cy="1261110"/>
              </a:xfrm>
              <a:prstGeom prst="rect">
                <a:avLst/>
              </a:prstGeom>
              <a:blipFill rotWithShape="1">
                <a:blip r:embed="rId6"/>
                <a:stretch>
                  <a:fillRect l="-35" t="-45" r="35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23553"/>
          <p:cNvSpPr>
            <a:spLocks noGrp="1"/>
          </p:cNvSpPr>
          <p:nvPr/>
        </p:nvSpPr>
        <p:spPr>
          <a:xfrm>
            <a:off x="1614805" y="7373620"/>
            <a:ext cx="8305800" cy="6858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rmAutofit/>
          </a:bodyPr>
          <a:lstStyle>
            <a:lvl1pPr algn="l" defTabSz="129667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405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</a:defRPr>
            </a:lvl1pPr>
          </a:lstStyle>
          <a:p>
            <a:pPr algn="l"/>
            <a:r>
              <a:rPr lang="zh-CN" altLang="en-US" sz="2800">
                <a:solidFill>
                  <a:schemeClr val="tx1"/>
                </a:solidFill>
                <a:ea typeface="楷体_GB2312" pitchFamily="49" charset="-122"/>
              </a:rPr>
              <a:t>上述级数收敛是条件收敛还是绝对收敛</a:t>
            </a:r>
            <a:r>
              <a:rPr lang="en-US" altLang="zh-CN" sz="2800">
                <a:solidFill>
                  <a:schemeClr val="tx1"/>
                </a:solidFill>
                <a:ea typeface="楷体_GB2312" pitchFamily="49" charset="-122"/>
              </a:rPr>
              <a:t>?</a:t>
            </a:r>
            <a:endParaRPr lang="en-US" altLang="zh-CN" sz="2800">
              <a:solidFill>
                <a:schemeClr val="tx1"/>
              </a:solidFill>
              <a:ea typeface="楷体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11"/>
              <p:cNvSpPr txBox="1"/>
              <p:nvPr/>
            </p:nvSpPr>
            <p:spPr bwMode="auto">
              <a:xfrm>
                <a:off x="6993255" y="589915"/>
                <a:ext cx="4076065" cy="14033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(−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smtClean="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−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1</m:t>
                              </m:r>
                            </m:sup>
                          </m:sSup>
                        </m:e>
                      </m:nary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</m:sub>
                      </m:sSub>
                      <m:r>
                        <a:rPr kumimoji="1" lang="en-US" altLang="zh-CN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</m:sub>
                      </m:sSub>
                      <m:r>
                        <a:rPr kumimoji="1" lang="en-US" altLang="zh-CN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  <a:cs typeface="Cambria Math" panose="02040503050406030204" charset="0"/>
                        </a:rPr>
                        <m:t>≥</m:t>
                      </m:r>
                      <m:r>
                        <a:rPr kumimoji="1" lang="en-US" altLang="zh-CN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  <a:cs typeface="Cambria Math" panose="02040503050406030204" charset="0"/>
                        </a:rPr>
                        <m:t>0</m:t>
                      </m:r>
                      <m:r>
                        <a:rPr kumimoji="1" lang="en-US" altLang="zh-CN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4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93255" y="589915"/>
                <a:ext cx="4076065" cy="140335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/>
      <p:bldP spid="2" grpId="0"/>
      <p:bldP spid="3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>
            <p:custDataLst>
              <p:tags r:id="rId1"/>
            </p:custDataLst>
          </p:nvPr>
        </p:nvSpPr>
        <p:spPr>
          <a:xfrm>
            <a:off x="8601075" y="2806065"/>
            <a:ext cx="2595245" cy="1862455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 fontScale="80000"/>
          </a:bodyPr>
          <a:lstStyle/>
          <a:p>
            <a:pPr algn="ctr"/>
            <a:r>
              <a:rPr lang="en-US" altLang="zh-CN" sz="115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02.2</a:t>
            </a:r>
            <a:endParaRPr lang="zh-CN" altLang="en-US" sz="115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7767842" y="4140433"/>
            <a:ext cx="962799" cy="36937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altLang="zh-CN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544542" y="5069274"/>
            <a:ext cx="6338595" cy="579815"/>
          </a:xfrm>
        </p:spPr>
        <p:txBody>
          <a:bodyPr>
            <a:noAutofit/>
          </a:bodyPr>
          <a:lstStyle/>
          <a:p>
            <a:r>
              <a:rPr sz="4400" b="1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复   数   项   级   数</a:t>
            </a:r>
            <a:endParaRPr sz="4400" b="1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1406" y="786608"/>
            <a:ext cx="43224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、复数项级数的相关定义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" name="文本框 2"/>
          <p:cNvSpPr txBox="1"/>
          <p:nvPr/>
        </p:nvSpPr>
        <p:spPr>
          <a:xfrm>
            <a:off x="1283052" y="1368837"/>
            <a:ext cx="1960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给定复数列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60460" name="Object 44"/>
          <p:cNvGraphicFramePr>
            <a:graphicFrameLocks noChangeAspect="1"/>
          </p:cNvGraphicFramePr>
          <p:nvPr/>
        </p:nvGraphicFramePr>
        <p:xfrm>
          <a:off x="3244069" y="1362138"/>
          <a:ext cx="83502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9" name="Equation" r:id="rId1" imgW="7924800" imgH="5486400" progId="Equation.DSMT4">
                  <p:embed/>
                </p:oleObj>
              </mc:Choice>
              <mc:Fallback>
                <p:oleObj name="Equation" r:id="rId1" imgW="7924800" imgH="5486400" progId="Equation.DSMT4">
                  <p:embed/>
                  <p:pic>
                    <p:nvPicPr>
                      <p:cNvPr id="0" name="图片 2252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44069" y="1362138"/>
                        <a:ext cx="835025" cy="552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/>
          <p:cNvGrpSpPr/>
          <p:nvPr/>
        </p:nvGrpSpPr>
        <p:grpSpPr>
          <a:xfrm>
            <a:off x="4247515" y="1338580"/>
            <a:ext cx="6990080" cy="552450"/>
            <a:chOff x="6689" y="2108"/>
            <a:chExt cx="11008" cy="870"/>
          </a:xfrm>
        </p:grpSpPr>
        <p:sp>
          <p:nvSpPr>
            <p:cNvPr id="4" name="文本框 2"/>
            <p:cNvSpPr txBox="1"/>
            <p:nvPr/>
          </p:nvSpPr>
          <p:spPr>
            <a:xfrm>
              <a:off x="6689" y="2124"/>
              <a:ext cx="1100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                             称为</a:t>
              </a:r>
              <a:r>
                <a:rPr lang="zh-CN" altLang="en-US" sz="2800" b="1" i="1" u="sng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复数项级数</a:t>
              </a:r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，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68623" name="Object 15"/>
            <p:cNvGraphicFramePr>
              <a:graphicFrameLocks noChangeAspect="1"/>
            </p:cNvGraphicFramePr>
            <p:nvPr/>
          </p:nvGraphicFramePr>
          <p:xfrm>
            <a:off x="7557" y="2108"/>
            <a:ext cx="4858" cy="8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30" name="Equation" r:id="rId3" imgW="29260800" imgH="5486400" progId="Equation.DSMT4">
                    <p:embed/>
                  </p:oleObj>
                </mc:Choice>
                <mc:Fallback>
                  <p:oleObj name="Equation" r:id="rId3" imgW="29260800" imgH="5486400" progId="Equation.DSMT4">
                    <p:embed/>
                    <p:pic>
                      <p:nvPicPr>
                        <p:cNvPr id="0" name="图片 2252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557" y="2108"/>
                          <a:ext cx="4858" cy="87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文本框 2"/>
          <p:cNvSpPr txBox="1"/>
          <p:nvPr/>
        </p:nvSpPr>
        <p:spPr>
          <a:xfrm>
            <a:off x="933673" y="2197692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记作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69640" name="Object 8"/>
          <p:cNvGraphicFramePr>
            <a:graphicFrameLocks noChangeAspect="1"/>
          </p:cNvGraphicFramePr>
          <p:nvPr/>
        </p:nvGraphicFramePr>
        <p:xfrm>
          <a:off x="3509010" y="2188153"/>
          <a:ext cx="32131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1" name="Equation" r:id="rId5" imgW="30480000" imgH="5486400" progId="Equation.DSMT4">
                  <p:embed/>
                </p:oleObj>
              </mc:Choice>
              <mc:Fallback>
                <p:oleObj name="Equation" r:id="rId5" imgW="30480000" imgH="5486400" progId="Equation.DSMT4">
                  <p:embed/>
                  <p:pic>
                    <p:nvPicPr>
                      <p:cNvPr id="0" name="图片 2253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09010" y="2188153"/>
                        <a:ext cx="3213100" cy="552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1" name="Object 9"/>
          <p:cNvGraphicFramePr>
            <a:graphicFrameLocks noChangeAspect="1"/>
          </p:cNvGraphicFramePr>
          <p:nvPr/>
        </p:nvGraphicFramePr>
        <p:xfrm>
          <a:off x="2288185" y="1925996"/>
          <a:ext cx="1220788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2" name="Equation" r:id="rId7" imgW="11582400" imgH="10363200" progId="Equation.DSMT4">
                  <p:embed/>
                </p:oleObj>
              </mc:Choice>
              <mc:Fallback>
                <p:oleObj name="Equation" r:id="rId7" imgW="11582400" imgH="10363200" progId="Equation.DSMT4">
                  <p:embed/>
                  <p:pic>
                    <p:nvPicPr>
                      <p:cNvPr id="0" name="图片 2253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88185" y="1925996"/>
                        <a:ext cx="1220788" cy="10429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2"/>
          <p:cNvSpPr txBox="1"/>
          <p:nvPr/>
        </p:nvSpPr>
        <p:spPr>
          <a:xfrm>
            <a:off x="690704" y="1345834"/>
            <a:ext cx="6165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dirty="0">
                <a:latin typeface="华文中宋" panose="02010600040101010101" charset="-122"/>
                <a:ea typeface="华文中宋" panose="02010600040101010101" charset="-122"/>
              </a:rPr>
              <a:t>(1)</a:t>
            </a:r>
            <a:endParaRPr lang="en-US" altLang="zh-CN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文本框 2"/>
          <p:cNvSpPr txBox="1"/>
          <p:nvPr/>
        </p:nvSpPr>
        <p:spPr>
          <a:xfrm>
            <a:off x="1932715" y="4570039"/>
            <a:ext cx="7294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一</a:t>
            </a:r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个复数项级数对应着两个实数项无穷级数。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7" name="文本框 2"/>
          <p:cNvSpPr txBox="1"/>
          <p:nvPr/>
        </p:nvSpPr>
        <p:spPr>
          <a:xfrm>
            <a:off x="992081" y="5383667"/>
            <a:ext cx="8953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</a:rPr>
              <a:t>例，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69657" name="Object 25"/>
          <p:cNvGraphicFramePr>
            <a:graphicFrameLocks noChangeAspect="1"/>
          </p:cNvGraphicFramePr>
          <p:nvPr/>
        </p:nvGraphicFramePr>
        <p:xfrm>
          <a:off x="1999303" y="5258756"/>
          <a:ext cx="2022475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3" name="Equation" r:id="rId9" imgW="19202400" imgH="10363200" progId="Equation.DSMT4">
                  <p:embed/>
                </p:oleObj>
              </mc:Choice>
              <mc:Fallback>
                <p:oleObj name="Equation" r:id="rId9" imgW="19202400" imgH="10363200" progId="Equation.DSMT4">
                  <p:embed/>
                  <p:pic>
                    <p:nvPicPr>
                      <p:cNvPr id="0" name="图片 2253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99303" y="5258756"/>
                        <a:ext cx="2022475" cy="10429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右箭头 7"/>
          <p:cNvSpPr/>
          <p:nvPr/>
        </p:nvSpPr>
        <p:spPr>
          <a:xfrm>
            <a:off x="4498448" y="5662488"/>
            <a:ext cx="707366" cy="3105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69660" name="Object 28"/>
          <p:cNvGraphicFramePr>
            <a:graphicFrameLocks noChangeAspect="1"/>
          </p:cNvGraphicFramePr>
          <p:nvPr/>
        </p:nvGraphicFramePr>
        <p:xfrm>
          <a:off x="5337731" y="5337173"/>
          <a:ext cx="835025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5" name="Equation" r:id="rId11" imgW="7924800" imgH="10363200" progId="Equation.DSMT4">
                  <p:embed/>
                </p:oleObj>
              </mc:Choice>
              <mc:Fallback>
                <p:oleObj name="Equation" r:id="rId11" imgW="7924800" imgH="10363200" progId="Equation.DSMT4">
                  <p:embed/>
                  <p:pic>
                    <p:nvPicPr>
                      <p:cNvPr id="0" name="图片 22534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37731" y="5337173"/>
                        <a:ext cx="835025" cy="10429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61" name="Object 29"/>
          <p:cNvGraphicFramePr>
            <a:graphicFrameLocks noChangeAspect="1"/>
          </p:cNvGraphicFramePr>
          <p:nvPr/>
        </p:nvGraphicFramePr>
        <p:xfrm>
          <a:off x="6756982" y="5371259"/>
          <a:ext cx="995362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6" name="Equation" r:id="rId13" imgW="9448800" imgH="10363200" progId="Equation.DSMT4">
                  <p:embed/>
                </p:oleObj>
              </mc:Choice>
              <mc:Fallback>
                <p:oleObj name="Equation" r:id="rId13" imgW="9448800" imgH="10363200" progId="Equation.DSMT4">
                  <p:embed/>
                  <p:pic>
                    <p:nvPicPr>
                      <p:cNvPr id="0" name="图片 22535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756982" y="5371259"/>
                        <a:ext cx="995362" cy="10429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1379194" y="3041927"/>
          <a:ext cx="549545" cy="7271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9" name="Equation" r:id="rId15" imgW="3962400" imgH="5486400" progId="Equation.DSMT4">
                  <p:embed/>
                </p:oleObj>
              </mc:Choice>
              <mc:Fallback>
                <p:oleObj name="Equation" r:id="rId15" imgW="3962400" imgH="5486400" progId="Equation.DSMT4">
                  <p:embed/>
                  <p:pic>
                    <p:nvPicPr>
                      <p:cNvPr id="0" name="图片 22538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379194" y="3041927"/>
                        <a:ext cx="549545" cy="72715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2"/>
          <p:cNvSpPr txBox="1"/>
          <p:nvPr/>
        </p:nvSpPr>
        <p:spPr>
          <a:xfrm>
            <a:off x="690704" y="3084787"/>
            <a:ext cx="6165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dirty="0">
                <a:latin typeface="华文中宋" panose="02010600040101010101" charset="-122"/>
                <a:ea typeface="华文中宋" panose="02010600040101010101" charset="-122"/>
              </a:rPr>
              <a:t>(2)</a:t>
            </a:r>
            <a:endParaRPr lang="en-US" altLang="zh-CN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847850" y="2945765"/>
            <a:ext cx="3469640" cy="1042670"/>
            <a:chOff x="2656" y="11909"/>
            <a:chExt cx="5464" cy="1642"/>
          </a:xfrm>
        </p:grpSpPr>
        <p:sp>
          <p:nvSpPr>
            <p:cNvPr id="11" name="文本框 2"/>
            <p:cNvSpPr txBox="1"/>
            <p:nvPr/>
          </p:nvSpPr>
          <p:spPr>
            <a:xfrm>
              <a:off x="2656" y="12091"/>
              <a:ext cx="5464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称为       的</a:t>
              </a:r>
              <a:r>
                <a:rPr lang="zh-CN" altLang="en-US" sz="2800" b="1" i="1" u="sng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一般项</a:t>
              </a:r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；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69665" name="Object 33"/>
            <p:cNvGraphicFramePr>
              <a:graphicFrameLocks noChangeAspect="1"/>
            </p:cNvGraphicFramePr>
            <p:nvPr/>
          </p:nvGraphicFramePr>
          <p:xfrm>
            <a:off x="4108" y="11909"/>
            <a:ext cx="1418" cy="16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40" name="Equation" r:id="rId17" imgW="8534400" imgH="10363200" progId="Equation.DSMT4">
                    <p:embed/>
                  </p:oleObj>
                </mc:Choice>
                <mc:Fallback>
                  <p:oleObj name="Equation" r:id="rId17" imgW="8534400" imgH="10363200" progId="Equation.DSMT4">
                    <p:embed/>
                    <p:pic>
                      <p:nvPicPr>
                        <p:cNvPr id="0" name="图片 2253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108" y="11909"/>
                          <a:ext cx="1418" cy="164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七角星 13"/>
          <p:cNvSpPr/>
          <p:nvPr/>
        </p:nvSpPr>
        <p:spPr>
          <a:xfrm>
            <a:off x="756225" y="4344981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78958" name="Object 110"/>
          <p:cNvGraphicFramePr>
            <a:graphicFrameLocks noChangeAspect="1"/>
          </p:cNvGraphicFramePr>
          <p:nvPr/>
        </p:nvGraphicFramePr>
        <p:xfrm>
          <a:off x="1670689" y="6751319"/>
          <a:ext cx="930275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" name="Equation" r:id="rId19" imgW="8839200" imgH="10668000" progId="Equation.DSMT4">
                  <p:embed/>
                </p:oleObj>
              </mc:Choice>
              <mc:Fallback>
                <p:oleObj name="Equation" r:id="rId19" imgW="8839200" imgH="10668000" progId="Equation.DSMT4">
                  <p:embed/>
                  <p:pic>
                    <p:nvPicPr>
                      <p:cNvPr id="0" name="图片 22540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670689" y="6751319"/>
                        <a:ext cx="930275" cy="1074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右箭头 15"/>
          <p:cNvSpPr/>
          <p:nvPr/>
        </p:nvSpPr>
        <p:spPr>
          <a:xfrm>
            <a:off x="4508297" y="7274539"/>
            <a:ext cx="707366" cy="3105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78959" name="Object 111"/>
          <p:cNvGraphicFramePr>
            <a:graphicFrameLocks noChangeAspect="1"/>
          </p:cNvGraphicFramePr>
          <p:nvPr/>
        </p:nvGraphicFramePr>
        <p:xfrm>
          <a:off x="5313999" y="6948170"/>
          <a:ext cx="1443037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2" name="Equation" r:id="rId21" imgW="13716000" imgH="10668000" progId="Equation.DSMT4">
                  <p:embed/>
                </p:oleObj>
              </mc:Choice>
              <mc:Fallback>
                <p:oleObj name="Equation" r:id="rId21" imgW="13716000" imgH="10668000" progId="Equation.DSMT4">
                  <p:embed/>
                  <p:pic>
                    <p:nvPicPr>
                      <p:cNvPr id="0" name="图片 22541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313999" y="6948170"/>
                        <a:ext cx="1443037" cy="1074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960" name="Object 112"/>
          <p:cNvGraphicFramePr>
            <a:graphicFrameLocks noChangeAspect="1"/>
          </p:cNvGraphicFramePr>
          <p:nvPr/>
        </p:nvGraphicFramePr>
        <p:xfrm>
          <a:off x="7007864" y="6916420"/>
          <a:ext cx="1763713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3" name="Equation" r:id="rId23" imgW="16764000" imgH="10668000" progId="Equation.DSMT4">
                  <p:embed/>
                </p:oleObj>
              </mc:Choice>
              <mc:Fallback>
                <p:oleObj name="Equation" r:id="rId23" imgW="16764000" imgH="10668000" progId="Equation.DSMT4">
                  <p:embed/>
                  <p:pic>
                    <p:nvPicPr>
                      <p:cNvPr id="0" name="图片 22542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007864" y="6916420"/>
                        <a:ext cx="1763713" cy="1074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肘形连接符 18"/>
          <p:cNvCxnSpPr/>
          <p:nvPr/>
        </p:nvCxnSpPr>
        <p:spPr>
          <a:xfrm rot="16200000">
            <a:off x="5436870" y="3764280"/>
            <a:ext cx="8947785" cy="2052320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Object 110"/>
          <p:cNvGraphicFramePr>
            <a:graphicFrameLocks noChangeAspect="1"/>
          </p:cNvGraphicFramePr>
          <p:nvPr/>
        </p:nvGraphicFramePr>
        <p:xfrm>
          <a:off x="9206869" y="4897754"/>
          <a:ext cx="930275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Equation" r:id="rId25" imgW="8839200" imgH="10668000" progId="Equation.DSMT4">
                  <p:embed/>
                </p:oleObj>
              </mc:Choice>
              <mc:Fallback>
                <p:oleObj name="Equation" r:id="rId25" imgW="8839200" imgH="10668000" progId="Equation.DSMT4">
                  <p:embed/>
                  <p:pic>
                    <p:nvPicPr>
                      <p:cNvPr id="0" name="图片 22540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206869" y="4897754"/>
                        <a:ext cx="930275" cy="1074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Object 110"/>
          <p:cNvGraphicFramePr>
            <a:graphicFrameLocks noChangeAspect="1"/>
          </p:cNvGraphicFramePr>
          <p:nvPr/>
        </p:nvGraphicFramePr>
        <p:xfrm>
          <a:off x="10137140" y="4897755"/>
          <a:ext cx="3309620" cy="1141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" name="Equation" r:id="rId26" imgW="1219200" imgH="444500" progId="Equation.DSMT4">
                  <p:embed/>
                </p:oleObj>
              </mc:Choice>
              <mc:Fallback>
                <p:oleObj name="Equation" r:id="rId26" imgW="1219200" imgH="444500" progId="Equation.DSMT4">
                  <p:embed/>
                  <p:pic>
                    <p:nvPicPr>
                      <p:cNvPr id="0" name="图片 22540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0137140" y="4897755"/>
                        <a:ext cx="3309620" cy="11410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Object 110"/>
          <p:cNvGraphicFramePr>
            <a:graphicFrameLocks noChangeAspect="1"/>
          </p:cNvGraphicFramePr>
          <p:nvPr/>
        </p:nvGraphicFramePr>
        <p:xfrm>
          <a:off x="10157778" y="5972810"/>
          <a:ext cx="3413125" cy="1141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" name="Equation" r:id="rId28" imgW="1257300" imgH="444500" progId="Equation.DSMT4">
                  <p:embed/>
                </p:oleObj>
              </mc:Choice>
              <mc:Fallback>
                <p:oleObj name="Equation" r:id="rId28" imgW="1257300" imgH="444500" progId="Equation.DSMT4">
                  <p:embed/>
                  <p:pic>
                    <p:nvPicPr>
                      <p:cNvPr id="0" name="图片 22540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0157778" y="5972810"/>
                        <a:ext cx="3413125" cy="11410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Object 110"/>
          <p:cNvGraphicFramePr>
            <a:graphicFrameLocks noChangeAspect="1"/>
          </p:cNvGraphicFramePr>
          <p:nvPr/>
        </p:nvGraphicFramePr>
        <p:xfrm>
          <a:off x="10157778" y="7083425"/>
          <a:ext cx="3861435" cy="1141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" name="Equation" r:id="rId30" imgW="1422400" imgH="444500" progId="Equation.DSMT4">
                  <p:embed/>
                </p:oleObj>
              </mc:Choice>
              <mc:Fallback>
                <p:oleObj name="Equation" r:id="rId30" imgW="1422400" imgH="444500" progId="Equation.DSMT4">
                  <p:embed/>
                  <p:pic>
                    <p:nvPicPr>
                      <p:cNvPr id="0" name="图片 22540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0157778" y="7083425"/>
                        <a:ext cx="3861435" cy="11410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0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9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8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9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9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78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78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12" grpId="0"/>
      <p:bldP spid="14" grpId="0" bldLvl="0" animBg="1"/>
      <p:bldP spid="6" grpId="0"/>
      <p:bldP spid="7" grpId="0"/>
      <p:bldP spid="8" grpId="0" bldLvl="0" animBg="1"/>
      <p:bldP spid="16" grpId="0" bldLvl="0" animBg="1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形标注 5"/>
          <p:cNvSpPr/>
          <p:nvPr/>
        </p:nvSpPr>
        <p:spPr>
          <a:xfrm>
            <a:off x="8318500" y="5031105"/>
            <a:ext cx="581660" cy="374650"/>
          </a:xfrm>
          <a:prstGeom prst="wedgeEllipseCallout">
            <a:avLst>
              <a:gd name="adj1" fmla="val 150436"/>
              <a:gd name="adj2" fmla="val 26111"/>
            </a:avLst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椭圆形标注 2"/>
          <p:cNvSpPr/>
          <p:nvPr/>
        </p:nvSpPr>
        <p:spPr>
          <a:xfrm>
            <a:off x="8141970" y="4498340"/>
            <a:ext cx="457200" cy="332105"/>
          </a:xfrm>
          <a:prstGeom prst="wedgeEllipseCallout">
            <a:avLst>
              <a:gd name="adj1" fmla="val 138194"/>
              <a:gd name="adj2" fmla="val -100095"/>
            </a:avLst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2" name="Object 19"/>
          <p:cNvGraphicFramePr>
            <a:graphicFrameLocks noChangeAspect="1"/>
          </p:cNvGraphicFramePr>
          <p:nvPr/>
        </p:nvGraphicFramePr>
        <p:xfrm>
          <a:off x="7917180" y="4452620"/>
          <a:ext cx="958850" cy="974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Equation" r:id="rId1" imgW="368300" imgH="393700" progId="Equation.DSMT4">
                  <p:embed/>
                </p:oleObj>
              </mc:Choice>
              <mc:Fallback>
                <p:oleObj name="Equation" r:id="rId1" imgW="368300" imgH="393700" progId="Equation.DSMT4">
                  <p:embed/>
                  <p:pic>
                    <p:nvPicPr>
                      <p:cNvPr id="0" name="图片 2356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917180" y="4452620"/>
                        <a:ext cx="958850" cy="9740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4" name="Object 12"/>
          <p:cNvGraphicFramePr>
            <a:graphicFrameLocks noChangeAspect="1"/>
          </p:cNvGraphicFramePr>
          <p:nvPr/>
        </p:nvGraphicFramePr>
        <p:xfrm>
          <a:off x="3003812" y="1346187"/>
          <a:ext cx="237648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3" name="Equation" r:id="rId3" imgW="22555200" imgH="5486400" progId="Equation.DSMT4">
                  <p:embed/>
                </p:oleObj>
              </mc:Choice>
              <mc:Fallback>
                <p:oleObj name="Equation" r:id="rId3" imgW="22555200" imgH="5486400" progId="Equation.DSMT4">
                  <p:embed/>
                  <p:pic>
                    <p:nvPicPr>
                      <p:cNvPr id="0" name="图片 2355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03812" y="1346187"/>
                        <a:ext cx="2376487" cy="552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"/>
          <p:cNvSpPr txBox="1"/>
          <p:nvPr/>
        </p:nvSpPr>
        <p:spPr>
          <a:xfrm>
            <a:off x="1528355" y="1302982"/>
            <a:ext cx="6165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dirty="0">
                <a:latin typeface="华文中宋" panose="02010600040101010101" charset="-122"/>
                <a:ea typeface="华文中宋" panose="02010600040101010101" charset="-122"/>
              </a:rPr>
              <a:t>(3)</a:t>
            </a:r>
            <a:endParaRPr lang="en-US" altLang="zh-CN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430520" y="1066800"/>
            <a:ext cx="3469640" cy="1042670"/>
            <a:chOff x="8056" y="400"/>
            <a:chExt cx="5464" cy="1642"/>
          </a:xfrm>
        </p:grpSpPr>
        <p:sp>
          <p:nvSpPr>
            <p:cNvPr id="28" name="文本框 2"/>
            <p:cNvSpPr txBox="1"/>
            <p:nvPr/>
          </p:nvSpPr>
          <p:spPr>
            <a:xfrm>
              <a:off x="8056" y="831"/>
              <a:ext cx="5464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称为       的</a:t>
              </a:r>
              <a:r>
                <a:rPr lang="zh-CN" altLang="en-US" sz="2800" b="1" i="1" u="sng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部分和</a:t>
              </a:r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；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69645" name="Object 13"/>
            <p:cNvGraphicFramePr>
              <a:graphicFrameLocks noChangeAspect="1"/>
            </p:cNvGraphicFramePr>
            <p:nvPr/>
          </p:nvGraphicFramePr>
          <p:xfrm>
            <a:off x="9328" y="400"/>
            <a:ext cx="1418" cy="16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4" name="Equation" r:id="rId5" imgW="8534400" imgH="10363200" progId="Equation.DSMT4">
                    <p:embed/>
                  </p:oleObj>
                </mc:Choice>
                <mc:Fallback>
                  <p:oleObj name="Equation" r:id="rId5" imgW="8534400" imgH="10363200" progId="Equation.DSMT4">
                    <p:embed/>
                    <p:pic>
                      <p:nvPicPr>
                        <p:cNvPr id="0" name="图片 2355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328" y="400"/>
                          <a:ext cx="1418" cy="164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9646" name="Object 14"/>
          <p:cNvGraphicFramePr>
            <a:graphicFrameLocks noChangeAspect="1"/>
          </p:cNvGraphicFramePr>
          <p:nvPr/>
        </p:nvGraphicFramePr>
        <p:xfrm>
          <a:off x="2142960" y="1371139"/>
          <a:ext cx="80327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5" name="Equation" r:id="rId7" imgW="7620000" imgH="5486400" progId="Equation.DSMT4">
                  <p:embed/>
                </p:oleObj>
              </mc:Choice>
              <mc:Fallback>
                <p:oleObj name="Equation" r:id="rId7" imgW="7620000" imgH="5486400" progId="Equation.DSMT4">
                  <p:embed/>
                  <p:pic>
                    <p:nvPicPr>
                      <p:cNvPr id="0" name="图片 2355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42960" y="1371139"/>
                        <a:ext cx="803275" cy="552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7" name="Object 15"/>
          <p:cNvGraphicFramePr>
            <a:graphicFrameLocks noChangeAspect="1"/>
          </p:cNvGraphicFramePr>
          <p:nvPr/>
        </p:nvGraphicFramePr>
        <p:xfrm>
          <a:off x="2436295" y="1967086"/>
          <a:ext cx="97155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6" name="Equation" r:id="rId9" imgW="7010400" imgH="5486400" progId="Equation.DSMT4">
                  <p:embed/>
                </p:oleObj>
              </mc:Choice>
              <mc:Fallback>
                <p:oleObj name="Equation" r:id="rId9" imgW="7010400" imgH="5486400" progId="Equation.DSMT4">
                  <p:embed/>
                  <p:pic>
                    <p:nvPicPr>
                      <p:cNvPr id="0" name="图片 23555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36295" y="1967086"/>
                        <a:ext cx="971550" cy="727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8" name="Object 16"/>
          <p:cNvGraphicFramePr>
            <a:graphicFrameLocks noChangeAspect="1"/>
          </p:cNvGraphicFramePr>
          <p:nvPr/>
        </p:nvGraphicFramePr>
        <p:xfrm>
          <a:off x="3386249" y="2084139"/>
          <a:ext cx="1382712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" name="Equation" r:id="rId11" imgW="13106400" imgH="5486400" progId="Equation.DSMT4">
                  <p:embed/>
                </p:oleObj>
              </mc:Choice>
              <mc:Fallback>
                <p:oleObj name="Equation" r:id="rId11" imgW="13106400" imgH="5486400" progId="Equation.DSMT4">
                  <p:embed/>
                  <p:pic>
                    <p:nvPicPr>
                      <p:cNvPr id="0" name="图片 2355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86249" y="2084139"/>
                        <a:ext cx="1382712" cy="552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"/>
          <p:cNvSpPr txBox="1"/>
          <p:nvPr/>
        </p:nvSpPr>
        <p:spPr>
          <a:xfrm>
            <a:off x="1168716" y="2874005"/>
            <a:ext cx="6165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dirty="0">
                <a:latin typeface="华文中宋" panose="02010600040101010101" charset="-122"/>
                <a:ea typeface="华文中宋" panose="02010600040101010101" charset="-122"/>
              </a:rPr>
              <a:t>(4)</a:t>
            </a:r>
            <a:endParaRPr lang="en-US" altLang="zh-CN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0" name="文本框 2"/>
          <p:cNvSpPr txBox="1"/>
          <p:nvPr/>
        </p:nvSpPr>
        <p:spPr>
          <a:xfrm>
            <a:off x="1844465" y="2894134"/>
            <a:ext cx="538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若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32" name="Object 14"/>
          <p:cNvGraphicFramePr>
            <a:graphicFrameLocks noChangeAspect="1"/>
          </p:cNvGraphicFramePr>
          <p:nvPr/>
        </p:nvGraphicFramePr>
        <p:xfrm>
          <a:off x="2382889" y="2869008"/>
          <a:ext cx="1765300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8" name="Equation" r:id="rId13" imgW="16764000" imgH="6705600" progId="Equation.DSMT4">
                  <p:embed/>
                </p:oleObj>
              </mc:Choice>
              <mc:Fallback>
                <p:oleObj name="Equation" r:id="rId13" imgW="16764000" imgH="6705600" progId="Equation.DSMT4">
                  <p:embed/>
                  <p:pic>
                    <p:nvPicPr>
                      <p:cNvPr id="0" name="图片 23557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82889" y="2869008"/>
                        <a:ext cx="1765300" cy="6746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4191000" y="2583180"/>
            <a:ext cx="2401570" cy="1042670"/>
            <a:chOff x="6104" y="2788"/>
            <a:chExt cx="3782" cy="1642"/>
          </a:xfrm>
        </p:grpSpPr>
        <p:sp>
          <p:nvSpPr>
            <p:cNvPr id="33" name="文本框 2"/>
            <p:cNvSpPr txBox="1"/>
            <p:nvPr/>
          </p:nvSpPr>
          <p:spPr>
            <a:xfrm>
              <a:off x="6104" y="3199"/>
              <a:ext cx="3783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称       </a:t>
              </a:r>
              <a:r>
                <a:rPr lang="zh-CN" altLang="en-US" sz="2800" b="1" i="1" u="sng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收敛</a:t>
              </a:r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于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69652" name="Object 20"/>
            <p:cNvGraphicFramePr>
              <a:graphicFrameLocks noChangeAspect="1"/>
            </p:cNvGraphicFramePr>
            <p:nvPr/>
          </p:nvGraphicFramePr>
          <p:xfrm>
            <a:off x="6638" y="2788"/>
            <a:ext cx="1418" cy="16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9" name="Equation" r:id="rId15" imgW="8534400" imgH="10363200" progId="Equation.DSMT4">
                    <p:embed/>
                  </p:oleObj>
                </mc:Choice>
                <mc:Fallback>
                  <p:oleObj name="Equation" r:id="rId15" imgW="8534400" imgH="10363200" progId="Equation.DSMT4">
                    <p:embed/>
                    <p:pic>
                      <p:nvPicPr>
                        <p:cNvPr id="0" name="图片 2355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638" y="2788"/>
                          <a:ext cx="1418" cy="164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9653" name="Object 21"/>
          <p:cNvGraphicFramePr>
            <a:graphicFrameLocks noChangeAspect="1"/>
          </p:cNvGraphicFramePr>
          <p:nvPr/>
        </p:nvGraphicFramePr>
        <p:xfrm>
          <a:off x="6481046" y="2874305"/>
          <a:ext cx="449263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0" name="Equation" r:id="rId16" imgW="4267200" imgH="4876800" progId="Equation.DSMT4">
                  <p:embed/>
                </p:oleObj>
              </mc:Choice>
              <mc:Fallback>
                <p:oleObj name="Equation" r:id="rId16" imgW="4267200" imgH="4876800" progId="Equation.DSMT4">
                  <p:embed/>
                  <p:pic>
                    <p:nvPicPr>
                      <p:cNvPr id="0" name="图片 23559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481046" y="2874305"/>
                        <a:ext cx="449263" cy="490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6880225" y="2583815"/>
            <a:ext cx="3105150" cy="1042670"/>
            <a:chOff x="10339" y="2789"/>
            <a:chExt cx="4890" cy="1642"/>
          </a:xfrm>
        </p:grpSpPr>
        <p:sp>
          <p:nvSpPr>
            <p:cNvPr id="31" name="文本框 2"/>
            <p:cNvSpPr txBox="1"/>
            <p:nvPr/>
          </p:nvSpPr>
          <p:spPr>
            <a:xfrm>
              <a:off x="10339" y="3199"/>
              <a:ext cx="4891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2800" i="1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S </a:t>
              </a:r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称为       的</a:t>
              </a:r>
              <a:r>
                <a:rPr lang="zh-CN" altLang="en-US" sz="2800" b="1" i="1" u="sng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和</a:t>
              </a:r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，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69654" name="Object 22"/>
            <p:cNvGraphicFramePr>
              <a:graphicFrameLocks noChangeAspect="1"/>
            </p:cNvGraphicFramePr>
            <p:nvPr/>
          </p:nvGraphicFramePr>
          <p:xfrm>
            <a:off x="11977" y="2789"/>
            <a:ext cx="1418" cy="16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61" name="Equation" r:id="rId18" imgW="8534400" imgH="10363200" progId="Equation.DSMT4">
                    <p:embed/>
                  </p:oleObj>
                </mc:Choice>
                <mc:Fallback>
                  <p:oleObj name="Equation" r:id="rId18" imgW="8534400" imgH="10363200" progId="Equation.DSMT4">
                    <p:embed/>
                    <p:pic>
                      <p:nvPicPr>
                        <p:cNvPr id="0" name="图片 2356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977" y="2789"/>
                          <a:ext cx="1418" cy="164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9655" name="Object 23"/>
          <p:cNvGraphicFramePr>
            <a:graphicFrameLocks noChangeAspect="1"/>
          </p:cNvGraphicFramePr>
          <p:nvPr/>
        </p:nvGraphicFramePr>
        <p:xfrm>
          <a:off x="10743549" y="2583785"/>
          <a:ext cx="1639887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2" name="Equation" r:id="rId19" imgW="15544800" imgH="10363200" progId="Equation.DSMT4">
                  <p:embed/>
                </p:oleObj>
              </mc:Choice>
              <mc:Fallback>
                <p:oleObj name="Equation" r:id="rId19" imgW="15544800" imgH="10363200" progId="Equation.DSMT4">
                  <p:embed/>
                  <p:pic>
                    <p:nvPicPr>
                      <p:cNvPr id="0" name="图片 2356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0743549" y="2583785"/>
                        <a:ext cx="1639887" cy="10429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1708785" y="3473450"/>
            <a:ext cx="3112770" cy="1042670"/>
            <a:chOff x="2195" y="4190"/>
            <a:chExt cx="4902" cy="1642"/>
          </a:xfrm>
        </p:grpSpPr>
        <p:sp>
          <p:nvSpPr>
            <p:cNvPr id="34" name="文本框 2"/>
            <p:cNvSpPr txBox="1"/>
            <p:nvPr/>
          </p:nvSpPr>
          <p:spPr>
            <a:xfrm>
              <a:off x="2195" y="4600"/>
              <a:ext cx="4903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否则称       </a:t>
              </a:r>
              <a:r>
                <a:rPr lang="zh-CN" altLang="en-US" sz="2800" b="1" i="1" u="sng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发散</a:t>
              </a:r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。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69656" name="Object 24"/>
            <p:cNvGraphicFramePr>
              <a:graphicFrameLocks noChangeAspect="1"/>
            </p:cNvGraphicFramePr>
            <p:nvPr/>
          </p:nvGraphicFramePr>
          <p:xfrm>
            <a:off x="3938" y="4190"/>
            <a:ext cx="1418" cy="16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63" name="Equation" r:id="rId21" imgW="8534400" imgH="10363200" progId="Equation.DSMT4">
                    <p:embed/>
                  </p:oleObj>
                </mc:Choice>
                <mc:Fallback>
                  <p:oleObj name="Equation" r:id="rId21" imgW="8534400" imgH="10363200" progId="Equation.DSMT4">
                    <p:embed/>
                    <p:pic>
                      <p:nvPicPr>
                        <p:cNvPr id="0" name="图片 2356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938" y="4190"/>
                          <a:ext cx="1418" cy="164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" name="文本框 2"/>
          <p:cNvSpPr txBox="1"/>
          <p:nvPr/>
        </p:nvSpPr>
        <p:spPr>
          <a:xfrm>
            <a:off x="990286" y="4758411"/>
            <a:ext cx="8953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例：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70675" name="Object 19"/>
          <p:cNvGraphicFramePr>
            <a:graphicFrameLocks noChangeAspect="1"/>
          </p:cNvGraphicFramePr>
          <p:nvPr/>
        </p:nvGraphicFramePr>
        <p:xfrm>
          <a:off x="3263916" y="4498379"/>
          <a:ext cx="931863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4" name="Equation" r:id="rId22" imgW="8839200" imgH="10363200" progId="Equation.DSMT4">
                  <p:embed/>
                </p:oleObj>
              </mc:Choice>
              <mc:Fallback>
                <p:oleObj name="Equation" r:id="rId22" imgW="8839200" imgH="10363200" progId="Equation.DSMT4">
                  <p:embed/>
                  <p:pic>
                    <p:nvPicPr>
                      <p:cNvPr id="0" name="图片 23563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263916" y="4498379"/>
                        <a:ext cx="931863" cy="10429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6" name="Object 20"/>
          <p:cNvGraphicFramePr>
            <a:graphicFrameLocks noChangeAspect="1"/>
          </p:cNvGraphicFramePr>
          <p:nvPr/>
        </p:nvGraphicFramePr>
        <p:xfrm>
          <a:off x="4086878" y="4790479"/>
          <a:ext cx="1254125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5" name="Equation" r:id="rId24" imgW="11887200" imgH="4876800" progId="Equation.DSMT4">
                  <p:embed/>
                </p:oleObj>
              </mc:Choice>
              <mc:Fallback>
                <p:oleObj name="Equation" r:id="rId24" imgW="11887200" imgH="4876800" progId="Equation.DSMT4">
                  <p:embed/>
                  <p:pic>
                    <p:nvPicPr>
                      <p:cNvPr id="0" name="图片 23564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086878" y="4790479"/>
                        <a:ext cx="1254125" cy="4905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7" name="Object 21"/>
          <p:cNvGraphicFramePr>
            <a:graphicFrameLocks noChangeAspect="1"/>
          </p:cNvGraphicFramePr>
          <p:nvPr/>
        </p:nvGraphicFramePr>
        <p:xfrm>
          <a:off x="1110615" y="6112510"/>
          <a:ext cx="1398270" cy="893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6" name="Equation" r:id="rId26" imgW="647700" imgH="431800" progId="Equation.DSMT4">
                  <p:embed/>
                </p:oleObj>
              </mc:Choice>
              <mc:Fallback>
                <p:oleObj name="Equation" r:id="rId26" imgW="647700" imgH="431800" progId="Equation.DSMT4">
                  <p:embed/>
                  <p:pic>
                    <p:nvPicPr>
                      <p:cNvPr id="0" name="图片 23565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110615" y="6112510"/>
                        <a:ext cx="1398270" cy="8934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文本框 2"/>
          <p:cNvSpPr txBox="1"/>
          <p:nvPr/>
        </p:nvSpPr>
        <p:spPr>
          <a:xfrm>
            <a:off x="9849604" y="2844294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记作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1" name="七角星 40"/>
          <p:cNvSpPr/>
          <p:nvPr/>
        </p:nvSpPr>
        <p:spPr>
          <a:xfrm>
            <a:off x="876240" y="1825301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44" name="Object 21"/>
          <p:cNvGraphicFramePr>
            <a:graphicFrameLocks noChangeAspect="1"/>
          </p:cNvGraphicFramePr>
          <p:nvPr/>
        </p:nvGraphicFramePr>
        <p:xfrm>
          <a:off x="2830195" y="6137910"/>
          <a:ext cx="2084070" cy="868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Equation" r:id="rId28" imgW="965200" imgH="419100" progId="Equation.DSMT4">
                  <p:embed/>
                </p:oleObj>
              </mc:Choice>
              <mc:Fallback>
                <p:oleObj name="Equation" r:id="rId28" imgW="965200" imgH="419100" progId="Equation.DSMT4">
                  <p:embed/>
                  <p:pic>
                    <p:nvPicPr>
                      <p:cNvPr id="0" name="图片 23565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830195" y="6137910"/>
                        <a:ext cx="2084070" cy="8680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21"/>
          <p:cNvGraphicFramePr>
            <a:graphicFrameLocks noChangeAspect="1"/>
          </p:cNvGraphicFramePr>
          <p:nvPr/>
        </p:nvGraphicFramePr>
        <p:xfrm>
          <a:off x="5103495" y="6112510"/>
          <a:ext cx="1398270" cy="893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Equation" r:id="rId30" imgW="647700" imgH="431800" progId="Equation.DSMT4">
                  <p:embed/>
                </p:oleObj>
              </mc:Choice>
              <mc:Fallback>
                <p:oleObj name="Equation" r:id="rId30" imgW="647700" imgH="431800" progId="Equation.DSMT4">
                  <p:embed/>
                  <p:pic>
                    <p:nvPicPr>
                      <p:cNvPr id="0" name="图片 23565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103495" y="6112510"/>
                        <a:ext cx="1398270" cy="8934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文本框 2"/>
          <p:cNvSpPr txBox="1"/>
          <p:nvPr/>
        </p:nvSpPr>
        <p:spPr>
          <a:xfrm>
            <a:off x="6501899" y="6311407"/>
            <a:ext cx="2672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收敛，且收敛于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49" name="Object 21"/>
          <p:cNvGraphicFramePr>
            <a:graphicFrameLocks noChangeAspect="1"/>
          </p:cNvGraphicFramePr>
          <p:nvPr/>
        </p:nvGraphicFramePr>
        <p:xfrm>
          <a:off x="9173845" y="5953760"/>
          <a:ext cx="3405505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" name="Equation" r:id="rId31" imgW="1892300" imgH="584200" progId="Equation.DSMT4">
                  <p:embed/>
                </p:oleObj>
              </mc:Choice>
              <mc:Fallback>
                <p:oleObj name="Equation" r:id="rId31" imgW="1892300" imgH="584200" progId="Equation.DSMT4">
                  <p:embed/>
                  <p:pic>
                    <p:nvPicPr>
                      <p:cNvPr id="0" name="图片 23565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9173845" y="5953760"/>
                        <a:ext cx="3405505" cy="12096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2"/>
          <p:cNvSpPr txBox="1"/>
          <p:nvPr/>
        </p:nvSpPr>
        <p:spPr>
          <a:xfrm>
            <a:off x="9174032" y="3930348"/>
            <a:ext cx="3027680" cy="521970"/>
          </a:xfrm>
          <a:prstGeom prst="rect">
            <a:avLst/>
          </a:prstGeom>
          <a:gradFill>
            <a:gsLst>
              <a:gs pos="44000">
                <a:srgbClr val="E39D93"/>
              </a:gs>
              <a:gs pos="0">
                <a:srgbClr val="ECBEB7"/>
              </a:gs>
              <a:gs pos="100000">
                <a:srgbClr val="D97C6F"/>
              </a:gs>
            </a:gsLst>
            <a:lin scaled="1"/>
          </a:gradFill>
        </p:spPr>
        <p:txBody>
          <a:bodyPr wrap="none" rtlCol="0">
            <a:spAutoFit/>
          </a:bodyPr>
          <a:p>
            <a:r>
              <a:rPr lang="zh-CN" altLang="en-US" sz="2800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等比数列的第一项</a:t>
            </a:r>
            <a:endParaRPr lang="zh-CN" altLang="en-US" sz="2800" dirty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" name="文本框 2"/>
          <p:cNvSpPr txBox="1"/>
          <p:nvPr/>
        </p:nvSpPr>
        <p:spPr>
          <a:xfrm>
            <a:off x="9529632" y="5030803"/>
            <a:ext cx="2672080" cy="521970"/>
          </a:xfrm>
          <a:prstGeom prst="rect">
            <a:avLst/>
          </a:prstGeom>
          <a:gradFill>
            <a:gsLst>
              <a:gs pos="44000">
                <a:srgbClr val="E39D93"/>
              </a:gs>
              <a:gs pos="0">
                <a:srgbClr val="ECBEB7"/>
              </a:gs>
              <a:gs pos="100000">
                <a:srgbClr val="D97C6F"/>
              </a:gs>
            </a:gsLst>
            <a:lin scaled="1"/>
          </a:gradFill>
        </p:spPr>
        <p:txBody>
          <a:bodyPr wrap="none" rtlCol="0">
            <a:spAutoFit/>
          </a:bodyPr>
          <a:p>
            <a:r>
              <a:rPr lang="zh-CN" altLang="en-US" sz="2800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等比数列的公比</a:t>
            </a:r>
            <a:endParaRPr lang="zh-CN" altLang="en-US" sz="2800" dirty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0" name="文本框 2"/>
          <p:cNvSpPr txBox="1"/>
          <p:nvPr>
            <p:custDataLst>
              <p:tags r:id="rId33"/>
            </p:custDataLst>
          </p:nvPr>
        </p:nvSpPr>
        <p:spPr>
          <a:xfrm>
            <a:off x="1545089" y="4758832"/>
            <a:ext cx="17189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等比级数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1" name="文本框 2"/>
          <p:cNvSpPr txBox="1"/>
          <p:nvPr>
            <p:custDataLst>
              <p:tags r:id="rId34"/>
            </p:custDataLst>
          </p:nvPr>
        </p:nvSpPr>
        <p:spPr>
          <a:xfrm>
            <a:off x="5254759" y="4758832"/>
            <a:ext cx="13633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收敛，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2" name="文本框 2"/>
          <p:cNvSpPr txBox="1"/>
          <p:nvPr>
            <p:custDataLst>
              <p:tags r:id="rId35"/>
            </p:custDataLst>
          </p:nvPr>
        </p:nvSpPr>
        <p:spPr>
          <a:xfrm>
            <a:off x="6480944" y="4769627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且收敛于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732280" y="2109470"/>
            <a:ext cx="704215" cy="2330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>
            <p:custDataLst>
              <p:tags r:id="rId36"/>
            </p:custDataLst>
          </p:nvPr>
        </p:nvSpPr>
        <p:spPr>
          <a:xfrm>
            <a:off x="5065395" y="2047875"/>
            <a:ext cx="704215" cy="2330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2"/>
          <p:cNvSpPr txBox="1"/>
          <p:nvPr/>
        </p:nvSpPr>
        <p:spPr>
          <a:xfrm>
            <a:off x="5704205" y="2067560"/>
            <a:ext cx="1960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部分和</a:t>
            </a:r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序列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6" name="Object 16"/>
          <p:cNvGraphicFramePr>
            <a:graphicFrameLocks noChangeAspect="1"/>
          </p:cNvGraphicFramePr>
          <p:nvPr>
            <p:custDataLst>
              <p:tags r:id="rId37"/>
            </p:custDataLst>
          </p:nvPr>
        </p:nvGraphicFramePr>
        <p:xfrm>
          <a:off x="7665085" y="2047875"/>
          <a:ext cx="833755" cy="604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38" imgW="304800" imgH="228600" progId="Equation.DSMT4">
                  <p:embed/>
                </p:oleObj>
              </mc:Choice>
              <mc:Fallback>
                <p:oleObj name="Equation" r:id="rId38" imgW="304800" imgH="228600" progId="Equation.DSMT4">
                  <p:embed/>
                  <p:pic>
                    <p:nvPicPr>
                      <p:cNvPr id="0" name="图片 23556"/>
                      <p:cNvPicPr>
                        <a:picLocks noChangeAspect="1"/>
                      </p:cNvPicPr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7665085" y="2047875"/>
                        <a:ext cx="833755" cy="604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9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9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9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9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9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69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70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70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70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  <p:bldP spid="30" grpId="0"/>
      <p:bldP spid="35" grpId="0"/>
      <p:bldP spid="40" grpId="0"/>
      <p:bldP spid="48" grpId="0"/>
      <p:bldP spid="3" grpId="0" bldLvl="0" animBg="1"/>
      <p:bldP spid="4" grpId="0" bldLvl="0" animBg="1"/>
      <p:bldP spid="6" grpId="0" bldLvl="0" animBg="1"/>
      <p:bldP spid="7" grpId="0" bldLvl="0" animBg="1"/>
      <p:bldP spid="41" grpId="0" bldLvl="0" animBg="1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402715" y="3039745"/>
            <a:ext cx="11247755" cy="40652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48323" y="706179"/>
            <a:ext cx="50349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、复数项级数收敛的必要条件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3" name="文本框 2"/>
          <p:cNvSpPr txBox="1"/>
          <p:nvPr/>
        </p:nvSpPr>
        <p:spPr>
          <a:xfrm>
            <a:off x="1646600" y="1415426"/>
            <a:ext cx="12299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i="1" u="sng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i="1" u="sng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en-US" altLang="zh-CN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793365" y="1147445"/>
            <a:ext cx="3111500" cy="1042670"/>
            <a:chOff x="4563" y="1355"/>
            <a:chExt cx="4900" cy="1642"/>
          </a:xfrm>
        </p:grpSpPr>
        <p:sp>
          <p:nvSpPr>
            <p:cNvPr id="24" name="文本框 2"/>
            <p:cNvSpPr txBox="1"/>
            <p:nvPr/>
          </p:nvSpPr>
          <p:spPr>
            <a:xfrm>
              <a:off x="4563" y="1824"/>
              <a:ext cx="4901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若级数       收敛，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70675" name="Object 19"/>
            <p:cNvGraphicFramePr>
              <a:graphicFrameLocks noChangeAspect="1"/>
            </p:cNvGraphicFramePr>
            <p:nvPr/>
          </p:nvGraphicFramePr>
          <p:xfrm>
            <a:off x="6367" y="1355"/>
            <a:ext cx="1418" cy="16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01" name="Equation" r:id="rId1" imgW="8534400" imgH="10363200" progId="Equation.DSMT4">
                    <p:embed/>
                  </p:oleObj>
                </mc:Choice>
                <mc:Fallback>
                  <p:oleObj name="Equation" r:id="rId1" imgW="8534400" imgH="10363200" progId="Equation.DSMT4">
                    <p:embed/>
                    <p:pic>
                      <p:nvPicPr>
                        <p:cNvPr id="0" name="图片 2560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6367" y="1355"/>
                          <a:ext cx="1418" cy="164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文本框 2"/>
          <p:cNvSpPr txBox="1"/>
          <p:nvPr/>
        </p:nvSpPr>
        <p:spPr>
          <a:xfrm>
            <a:off x="5860080" y="1415513"/>
            <a:ext cx="538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则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73743" name="Object 15"/>
          <p:cNvGraphicFramePr>
            <a:graphicFrameLocks noChangeAspect="1"/>
          </p:cNvGraphicFramePr>
          <p:nvPr/>
        </p:nvGraphicFramePr>
        <p:xfrm>
          <a:off x="6452894" y="1421551"/>
          <a:ext cx="1606550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2" name="Equation" r:id="rId3" imgW="15240000" imgH="6705600" progId="Equation.DSMT4">
                  <p:embed/>
                </p:oleObj>
              </mc:Choice>
              <mc:Fallback>
                <p:oleObj name="Equation" r:id="rId3" imgW="15240000" imgH="6705600" progId="Equation.DSMT4">
                  <p:embed/>
                  <p:pic>
                    <p:nvPicPr>
                      <p:cNvPr id="0" name="图片 2560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52894" y="1421551"/>
                        <a:ext cx="1606550" cy="6746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2663190" y="2310765"/>
            <a:ext cx="3417570" cy="674370"/>
            <a:chOff x="4194" y="3143"/>
            <a:chExt cx="5382" cy="1062"/>
          </a:xfrm>
        </p:grpSpPr>
        <p:sp>
          <p:nvSpPr>
            <p:cNvPr id="5" name="文本框 2"/>
            <p:cNvSpPr txBox="1"/>
            <p:nvPr/>
          </p:nvSpPr>
          <p:spPr>
            <a:xfrm>
              <a:off x="4194" y="3204"/>
              <a:ext cx="5382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(1)</a:t>
              </a:r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若         不存在或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6" name="Object 15"/>
            <p:cNvGraphicFramePr>
              <a:graphicFrameLocks noChangeAspect="1"/>
            </p:cNvGraphicFramePr>
            <p:nvPr/>
          </p:nvGraphicFramePr>
          <p:xfrm>
            <a:off x="5593" y="3143"/>
            <a:ext cx="1568" cy="1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03" name="Equation" r:id="rId5" imgW="9448800" imgH="6705600" progId="Equation.DSMT4">
                    <p:embed/>
                  </p:oleObj>
                </mc:Choice>
                <mc:Fallback>
                  <p:oleObj name="Equation" r:id="rId5" imgW="9448800" imgH="6705600" progId="Equation.DSMT4">
                    <p:embed/>
                    <p:pic>
                      <p:nvPicPr>
                        <p:cNvPr id="0" name="图片 2560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593" y="3143"/>
                          <a:ext cx="1568" cy="106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3745" name="Object 17"/>
          <p:cNvGraphicFramePr>
            <a:graphicFrameLocks noChangeAspect="1"/>
          </p:cNvGraphicFramePr>
          <p:nvPr/>
        </p:nvGraphicFramePr>
        <p:xfrm>
          <a:off x="6042259" y="2310527"/>
          <a:ext cx="1701800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4" name="Equation" r:id="rId7" imgW="16154400" imgH="6705600" progId="Equation.DSMT4">
                  <p:embed/>
                </p:oleObj>
              </mc:Choice>
              <mc:Fallback>
                <p:oleObj name="Equation" r:id="rId7" imgW="16154400" imgH="6705600" progId="Equation.DSMT4">
                  <p:embed/>
                  <p:pic>
                    <p:nvPicPr>
                      <p:cNvPr id="0" name="图片 2560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42259" y="2310527"/>
                        <a:ext cx="1701800" cy="6746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7768590" y="2047240"/>
            <a:ext cx="2514600" cy="1042670"/>
            <a:chOff x="12234" y="2728"/>
            <a:chExt cx="3960" cy="1642"/>
          </a:xfrm>
        </p:grpSpPr>
        <p:sp>
          <p:nvSpPr>
            <p:cNvPr id="9" name="文本框 2"/>
            <p:cNvSpPr txBox="1"/>
            <p:nvPr/>
          </p:nvSpPr>
          <p:spPr>
            <a:xfrm>
              <a:off x="12234" y="3185"/>
              <a:ext cx="3960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        发散；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73746" name="Object 18"/>
            <p:cNvGraphicFramePr>
              <a:graphicFrameLocks noChangeAspect="1"/>
            </p:cNvGraphicFramePr>
            <p:nvPr/>
          </p:nvGraphicFramePr>
          <p:xfrm>
            <a:off x="13086" y="2728"/>
            <a:ext cx="1418" cy="16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05" name="Equation" r:id="rId9" imgW="8534400" imgH="10363200" progId="Equation.DSMT4">
                    <p:embed/>
                  </p:oleObj>
                </mc:Choice>
                <mc:Fallback>
                  <p:oleObj name="Equation" r:id="rId9" imgW="8534400" imgH="10363200" progId="Equation.DSMT4">
                    <p:embed/>
                    <p:pic>
                      <p:nvPicPr>
                        <p:cNvPr id="0" name="图片 2560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3086" y="2728"/>
                          <a:ext cx="1418" cy="164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/>
          <p:cNvGrpSpPr/>
          <p:nvPr/>
        </p:nvGrpSpPr>
        <p:grpSpPr>
          <a:xfrm>
            <a:off x="2386965" y="3039745"/>
            <a:ext cx="7372350" cy="1042670"/>
            <a:chOff x="3507" y="7128"/>
            <a:chExt cx="11610" cy="1642"/>
          </a:xfrm>
        </p:grpSpPr>
        <p:sp>
          <p:nvSpPr>
            <p:cNvPr id="11" name="文本框 2"/>
            <p:cNvSpPr txBox="1"/>
            <p:nvPr/>
          </p:nvSpPr>
          <p:spPr>
            <a:xfrm>
              <a:off x="3507" y="7538"/>
              <a:ext cx="4215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b="1" dirty="0" smtClean="0">
                  <a:solidFill>
                    <a:schemeClr val="tx2">
                      <a:lumMod val="50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由必要条件</a:t>
              </a:r>
              <a:r>
                <a:rPr lang="zh-CN" altLang="en-US" sz="2800" b="1" dirty="0" smtClean="0">
                  <a:solidFill>
                    <a:schemeClr val="tx2">
                      <a:lumMod val="50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得：</a:t>
              </a:r>
              <a:endPara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sp>
          <p:nvSpPr>
            <p:cNvPr id="12" name="文本框 2"/>
            <p:cNvSpPr txBox="1"/>
            <p:nvPr/>
          </p:nvSpPr>
          <p:spPr>
            <a:xfrm>
              <a:off x="7482" y="7538"/>
              <a:ext cx="7635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b="1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等比级数                   发散。</a:t>
              </a:r>
              <a:endPara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13" name="Object 19"/>
            <p:cNvGraphicFramePr>
              <a:graphicFrameLocks noChangeAspect="1"/>
            </p:cNvGraphicFramePr>
            <p:nvPr/>
          </p:nvGraphicFramePr>
          <p:xfrm>
            <a:off x="10045" y="7128"/>
            <a:ext cx="1468" cy="16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08" name="Equation" r:id="rId11" imgW="8839200" imgH="10363200" progId="Equation.DSMT4">
                    <p:embed/>
                  </p:oleObj>
                </mc:Choice>
                <mc:Fallback>
                  <p:oleObj name="Equation" r:id="rId11" imgW="8839200" imgH="10363200" progId="Equation.DSMT4">
                    <p:embed/>
                    <p:pic>
                      <p:nvPicPr>
                        <p:cNvPr id="0" name="图片 2560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045" y="7128"/>
                          <a:ext cx="1468" cy="164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20"/>
            <p:cNvGraphicFramePr>
              <a:graphicFrameLocks noChangeAspect="1"/>
            </p:cNvGraphicFramePr>
            <p:nvPr/>
          </p:nvGraphicFramePr>
          <p:xfrm>
            <a:off x="11320" y="7622"/>
            <a:ext cx="1975" cy="7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09" name="Equation" r:id="rId13" imgW="11887200" imgH="4876800" progId="Equation.DSMT4">
                    <p:embed/>
                  </p:oleObj>
                </mc:Choice>
                <mc:Fallback>
                  <p:oleObj name="Equation" r:id="rId13" imgW="11887200" imgH="4876800" progId="Equation.DSMT4">
                    <p:embed/>
                    <p:pic>
                      <p:nvPicPr>
                        <p:cNvPr id="0" name="图片 2560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1320" y="7622"/>
                          <a:ext cx="1975" cy="7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文本框 2"/>
          <p:cNvSpPr txBox="1"/>
          <p:nvPr/>
        </p:nvSpPr>
        <p:spPr>
          <a:xfrm>
            <a:off x="2546766" y="5915583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solidFill>
                  <a:srgbClr val="FF33CC"/>
                </a:solidFill>
                <a:latin typeface="华文中宋" panose="02010600040101010101" charset="-122"/>
                <a:ea typeface="华文中宋" panose="02010600040101010101" charset="-122"/>
              </a:rPr>
              <a:t>总结：</a:t>
            </a:r>
            <a:endParaRPr lang="zh-CN" altLang="en-US" sz="2800" dirty="0">
              <a:solidFill>
                <a:srgbClr val="FF33C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73751" name="Object 23"/>
          <p:cNvGraphicFramePr>
            <a:graphicFrameLocks noChangeAspect="1"/>
          </p:cNvGraphicFramePr>
          <p:nvPr/>
        </p:nvGraphicFramePr>
        <p:xfrm>
          <a:off x="3962454" y="5741080"/>
          <a:ext cx="931862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0" name="Equation" r:id="rId15" imgW="8839200" imgH="10363200" progId="Equation.DSMT4">
                  <p:embed/>
                </p:oleObj>
              </mc:Choice>
              <mc:Fallback>
                <p:oleObj name="Equation" r:id="rId15" imgW="8839200" imgH="10363200" progId="Equation.DSMT4">
                  <p:embed/>
                  <p:pic>
                    <p:nvPicPr>
                      <p:cNvPr id="0" name="图片 2560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62454" y="5741080"/>
                        <a:ext cx="931862" cy="10429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52" name="Object 24"/>
          <p:cNvGraphicFramePr>
            <a:graphicFrameLocks noChangeAspect="1"/>
          </p:cNvGraphicFramePr>
          <p:nvPr/>
        </p:nvGraphicFramePr>
        <p:xfrm>
          <a:off x="4911149" y="5301309"/>
          <a:ext cx="482600" cy="171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1" name="Equation" r:id="rId16" imgW="4572000" imgH="17068800" progId="Equation.DSMT4">
                  <p:embed/>
                </p:oleObj>
              </mc:Choice>
              <mc:Fallback>
                <p:oleObj name="Equation" r:id="rId16" imgW="4572000" imgH="17068800" progId="Equation.DSMT4">
                  <p:embed/>
                  <p:pic>
                    <p:nvPicPr>
                      <p:cNvPr id="0" name="图片 25610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911149" y="5301309"/>
                        <a:ext cx="482600" cy="17176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53" name="Object 25"/>
          <p:cNvGraphicFramePr>
            <a:graphicFrameLocks noChangeAspect="1"/>
          </p:cNvGraphicFramePr>
          <p:nvPr/>
        </p:nvGraphicFramePr>
        <p:xfrm>
          <a:off x="7536307" y="5550338"/>
          <a:ext cx="996950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2" name="Equation" r:id="rId18" imgW="9448800" imgH="4876800" progId="Equation.DSMT4">
                  <p:embed/>
                </p:oleObj>
              </mc:Choice>
              <mc:Fallback>
                <p:oleObj name="Equation" r:id="rId18" imgW="9448800" imgH="4876800" progId="Equation.DSMT4">
                  <p:embed/>
                  <p:pic>
                    <p:nvPicPr>
                      <p:cNvPr id="0" name="图片 25611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536307" y="5550338"/>
                        <a:ext cx="996950" cy="4905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2"/>
          <p:cNvSpPr txBox="1"/>
          <p:nvPr/>
        </p:nvSpPr>
        <p:spPr>
          <a:xfrm>
            <a:off x="5275590" y="5469885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收敛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73754" name="Object 26"/>
          <p:cNvGraphicFramePr>
            <a:graphicFrameLocks noChangeAspect="1"/>
          </p:cNvGraphicFramePr>
          <p:nvPr/>
        </p:nvGraphicFramePr>
        <p:xfrm>
          <a:off x="7493953" y="6318269"/>
          <a:ext cx="996950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3" name="Equation" r:id="rId20" imgW="9448800" imgH="4876800" progId="Equation.DSMT4">
                  <p:embed/>
                </p:oleObj>
              </mc:Choice>
              <mc:Fallback>
                <p:oleObj name="Equation" r:id="rId20" imgW="9448800" imgH="4876800" progId="Equation.DSMT4">
                  <p:embed/>
                  <p:pic>
                    <p:nvPicPr>
                      <p:cNvPr id="0" name="图片 25612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493953" y="6318269"/>
                        <a:ext cx="996950" cy="4905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2"/>
          <p:cNvSpPr txBox="1"/>
          <p:nvPr/>
        </p:nvSpPr>
        <p:spPr>
          <a:xfrm>
            <a:off x="5272714" y="6364157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发散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2" name="七角星 31"/>
          <p:cNvSpPr/>
          <p:nvPr/>
        </p:nvSpPr>
        <p:spPr>
          <a:xfrm>
            <a:off x="1646495" y="2191062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31" name="Object 19"/>
          <p:cNvGraphicFramePr>
            <a:graphicFrameLocks noChangeAspect="1"/>
          </p:cNvGraphicFramePr>
          <p:nvPr/>
        </p:nvGraphicFramePr>
        <p:xfrm>
          <a:off x="4001135" y="4070985"/>
          <a:ext cx="3435985" cy="528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22" imgW="1270000" imgH="203200" progId="Equation.DSMT4">
                  <p:embed/>
                </p:oleObj>
              </mc:Choice>
              <mc:Fallback>
                <p:oleObj name="Equation" r:id="rId22" imgW="1270000" imgH="203200" progId="Equation.DSMT4">
                  <p:embed/>
                  <p:pic>
                    <p:nvPicPr>
                      <p:cNvPr id="0" name="图片 25607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001135" y="4070985"/>
                        <a:ext cx="3435985" cy="5283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文本框 2"/>
          <p:cNvSpPr txBox="1"/>
          <p:nvPr/>
        </p:nvSpPr>
        <p:spPr>
          <a:xfrm>
            <a:off x="2088716" y="4077467"/>
            <a:ext cx="12515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证明</a:t>
            </a:r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60" name="文本框 2"/>
          <p:cNvSpPr txBox="1"/>
          <p:nvPr/>
        </p:nvSpPr>
        <p:spPr>
          <a:xfrm>
            <a:off x="3204859" y="4077254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假设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1" name="Object 19"/>
          <p:cNvGraphicFramePr>
            <a:graphicFrameLocks noChangeAspect="1"/>
          </p:cNvGraphicFramePr>
          <p:nvPr/>
        </p:nvGraphicFramePr>
        <p:xfrm>
          <a:off x="8113713" y="3983990"/>
          <a:ext cx="422656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" name="Equation" r:id="rId24" imgW="1562100" imgH="228600" progId="Equation.DSMT4">
                  <p:embed/>
                </p:oleObj>
              </mc:Choice>
              <mc:Fallback>
                <p:oleObj name="Equation" r:id="rId24" imgW="1562100" imgH="228600" progId="Equation.DSMT4">
                  <p:embed/>
                  <p:pic>
                    <p:nvPicPr>
                      <p:cNvPr id="0" name="图片 25607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8113713" y="3983990"/>
                        <a:ext cx="4226560" cy="5943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文本框 2"/>
          <p:cNvSpPr txBox="1"/>
          <p:nvPr/>
        </p:nvSpPr>
        <p:spPr>
          <a:xfrm>
            <a:off x="7575564" y="4056299"/>
            <a:ext cx="538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则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70" name="Object 19"/>
          <p:cNvGraphicFramePr>
            <a:graphicFrameLocks noChangeAspect="1"/>
          </p:cNvGraphicFramePr>
          <p:nvPr/>
        </p:nvGraphicFramePr>
        <p:xfrm>
          <a:off x="4193223" y="4650740"/>
          <a:ext cx="4364990" cy="759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" name="Equation" r:id="rId26" imgW="1612900" imgH="292100" progId="Equation.DSMT4">
                  <p:embed/>
                </p:oleObj>
              </mc:Choice>
              <mc:Fallback>
                <p:oleObj name="Equation" r:id="rId26" imgW="1612900" imgH="292100" progId="Equation.DSMT4">
                  <p:embed/>
                  <p:pic>
                    <p:nvPicPr>
                      <p:cNvPr id="0" name="图片 25607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193223" y="4650740"/>
                        <a:ext cx="4364990" cy="7594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20"/>
          <p:cNvGraphicFramePr>
            <a:graphicFrameLocks noChangeAspect="1"/>
          </p:cNvGraphicFramePr>
          <p:nvPr/>
        </p:nvGraphicFramePr>
        <p:xfrm>
          <a:off x="3067050" y="4797425"/>
          <a:ext cx="1001395" cy="465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" name="Equation" r:id="rId28" imgW="419100" imgH="203200" progId="Equation.DSMT4">
                  <p:embed/>
                </p:oleObj>
              </mc:Choice>
              <mc:Fallback>
                <p:oleObj name="Equation" r:id="rId28" imgW="419100" imgH="203200" progId="Equation.DSMT4">
                  <p:embed/>
                  <p:pic>
                    <p:nvPicPr>
                      <p:cNvPr id="0" name="图片 25608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3067050" y="4797425"/>
                        <a:ext cx="1001395" cy="4654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文本框 2"/>
          <p:cNvSpPr txBox="1"/>
          <p:nvPr/>
        </p:nvSpPr>
        <p:spPr>
          <a:xfrm>
            <a:off x="8623949" y="4740829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不存在，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75" name="Object 19"/>
          <p:cNvGraphicFramePr>
            <a:graphicFrameLocks noChangeAspect="1"/>
          </p:cNvGraphicFramePr>
          <p:nvPr/>
        </p:nvGraphicFramePr>
        <p:xfrm>
          <a:off x="10223398" y="4508316"/>
          <a:ext cx="931863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" name="Equation" r:id="rId30" imgW="8839200" imgH="10363200" progId="Equation.DSMT4">
                  <p:embed/>
                </p:oleObj>
              </mc:Choice>
              <mc:Fallback>
                <p:oleObj name="Equation" r:id="rId30" imgW="8839200" imgH="10363200" progId="Equation.DSMT4">
                  <p:embed/>
                  <p:pic>
                    <p:nvPicPr>
                      <p:cNvPr id="0" name="图片 2560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223398" y="4508316"/>
                        <a:ext cx="931863" cy="10429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" name="文本框 2"/>
          <p:cNvSpPr txBox="1"/>
          <p:nvPr/>
        </p:nvSpPr>
        <p:spPr>
          <a:xfrm>
            <a:off x="11155694" y="4718604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发散。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3275450" y="7353442"/>
          <a:ext cx="1701800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31" imgW="16154400" imgH="6705600" progId="Equation.DSMT4">
                  <p:embed/>
                </p:oleObj>
              </mc:Choice>
              <mc:Fallback>
                <p:oleObj name="Equation" r:id="rId31" imgW="16154400" imgH="6705600" progId="Equation.DSMT4">
                  <p:embed/>
                  <p:pic>
                    <p:nvPicPr>
                      <p:cNvPr id="0" name="图片 25605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275450" y="7353442"/>
                        <a:ext cx="1701800" cy="6746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0"/>
          <p:cNvGraphicFramePr>
            <a:graphicFrameLocks noChangeAspect="1"/>
          </p:cNvGraphicFramePr>
          <p:nvPr/>
        </p:nvGraphicFramePr>
        <p:xfrm>
          <a:off x="5037438" y="7105155"/>
          <a:ext cx="900112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" name="Equation" r:id="rId33" imgW="8534400" imgH="10363200" progId="Equation.DSMT4">
                  <p:embed/>
                </p:oleObj>
              </mc:Choice>
              <mc:Fallback>
                <p:oleObj name="Equation" r:id="rId33" imgW="8534400" imgH="10363200" progId="Equation.DSMT4">
                  <p:embed/>
                  <p:pic>
                    <p:nvPicPr>
                      <p:cNvPr id="0" name="图片 25606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5037438" y="7105155"/>
                        <a:ext cx="900112" cy="10429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文本框 2"/>
          <p:cNvSpPr txBox="1"/>
          <p:nvPr/>
        </p:nvSpPr>
        <p:spPr>
          <a:xfrm>
            <a:off x="6042308" y="7370908"/>
            <a:ext cx="1960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不一定收敛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7" name="文本框 2"/>
          <p:cNvSpPr txBox="1"/>
          <p:nvPr/>
        </p:nvSpPr>
        <p:spPr>
          <a:xfrm>
            <a:off x="1732109" y="8326620"/>
            <a:ext cx="10096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反例</a:t>
            </a:r>
            <a:r>
              <a:rPr lang="en-US" altLang="zh-CN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8" name="Object 27"/>
          <p:cNvGraphicFramePr>
            <a:graphicFrameLocks noChangeAspect="1"/>
          </p:cNvGraphicFramePr>
          <p:nvPr/>
        </p:nvGraphicFramePr>
        <p:xfrm>
          <a:off x="2741673" y="8066391"/>
          <a:ext cx="2024062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Equation" r:id="rId35" imgW="19202400" imgH="10363200" progId="Equation.DSMT4">
                  <p:embed/>
                </p:oleObj>
              </mc:Choice>
              <mc:Fallback>
                <p:oleObj name="Equation" r:id="rId35" imgW="19202400" imgH="10363200" progId="Equation.DSMT4">
                  <p:embed/>
                  <p:pic>
                    <p:nvPicPr>
                      <p:cNvPr id="0" name="图片 25613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2741673" y="8066391"/>
                        <a:ext cx="2024062" cy="10429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文本框 2"/>
          <p:cNvSpPr txBox="1"/>
          <p:nvPr/>
        </p:nvSpPr>
        <p:spPr>
          <a:xfrm>
            <a:off x="2308905" y="7369821"/>
            <a:ext cx="11144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</a:t>
            </a:r>
            <a:r>
              <a:rPr lang="en-US" altLang="zh-CN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41" name="Object 27"/>
          <p:cNvGraphicFramePr>
            <a:graphicFrameLocks noChangeAspect="1"/>
          </p:cNvGraphicFramePr>
          <p:nvPr/>
        </p:nvGraphicFramePr>
        <p:xfrm>
          <a:off x="5556885" y="8221345"/>
          <a:ext cx="2446020" cy="846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" name="Equation" r:id="rId37" imgW="1091565" imgH="393700" progId="Equation.DSMT4">
                  <p:embed/>
                </p:oleObj>
              </mc:Choice>
              <mc:Fallback>
                <p:oleObj name="Equation" r:id="rId37" imgW="1091565" imgH="393700" progId="Equation.DSMT4">
                  <p:embed/>
                  <p:pic>
                    <p:nvPicPr>
                      <p:cNvPr id="0" name="图片 25613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5556885" y="8221345"/>
                        <a:ext cx="2446020" cy="8464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文本框 2"/>
          <p:cNvSpPr txBox="1"/>
          <p:nvPr/>
        </p:nvSpPr>
        <p:spPr>
          <a:xfrm>
            <a:off x="8409305" y="8519795"/>
            <a:ext cx="33724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                  发散。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44" name="Object 27"/>
          <p:cNvGraphicFramePr>
            <a:graphicFrameLocks noChangeAspect="1"/>
          </p:cNvGraphicFramePr>
          <p:nvPr/>
        </p:nvGraphicFramePr>
        <p:xfrm>
          <a:off x="8409048" y="8221331"/>
          <a:ext cx="2024062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Equation" r:id="rId39" imgW="19202400" imgH="10363200" progId="Equation.DSMT4">
                  <p:embed/>
                </p:oleObj>
              </mc:Choice>
              <mc:Fallback>
                <p:oleObj name="Equation" r:id="rId39" imgW="19202400" imgH="10363200" progId="Equation.DSMT4">
                  <p:embed/>
                  <p:pic>
                    <p:nvPicPr>
                      <p:cNvPr id="0" name="图片 25613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8409048" y="8221331"/>
                        <a:ext cx="2024062" cy="10429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2230755" y="4779645"/>
                <a:ext cx="836295" cy="5219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𝑟</m:t>
                      </m:r>
                      <m:r>
                        <a:rPr lang="en-US" altLang="zh-CN" sz="28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0755" y="4779645"/>
                <a:ext cx="836295" cy="521970"/>
              </a:xfrm>
              <a:prstGeom prst="rect">
                <a:avLst/>
              </a:prstGeom>
              <a:blipFill rotWithShape="1"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4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3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3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73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73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73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73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500"/>
                            </p:stCondLst>
                            <p:childTnLst>
                              <p:par>
                                <p:cTn id="1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0"/>
                            </p:stCondLst>
                            <p:childTnLst>
                              <p:par>
                                <p:cTn id="1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500"/>
                            </p:stCondLst>
                            <p:childTnLst>
                              <p:par>
                                <p:cTn id="1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8" grpId="0"/>
      <p:bldP spid="32" grpId="0" bldLvl="0" animBg="1"/>
      <p:bldP spid="15" grpId="0"/>
      <p:bldP spid="16" grpId="0"/>
      <p:bldP spid="17" grpId="0"/>
      <p:bldP spid="59" grpId="0"/>
      <p:bldP spid="60" grpId="0"/>
      <p:bldP spid="63" grpId="0"/>
      <p:bldP spid="74" grpId="0"/>
      <p:bldP spid="81" grpId="0"/>
      <p:bldP spid="40" grpId="0"/>
      <p:bldP spid="36" grpId="0"/>
      <p:bldP spid="37" grpId="0"/>
      <p:bldP spid="43" grpId="0"/>
      <p:bldP spid="10" grpId="0" animBg="1"/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193582" y="827200"/>
            <a:ext cx="50349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、复数项级数收敛的充要条件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8" name="文本框 2"/>
          <p:cNvSpPr txBox="1"/>
          <p:nvPr/>
        </p:nvSpPr>
        <p:spPr>
          <a:xfrm>
            <a:off x="1425235" y="1618133"/>
            <a:ext cx="12306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3.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1526540" y="2080260"/>
            <a:ext cx="2990850" cy="1042670"/>
            <a:chOff x="2404" y="2796"/>
            <a:chExt cx="4710" cy="1642"/>
          </a:xfrm>
        </p:grpSpPr>
        <p:sp>
          <p:nvSpPr>
            <p:cNvPr id="35" name="文本框 2"/>
            <p:cNvSpPr txBox="1"/>
            <p:nvPr/>
          </p:nvSpPr>
          <p:spPr>
            <a:xfrm>
              <a:off x="2404" y="3214"/>
              <a:ext cx="4711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级数       收敛于</a:t>
              </a:r>
              <a:r>
                <a:rPr lang="en-US" altLang="zh-CN" sz="2800" i="1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S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70675" name="Object 19"/>
            <p:cNvGraphicFramePr>
              <a:graphicFrameLocks noChangeAspect="1"/>
            </p:cNvGraphicFramePr>
            <p:nvPr/>
          </p:nvGraphicFramePr>
          <p:xfrm>
            <a:off x="3670" y="2796"/>
            <a:ext cx="1418" cy="16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77" name="Equation" r:id="rId1" imgW="8534400" imgH="10363200" progId="Equation.DSMT4">
                    <p:embed/>
                  </p:oleObj>
                </mc:Choice>
                <mc:Fallback>
                  <p:oleObj name="Equation" r:id="rId1" imgW="8534400" imgH="10363200" progId="Equation.DSMT4">
                    <p:embed/>
                    <p:pic>
                      <p:nvPicPr>
                        <p:cNvPr id="0" name="图片 2457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670" y="2796"/>
                          <a:ext cx="1418" cy="164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3755" name="Object 27"/>
          <p:cNvGraphicFramePr>
            <a:graphicFrameLocks noChangeAspect="1"/>
          </p:cNvGraphicFramePr>
          <p:nvPr/>
        </p:nvGraphicFramePr>
        <p:xfrm>
          <a:off x="3624221" y="1571361"/>
          <a:ext cx="38227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8" name="Equation" r:id="rId3" imgW="36271200" imgH="5486400" progId="Equation.DSMT4">
                  <p:embed/>
                </p:oleObj>
              </mc:Choice>
              <mc:Fallback>
                <p:oleObj name="Equation" r:id="rId3" imgW="36271200" imgH="5486400" progId="Equation.DSMT4">
                  <p:embed/>
                  <p:pic>
                    <p:nvPicPr>
                      <p:cNvPr id="0" name="图片 2457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24221" y="1571361"/>
                        <a:ext cx="3822700" cy="552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9" name="Object 17"/>
          <p:cNvGraphicFramePr>
            <a:graphicFrameLocks noChangeAspect="1"/>
          </p:cNvGraphicFramePr>
          <p:nvPr/>
        </p:nvGraphicFramePr>
        <p:xfrm>
          <a:off x="7391919" y="1552717"/>
          <a:ext cx="2087562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9" name="Equation" r:id="rId5" imgW="19812000" imgH="5486400" progId="Equation.DSMT4">
                  <p:embed/>
                </p:oleObj>
              </mc:Choice>
              <mc:Fallback>
                <p:oleObj name="Equation" r:id="rId5" imgW="19812000" imgH="5486400" progId="Equation.DSMT4">
                  <p:embed/>
                  <p:pic>
                    <p:nvPicPr>
                      <p:cNvPr id="0" name="图片 2457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91919" y="1552717"/>
                        <a:ext cx="2087562" cy="552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文本框 2"/>
          <p:cNvSpPr txBox="1"/>
          <p:nvPr/>
        </p:nvSpPr>
        <p:spPr>
          <a:xfrm>
            <a:off x="2750833" y="1563498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假设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7" name="文本框 2"/>
          <p:cNvSpPr txBox="1"/>
          <p:nvPr/>
        </p:nvSpPr>
        <p:spPr>
          <a:xfrm>
            <a:off x="9683595" y="1629635"/>
            <a:ext cx="538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则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9" name="左右箭头 38"/>
          <p:cNvSpPr/>
          <p:nvPr/>
        </p:nvSpPr>
        <p:spPr>
          <a:xfrm>
            <a:off x="4537075" y="2563495"/>
            <a:ext cx="764540" cy="762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74770" name="Object 18"/>
          <p:cNvGraphicFramePr>
            <a:graphicFrameLocks noChangeAspect="1"/>
          </p:cNvGraphicFramePr>
          <p:nvPr/>
        </p:nvGraphicFramePr>
        <p:xfrm>
          <a:off x="5507935" y="2134744"/>
          <a:ext cx="931862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0" name="Equation" r:id="rId7" imgW="8839200" imgH="10363200" progId="Equation.DSMT4">
                  <p:embed/>
                </p:oleObj>
              </mc:Choice>
              <mc:Fallback>
                <p:oleObj name="Equation" r:id="rId7" imgW="8839200" imgH="10363200" progId="Equation.DSMT4">
                  <p:embed/>
                  <p:pic>
                    <p:nvPicPr>
                      <p:cNvPr id="0" name="图片 2457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507935" y="2134744"/>
                        <a:ext cx="931862" cy="10429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文本框 2"/>
          <p:cNvSpPr txBox="1"/>
          <p:nvPr/>
        </p:nvSpPr>
        <p:spPr>
          <a:xfrm>
            <a:off x="6303767" y="2424210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收敛于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74772" name="Object 20"/>
          <p:cNvGraphicFramePr>
            <a:graphicFrameLocks noChangeAspect="1"/>
          </p:cNvGraphicFramePr>
          <p:nvPr/>
        </p:nvGraphicFramePr>
        <p:xfrm>
          <a:off x="7505065" y="2431415"/>
          <a:ext cx="611505" cy="579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2" name="Equation" r:id="rId9" imgW="228600" imgH="228600" progId="Equation.DSMT4">
                  <p:embed/>
                </p:oleObj>
              </mc:Choice>
              <mc:Fallback>
                <p:oleObj name="Equation" r:id="rId9" imgW="228600" imgH="228600" progId="Equation.DSMT4">
                  <p:embed/>
                  <p:pic>
                    <p:nvPicPr>
                      <p:cNvPr id="0" name="图片 2458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505065" y="2431415"/>
                        <a:ext cx="611505" cy="5797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/>
          <p:cNvGrpSpPr/>
          <p:nvPr/>
        </p:nvGrpSpPr>
        <p:grpSpPr>
          <a:xfrm>
            <a:off x="8116570" y="2134870"/>
            <a:ext cx="2627630" cy="1042670"/>
            <a:chOff x="12782" y="2882"/>
            <a:chExt cx="4138" cy="1642"/>
          </a:xfrm>
        </p:grpSpPr>
        <p:graphicFrame>
          <p:nvGraphicFramePr>
            <p:cNvPr id="74771" name="Object 19"/>
            <p:cNvGraphicFramePr>
              <a:graphicFrameLocks noChangeAspect="1"/>
            </p:cNvGraphicFramePr>
            <p:nvPr/>
          </p:nvGraphicFramePr>
          <p:xfrm>
            <a:off x="13587" y="2882"/>
            <a:ext cx="1415" cy="16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81" name="Equation" r:id="rId11" imgW="8534400" imgH="10363200" progId="Equation.DSMT4">
                    <p:embed/>
                  </p:oleObj>
                </mc:Choice>
                <mc:Fallback>
                  <p:oleObj name="Equation" r:id="rId11" imgW="8534400" imgH="10363200" progId="Equation.DSMT4">
                    <p:embed/>
                    <p:pic>
                      <p:nvPicPr>
                        <p:cNvPr id="0" name="图片 2458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3587" y="2882"/>
                          <a:ext cx="1415" cy="164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" name="文本框 2"/>
            <p:cNvSpPr txBox="1"/>
            <p:nvPr/>
          </p:nvSpPr>
          <p:spPr>
            <a:xfrm>
              <a:off x="12782" y="3349"/>
              <a:ext cx="4139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2800" dirty="0">
                  <a:latin typeface="华文中宋" panose="02010600040101010101" charset="-122"/>
                  <a:ea typeface="华文中宋" panose="02010600040101010101" charset="-122"/>
                </a:rPr>
                <a:t> </a:t>
              </a:r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</a:rPr>
                <a:t>且        </a:t>
              </a:r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</a:rPr>
                <a:t>收敛于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graphicFrame>
        <p:nvGraphicFramePr>
          <p:cNvPr id="48" name="Object 20"/>
          <p:cNvGraphicFramePr>
            <a:graphicFrameLocks noChangeAspect="1"/>
          </p:cNvGraphicFramePr>
          <p:nvPr/>
        </p:nvGraphicFramePr>
        <p:xfrm>
          <a:off x="10744835" y="2431415"/>
          <a:ext cx="625475" cy="593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3" name="Equation" r:id="rId13" imgW="228600" imgH="228600" progId="Equation.DSMT4">
                  <p:embed/>
                </p:oleObj>
              </mc:Choice>
              <mc:Fallback>
                <p:oleObj name="Equation" r:id="rId13" imgW="228600" imgH="228600" progId="Equation.DSMT4">
                  <p:embed/>
                  <p:pic>
                    <p:nvPicPr>
                      <p:cNvPr id="0" name="图片 2458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744835" y="2431415"/>
                        <a:ext cx="625475" cy="5930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75" name="Object 23"/>
          <p:cNvGraphicFramePr>
            <a:graphicFrameLocks noChangeAspect="1"/>
          </p:cNvGraphicFramePr>
          <p:nvPr/>
        </p:nvGraphicFramePr>
        <p:xfrm>
          <a:off x="2334119" y="3423963"/>
          <a:ext cx="931863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5" name="Equation" r:id="rId15" imgW="8839200" imgH="10363200" progId="Equation.DSMT4">
                  <p:embed/>
                </p:oleObj>
              </mc:Choice>
              <mc:Fallback>
                <p:oleObj name="Equation" r:id="rId15" imgW="8839200" imgH="10363200" progId="Equation.DSMT4">
                  <p:embed/>
                  <p:pic>
                    <p:nvPicPr>
                      <p:cNvPr id="0" name="图片 24584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334119" y="3423963"/>
                        <a:ext cx="931863" cy="10429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76" name="Object 24"/>
          <p:cNvGraphicFramePr>
            <a:graphicFrameLocks noChangeAspect="1"/>
          </p:cNvGraphicFramePr>
          <p:nvPr/>
        </p:nvGraphicFramePr>
        <p:xfrm>
          <a:off x="4313261" y="3397282"/>
          <a:ext cx="898525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6" name="Equation" r:id="rId17" imgW="8534400" imgH="10363200" progId="Equation.DSMT4">
                  <p:embed/>
                </p:oleObj>
              </mc:Choice>
              <mc:Fallback>
                <p:oleObj name="Equation" r:id="rId17" imgW="8534400" imgH="10363200" progId="Equation.DSMT4">
                  <p:embed/>
                  <p:pic>
                    <p:nvPicPr>
                      <p:cNvPr id="0" name="图片 24585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313261" y="3397282"/>
                        <a:ext cx="898525" cy="10429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文本框 2"/>
          <p:cNvSpPr txBox="1"/>
          <p:nvPr/>
        </p:nvSpPr>
        <p:spPr>
          <a:xfrm>
            <a:off x="3123403" y="3657453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发散或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5" name="文本框 2"/>
          <p:cNvSpPr txBox="1"/>
          <p:nvPr/>
        </p:nvSpPr>
        <p:spPr>
          <a:xfrm>
            <a:off x="5166977" y="3737977"/>
            <a:ext cx="10077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发散</a:t>
            </a:r>
            <a:r>
              <a:rPr lang="en-US" altLang="zh-CN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,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228715" y="3398520"/>
            <a:ext cx="3111500" cy="1042670"/>
            <a:chOff x="9809" y="4872"/>
            <a:chExt cx="4900" cy="1642"/>
          </a:xfrm>
        </p:grpSpPr>
        <p:sp>
          <p:nvSpPr>
            <p:cNvPr id="57" name="文本框 2"/>
            <p:cNvSpPr txBox="1"/>
            <p:nvPr/>
          </p:nvSpPr>
          <p:spPr>
            <a:xfrm>
              <a:off x="9809" y="5323"/>
              <a:ext cx="4901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</a:t>
              </a:r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级数       发散。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58" name="Object 19"/>
            <p:cNvGraphicFramePr>
              <a:graphicFrameLocks noChangeAspect="1"/>
            </p:cNvGraphicFramePr>
            <p:nvPr/>
          </p:nvGraphicFramePr>
          <p:xfrm>
            <a:off x="11577" y="4872"/>
            <a:ext cx="1418" cy="16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87" name="Equation" r:id="rId19" imgW="8534400" imgH="10363200" progId="Equation.DSMT4">
                    <p:embed/>
                  </p:oleObj>
                </mc:Choice>
                <mc:Fallback>
                  <p:oleObj name="Equation" r:id="rId19" imgW="8534400" imgH="10363200" progId="Equation.DSMT4">
                    <p:embed/>
                    <p:pic>
                      <p:nvPicPr>
                        <p:cNvPr id="0" name="图片 2458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1577" y="4872"/>
                          <a:ext cx="1418" cy="164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9" name="文本框 2"/>
          <p:cNvSpPr txBox="1"/>
          <p:nvPr/>
        </p:nvSpPr>
        <p:spPr>
          <a:xfrm>
            <a:off x="2330817" y="4604917"/>
            <a:ext cx="874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60" name="文本框 2"/>
          <p:cNvSpPr txBox="1"/>
          <p:nvPr/>
        </p:nvSpPr>
        <p:spPr>
          <a:xfrm>
            <a:off x="3438075" y="4604704"/>
            <a:ext cx="37452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</a:rPr>
              <a:t>判断下列级数的敛散性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74778" name="Object 26"/>
          <p:cNvGraphicFramePr>
            <a:graphicFrameLocks noChangeAspect="1"/>
          </p:cNvGraphicFramePr>
          <p:nvPr/>
        </p:nvGraphicFramePr>
        <p:xfrm>
          <a:off x="2389666" y="5305891"/>
          <a:ext cx="2570163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8" name="Equation" r:id="rId21" imgW="24384000" imgH="10363200" progId="Equation.DSMT4">
                  <p:embed/>
                </p:oleObj>
              </mc:Choice>
              <mc:Fallback>
                <p:oleObj name="Equation" r:id="rId21" imgW="24384000" imgH="10363200" progId="Equation.DSMT4">
                  <p:embed/>
                  <p:pic>
                    <p:nvPicPr>
                      <p:cNvPr id="0" name="图片 24587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389666" y="5305891"/>
                        <a:ext cx="2570163" cy="10429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七角星 41"/>
          <p:cNvSpPr/>
          <p:nvPr/>
        </p:nvSpPr>
        <p:spPr>
          <a:xfrm>
            <a:off x="1389320" y="3346126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文本框 2"/>
          <p:cNvSpPr txBox="1"/>
          <p:nvPr/>
        </p:nvSpPr>
        <p:spPr>
          <a:xfrm>
            <a:off x="2324735" y="6527800"/>
            <a:ext cx="9277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解：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" name="Object 26"/>
          <p:cNvGraphicFramePr>
            <a:graphicFrameLocks noChangeAspect="1"/>
          </p:cNvGraphicFramePr>
          <p:nvPr/>
        </p:nvGraphicFramePr>
        <p:xfrm>
          <a:off x="3036570" y="7481570"/>
          <a:ext cx="821055" cy="913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23" imgW="368300" imgH="431800" progId="Equation.DSMT4">
                  <p:embed/>
                </p:oleObj>
              </mc:Choice>
              <mc:Fallback>
                <p:oleObj name="Equation" r:id="rId23" imgW="368300" imgH="431800" progId="Equation.DSMT4">
                  <p:embed/>
                  <p:pic>
                    <p:nvPicPr>
                      <p:cNvPr id="0" name="图片 24587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036570" y="7481570"/>
                        <a:ext cx="821055" cy="9137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2"/>
          <p:cNvSpPr txBox="1"/>
          <p:nvPr/>
        </p:nvSpPr>
        <p:spPr>
          <a:xfrm>
            <a:off x="3903345" y="7677785"/>
            <a:ext cx="9277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发散，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6" name="文本框 2"/>
          <p:cNvSpPr txBox="1"/>
          <p:nvPr/>
        </p:nvSpPr>
        <p:spPr>
          <a:xfrm>
            <a:off x="5059045" y="7687310"/>
            <a:ext cx="43338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所以                 发散。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9" name="Object 26"/>
          <p:cNvGraphicFramePr>
            <a:graphicFrameLocks noChangeAspect="1"/>
          </p:cNvGraphicFramePr>
          <p:nvPr/>
        </p:nvGraphicFramePr>
        <p:xfrm>
          <a:off x="5953125" y="7501255"/>
          <a:ext cx="1787525" cy="894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25" imgW="825500" imgH="431800" progId="Equation.DSMT4">
                  <p:embed/>
                </p:oleObj>
              </mc:Choice>
              <mc:Fallback>
                <p:oleObj name="Equation" r:id="rId25" imgW="825500" imgH="431800" progId="Equation.DSMT4">
                  <p:embed/>
                  <p:pic>
                    <p:nvPicPr>
                      <p:cNvPr id="0" name="图片 24587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953125" y="7501255"/>
                        <a:ext cx="1787525" cy="894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6"/>
          <p:cNvGraphicFramePr>
            <a:graphicFrameLocks noChangeAspect="1"/>
          </p:cNvGraphicFramePr>
          <p:nvPr/>
        </p:nvGraphicFramePr>
        <p:xfrm>
          <a:off x="3036570" y="6341745"/>
          <a:ext cx="1901190" cy="979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27" imgW="800100" imgH="431800" progId="Equation.DSMT4">
                  <p:embed/>
                </p:oleObj>
              </mc:Choice>
              <mc:Fallback>
                <p:oleObj name="Equation" r:id="rId27" imgW="800100" imgH="431800" progId="Equation.DSMT4">
                  <p:embed/>
                  <p:pic>
                    <p:nvPicPr>
                      <p:cNvPr id="0" name="图片 24587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036570" y="6341745"/>
                        <a:ext cx="1901190" cy="9791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2"/>
          <p:cNvSpPr txBox="1"/>
          <p:nvPr/>
        </p:nvSpPr>
        <p:spPr>
          <a:xfrm>
            <a:off x="4959985" y="6570345"/>
            <a:ext cx="23368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对应级数为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4" name="Object 26"/>
          <p:cNvGraphicFramePr>
            <a:graphicFrameLocks noChangeAspect="1"/>
          </p:cNvGraphicFramePr>
          <p:nvPr/>
        </p:nvGraphicFramePr>
        <p:xfrm>
          <a:off x="6863080" y="6407150"/>
          <a:ext cx="821055" cy="913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29" imgW="368300" imgH="431800" progId="Equation.DSMT4">
                  <p:embed/>
                </p:oleObj>
              </mc:Choice>
              <mc:Fallback>
                <p:oleObj name="Equation" r:id="rId29" imgW="368300" imgH="431800" progId="Equation.DSMT4">
                  <p:embed/>
                  <p:pic>
                    <p:nvPicPr>
                      <p:cNvPr id="0" name="图片 24587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863080" y="6407150"/>
                        <a:ext cx="821055" cy="9137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6"/>
          <p:cNvGraphicFramePr>
            <a:graphicFrameLocks noChangeAspect="1"/>
          </p:cNvGraphicFramePr>
          <p:nvPr/>
        </p:nvGraphicFramePr>
        <p:xfrm>
          <a:off x="7825105" y="6305550"/>
          <a:ext cx="1164590" cy="1116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30" imgW="431800" imgH="431800" progId="Equation.DSMT4">
                  <p:embed/>
                </p:oleObj>
              </mc:Choice>
              <mc:Fallback>
                <p:oleObj name="Equation" r:id="rId30" imgW="431800" imgH="431800" progId="Equation.DSMT4">
                  <p:embed/>
                  <p:pic>
                    <p:nvPicPr>
                      <p:cNvPr id="0" name="图片 24587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7825105" y="6305550"/>
                        <a:ext cx="1164590" cy="11163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3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4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4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74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74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6" grpId="0"/>
      <p:bldP spid="37" grpId="0"/>
      <p:bldP spid="39" grpId="0" bldLvl="0" animBg="1"/>
      <p:bldP spid="40" grpId="0"/>
      <p:bldP spid="42" grpId="0" bldLvl="0" animBg="1"/>
      <p:bldP spid="53" grpId="0"/>
      <p:bldP spid="55" grpId="0"/>
      <p:bldP spid="59" grpId="0"/>
      <p:bldP spid="60" grpId="0"/>
      <p:bldP spid="2" grpId="0"/>
      <p:bldP spid="5" grpId="0"/>
      <p:bldP spid="6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文本框 2"/>
          <p:cNvSpPr txBox="1"/>
          <p:nvPr/>
        </p:nvSpPr>
        <p:spPr>
          <a:xfrm>
            <a:off x="1335137" y="927632"/>
            <a:ext cx="874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60" name="文本框 2"/>
          <p:cNvSpPr txBox="1"/>
          <p:nvPr/>
        </p:nvSpPr>
        <p:spPr>
          <a:xfrm>
            <a:off x="2442395" y="927419"/>
            <a:ext cx="37452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</a:rPr>
              <a:t>判断下列级数的敛散性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74779" name="Object 27"/>
          <p:cNvGraphicFramePr>
            <a:graphicFrameLocks noChangeAspect="1"/>
          </p:cNvGraphicFramePr>
          <p:nvPr/>
        </p:nvGraphicFramePr>
        <p:xfrm>
          <a:off x="1471416" y="1574367"/>
          <a:ext cx="1541462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9" name="Equation" r:id="rId1" imgW="14630400" imgH="10668000" progId="Equation.DSMT4">
                  <p:embed/>
                </p:oleObj>
              </mc:Choice>
              <mc:Fallback>
                <p:oleObj name="Equation" r:id="rId1" imgW="14630400" imgH="10668000" progId="Equation.DSMT4">
                  <p:embed/>
                  <p:pic>
                    <p:nvPicPr>
                      <p:cNvPr id="0" name="图片 2458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71416" y="1574367"/>
                        <a:ext cx="1541462" cy="1074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27"/>
          <p:cNvGraphicFramePr>
            <a:graphicFrameLocks noChangeAspect="1"/>
          </p:cNvGraphicFramePr>
          <p:nvPr/>
        </p:nvGraphicFramePr>
        <p:xfrm>
          <a:off x="2811145" y="7272020"/>
          <a:ext cx="1384300" cy="963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0" name="Equation" r:id="rId3" imgW="609600" imgH="444500" progId="Equation.DSMT4">
                  <p:embed/>
                </p:oleObj>
              </mc:Choice>
              <mc:Fallback>
                <p:oleObj name="Equation" r:id="rId3" imgW="609600" imgH="444500" progId="Equation.DSMT4">
                  <p:embed/>
                  <p:pic>
                    <p:nvPicPr>
                      <p:cNvPr id="0" name="图片 2458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11145" y="7272020"/>
                        <a:ext cx="1384300" cy="9632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7"/>
          <p:cNvGraphicFramePr>
            <a:graphicFrameLocks noChangeAspect="1"/>
          </p:cNvGraphicFramePr>
          <p:nvPr/>
        </p:nvGraphicFramePr>
        <p:xfrm>
          <a:off x="1811655" y="2837180"/>
          <a:ext cx="789305" cy="903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5" imgW="368300" imgH="444500" progId="Equation.DSMT4">
                  <p:embed/>
                </p:oleObj>
              </mc:Choice>
              <mc:Fallback>
                <p:oleObj name="Equation" r:id="rId5" imgW="368300" imgH="444500" progId="Equation.DSMT4">
                  <p:embed/>
                  <p:pic>
                    <p:nvPicPr>
                      <p:cNvPr id="0" name="图片 2458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11655" y="2837180"/>
                        <a:ext cx="789305" cy="9036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"/>
          <p:cNvSpPr txBox="1"/>
          <p:nvPr/>
        </p:nvSpPr>
        <p:spPr>
          <a:xfrm>
            <a:off x="2601145" y="3027364"/>
            <a:ext cx="3027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对应实数项级数为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25" name="Object 27"/>
          <p:cNvGraphicFramePr>
            <a:graphicFrameLocks noChangeAspect="1"/>
          </p:cNvGraphicFramePr>
          <p:nvPr/>
        </p:nvGraphicFramePr>
        <p:xfrm>
          <a:off x="5628323" y="2836545"/>
          <a:ext cx="2504440" cy="903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7" imgW="1168400" imgH="444500" progId="Equation.DSMT4">
                  <p:embed/>
                </p:oleObj>
              </mc:Choice>
              <mc:Fallback>
                <p:oleObj name="Equation" r:id="rId7" imgW="1168400" imgH="444500" progId="Equation.DSMT4">
                  <p:embed/>
                  <p:pic>
                    <p:nvPicPr>
                      <p:cNvPr id="0" name="图片 2458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28323" y="2836545"/>
                        <a:ext cx="2504440" cy="9036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7"/>
          <p:cNvGraphicFramePr>
            <a:graphicFrameLocks noChangeAspect="1"/>
          </p:cNvGraphicFramePr>
          <p:nvPr/>
        </p:nvGraphicFramePr>
        <p:xfrm>
          <a:off x="5194618" y="4103370"/>
          <a:ext cx="2504440" cy="903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9" imgW="1168400" imgH="444500" progId="Equation.DSMT4">
                  <p:embed/>
                </p:oleObj>
              </mc:Choice>
              <mc:Fallback>
                <p:oleObj name="Equation" r:id="rId9" imgW="1168400" imgH="444500" progId="Equation.DSMT4">
                  <p:embed/>
                  <p:pic>
                    <p:nvPicPr>
                      <p:cNvPr id="0" name="图片 2458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94618" y="4103370"/>
                        <a:ext cx="2504440" cy="9036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"/>
          <p:cNvSpPr txBox="1"/>
          <p:nvPr/>
        </p:nvSpPr>
        <p:spPr>
          <a:xfrm>
            <a:off x="1811840" y="4294189"/>
            <a:ext cx="3383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由莱布尼兹判别法，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0" name="文本框 2"/>
          <p:cNvSpPr txBox="1"/>
          <p:nvPr/>
        </p:nvSpPr>
        <p:spPr>
          <a:xfrm>
            <a:off x="7699560" y="4294189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均收敛，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051685" y="5073650"/>
            <a:ext cx="2952750" cy="903605"/>
            <a:chOff x="3231" y="7990"/>
            <a:chExt cx="4650" cy="1423"/>
          </a:xfrm>
        </p:grpSpPr>
        <p:graphicFrame>
          <p:nvGraphicFramePr>
            <p:cNvPr id="31" name="Object 27"/>
            <p:cNvGraphicFramePr>
              <a:graphicFrameLocks noChangeAspect="1"/>
            </p:cNvGraphicFramePr>
            <p:nvPr/>
          </p:nvGraphicFramePr>
          <p:xfrm>
            <a:off x="4639" y="7990"/>
            <a:ext cx="1243" cy="14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" name="Equation" r:id="rId10" imgW="368300" imgH="444500" progId="Equation.DSMT4">
                    <p:embed/>
                  </p:oleObj>
                </mc:Choice>
                <mc:Fallback>
                  <p:oleObj name="Equation" r:id="rId10" imgW="368300" imgH="444500" progId="Equation.DSMT4">
                    <p:embed/>
                    <p:pic>
                      <p:nvPicPr>
                        <p:cNvPr id="0" name="图片 2458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639" y="7990"/>
                          <a:ext cx="1243" cy="142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文本框 2"/>
            <p:cNvSpPr txBox="1"/>
            <p:nvPr/>
          </p:nvSpPr>
          <p:spPr>
            <a:xfrm>
              <a:off x="3231" y="8591"/>
              <a:ext cx="4651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</a:rPr>
                <a:t>所以        收敛。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34" name="文本框 2"/>
          <p:cNvSpPr txBox="1"/>
          <p:nvPr/>
        </p:nvSpPr>
        <p:spPr>
          <a:xfrm>
            <a:off x="1471480" y="6393499"/>
            <a:ext cx="48139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</a:rPr>
              <a:t>练习：判断下列级数的敛散性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38" name="Object 27"/>
          <p:cNvGraphicFramePr>
            <a:graphicFrameLocks noChangeAspect="1"/>
          </p:cNvGraphicFramePr>
          <p:nvPr/>
        </p:nvGraphicFramePr>
        <p:xfrm>
          <a:off x="5005070" y="7272020"/>
          <a:ext cx="1644650" cy="963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Equation" r:id="rId11" imgW="723900" imgH="444500" progId="Equation.DSMT4">
                  <p:embed/>
                </p:oleObj>
              </mc:Choice>
              <mc:Fallback>
                <p:oleObj name="Equation" r:id="rId11" imgW="723900" imgH="444500" progId="Equation.DSMT4">
                  <p:embed/>
                  <p:pic>
                    <p:nvPicPr>
                      <p:cNvPr id="0" name="图片 2458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05070" y="7272020"/>
                        <a:ext cx="1644650" cy="9632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24" grpId="0"/>
      <p:bldP spid="29" grpId="0"/>
      <p:bldP spid="3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74779" name="Object 27"/>
          <p:cNvGraphicFramePr>
            <a:graphicFrameLocks noChangeAspect="1"/>
          </p:cNvGraphicFramePr>
          <p:nvPr/>
        </p:nvGraphicFramePr>
        <p:xfrm>
          <a:off x="1462280" y="595062"/>
          <a:ext cx="1092200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5" name="Equation" r:id="rId1" imgW="10363200" imgH="10668000" progId="Equation.DSMT4">
                  <p:embed/>
                </p:oleObj>
              </mc:Choice>
              <mc:Fallback>
                <p:oleObj name="Equation" r:id="rId1" imgW="10363200" imgH="10668000" progId="Equation.DSMT4">
                  <p:embed/>
                  <p:pic>
                    <p:nvPicPr>
                      <p:cNvPr id="0" name="图片 266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62280" y="595062"/>
                        <a:ext cx="1092200" cy="10747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7"/>
          <p:cNvGraphicFramePr>
            <a:graphicFrameLocks noChangeAspect="1"/>
          </p:cNvGraphicFramePr>
          <p:nvPr/>
        </p:nvGraphicFramePr>
        <p:xfrm>
          <a:off x="7044437" y="599126"/>
          <a:ext cx="1187450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6" name="Equation" r:id="rId3" imgW="11277600" imgH="10668000" progId="Equation.DSMT4">
                  <p:embed/>
                </p:oleObj>
              </mc:Choice>
              <mc:Fallback>
                <p:oleObj name="Equation" r:id="rId3" imgW="11277600" imgH="10668000" progId="Equation.DSMT4">
                  <p:embed/>
                  <p:pic>
                    <p:nvPicPr>
                      <p:cNvPr id="0" name="图片 2662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44437" y="599126"/>
                        <a:ext cx="1187450" cy="10747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"/>
          <p:cNvSpPr txBox="1"/>
          <p:nvPr/>
        </p:nvSpPr>
        <p:spPr>
          <a:xfrm>
            <a:off x="2574041" y="871285"/>
            <a:ext cx="10077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收敛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,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22" name="Object 27"/>
          <p:cNvGraphicFramePr>
            <a:graphicFrameLocks noChangeAspect="1"/>
          </p:cNvGraphicFramePr>
          <p:nvPr/>
        </p:nvGraphicFramePr>
        <p:xfrm>
          <a:off x="3493454" y="583565"/>
          <a:ext cx="1252537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7" name="Equation" r:id="rId5" imgW="11887200" imgH="10668000" progId="Equation.DSMT4">
                  <p:embed/>
                </p:oleObj>
              </mc:Choice>
              <mc:Fallback>
                <p:oleObj name="Equation" r:id="rId5" imgW="11887200" imgH="10668000" progId="Equation.DSMT4">
                  <p:embed/>
                  <p:pic>
                    <p:nvPicPr>
                      <p:cNvPr id="0" name="图片 2662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93454" y="583565"/>
                        <a:ext cx="1252537" cy="1074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27"/>
          <p:cNvGraphicFramePr>
            <a:graphicFrameLocks noChangeAspect="1"/>
          </p:cNvGraphicFramePr>
          <p:nvPr/>
        </p:nvGraphicFramePr>
        <p:xfrm>
          <a:off x="4761865" y="599440"/>
          <a:ext cx="1220788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8" name="Equation" r:id="rId7" imgW="11582400" imgH="10363200" progId="Equation.DSMT4">
                  <p:embed/>
                </p:oleObj>
              </mc:Choice>
              <mc:Fallback>
                <p:oleObj name="Equation" r:id="rId7" imgW="11582400" imgH="10363200" progId="Equation.DSMT4">
                  <p:embed/>
                  <p:pic>
                    <p:nvPicPr>
                      <p:cNvPr id="0" name="图片 2662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61865" y="599440"/>
                        <a:ext cx="1220788" cy="10429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文本框 2"/>
          <p:cNvSpPr txBox="1"/>
          <p:nvPr/>
        </p:nvSpPr>
        <p:spPr>
          <a:xfrm>
            <a:off x="5971291" y="871157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发散；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4" name="文本框 2"/>
          <p:cNvSpPr txBox="1"/>
          <p:nvPr/>
        </p:nvSpPr>
        <p:spPr>
          <a:xfrm>
            <a:off x="8247766" y="782703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收敛，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35" name="Object 27"/>
          <p:cNvGraphicFramePr>
            <a:graphicFrameLocks noChangeAspect="1"/>
          </p:cNvGraphicFramePr>
          <p:nvPr/>
        </p:nvGraphicFramePr>
        <p:xfrm>
          <a:off x="9295452" y="583885"/>
          <a:ext cx="1349375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9" name="Equation" r:id="rId9" imgW="12801600" imgH="10668000" progId="Equation.DSMT4">
                  <p:embed/>
                </p:oleObj>
              </mc:Choice>
              <mc:Fallback>
                <p:oleObj name="Equation" r:id="rId9" imgW="12801600" imgH="10668000" progId="Equation.DSMT4">
                  <p:embed/>
                  <p:pic>
                    <p:nvPicPr>
                      <p:cNvPr id="0" name="图片 2662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295452" y="583885"/>
                        <a:ext cx="1349375" cy="10747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27"/>
          <p:cNvGraphicFramePr>
            <a:graphicFrameLocks noChangeAspect="1"/>
          </p:cNvGraphicFramePr>
          <p:nvPr/>
        </p:nvGraphicFramePr>
        <p:xfrm>
          <a:off x="10532113" y="599760"/>
          <a:ext cx="1381125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0" name="Equation" r:id="rId11" imgW="13106400" imgH="10363200" progId="Equation.DSMT4">
                  <p:embed/>
                </p:oleObj>
              </mc:Choice>
              <mc:Fallback>
                <p:oleObj name="Equation" r:id="rId11" imgW="13106400" imgH="10363200" progId="Equation.DSMT4">
                  <p:embed/>
                  <p:pic>
                    <p:nvPicPr>
                      <p:cNvPr id="0" name="图片 2662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532113" y="599760"/>
                        <a:ext cx="1381125" cy="10429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文本框 2"/>
          <p:cNvSpPr txBox="1"/>
          <p:nvPr/>
        </p:nvSpPr>
        <p:spPr>
          <a:xfrm>
            <a:off x="12084436" y="871476"/>
            <a:ext cx="12496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收敛；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9420" name="Picture 28" descr="C:\Program Files (x86)\Microsoft Office\MEDIA\CAGCAT10\j0183290.wmf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84733" y="1791120"/>
            <a:ext cx="811022" cy="869967"/>
          </a:xfrm>
          <a:prstGeom prst="rect">
            <a:avLst/>
          </a:prstGeom>
          <a:noFill/>
        </p:spPr>
      </p:pic>
      <p:sp>
        <p:nvSpPr>
          <p:cNvPr id="40" name="文本框 2"/>
          <p:cNvSpPr txBox="1"/>
          <p:nvPr/>
        </p:nvSpPr>
        <p:spPr>
          <a:xfrm>
            <a:off x="1791335" y="1965325"/>
            <a:ext cx="115430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上述两个级数的收敛有一些不同，该怎么来定义这些不同呢？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4" name="文本框 2"/>
          <p:cNvSpPr txBox="1"/>
          <p:nvPr/>
        </p:nvSpPr>
        <p:spPr>
          <a:xfrm>
            <a:off x="1254041" y="2682017"/>
            <a:ext cx="39662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</a:t>
            </a:r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、条件收敛与绝对收敛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715770" y="3126105"/>
            <a:ext cx="5727700" cy="1105535"/>
            <a:chOff x="2702" y="4923"/>
            <a:chExt cx="9020" cy="1741"/>
          </a:xfrm>
        </p:grpSpPr>
        <p:sp>
          <p:nvSpPr>
            <p:cNvPr id="42" name="文本框 2"/>
            <p:cNvSpPr txBox="1"/>
            <p:nvPr/>
          </p:nvSpPr>
          <p:spPr>
            <a:xfrm>
              <a:off x="2702" y="5374"/>
              <a:ext cx="9021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若级数       收敛而         发散，                               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83985" name="Object 17"/>
            <p:cNvGraphicFramePr>
              <a:graphicFrameLocks noChangeAspect="1"/>
            </p:cNvGraphicFramePr>
            <p:nvPr/>
          </p:nvGraphicFramePr>
          <p:xfrm>
            <a:off x="4498" y="4923"/>
            <a:ext cx="1423" cy="17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49" name="Equation" r:id="rId14" imgW="8534400" imgH="10363200" progId="Equation.DSMT4">
                    <p:embed/>
                  </p:oleObj>
                </mc:Choice>
                <mc:Fallback>
                  <p:oleObj name="Equation" r:id="rId14" imgW="8534400" imgH="10363200" progId="Equation.DSMT4">
                    <p:embed/>
                    <p:pic>
                      <p:nvPicPr>
                        <p:cNvPr id="0" name="图片 2764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4498" y="4923"/>
                          <a:ext cx="1423" cy="17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5006" name="Object 14"/>
            <p:cNvGraphicFramePr>
              <a:graphicFrameLocks noChangeAspect="1"/>
            </p:cNvGraphicFramePr>
            <p:nvPr/>
          </p:nvGraphicFramePr>
          <p:xfrm>
            <a:off x="7371" y="4932"/>
            <a:ext cx="1830" cy="17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0" name="Equation" r:id="rId16" imgW="10972800" imgH="10363200" progId="Equation.DSMT4">
                    <p:embed/>
                  </p:oleObj>
                </mc:Choice>
                <mc:Fallback>
                  <p:oleObj name="Equation" r:id="rId16" imgW="10972800" imgH="10363200" progId="Equation.DSMT4">
                    <p:embed/>
                    <p:pic>
                      <p:nvPicPr>
                        <p:cNvPr id="0" name="图片 2764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7371" y="4932"/>
                          <a:ext cx="1830" cy="17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3"/>
          <p:cNvGrpSpPr/>
          <p:nvPr/>
        </p:nvGrpSpPr>
        <p:grpSpPr>
          <a:xfrm>
            <a:off x="6762115" y="3083560"/>
            <a:ext cx="3583940" cy="1099820"/>
            <a:chOff x="10649" y="4856"/>
            <a:chExt cx="5644" cy="1732"/>
          </a:xfrm>
        </p:grpSpPr>
        <p:sp>
          <p:nvSpPr>
            <p:cNvPr id="41" name="文本框 2"/>
            <p:cNvSpPr txBox="1"/>
            <p:nvPr/>
          </p:nvSpPr>
          <p:spPr>
            <a:xfrm>
              <a:off x="10649" y="5325"/>
              <a:ext cx="5644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则称        </a:t>
              </a:r>
              <a:r>
                <a:rPr lang="zh-CN" altLang="en-US" sz="2800" b="1" i="1" u="sng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条件收敛</a:t>
              </a:r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；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85007" name="Object 15"/>
            <p:cNvGraphicFramePr>
              <a:graphicFrameLocks noChangeAspect="1"/>
            </p:cNvGraphicFramePr>
            <p:nvPr/>
          </p:nvGraphicFramePr>
          <p:xfrm>
            <a:off x="11941" y="4856"/>
            <a:ext cx="1423" cy="17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1" name="Equation" r:id="rId18" imgW="8534400" imgH="10363200" progId="Equation.DSMT4">
                    <p:embed/>
                  </p:oleObj>
                </mc:Choice>
                <mc:Fallback>
                  <p:oleObj name="Equation" r:id="rId18" imgW="8534400" imgH="10363200" progId="Equation.DSMT4">
                    <p:embed/>
                    <p:pic>
                      <p:nvPicPr>
                        <p:cNvPr id="0" name="图片 2765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1941" y="4856"/>
                          <a:ext cx="1423" cy="17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/>
          <p:cNvGrpSpPr/>
          <p:nvPr/>
        </p:nvGrpSpPr>
        <p:grpSpPr>
          <a:xfrm>
            <a:off x="1833245" y="4114800"/>
            <a:ext cx="5727700" cy="1115695"/>
            <a:chOff x="2887" y="6480"/>
            <a:chExt cx="9020" cy="1757"/>
          </a:xfrm>
        </p:grpSpPr>
        <p:sp>
          <p:nvSpPr>
            <p:cNvPr id="44" name="文本框 2"/>
            <p:cNvSpPr txBox="1"/>
            <p:nvPr/>
          </p:nvSpPr>
          <p:spPr>
            <a:xfrm>
              <a:off x="2887" y="6863"/>
              <a:ext cx="9021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若级数       收敛且         收敛，                               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45" name="Object 17"/>
            <p:cNvGraphicFramePr>
              <a:graphicFrameLocks noChangeAspect="1"/>
            </p:cNvGraphicFramePr>
            <p:nvPr/>
          </p:nvGraphicFramePr>
          <p:xfrm>
            <a:off x="4702" y="6505"/>
            <a:ext cx="1420" cy="17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2" name="Equation" r:id="rId20" imgW="8534400" imgH="10363200" progId="Equation.DSMT4">
                    <p:embed/>
                  </p:oleObj>
                </mc:Choice>
                <mc:Fallback>
                  <p:oleObj name="Equation" r:id="rId20" imgW="8534400" imgH="10363200" progId="Equation.DSMT4">
                    <p:embed/>
                    <p:pic>
                      <p:nvPicPr>
                        <p:cNvPr id="0" name="图片 2765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4702" y="6505"/>
                          <a:ext cx="1420" cy="17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Object 14"/>
            <p:cNvGraphicFramePr>
              <a:graphicFrameLocks noChangeAspect="1"/>
            </p:cNvGraphicFramePr>
            <p:nvPr/>
          </p:nvGraphicFramePr>
          <p:xfrm>
            <a:off x="7545" y="6480"/>
            <a:ext cx="1830" cy="17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3" name="Equation" r:id="rId22" imgW="10972800" imgH="10363200" progId="Equation.DSMT4">
                    <p:embed/>
                  </p:oleObj>
                </mc:Choice>
                <mc:Fallback>
                  <p:oleObj name="Equation" r:id="rId22" imgW="10972800" imgH="10363200" progId="Equation.DSMT4">
                    <p:embed/>
                    <p:pic>
                      <p:nvPicPr>
                        <p:cNvPr id="0" name="图片 2765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7545" y="6480"/>
                          <a:ext cx="1830" cy="17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/>
          <p:cNvGrpSpPr/>
          <p:nvPr/>
        </p:nvGrpSpPr>
        <p:grpSpPr>
          <a:xfrm>
            <a:off x="6939280" y="4114800"/>
            <a:ext cx="3583940" cy="1099820"/>
            <a:chOff x="10928" y="6480"/>
            <a:chExt cx="5644" cy="1732"/>
          </a:xfrm>
        </p:grpSpPr>
        <p:sp>
          <p:nvSpPr>
            <p:cNvPr id="43" name="文本框 2"/>
            <p:cNvSpPr txBox="1"/>
            <p:nvPr/>
          </p:nvSpPr>
          <p:spPr>
            <a:xfrm>
              <a:off x="10928" y="6877"/>
              <a:ext cx="5644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则称        </a:t>
              </a:r>
              <a:r>
                <a:rPr lang="zh-CN" altLang="en-US" sz="2800" b="1" i="1" u="sng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绝对收敛</a:t>
              </a:r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。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47" name="Object 15"/>
            <p:cNvGraphicFramePr>
              <a:graphicFrameLocks noChangeAspect="1"/>
            </p:cNvGraphicFramePr>
            <p:nvPr/>
          </p:nvGraphicFramePr>
          <p:xfrm>
            <a:off x="12034" y="6480"/>
            <a:ext cx="1423" cy="17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4" name="Equation" r:id="rId24" imgW="8534400" imgH="10363200" progId="Equation.DSMT4">
                    <p:embed/>
                  </p:oleObj>
                </mc:Choice>
                <mc:Fallback>
                  <p:oleObj name="Equation" r:id="rId24" imgW="8534400" imgH="10363200" progId="Equation.DSMT4">
                    <p:embed/>
                    <p:pic>
                      <p:nvPicPr>
                        <p:cNvPr id="0" name="图片 2765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12034" y="6480"/>
                          <a:ext cx="1423" cy="17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" name="文本框 2"/>
          <p:cNvSpPr txBox="1"/>
          <p:nvPr/>
        </p:nvSpPr>
        <p:spPr>
          <a:xfrm>
            <a:off x="1440942" y="5405088"/>
            <a:ext cx="12306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i="1" u="sng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i="1" u="sng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</a:t>
            </a:r>
            <a:r>
              <a:rPr lang="en-US" altLang="zh-CN" sz="2800" b="1" i="1" u="sng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endParaRPr lang="zh-CN" altLang="en-US" sz="2800" b="1" i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815330" y="5105400"/>
            <a:ext cx="2627630" cy="1099820"/>
            <a:chOff x="9071" y="8160"/>
            <a:chExt cx="4138" cy="1732"/>
          </a:xfrm>
        </p:grpSpPr>
        <p:sp>
          <p:nvSpPr>
            <p:cNvPr id="51" name="文本框 2"/>
            <p:cNvSpPr txBox="1"/>
            <p:nvPr/>
          </p:nvSpPr>
          <p:spPr>
            <a:xfrm>
              <a:off x="9071" y="8584"/>
              <a:ext cx="4139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         收敛。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52" name="Object 15"/>
            <p:cNvGraphicFramePr>
              <a:graphicFrameLocks noChangeAspect="1"/>
            </p:cNvGraphicFramePr>
            <p:nvPr/>
          </p:nvGraphicFramePr>
          <p:xfrm>
            <a:off x="9863" y="8160"/>
            <a:ext cx="1422" cy="17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6" name="Equation" r:id="rId26" imgW="8534400" imgH="10363200" progId="Equation.DSMT4">
                    <p:embed/>
                  </p:oleObj>
                </mc:Choice>
                <mc:Fallback>
                  <p:oleObj name="Equation" r:id="rId26" imgW="8534400" imgH="10363200" progId="Equation.DSMT4">
                    <p:embed/>
                    <p:pic>
                      <p:nvPicPr>
                        <p:cNvPr id="0" name="图片 2765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9863" y="8160"/>
                          <a:ext cx="1422" cy="17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/>
          <p:cNvGrpSpPr/>
          <p:nvPr/>
        </p:nvGrpSpPr>
        <p:grpSpPr>
          <a:xfrm>
            <a:off x="2437130" y="6012815"/>
            <a:ext cx="3093720" cy="1099820"/>
            <a:chOff x="3838" y="9469"/>
            <a:chExt cx="4872" cy="1732"/>
          </a:xfrm>
        </p:grpSpPr>
        <p:graphicFrame>
          <p:nvGraphicFramePr>
            <p:cNvPr id="50" name="Object 14"/>
            <p:cNvGraphicFramePr>
              <a:graphicFrameLocks noChangeAspect="1"/>
            </p:cNvGraphicFramePr>
            <p:nvPr/>
          </p:nvGraphicFramePr>
          <p:xfrm>
            <a:off x="4599" y="9469"/>
            <a:ext cx="1828" cy="17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5" name="Equation" r:id="rId28" imgW="10972800" imgH="10363200" progId="Equation.DSMT4">
                    <p:embed/>
                  </p:oleObj>
                </mc:Choice>
                <mc:Fallback>
                  <p:oleObj name="Equation" r:id="rId28" imgW="10972800" imgH="10363200" progId="Equation.DSMT4">
                    <p:embed/>
                    <p:pic>
                      <p:nvPicPr>
                        <p:cNvPr id="0" name="图片 2765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4599" y="9469"/>
                          <a:ext cx="1828" cy="17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" name="文本框 2"/>
            <p:cNvSpPr txBox="1"/>
            <p:nvPr/>
          </p:nvSpPr>
          <p:spPr>
            <a:xfrm>
              <a:off x="3838" y="9848"/>
              <a:ext cx="4873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若           收敛，                               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910205" y="5105400"/>
            <a:ext cx="3093720" cy="1099820"/>
            <a:chOff x="4583" y="8040"/>
            <a:chExt cx="4872" cy="1732"/>
          </a:xfrm>
        </p:grpSpPr>
        <p:sp>
          <p:nvSpPr>
            <p:cNvPr id="49" name="文本框 2"/>
            <p:cNvSpPr txBox="1"/>
            <p:nvPr/>
          </p:nvSpPr>
          <p:spPr>
            <a:xfrm>
              <a:off x="4583" y="8462"/>
              <a:ext cx="4873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若           收敛，                               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85013" name="Object 21"/>
            <p:cNvGraphicFramePr>
              <a:graphicFrameLocks noChangeAspect="1"/>
            </p:cNvGraphicFramePr>
            <p:nvPr/>
          </p:nvGraphicFramePr>
          <p:xfrm>
            <a:off x="5355" y="8040"/>
            <a:ext cx="1828" cy="17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7" name="Equation" r:id="rId30" imgW="10972800" imgH="10363200" progId="Equation.DSMT4">
                    <p:embed/>
                  </p:oleObj>
                </mc:Choice>
                <mc:Fallback>
                  <p:oleObj name="Equation" r:id="rId30" imgW="10972800" imgH="10363200" progId="Equation.DSMT4">
                    <p:embed/>
                    <p:pic>
                      <p:nvPicPr>
                        <p:cNvPr id="0" name="图片 2765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5355" y="8040"/>
                          <a:ext cx="1828" cy="17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/>
          <p:cNvGrpSpPr/>
          <p:nvPr/>
        </p:nvGrpSpPr>
        <p:grpSpPr>
          <a:xfrm>
            <a:off x="5096510" y="5969635"/>
            <a:ext cx="3338830" cy="1099820"/>
            <a:chOff x="8026" y="9401"/>
            <a:chExt cx="5258" cy="1732"/>
          </a:xfrm>
        </p:grpSpPr>
        <p:sp>
          <p:nvSpPr>
            <p:cNvPr id="56" name="文本框 2"/>
            <p:cNvSpPr txBox="1"/>
            <p:nvPr/>
          </p:nvSpPr>
          <p:spPr>
            <a:xfrm>
              <a:off x="8026" y="9781"/>
              <a:ext cx="5259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         绝对收敛；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85014" name="Object 22"/>
            <p:cNvGraphicFramePr>
              <a:graphicFrameLocks noChangeAspect="1"/>
            </p:cNvGraphicFramePr>
            <p:nvPr/>
          </p:nvGraphicFramePr>
          <p:xfrm>
            <a:off x="8812" y="9401"/>
            <a:ext cx="1422" cy="17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8" name="Equation" r:id="rId32" imgW="8534400" imgH="10363200" progId="Equation.DSMT4">
                    <p:embed/>
                  </p:oleObj>
                </mc:Choice>
                <mc:Fallback>
                  <p:oleObj name="Equation" r:id="rId32" imgW="8534400" imgH="10363200" progId="Equation.DSMT4">
                    <p:embed/>
                    <p:pic>
                      <p:nvPicPr>
                        <p:cNvPr id="0" name="图片 2765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8812" y="9401"/>
                          <a:ext cx="1422" cy="17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/>
          <p:cNvGrpSpPr/>
          <p:nvPr/>
        </p:nvGrpSpPr>
        <p:grpSpPr>
          <a:xfrm>
            <a:off x="2320925" y="8087995"/>
            <a:ext cx="8324215" cy="1157605"/>
            <a:chOff x="3655" y="12737"/>
            <a:chExt cx="13109" cy="1823"/>
          </a:xfrm>
        </p:grpSpPr>
        <p:graphicFrame>
          <p:nvGraphicFramePr>
            <p:cNvPr id="60" name="Object 14"/>
            <p:cNvGraphicFramePr>
              <a:graphicFrameLocks noChangeAspect="1"/>
            </p:cNvGraphicFramePr>
            <p:nvPr/>
          </p:nvGraphicFramePr>
          <p:xfrm>
            <a:off x="9451" y="12828"/>
            <a:ext cx="1828" cy="17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9" name="Equation" r:id="rId34" imgW="10972800" imgH="10363200" progId="Equation.DSMT4">
                    <p:embed/>
                  </p:oleObj>
                </mc:Choice>
                <mc:Fallback>
                  <p:oleObj name="Equation" r:id="rId34" imgW="10972800" imgH="10363200" progId="Equation.DSMT4">
                    <p:embed/>
                    <p:pic>
                      <p:nvPicPr>
                        <p:cNvPr id="0" name="图片 2765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9451" y="12828"/>
                          <a:ext cx="1828" cy="17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" name="文本框 2"/>
            <p:cNvSpPr txBox="1"/>
            <p:nvPr/>
          </p:nvSpPr>
          <p:spPr>
            <a:xfrm>
              <a:off x="3655" y="13202"/>
              <a:ext cx="1021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但若用比值判别法判定           </a:t>
              </a:r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发散，                               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sp>
          <p:nvSpPr>
            <p:cNvPr id="62" name="文本框 2"/>
            <p:cNvSpPr txBox="1"/>
            <p:nvPr/>
          </p:nvSpPr>
          <p:spPr>
            <a:xfrm>
              <a:off x="12984" y="13237"/>
              <a:ext cx="3781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       发散。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63" name="Object 22"/>
            <p:cNvGraphicFramePr>
              <a:graphicFrameLocks noChangeAspect="1"/>
            </p:cNvGraphicFramePr>
            <p:nvPr/>
          </p:nvGraphicFramePr>
          <p:xfrm>
            <a:off x="13725" y="12737"/>
            <a:ext cx="1422" cy="17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60" name="Equation" r:id="rId35" imgW="8534400" imgH="10363200" progId="Equation.DSMT4">
                    <p:embed/>
                  </p:oleObj>
                </mc:Choice>
                <mc:Fallback>
                  <p:oleObj name="Equation" r:id="rId35" imgW="8534400" imgH="10363200" progId="Equation.DSMT4">
                    <p:embed/>
                    <p:pic>
                      <p:nvPicPr>
                        <p:cNvPr id="0" name="图片 2765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13725" y="12737"/>
                          <a:ext cx="1422" cy="17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7" name="七角星 56"/>
          <p:cNvSpPr/>
          <p:nvPr/>
        </p:nvSpPr>
        <p:spPr>
          <a:xfrm>
            <a:off x="1550610" y="6089961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300605" y="7085330"/>
            <a:ext cx="3093720" cy="1099820"/>
            <a:chOff x="3623" y="11158"/>
            <a:chExt cx="4872" cy="1732"/>
          </a:xfrm>
        </p:grpSpPr>
        <p:graphicFrame>
          <p:nvGraphicFramePr>
            <p:cNvPr id="58" name="Object 14"/>
            <p:cNvGraphicFramePr>
              <a:graphicFrameLocks noChangeAspect="1"/>
            </p:cNvGraphicFramePr>
            <p:nvPr/>
          </p:nvGraphicFramePr>
          <p:xfrm>
            <a:off x="4296" y="11158"/>
            <a:ext cx="1828" cy="17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61" name="Equation" r:id="rId36" imgW="10972800" imgH="10363200" progId="Equation.DSMT4">
                    <p:embed/>
                  </p:oleObj>
                </mc:Choice>
                <mc:Fallback>
                  <p:oleObj name="Equation" r:id="rId36" imgW="10972800" imgH="10363200" progId="Equation.DSMT4">
                    <p:embed/>
                    <p:pic>
                      <p:nvPicPr>
                        <p:cNvPr id="0" name="图片 2766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7"/>
                        <a:stretch>
                          <a:fillRect/>
                        </a:stretch>
                      </p:blipFill>
                      <p:spPr>
                        <a:xfrm>
                          <a:off x="4296" y="11158"/>
                          <a:ext cx="1828" cy="17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" name="文本框 2"/>
            <p:cNvSpPr txBox="1"/>
            <p:nvPr/>
          </p:nvSpPr>
          <p:spPr>
            <a:xfrm>
              <a:off x="3623" y="11553"/>
              <a:ext cx="4873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若         发散，                               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783455" y="7090410"/>
            <a:ext cx="2272030" cy="1099820"/>
            <a:chOff x="7533" y="11166"/>
            <a:chExt cx="3578" cy="1732"/>
          </a:xfrm>
        </p:grpSpPr>
        <p:sp>
          <p:nvSpPr>
            <p:cNvPr id="64" name="文本框 2"/>
            <p:cNvSpPr txBox="1"/>
            <p:nvPr/>
          </p:nvSpPr>
          <p:spPr>
            <a:xfrm>
              <a:off x="7533" y="11486"/>
              <a:ext cx="3579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而        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收敛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,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65" name="Object 22"/>
            <p:cNvGraphicFramePr>
              <a:graphicFrameLocks noChangeAspect="1"/>
            </p:cNvGraphicFramePr>
            <p:nvPr/>
          </p:nvGraphicFramePr>
          <p:xfrm>
            <a:off x="8235" y="11166"/>
            <a:ext cx="1420" cy="17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62" name="Equation" r:id="rId38" imgW="8534400" imgH="10363200" progId="Equation.DSMT4">
                    <p:embed/>
                  </p:oleObj>
                </mc:Choice>
                <mc:Fallback>
                  <p:oleObj name="Equation" r:id="rId38" imgW="8534400" imgH="10363200" progId="Equation.DSMT4">
                    <p:embed/>
                    <p:pic>
                      <p:nvPicPr>
                        <p:cNvPr id="0" name="图片 2766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9"/>
                        <a:stretch>
                          <a:fillRect/>
                        </a:stretch>
                      </p:blipFill>
                      <p:spPr>
                        <a:xfrm>
                          <a:off x="8235" y="11166"/>
                          <a:ext cx="1420" cy="17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/>
          <p:cNvGrpSpPr/>
          <p:nvPr/>
        </p:nvGrpSpPr>
        <p:grpSpPr>
          <a:xfrm>
            <a:off x="7071995" y="7045325"/>
            <a:ext cx="2870200" cy="1099820"/>
            <a:chOff x="11137" y="11095"/>
            <a:chExt cx="4520" cy="1732"/>
          </a:xfrm>
        </p:grpSpPr>
        <p:sp>
          <p:nvSpPr>
            <p:cNvPr id="66" name="文本框 2"/>
            <p:cNvSpPr txBox="1"/>
            <p:nvPr/>
          </p:nvSpPr>
          <p:spPr>
            <a:xfrm>
              <a:off x="11137" y="11550"/>
              <a:ext cx="4520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       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条件收敛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;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67" name="Object 15"/>
            <p:cNvGraphicFramePr>
              <a:graphicFrameLocks noChangeAspect="1"/>
            </p:cNvGraphicFramePr>
            <p:nvPr/>
          </p:nvGraphicFramePr>
          <p:xfrm>
            <a:off x="11694" y="11095"/>
            <a:ext cx="1420" cy="17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63" name="Equation" r:id="rId40" imgW="8534400" imgH="10363200" progId="Equation.DSMT4">
                    <p:embed/>
                  </p:oleObj>
                </mc:Choice>
                <mc:Fallback>
                  <p:oleObj name="Equation" r:id="rId40" imgW="8534400" imgH="10363200" progId="Equation.DSMT4">
                    <p:embed/>
                    <p:pic>
                      <p:nvPicPr>
                        <p:cNvPr id="0" name="图片 2766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1"/>
                        <a:stretch>
                          <a:fillRect/>
                        </a:stretch>
                      </p:blipFill>
                      <p:spPr>
                        <a:xfrm>
                          <a:off x="11694" y="11095"/>
                          <a:ext cx="1420" cy="17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4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9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3" grpId="0"/>
      <p:bldP spid="34" grpId="0"/>
      <p:bldP spid="39" grpId="0"/>
      <p:bldP spid="40" grpId="0"/>
      <p:bldP spid="54" grpId="0"/>
      <p:bldP spid="48" grpId="0"/>
      <p:bldP spid="5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2"/>
          <p:cNvSpPr txBox="1"/>
          <p:nvPr/>
        </p:nvSpPr>
        <p:spPr>
          <a:xfrm>
            <a:off x="1125982" y="917543"/>
            <a:ext cx="12306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i="1" u="sng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b="1" i="1" u="sng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</a:t>
            </a:r>
            <a:r>
              <a:rPr lang="en-US" altLang="zh-CN" sz="2800" b="1" i="1" u="sng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endParaRPr lang="zh-CN" altLang="en-US" sz="2800" b="1" i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500370" y="617855"/>
            <a:ext cx="2627630" cy="1099820"/>
            <a:chOff x="9071" y="8160"/>
            <a:chExt cx="4138" cy="1732"/>
          </a:xfrm>
        </p:grpSpPr>
        <p:sp>
          <p:nvSpPr>
            <p:cNvPr id="51" name="文本框 2"/>
            <p:cNvSpPr txBox="1"/>
            <p:nvPr/>
          </p:nvSpPr>
          <p:spPr>
            <a:xfrm>
              <a:off x="9071" y="8584"/>
              <a:ext cx="4139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         收敛。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52" name="Object 15"/>
            <p:cNvGraphicFramePr>
              <a:graphicFrameLocks noChangeAspect="1"/>
            </p:cNvGraphicFramePr>
            <p:nvPr/>
          </p:nvGraphicFramePr>
          <p:xfrm>
            <a:off x="9863" y="8160"/>
            <a:ext cx="1422" cy="17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6" name="Equation" r:id="rId1" imgW="8534400" imgH="10363200" progId="Equation.DSMT4">
                    <p:embed/>
                  </p:oleObj>
                </mc:Choice>
                <mc:Fallback>
                  <p:oleObj name="Equation" r:id="rId1" imgW="8534400" imgH="10363200" progId="Equation.DSMT4">
                    <p:embed/>
                    <p:pic>
                      <p:nvPicPr>
                        <p:cNvPr id="0" name="图片 2765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9863" y="8160"/>
                          <a:ext cx="1422" cy="17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/>
          <p:cNvGrpSpPr/>
          <p:nvPr/>
        </p:nvGrpSpPr>
        <p:grpSpPr>
          <a:xfrm>
            <a:off x="2122170" y="1525270"/>
            <a:ext cx="3093720" cy="1099820"/>
            <a:chOff x="3838" y="9469"/>
            <a:chExt cx="4872" cy="1732"/>
          </a:xfrm>
        </p:grpSpPr>
        <p:graphicFrame>
          <p:nvGraphicFramePr>
            <p:cNvPr id="50" name="Object 14"/>
            <p:cNvGraphicFramePr>
              <a:graphicFrameLocks noChangeAspect="1"/>
            </p:cNvGraphicFramePr>
            <p:nvPr/>
          </p:nvGraphicFramePr>
          <p:xfrm>
            <a:off x="4599" y="9469"/>
            <a:ext cx="1828" cy="17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5" name="Equation" r:id="rId3" imgW="10972800" imgH="10363200" progId="Equation.DSMT4">
                    <p:embed/>
                  </p:oleObj>
                </mc:Choice>
                <mc:Fallback>
                  <p:oleObj name="Equation" r:id="rId3" imgW="10972800" imgH="10363200" progId="Equation.DSMT4">
                    <p:embed/>
                    <p:pic>
                      <p:nvPicPr>
                        <p:cNvPr id="0" name="图片 2765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599" y="9469"/>
                          <a:ext cx="1828" cy="17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" name="文本框 2"/>
            <p:cNvSpPr txBox="1"/>
            <p:nvPr/>
          </p:nvSpPr>
          <p:spPr>
            <a:xfrm>
              <a:off x="3838" y="9848"/>
              <a:ext cx="4873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若           收敛，                               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595245" y="617855"/>
            <a:ext cx="3093720" cy="1099820"/>
            <a:chOff x="4583" y="8040"/>
            <a:chExt cx="4872" cy="1732"/>
          </a:xfrm>
        </p:grpSpPr>
        <p:sp>
          <p:nvSpPr>
            <p:cNvPr id="49" name="文本框 2"/>
            <p:cNvSpPr txBox="1"/>
            <p:nvPr/>
          </p:nvSpPr>
          <p:spPr>
            <a:xfrm>
              <a:off x="4583" y="8462"/>
              <a:ext cx="4873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若           收敛，                               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85013" name="Object 21"/>
            <p:cNvGraphicFramePr>
              <a:graphicFrameLocks noChangeAspect="1"/>
            </p:cNvGraphicFramePr>
            <p:nvPr/>
          </p:nvGraphicFramePr>
          <p:xfrm>
            <a:off x="5355" y="8040"/>
            <a:ext cx="1828" cy="17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7" name="Equation" r:id="rId5" imgW="10972800" imgH="10363200" progId="Equation.DSMT4">
                    <p:embed/>
                  </p:oleObj>
                </mc:Choice>
                <mc:Fallback>
                  <p:oleObj name="Equation" r:id="rId5" imgW="10972800" imgH="10363200" progId="Equation.DSMT4">
                    <p:embed/>
                    <p:pic>
                      <p:nvPicPr>
                        <p:cNvPr id="0" name="图片 2765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355" y="8040"/>
                          <a:ext cx="1828" cy="17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/>
          <p:cNvGrpSpPr/>
          <p:nvPr/>
        </p:nvGrpSpPr>
        <p:grpSpPr>
          <a:xfrm>
            <a:off x="4781550" y="1482090"/>
            <a:ext cx="3338830" cy="1099820"/>
            <a:chOff x="8026" y="9401"/>
            <a:chExt cx="5258" cy="1732"/>
          </a:xfrm>
        </p:grpSpPr>
        <p:sp>
          <p:nvSpPr>
            <p:cNvPr id="56" name="文本框 2"/>
            <p:cNvSpPr txBox="1"/>
            <p:nvPr/>
          </p:nvSpPr>
          <p:spPr>
            <a:xfrm>
              <a:off x="8026" y="9781"/>
              <a:ext cx="5259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         绝对收敛；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85014" name="Object 22"/>
            <p:cNvGraphicFramePr>
              <a:graphicFrameLocks noChangeAspect="1"/>
            </p:cNvGraphicFramePr>
            <p:nvPr/>
          </p:nvGraphicFramePr>
          <p:xfrm>
            <a:off x="8812" y="9401"/>
            <a:ext cx="1422" cy="17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8" name="Equation" r:id="rId7" imgW="8534400" imgH="10363200" progId="Equation.DSMT4">
                    <p:embed/>
                  </p:oleObj>
                </mc:Choice>
                <mc:Fallback>
                  <p:oleObj name="Equation" r:id="rId7" imgW="8534400" imgH="10363200" progId="Equation.DSMT4">
                    <p:embed/>
                    <p:pic>
                      <p:nvPicPr>
                        <p:cNvPr id="0" name="图片 2765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812" y="9401"/>
                          <a:ext cx="1422" cy="17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/>
          <p:cNvGrpSpPr/>
          <p:nvPr/>
        </p:nvGrpSpPr>
        <p:grpSpPr>
          <a:xfrm>
            <a:off x="2005965" y="3600450"/>
            <a:ext cx="8324215" cy="1157605"/>
            <a:chOff x="3655" y="12737"/>
            <a:chExt cx="13109" cy="1823"/>
          </a:xfrm>
        </p:grpSpPr>
        <p:graphicFrame>
          <p:nvGraphicFramePr>
            <p:cNvPr id="60" name="Object 14"/>
            <p:cNvGraphicFramePr>
              <a:graphicFrameLocks noChangeAspect="1"/>
            </p:cNvGraphicFramePr>
            <p:nvPr/>
          </p:nvGraphicFramePr>
          <p:xfrm>
            <a:off x="9451" y="12828"/>
            <a:ext cx="1828" cy="17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9" name="Equation" r:id="rId9" imgW="10972800" imgH="10363200" progId="Equation.DSMT4">
                    <p:embed/>
                  </p:oleObj>
                </mc:Choice>
                <mc:Fallback>
                  <p:oleObj name="Equation" r:id="rId9" imgW="10972800" imgH="10363200" progId="Equation.DSMT4">
                    <p:embed/>
                    <p:pic>
                      <p:nvPicPr>
                        <p:cNvPr id="0" name="图片 2765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451" y="12828"/>
                          <a:ext cx="1828" cy="17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" name="文本框 2"/>
            <p:cNvSpPr txBox="1"/>
            <p:nvPr/>
          </p:nvSpPr>
          <p:spPr>
            <a:xfrm>
              <a:off x="3655" y="13202"/>
              <a:ext cx="1021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但若用比值判别法判定           </a:t>
              </a:r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发散，                               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sp>
          <p:nvSpPr>
            <p:cNvPr id="62" name="文本框 2"/>
            <p:cNvSpPr txBox="1"/>
            <p:nvPr/>
          </p:nvSpPr>
          <p:spPr>
            <a:xfrm>
              <a:off x="12984" y="13237"/>
              <a:ext cx="3781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       发散。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63" name="Object 22"/>
            <p:cNvGraphicFramePr>
              <a:graphicFrameLocks noChangeAspect="1"/>
            </p:cNvGraphicFramePr>
            <p:nvPr/>
          </p:nvGraphicFramePr>
          <p:xfrm>
            <a:off x="13725" y="12737"/>
            <a:ext cx="1422" cy="17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60" name="Equation" r:id="rId10" imgW="8534400" imgH="10363200" progId="Equation.DSMT4">
                    <p:embed/>
                  </p:oleObj>
                </mc:Choice>
                <mc:Fallback>
                  <p:oleObj name="Equation" r:id="rId10" imgW="8534400" imgH="10363200" progId="Equation.DSMT4">
                    <p:embed/>
                    <p:pic>
                      <p:nvPicPr>
                        <p:cNvPr id="0" name="图片 2765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3725" y="12737"/>
                          <a:ext cx="1422" cy="17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7" name="七角星 56"/>
          <p:cNvSpPr/>
          <p:nvPr/>
        </p:nvSpPr>
        <p:spPr>
          <a:xfrm>
            <a:off x="1235650" y="1602416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985645" y="2597785"/>
            <a:ext cx="3093720" cy="1099820"/>
            <a:chOff x="3623" y="11158"/>
            <a:chExt cx="4872" cy="1732"/>
          </a:xfrm>
        </p:grpSpPr>
        <p:graphicFrame>
          <p:nvGraphicFramePr>
            <p:cNvPr id="58" name="Object 14"/>
            <p:cNvGraphicFramePr>
              <a:graphicFrameLocks noChangeAspect="1"/>
            </p:cNvGraphicFramePr>
            <p:nvPr/>
          </p:nvGraphicFramePr>
          <p:xfrm>
            <a:off x="4296" y="11158"/>
            <a:ext cx="1828" cy="17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61" name="Equation" r:id="rId11" imgW="10972800" imgH="10363200" progId="Equation.DSMT4">
                    <p:embed/>
                  </p:oleObj>
                </mc:Choice>
                <mc:Fallback>
                  <p:oleObj name="Equation" r:id="rId11" imgW="10972800" imgH="10363200" progId="Equation.DSMT4">
                    <p:embed/>
                    <p:pic>
                      <p:nvPicPr>
                        <p:cNvPr id="0" name="图片 2766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296" y="11158"/>
                          <a:ext cx="1828" cy="17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" name="文本框 2"/>
            <p:cNvSpPr txBox="1"/>
            <p:nvPr/>
          </p:nvSpPr>
          <p:spPr>
            <a:xfrm>
              <a:off x="3623" y="11553"/>
              <a:ext cx="4873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若         发散，                               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468495" y="2602865"/>
            <a:ext cx="2272030" cy="1099820"/>
            <a:chOff x="7533" y="11166"/>
            <a:chExt cx="3578" cy="1732"/>
          </a:xfrm>
        </p:grpSpPr>
        <p:sp>
          <p:nvSpPr>
            <p:cNvPr id="64" name="文本框 2"/>
            <p:cNvSpPr txBox="1"/>
            <p:nvPr/>
          </p:nvSpPr>
          <p:spPr>
            <a:xfrm>
              <a:off x="7533" y="11486"/>
              <a:ext cx="3579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而        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收敛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,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65" name="Object 22"/>
            <p:cNvGraphicFramePr>
              <a:graphicFrameLocks noChangeAspect="1"/>
            </p:cNvGraphicFramePr>
            <p:nvPr/>
          </p:nvGraphicFramePr>
          <p:xfrm>
            <a:off x="8235" y="11166"/>
            <a:ext cx="1420" cy="17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62" name="Equation" r:id="rId13" imgW="8534400" imgH="10363200" progId="Equation.DSMT4">
                    <p:embed/>
                  </p:oleObj>
                </mc:Choice>
                <mc:Fallback>
                  <p:oleObj name="Equation" r:id="rId13" imgW="8534400" imgH="10363200" progId="Equation.DSMT4">
                    <p:embed/>
                    <p:pic>
                      <p:nvPicPr>
                        <p:cNvPr id="0" name="图片 2766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8235" y="11166"/>
                          <a:ext cx="1420" cy="17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/>
          <p:cNvGrpSpPr/>
          <p:nvPr/>
        </p:nvGrpSpPr>
        <p:grpSpPr>
          <a:xfrm>
            <a:off x="6757035" y="2557780"/>
            <a:ext cx="2870200" cy="1099820"/>
            <a:chOff x="11137" y="11095"/>
            <a:chExt cx="4520" cy="1732"/>
          </a:xfrm>
        </p:grpSpPr>
        <p:sp>
          <p:nvSpPr>
            <p:cNvPr id="66" name="文本框 2"/>
            <p:cNvSpPr txBox="1"/>
            <p:nvPr/>
          </p:nvSpPr>
          <p:spPr>
            <a:xfrm>
              <a:off x="11137" y="11550"/>
              <a:ext cx="4520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       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条件收敛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;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67" name="Object 15"/>
            <p:cNvGraphicFramePr>
              <a:graphicFrameLocks noChangeAspect="1"/>
            </p:cNvGraphicFramePr>
            <p:nvPr/>
          </p:nvGraphicFramePr>
          <p:xfrm>
            <a:off x="11694" y="11095"/>
            <a:ext cx="1420" cy="17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63" name="Equation" r:id="rId15" imgW="8534400" imgH="10363200" progId="Equation.DSMT4">
                    <p:embed/>
                  </p:oleObj>
                </mc:Choice>
                <mc:Fallback>
                  <p:oleObj name="Equation" r:id="rId15" imgW="8534400" imgH="10363200" progId="Equation.DSMT4">
                    <p:embed/>
                    <p:pic>
                      <p:nvPicPr>
                        <p:cNvPr id="0" name="图片 2766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1694" y="11095"/>
                          <a:ext cx="1420" cy="17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文本框 2"/>
          <p:cNvSpPr txBox="1"/>
          <p:nvPr/>
        </p:nvSpPr>
        <p:spPr>
          <a:xfrm>
            <a:off x="1077722" y="5051393"/>
            <a:ext cx="12306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i="1" u="sng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推论</a:t>
            </a:r>
            <a:r>
              <a:rPr lang="en-US" altLang="zh-CN" sz="2800" b="1" i="1" u="sng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1.</a:t>
            </a:r>
            <a:endParaRPr lang="zh-CN" altLang="en-US" sz="2800" b="1" i="1" u="sng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2696845" y="4616450"/>
            <a:ext cx="10017760" cy="1390015"/>
            <a:chOff x="4247" y="7270"/>
            <a:chExt cx="15776" cy="218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文本框 15"/>
                <p:cNvSpPr txBox="1"/>
                <p:nvPr/>
              </p:nvSpPr>
              <p:spPr>
                <a:xfrm>
                  <a:off x="4247" y="7473"/>
                  <a:ext cx="6074" cy="1986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limLoc m:val="undOvr"/>
                            <m:ctrlP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naryPr>
                          <m:sub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=</m:t>
                            </m:r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ctrlP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naryPr>
                          <m:sub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=</m:t>
                            </m:r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en-US" altLang="zh-CN" sz="2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）</m:t>
                            </m:r>
                          </m:e>
                        </m:nary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>
            <p:sp>
              <p:nvSpPr>
                <p:cNvPr id="16" name="文本框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7" y="7473"/>
                  <a:ext cx="6074" cy="1986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文本框 2"/>
            <p:cNvSpPr txBox="1"/>
            <p:nvPr/>
          </p:nvSpPr>
          <p:spPr>
            <a:xfrm>
              <a:off x="10131" y="8055"/>
              <a:ext cx="5888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绝对收敛的充要条件</a:t>
              </a:r>
              <a:r>
                <a:rPr lang="zh-CN" altLang="en-US" sz="28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是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文本框 17"/>
                <p:cNvSpPr txBox="1"/>
                <p:nvPr/>
              </p:nvSpPr>
              <p:spPr>
                <a:xfrm>
                  <a:off x="16019" y="7270"/>
                  <a:ext cx="4005" cy="1986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limLoc m:val="undOvr"/>
                            <m:ctrlP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naryPr>
                          <m:sub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=</m:t>
                            </m:r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，</m:t>
                        </m:r>
                        <m:nary>
                          <m:naryPr>
                            <m:chr m:val="∑"/>
                            <m:limLoc m:val="undOvr"/>
                            <m:ctrlP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naryPr>
                          <m:sub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=</m:t>
                            </m:r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>
            <p:sp>
              <p:nvSpPr>
                <p:cNvPr id="18" name="文本框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19" y="7270"/>
                  <a:ext cx="4005" cy="1986"/>
                </a:xfrm>
                <a:prstGeom prst="rect">
                  <a:avLst/>
                </a:prstGeom>
                <a:blipFill rotWithShape="1">
                  <a:blip r:embed="rId1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" name="文本框 2"/>
          <p:cNvSpPr txBox="1"/>
          <p:nvPr/>
        </p:nvSpPr>
        <p:spPr>
          <a:xfrm>
            <a:off x="2198370" y="6134100"/>
            <a:ext cx="17189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绝对收敛</a:t>
            </a:r>
            <a:r>
              <a:rPr lang="en-US" altLang="zh-CN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endParaRPr lang="en-US" altLang="zh-CN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0" name="七角星 19"/>
          <p:cNvSpPr/>
          <p:nvPr/>
        </p:nvSpPr>
        <p:spPr>
          <a:xfrm>
            <a:off x="1283910" y="6846881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2356485" y="6783705"/>
            <a:ext cx="11506200" cy="1261110"/>
            <a:chOff x="3711" y="10683"/>
            <a:chExt cx="18120" cy="198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文本框 22"/>
                <p:cNvSpPr txBox="1"/>
                <p:nvPr/>
              </p:nvSpPr>
              <p:spPr>
                <a:xfrm>
                  <a:off x="3711" y="10683"/>
                  <a:ext cx="9594" cy="1986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limLoc m:val="undOvr"/>
                            <m:ctrlP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naryPr>
                          <m:sub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=</m:t>
                            </m:r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nary>
                        <m:r>
                          <a:rPr lang="zh-CN" altLang="en-US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条件收敛</m:t>
                        </m:r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，</m:t>
                        </m:r>
                        <m:nary>
                          <m:naryPr>
                            <m:chr m:val="∑"/>
                            <m:limLoc m:val="undOvr"/>
                            <m:ctrlP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naryPr>
                          <m:sub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=</m:t>
                            </m:r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nary>
                        <m:r>
                          <a:rPr lang="zh-CN" altLang="en-US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绝对收敛</m:t>
                        </m:r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，</m:t>
                        </m:r>
                        <m:r>
                          <a:rPr lang="zh-CN" altLang="en-US" sz="2800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则</m:t>
                        </m:r>
                      </m:oMath>
                    </m:oMathPara>
                  </a14:m>
                  <a:endParaRPr lang="zh-CN" altLang="en-US" sz="28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3" name="文本框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1" y="10683"/>
                  <a:ext cx="9594" cy="1986"/>
                </a:xfrm>
                <a:prstGeom prst="rect">
                  <a:avLst/>
                </a:prstGeom>
                <a:blipFill rotWithShape="1">
                  <a:blip r:embed="rId1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本框 23"/>
                <p:cNvSpPr txBox="1"/>
                <p:nvPr/>
              </p:nvSpPr>
              <p:spPr>
                <a:xfrm>
                  <a:off x="13101" y="10683"/>
                  <a:ext cx="8731" cy="1986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limLoc m:val="undOvr"/>
                            <m:ctrlP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naryPr>
                          <m:sub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=</m:t>
                            </m:r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ctrlP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naryPr>
                          <m:sub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=</m:t>
                            </m:r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en-US" altLang="zh-CN" sz="2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zh-CN" sz="28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）</m:t>
                            </m:r>
                          </m:e>
                        </m:nary>
                        <m:r>
                          <a:rPr lang="zh-CN" altLang="en-US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条件收敛</m:t>
                        </m:r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lang="zh-CN" altLang="en-US" sz="28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4" name="文本框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01" y="10683"/>
                  <a:ext cx="8731" cy="1986"/>
                </a:xfrm>
                <a:prstGeom prst="rect">
                  <a:avLst/>
                </a:prstGeom>
                <a:blipFill rotWithShape="1">
                  <a:blip r:embed="rId2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2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  <p:bldP spid="19" grpId="0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2"/>
          <p:cNvSpPr txBox="1"/>
          <p:nvPr/>
        </p:nvSpPr>
        <p:spPr>
          <a:xfrm>
            <a:off x="1063856" y="1027797"/>
            <a:ext cx="874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en-US" altLang="zh-CN" sz="2800" b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9" name="文本框 2"/>
          <p:cNvSpPr txBox="1"/>
          <p:nvPr/>
        </p:nvSpPr>
        <p:spPr>
          <a:xfrm>
            <a:off x="2150791" y="993294"/>
            <a:ext cx="73075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</a:rPr>
              <a:t>判断下列级数的敛散性，若收敛，指出是条件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73751" name="Object 23"/>
          <p:cNvGraphicFramePr>
            <a:graphicFrameLocks noChangeAspect="1"/>
          </p:cNvGraphicFramePr>
          <p:nvPr/>
        </p:nvGraphicFramePr>
        <p:xfrm>
          <a:off x="1616863" y="1557132"/>
          <a:ext cx="1477962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3" name="Equation" r:id="rId1" imgW="14020800" imgH="10668000" progId="Equation.DSMT4">
                  <p:embed/>
                </p:oleObj>
              </mc:Choice>
              <mc:Fallback>
                <p:oleObj name="Equation" r:id="rId1" imgW="14020800" imgH="10668000" progId="Equation.DSMT4">
                  <p:embed/>
                  <p:pic>
                    <p:nvPicPr>
                      <p:cNvPr id="0" name="图片 286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16863" y="1557132"/>
                        <a:ext cx="1477962" cy="1074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文本框 2"/>
          <p:cNvSpPr txBox="1"/>
          <p:nvPr/>
        </p:nvSpPr>
        <p:spPr>
          <a:xfrm>
            <a:off x="9445869" y="993436"/>
            <a:ext cx="33889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</a:rPr>
              <a:t>收敛还是绝对收敛。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87058" name="Object 18"/>
          <p:cNvGraphicFramePr>
            <a:graphicFrameLocks noChangeAspect="1"/>
          </p:cNvGraphicFramePr>
          <p:nvPr/>
        </p:nvGraphicFramePr>
        <p:xfrm>
          <a:off x="5297805" y="1520825"/>
          <a:ext cx="1639888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5" name="Equation" r:id="rId3" imgW="15544800" imgH="10668000" progId="Equation.DSMT4">
                  <p:embed/>
                </p:oleObj>
              </mc:Choice>
              <mc:Fallback>
                <p:oleObj name="Equation" r:id="rId3" imgW="15544800" imgH="10668000" progId="Equation.DSMT4">
                  <p:embed/>
                  <p:pic>
                    <p:nvPicPr>
                      <p:cNvPr id="0" name="图片 2867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97805" y="1520825"/>
                        <a:ext cx="1639888" cy="1074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61" name="Object 21"/>
          <p:cNvGraphicFramePr>
            <a:graphicFrameLocks noChangeAspect="1"/>
          </p:cNvGraphicFramePr>
          <p:nvPr/>
        </p:nvGraphicFramePr>
        <p:xfrm>
          <a:off x="1712278" y="5769609"/>
          <a:ext cx="1960562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8" name="Equation" r:id="rId5" imgW="18592800" imgH="10363200" progId="Equation.DSMT4">
                  <p:embed/>
                </p:oleObj>
              </mc:Choice>
              <mc:Fallback>
                <p:oleObj name="Equation" r:id="rId5" imgW="18592800" imgH="10363200" progId="Equation.DSMT4">
                  <p:embed/>
                  <p:pic>
                    <p:nvPicPr>
                      <p:cNvPr id="0" name="图片 2867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12278" y="5769609"/>
                        <a:ext cx="1960562" cy="10429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2"/>
          <p:cNvSpPr txBox="1"/>
          <p:nvPr/>
        </p:nvSpPr>
        <p:spPr>
          <a:xfrm>
            <a:off x="3298434" y="1834176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条件收敛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文本框 2"/>
          <p:cNvSpPr txBox="1"/>
          <p:nvPr/>
        </p:nvSpPr>
        <p:spPr>
          <a:xfrm>
            <a:off x="6896979" y="1797981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绝对收敛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75" name="Object 21"/>
          <p:cNvGraphicFramePr>
            <a:graphicFrameLocks noChangeAspect="1"/>
          </p:cNvGraphicFramePr>
          <p:nvPr/>
        </p:nvGraphicFramePr>
        <p:xfrm>
          <a:off x="4096385" y="5920105"/>
          <a:ext cx="2654935" cy="892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" name="Equation" r:id="rId7" imgW="1231265" imgH="431800" progId="Equation.DSMT4">
                  <p:embed/>
                </p:oleObj>
              </mc:Choice>
              <mc:Fallback>
                <p:oleObj name="Equation" r:id="rId7" imgW="1231265" imgH="431800" progId="Equation.DSMT4">
                  <p:embed/>
                  <p:pic>
                    <p:nvPicPr>
                      <p:cNvPr id="0" name="图片 2867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96385" y="5920105"/>
                        <a:ext cx="2654935" cy="8928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" name="文本框 2"/>
          <p:cNvSpPr txBox="1"/>
          <p:nvPr/>
        </p:nvSpPr>
        <p:spPr>
          <a:xfrm>
            <a:off x="6976354" y="6105821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因为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84" name="Object 21"/>
          <p:cNvGraphicFramePr>
            <a:graphicFrameLocks noChangeAspect="1"/>
          </p:cNvGraphicFramePr>
          <p:nvPr/>
        </p:nvGraphicFramePr>
        <p:xfrm>
          <a:off x="7830185" y="5577523"/>
          <a:ext cx="3861435" cy="1576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" name="Equation" r:id="rId9" imgW="1790700" imgH="762000" progId="Equation.DSMT4">
                  <p:embed/>
                </p:oleObj>
              </mc:Choice>
              <mc:Fallback>
                <p:oleObj name="Equation" r:id="rId9" imgW="1790700" imgH="762000" progId="Equation.DSMT4">
                  <p:embed/>
                  <p:pic>
                    <p:nvPicPr>
                      <p:cNvPr id="0" name="图片 2867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830185" y="5577523"/>
                        <a:ext cx="3861435" cy="15767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" name="文本框 2"/>
          <p:cNvSpPr txBox="1"/>
          <p:nvPr/>
        </p:nvSpPr>
        <p:spPr>
          <a:xfrm>
            <a:off x="1838325" y="7154545"/>
            <a:ext cx="69596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由正项级数的比值判别法，可知        发散，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87" name="Object 21"/>
          <p:cNvGraphicFramePr>
            <a:graphicFrameLocks noChangeAspect="1"/>
          </p:cNvGraphicFramePr>
          <p:nvPr/>
        </p:nvGraphicFramePr>
        <p:xfrm>
          <a:off x="6947535" y="6968173"/>
          <a:ext cx="848995" cy="894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" name="Equation" r:id="rId11" imgW="393700" imgH="431800" progId="Equation.DSMT4">
                  <p:embed/>
                </p:oleObj>
              </mc:Choice>
              <mc:Fallback>
                <p:oleObj name="Equation" r:id="rId11" imgW="393700" imgH="431800" progId="Equation.DSMT4">
                  <p:embed/>
                  <p:pic>
                    <p:nvPicPr>
                      <p:cNvPr id="0" name="图片 2867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947535" y="6968173"/>
                        <a:ext cx="848995" cy="8947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Object 21"/>
          <p:cNvGraphicFramePr>
            <a:graphicFrameLocks noChangeAspect="1"/>
          </p:cNvGraphicFramePr>
          <p:nvPr/>
        </p:nvGraphicFramePr>
        <p:xfrm>
          <a:off x="9700260" y="6986270"/>
          <a:ext cx="1221105" cy="859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" name="Equation" r:id="rId13" imgW="584200" imgH="431800" progId="Equation.DSMT4">
                  <p:embed/>
                </p:oleObj>
              </mc:Choice>
              <mc:Fallback>
                <p:oleObj name="Equation" r:id="rId13" imgW="584200" imgH="431800" progId="Equation.DSMT4">
                  <p:embed/>
                  <p:pic>
                    <p:nvPicPr>
                      <p:cNvPr id="0" name="图片 28677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700260" y="6986270"/>
                        <a:ext cx="1221105" cy="8597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" name="文本框 2"/>
          <p:cNvSpPr txBox="1"/>
          <p:nvPr/>
        </p:nvSpPr>
        <p:spPr>
          <a:xfrm>
            <a:off x="8990330" y="7155180"/>
            <a:ext cx="29140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所以          发散。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4339" y="2939711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条件收敛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576070" y="2607945"/>
            <a:ext cx="1873250" cy="1074420"/>
            <a:chOff x="2482" y="3371"/>
            <a:chExt cx="2950" cy="1692"/>
          </a:xfrm>
        </p:grpSpPr>
        <p:graphicFrame>
          <p:nvGraphicFramePr>
            <p:cNvPr id="87057" name="Object 17"/>
            <p:cNvGraphicFramePr>
              <a:graphicFrameLocks noChangeAspect="1"/>
            </p:cNvGraphicFramePr>
            <p:nvPr/>
          </p:nvGraphicFramePr>
          <p:xfrm>
            <a:off x="2546" y="3371"/>
            <a:ext cx="2887" cy="1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674" name="Equation" r:id="rId15" imgW="17373600" imgH="10668000" progId="Equation.DSMT4">
                    <p:embed/>
                  </p:oleObj>
                </mc:Choice>
                <mc:Fallback>
                  <p:oleObj name="Equation" r:id="rId15" imgW="17373600" imgH="10668000" progId="Equation.DSMT4">
                    <p:embed/>
                    <p:pic>
                      <p:nvPicPr>
                        <p:cNvPr id="0" name="图片 2867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546" y="3371"/>
                          <a:ext cx="2887" cy="16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文本框 3"/>
                <p:cNvSpPr txBox="1"/>
                <p:nvPr/>
              </p:nvSpPr>
              <p:spPr>
                <a:xfrm>
                  <a:off x="2482" y="3845"/>
                  <a:ext cx="1062" cy="82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3</m:t>
                        </m:r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>
            <p:sp>
              <p:nvSpPr>
                <p:cNvPr id="4" name="文本框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2" y="3845"/>
                  <a:ext cx="1062" cy="822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15" name="Object 20"/>
          <p:cNvGraphicFramePr>
            <a:graphicFrameLocks noChangeAspect="1"/>
          </p:cNvGraphicFramePr>
          <p:nvPr/>
        </p:nvGraphicFramePr>
        <p:xfrm>
          <a:off x="4481830" y="4172585"/>
          <a:ext cx="3348355" cy="885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8" imgW="1676400" imgH="457200" progId="Equation.DSMT4">
                  <p:embed/>
                </p:oleObj>
              </mc:Choice>
              <mc:Fallback>
                <p:oleObj name="Equation" r:id="rId18" imgW="1676400" imgH="457200" progId="Equation.DSMT4">
                  <p:embed/>
                  <p:pic>
                    <p:nvPicPr>
                      <p:cNvPr id="0" name="图片 28676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481830" y="4172585"/>
                        <a:ext cx="3348355" cy="885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2"/>
          <p:cNvSpPr txBox="1"/>
          <p:nvPr/>
        </p:nvSpPr>
        <p:spPr>
          <a:xfrm>
            <a:off x="7830429" y="4275116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收敛，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8950960" y="4164330"/>
          <a:ext cx="1578610" cy="871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20" imgW="749300" imgH="431800" progId="Equation.DSMT4">
                  <p:embed/>
                </p:oleObj>
              </mc:Choice>
              <mc:Fallback>
                <p:oleObj name="Equation" r:id="rId20" imgW="749300" imgH="431800" progId="Equation.DSMT4">
                  <p:embed/>
                  <p:pic>
                    <p:nvPicPr>
                      <p:cNvPr id="0" name="图片 28676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8950960" y="4164330"/>
                        <a:ext cx="1578610" cy="8718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"/>
          <p:cNvSpPr txBox="1"/>
          <p:nvPr/>
        </p:nvSpPr>
        <p:spPr>
          <a:xfrm>
            <a:off x="10529814" y="4275116"/>
            <a:ext cx="1960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绝对收敛；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576070" y="4069080"/>
            <a:ext cx="2605405" cy="1042670"/>
            <a:chOff x="2482" y="5672"/>
            <a:chExt cx="4103" cy="1642"/>
          </a:xfrm>
        </p:grpSpPr>
        <p:graphicFrame>
          <p:nvGraphicFramePr>
            <p:cNvPr id="6" name="Object 20"/>
            <p:cNvGraphicFramePr>
              <a:graphicFrameLocks noChangeAspect="1"/>
            </p:cNvGraphicFramePr>
            <p:nvPr/>
          </p:nvGraphicFramePr>
          <p:xfrm>
            <a:off x="2635" y="5672"/>
            <a:ext cx="3950" cy="16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Equation" r:id="rId22" imgW="23774400" imgH="10363200" progId="Equation.DSMT4">
                    <p:embed/>
                  </p:oleObj>
                </mc:Choice>
                <mc:Fallback>
                  <p:oleObj name="Equation" r:id="rId22" imgW="23774400" imgH="10363200" progId="Equation.DSMT4">
                    <p:embed/>
                    <p:pic>
                      <p:nvPicPr>
                        <p:cNvPr id="0" name="图片 2867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2635" y="5672"/>
                          <a:ext cx="3950" cy="164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文本框 22"/>
                <p:cNvSpPr txBox="1"/>
                <p:nvPr/>
              </p:nvSpPr>
              <p:spPr>
                <a:xfrm>
                  <a:off x="2482" y="6121"/>
                  <a:ext cx="1062" cy="82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4</m:t>
                        </m:r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>
            <p:sp>
              <p:nvSpPr>
                <p:cNvPr id="23" name="文本框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2" y="6121"/>
                  <a:ext cx="1062" cy="822"/>
                </a:xfrm>
                <a:prstGeom prst="rect">
                  <a:avLst/>
                </a:prstGeom>
                <a:blipFill rotWithShape="1">
                  <a:blip r:embed="rId2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2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7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7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86" grpId="0"/>
      <p:bldP spid="91" grpId="0"/>
      <p:bldP spid="83" grpId="0"/>
      <p:bldP spid="3" grpId="0"/>
      <p:bldP spid="18" grpId="0"/>
      <p:bldP spid="2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2133053" y="4384363"/>
            <a:ext cx="486634" cy="47566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5448947" y="1574513"/>
            <a:ext cx="14607" cy="6137279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>
            <p:custDataLst>
              <p:tags r:id="rId6"/>
            </p:custDataLst>
          </p:nvPr>
        </p:nvSpPr>
        <p:spPr>
          <a:xfrm>
            <a:off x="5730281" y="4178919"/>
            <a:ext cx="6082663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2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、复数项级数的敛散性判别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7"/>
            </p:custDataLst>
          </p:nvPr>
        </p:nvSpPr>
        <p:spPr>
          <a:xfrm>
            <a:off x="2814836" y="4126209"/>
            <a:ext cx="2605036" cy="768430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总结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8"/>
            </p:custDataLst>
          </p:nvPr>
        </p:nvSpPr>
        <p:spPr>
          <a:xfrm>
            <a:off x="6484740" y="2931596"/>
            <a:ext cx="3678303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充要条件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9"/>
            </p:custDataLst>
          </p:nvPr>
        </p:nvSpPr>
        <p:spPr>
          <a:xfrm>
            <a:off x="5763260" y="1803400"/>
            <a:ext cx="7242175" cy="622300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1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、复数列的敛散性判别法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6484740" y="4894638"/>
            <a:ext cx="3678303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充要条件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11"/>
            </p:custDataLst>
          </p:nvPr>
        </p:nvSpPr>
        <p:spPr>
          <a:xfrm>
            <a:off x="6484740" y="5716963"/>
            <a:ext cx="3678303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必要条件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12"/>
            </p:custDataLst>
          </p:nvPr>
        </p:nvSpPr>
        <p:spPr>
          <a:xfrm>
            <a:off x="6484740" y="6503728"/>
            <a:ext cx="3678303" cy="422319"/>
          </a:xfrm>
          <a:prstGeom prst="rect">
            <a:avLst/>
          </a:prstGeom>
          <a:noFill/>
        </p:spPr>
        <p:txBody>
          <a:bodyPr wrap="square" lIns="91449" tIns="45724" rIns="91449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绝对收敛与条件收敛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1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1221158" y="4298648"/>
            <a:ext cx="574269" cy="56132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25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25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25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4642008" y="706560"/>
            <a:ext cx="184150" cy="7781925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>
            <p:custDataLst>
              <p:tags r:id="rId6"/>
            </p:custDataLst>
          </p:nvPr>
        </p:nvSpPr>
        <p:spPr>
          <a:xfrm>
            <a:off x="1966521" y="3994005"/>
            <a:ext cx="3074165" cy="906813"/>
          </a:xfrm>
          <a:prstGeom prst="rect">
            <a:avLst/>
          </a:prstGeom>
          <a:noFill/>
        </p:spPr>
        <p:txBody>
          <a:bodyPr wrap="square" lIns="106218" tIns="55233" rIns="106218" bIns="0" rtlCol="0" anchor="b" anchorCtr="0">
            <a:normAutofit/>
          </a:bodyPr>
          <a:lstStyle/>
          <a:p>
            <a:r>
              <a:rPr lang="zh-CN" altLang="en-US" sz="5195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作业</a:t>
            </a:r>
            <a:endParaRPr lang="zh-CN" altLang="en-US" sz="5195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57352" y="4148068"/>
            <a:ext cx="7202044" cy="6000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305"/>
              <a:t>习题</a:t>
            </a:r>
            <a:r>
              <a:rPr lang="en-US" altLang="zh-CN" sz="3305"/>
              <a:t>4</a:t>
            </a:r>
            <a:r>
              <a:rPr lang="en-US" altLang="zh-CN" sz="3305"/>
              <a:t>.  2(1)(3)(5),  4   </a:t>
            </a:r>
            <a:endParaRPr lang="zh-CN" altLang="en-US" sz="3305"/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1221158" y="4298648"/>
            <a:ext cx="574269" cy="56132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25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25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25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5271006" y="1619927"/>
            <a:ext cx="0" cy="6158263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>
            <p:custDataLst>
              <p:tags r:id="rId6"/>
            </p:custDataLst>
          </p:nvPr>
        </p:nvSpPr>
        <p:spPr>
          <a:xfrm>
            <a:off x="6591855" y="1605914"/>
            <a:ext cx="4711681" cy="498372"/>
          </a:xfrm>
          <a:prstGeom prst="rect">
            <a:avLst/>
          </a:prstGeom>
          <a:noFill/>
        </p:spPr>
        <p:txBody>
          <a:bodyPr wrap="square" lIns="107918" tIns="53959" rIns="107918" bIns="0" anchor="ctr" anchorCtr="0"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36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幂级数的概念</a:t>
            </a:r>
            <a:endParaRPr lang="zh-CN" altLang="en-US" sz="236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9" name="文本框 48"/>
          <p:cNvSpPr txBox="1"/>
          <p:nvPr>
            <p:custDataLst>
              <p:tags r:id="rId7"/>
            </p:custDataLst>
          </p:nvPr>
        </p:nvSpPr>
        <p:spPr>
          <a:xfrm>
            <a:off x="6591855" y="2125518"/>
            <a:ext cx="5996208" cy="900068"/>
          </a:xfrm>
          <a:prstGeom prst="rect">
            <a:avLst/>
          </a:prstGeom>
          <a:noFill/>
        </p:spPr>
        <p:txBody>
          <a:bodyPr wrap="square" lIns="107918" tIns="0" rIns="107918" bIns="53959">
            <a:noAutofit/>
          </a:bodyPr>
          <a:lstStyle/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6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幂级数的概念</a:t>
            </a:r>
            <a:endParaRPr lang="zh-CN" altLang="en-US" sz="236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6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幂级数的收敛定理</a:t>
            </a:r>
            <a:endParaRPr lang="zh-CN" altLang="en-US" sz="236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53" name="文本框 52"/>
          <p:cNvSpPr txBox="1"/>
          <p:nvPr>
            <p:custDataLst>
              <p:tags r:id="rId8"/>
            </p:custDataLst>
          </p:nvPr>
        </p:nvSpPr>
        <p:spPr>
          <a:xfrm>
            <a:off x="6591855" y="3279147"/>
            <a:ext cx="4711681" cy="498372"/>
          </a:xfrm>
          <a:prstGeom prst="rect">
            <a:avLst/>
          </a:prstGeom>
          <a:noFill/>
        </p:spPr>
        <p:txBody>
          <a:bodyPr wrap="square" lIns="107918" tIns="53959" rIns="107918" bIns="0" anchor="ctr" anchorCtr="0"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36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收敛半径与收敛圆</a:t>
            </a:r>
            <a:endParaRPr lang="zh-CN" altLang="en-US" sz="236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57" name="文本框 56"/>
          <p:cNvSpPr txBox="1"/>
          <p:nvPr>
            <p:custDataLst>
              <p:tags r:id="rId9"/>
            </p:custDataLst>
          </p:nvPr>
        </p:nvSpPr>
        <p:spPr>
          <a:xfrm>
            <a:off x="6566455" y="3777588"/>
            <a:ext cx="5766132" cy="900068"/>
          </a:xfrm>
          <a:prstGeom prst="rect">
            <a:avLst/>
          </a:prstGeom>
          <a:noFill/>
        </p:spPr>
        <p:txBody>
          <a:bodyPr wrap="square" lIns="107918" tIns="0" rIns="107918" bIns="53959">
            <a:noAutofit/>
          </a:bodyPr>
          <a:lstStyle/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6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收敛半径与收敛圆</a:t>
            </a:r>
            <a:r>
              <a:rPr lang="zh-CN" altLang="en-US" sz="236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的定义</a:t>
            </a:r>
            <a:endParaRPr lang="zh-CN" altLang="en-US" sz="236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36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60" name="文本框 59"/>
          <p:cNvSpPr txBox="1"/>
          <p:nvPr>
            <p:custDataLst>
              <p:tags r:id="rId10"/>
            </p:custDataLst>
          </p:nvPr>
        </p:nvSpPr>
        <p:spPr>
          <a:xfrm>
            <a:off x="6505495" y="4825379"/>
            <a:ext cx="4711681" cy="498372"/>
          </a:xfrm>
          <a:prstGeom prst="rect">
            <a:avLst/>
          </a:prstGeom>
          <a:noFill/>
        </p:spPr>
        <p:txBody>
          <a:bodyPr wrap="square" lIns="107918" tIns="53959" rIns="107918" bIns="0" anchor="ctr" anchorCtr="0"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36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收敛半径的求法</a:t>
            </a:r>
            <a:endParaRPr lang="zh-CN" altLang="en-US" sz="236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61" name="文本框 60"/>
          <p:cNvSpPr txBox="1"/>
          <p:nvPr>
            <p:custDataLst>
              <p:tags r:id="rId11"/>
            </p:custDataLst>
          </p:nvPr>
        </p:nvSpPr>
        <p:spPr>
          <a:xfrm>
            <a:off x="6480095" y="5323612"/>
            <a:ext cx="5996208" cy="900068"/>
          </a:xfrm>
          <a:prstGeom prst="rect">
            <a:avLst/>
          </a:prstGeom>
          <a:noFill/>
        </p:spPr>
        <p:txBody>
          <a:bodyPr wrap="square" lIns="107918" tIns="0" rIns="107918" bIns="53959">
            <a:noAutofit/>
          </a:bodyPr>
          <a:lstStyle/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6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比值法</a:t>
            </a:r>
            <a:endParaRPr lang="zh-CN" altLang="en-US" sz="236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6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根值</a:t>
            </a:r>
            <a:r>
              <a:rPr lang="zh-CN" altLang="en-US" sz="236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法</a:t>
            </a:r>
            <a:endParaRPr lang="zh-CN" altLang="en-US" sz="236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2" name="文本框 5"/>
          <p:cNvSpPr txBox="1"/>
          <p:nvPr>
            <p:custDataLst>
              <p:tags r:id="rId12"/>
            </p:custDataLst>
          </p:nvPr>
        </p:nvSpPr>
        <p:spPr>
          <a:xfrm>
            <a:off x="5694035" y="1663411"/>
            <a:ext cx="811635" cy="688728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p>
            <a:pPr algn="ctr"/>
            <a:r>
              <a:rPr lang="en-US" altLang="zh-CN" sz="3775" b="1" dirty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1.</a:t>
            </a:r>
            <a:endParaRPr lang="en-US" altLang="zh-CN" sz="3775" b="1" dirty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" name="文本框 5"/>
          <p:cNvSpPr txBox="1"/>
          <p:nvPr>
            <p:custDataLst>
              <p:tags r:id="rId13"/>
            </p:custDataLst>
          </p:nvPr>
        </p:nvSpPr>
        <p:spPr>
          <a:xfrm>
            <a:off x="5742748" y="3292968"/>
            <a:ext cx="811635" cy="688728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p>
            <a:pPr algn="ctr"/>
            <a:r>
              <a:rPr lang="en-US" altLang="zh-CN" sz="3775" b="1" dirty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2.</a:t>
            </a:r>
            <a:endParaRPr lang="en-US" altLang="zh-CN" sz="3775" b="1" dirty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" name="文本框 5"/>
          <p:cNvSpPr txBox="1"/>
          <p:nvPr>
            <p:custDataLst>
              <p:tags r:id="rId14"/>
            </p:custDataLst>
          </p:nvPr>
        </p:nvSpPr>
        <p:spPr>
          <a:xfrm>
            <a:off x="5668379" y="4898948"/>
            <a:ext cx="811635" cy="688728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p>
            <a:pPr algn="ctr"/>
            <a:r>
              <a:rPr lang="en-US" altLang="zh-CN" sz="3775" b="1" dirty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3.</a:t>
            </a:r>
            <a:endParaRPr lang="en-US" altLang="zh-CN" sz="3775" b="1" dirty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15"/>
            </p:custDataLst>
          </p:nvPr>
        </p:nvSpPr>
        <p:spPr>
          <a:xfrm>
            <a:off x="6505495" y="6532894"/>
            <a:ext cx="4711681" cy="498372"/>
          </a:xfrm>
          <a:prstGeom prst="rect">
            <a:avLst/>
          </a:prstGeom>
          <a:noFill/>
        </p:spPr>
        <p:txBody>
          <a:bodyPr wrap="square" lIns="107918" tIns="53959" rIns="107918" bIns="0" anchor="ctr" anchorCtr="0">
            <a:normAutofit/>
          </a:bodyPr>
          <a:p>
            <a:pPr>
              <a:lnSpc>
                <a:spcPct val="110000"/>
              </a:lnSpc>
            </a:pPr>
            <a:r>
              <a:rPr lang="zh-CN" altLang="en-US" sz="236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幂级数的运算与性质</a:t>
            </a:r>
            <a:endParaRPr lang="zh-CN" altLang="en-US" sz="236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16"/>
            </p:custDataLst>
          </p:nvPr>
        </p:nvSpPr>
        <p:spPr>
          <a:xfrm>
            <a:off x="6505495" y="7052082"/>
            <a:ext cx="5996208" cy="900068"/>
          </a:xfrm>
          <a:prstGeom prst="rect">
            <a:avLst/>
          </a:prstGeom>
          <a:noFill/>
        </p:spPr>
        <p:txBody>
          <a:bodyPr wrap="square" lIns="107918" tIns="0" rIns="107918" bIns="53959">
            <a:noAutofit/>
          </a:bodyPr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6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幂级数的运算定理</a:t>
            </a:r>
            <a:endParaRPr lang="zh-CN" altLang="en-US" sz="236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6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幂级数和函数的性质</a:t>
            </a:r>
            <a:endParaRPr lang="zh-CN" altLang="en-US" sz="236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7" name="文本框 5"/>
          <p:cNvSpPr txBox="1"/>
          <p:nvPr>
            <p:custDataLst>
              <p:tags r:id="rId17"/>
            </p:custDataLst>
          </p:nvPr>
        </p:nvSpPr>
        <p:spPr>
          <a:xfrm>
            <a:off x="5668379" y="6606463"/>
            <a:ext cx="811635" cy="688728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p>
            <a:pPr algn="ctr"/>
            <a:r>
              <a:rPr lang="en-US" altLang="zh-CN" sz="3775" b="1" dirty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4.</a:t>
            </a:r>
            <a:endParaRPr lang="en-US" altLang="zh-CN" sz="3775" b="1" dirty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744980" y="4091940"/>
            <a:ext cx="352615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400" dirty="0" smtClean="0">
                <a:latin typeface="华文中宋" panose="02010600040101010101" charset="-122"/>
                <a:ea typeface="华文中宋" panose="02010600040101010101" charset="-122"/>
                <a:cs typeface="Times New Roman" panose="02020603050405020304" pitchFamily="18" charset="0"/>
              </a:rPr>
              <a:t>4.2  </a:t>
            </a:r>
            <a:r>
              <a:rPr lang="zh-CN" altLang="en-US" sz="4400" dirty="0" smtClean="0">
                <a:latin typeface="华文中宋" panose="02010600040101010101" charset="-122"/>
                <a:ea typeface="华文中宋" panose="02010600040101010101" charset="-122"/>
                <a:cs typeface="Times New Roman" panose="02020603050405020304" pitchFamily="18" charset="0"/>
              </a:rPr>
              <a:t>幂级数</a:t>
            </a:r>
            <a:endParaRPr lang="zh-CN" altLang="en-US" sz="4400" dirty="0" smtClean="0">
              <a:latin typeface="华文中宋" panose="02010600040101010101" charset="-122"/>
              <a:ea typeface="华文中宋" panose="02010600040101010101" charset="-122"/>
              <a:cs typeface="Times New Roman" panose="02020603050405020304" pitchFamily="18" charset="0"/>
            </a:endParaRPr>
          </a:p>
        </p:txBody>
      </p:sp>
    </p:spTree>
    <p:custDataLst>
      <p:tags r:id="rId18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>
            <p:custDataLst>
              <p:tags r:id="rId1"/>
            </p:custDataLst>
          </p:nvPr>
        </p:nvSpPr>
        <p:spPr>
          <a:xfrm>
            <a:off x="7767842" y="4140433"/>
            <a:ext cx="962799" cy="36937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altLang="zh-CN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5765439" y="4919412"/>
            <a:ext cx="5235485" cy="579815"/>
          </a:xfrm>
        </p:spPr>
        <p:txBody>
          <a:bodyPr>
            <a:noAutofit/>
          </a:bodyPr>
          <a:lstStyle/>
          <a:p>
            <a:r>
              <a:rPr sz="4800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复变函数项</a:t>
            </a:r>
            <a:r>
              <a:rPr sz="4800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级数</a:t>
            </a:r>
            <a:endParaRPr sz="4800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1089747" y="446242"/>
            <a:ext cx="43224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、复变函数项级数的定义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423670" y="964565"/>
            <a:ext cx="6824345" cy="683260"/>
            <a:chOff x="1122" y="1519"/>
            <a:chExt cx="10747" cy="1076"/>
          </a:xfrm>
        </p:grpSpPr>
        <p:sp>
          <p:nvSpPr>
            <p:cNvPr id="31" name="文本框 2"/>
            <p:cNvSpPr txBox="1"/>
            <p:nvPr/>
          </p:nvSpPr>
          <p:spPr>
            <a:xfrm>
              <a:off x="1122" y="1519"/>
              <a:ext cx="10747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设                           为一个复变函数列，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59415" name="Object 23"/>
            <p:cNvGraphicFramePr>
              <a:graphicFrameLocks noChangeAspect="1"/>
            </p:cNvGraphicFramePr>
            <p:nvPr/>
          </p:nvGraphicFramePr>
          <p:xfrm>
            <a:off x="2175" y="1535"/>
            <a:ext cx="4557" cy="10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" name="Equation" r:id="rId1" imgW="28346400" imgH="5486400" progId="Equation.DSMT4">
                    <p:embed/>
                  </p:oleObj>
                </mc:Choice>
                <mc:Fallback>
                  <p:oleObj name="Equation" r:id="rId1" imgW="28346400" imgH="5486400" progId="Equation.DSMT4">
                    <p:embed/>
                    <p:pic>
                      <p:nvPicPr>
                        <p:cNvPr id="0" name="图片 204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175" y="1535"/>
                          <a:ext cx="4557" cy="106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" name="文本框 2"/>
          <p:cNvSpPr txBox="1"/>
          <p:nvPr/>
        </p:nvSpPr>
        <p:spPr>
          <a:xfrm>
            <a:off x="1321963" y="1765553"/>
            <a:ext cx="340423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为</a:t>
            </a:r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</a:rPr>
              <a:t>复变函数项级数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59428" name="Object 36"/>
          <p:cNvGraphicFramePr>
            <a:graphicFrameLocks noChangeAspect="1"/>
          </p:cNvGraphicFramePr>
          <p:nvPr/>
        </p:nvGraphicFramePr>
        <p:xfrm>
          <a:off x="8996045" y="964565"/>
          <a:ext cx="4353560" cy="668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3" imgW="42976800" imgH="5486400" progId="Equation.DSMT4">
                  <p:embed/>
                </p:oleObj>
              </mc:Choice>
              <mc:Fallback>
                <p:oleObj name="Equation" r:id="rId3" imgW="42976800" imgH="54864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96045" y="964565"/>
                        <a:ext cx="4353560" cy="668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29" name="Object 37"/>
          <p:cNvGraphicFramePr>
            <a:graphicFrameLocks noChangeAspect="1"/>
          </p:cNvGraphicFramePr>
          <p:nvPr/>
        </p:nvGraphicFramePr>
        <p:xfrm>
          <a:off x="5794375" y="1469390"/>
          <a:ext cx="1490345" cy="1193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5" imgW="15544800" imgH="10363200" progId="Equation.DSMT4">
                  <p:embed/>
                </p:oleObj>
              </mc:Choice>
              <mc:Fallback>
                <p:oleObj name="Equation" r:id="rId5" imgW="15544800" imgH="10363200" progId="Equation.DSMT4">
                  <p:embed/>
                  <p:pic>
                    <p:nvPicPr>
                      <p:cNvPr id="0" name="图片 205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94375" y="1469390"/>
                        <a:ext cx="1490345" cy="11931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30" name="Object 38"/>
          <p:cNvGraphicFramePr>
            <a:graphicFrameLocks noChangeAspect="1"/>
          </p:cNvGraphicFramePr>
          <p:nvPr/>
        </p:nvGraphicFramePr>
        <p:xfrm>
          <a:off x="4720590" y="2665730"/>
          <a:ext cx="4148455" cy="636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7" imgW="42976800" imgH="5486400" progId="Equation.DSMT4">
                  <p:embed/>
                </p:oleObj>
              </mc:Choice>
              <mc:Fallback>
                <p:oleObj name="Equation" r:id="rId7" imgW="42976800" imgH="5486400" progId="Equation.DSMT4">
                  <p:embed/>
                  <p:pic>
                    <p:nvPicPr>
                      <p:cNvPr id="0" name="图片 205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20590" y="2665730"/>
                        <a:ext cx="4148455" cy="6369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31" name="Object 39"/>
          <p:cNvGraphicFramePr>
            <a:graphicFrameLocks noChangeAspect="1"/>
          </p:cNvGraphicFramePr>
          <p:nvPr/>
        </p:nvGraphicFramePr>
        <p:xfrm>
          <a:off x="2950210" y="2374900"/>
          <a:ext cx="1581785" cy="1134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8" imgW="17373600" imgH="10363200" progId="Equation.DSMT4">
                  <p:embed/>
                </p:oleObj>
              </mc:Choice>
              <mc:Fallback>
                <p:oleObj name="Equation" r:id="rId8" imgW="17373600" imgH="10363200" progId="Equation.DSMT4">
                  <p:embed/>
                  <p:pic>
                    <p:nvPicPr>
                      <p:cNvPr id="0" name="图片 2052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950210" y="2374900"/>
                        <a:ext cx="1581785" cy="11341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1360805" y="3439795"/>
            <a:ext cx="2871470" cy="920750"/>
            <a:chOff x="1023" y="5417"/>
            <a:chExt cx="4522" cy="1450"/>
          </a:xfrm>
        </p:grpSpPr>
        <p:sp>
          <p:nvSpPr>
            <p:cNvPr id="2" name="文本框 2"/>
            <p:cNvSpPr txBox="1"/>
            <p:nvPr/>
          </p:nvSpPr>
          <p:spPr>
            <a:xfrm>
              <a:off x="1023" y="5745"/>
              <a:ext cx="4523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若           收敛，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59433" name="Object 41"/>
            <p:cNvGraphicFramePr>
              <a:graphicFrameLocks noChangeAspect="1"/>
            </p:cNvGraphicFramePr>
            <p:nvPr/>
          </p:nvGraphicFramePr>
          <p:xfrm>
            <a:off x="1840" y="5417"/>
            <a:ext cx="1918" cy="14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4" name="Equation" r:id="rId10" imgW="685800" imgH="431800" progId="Equation.DSMT4">
                    <p:embed/>
                  </p:oleObj>
                </mc:Choice>
                <mc:Fallback>
                  <p:oleObj name="Equation" r:id="rId10" imgW="685800" imgH="431800" progId="Equation.DSMT4">
                    <p:embed/>
                    <p:pic>
                      <p:nvPicPr>
                        <p:cNvPr id="0" name="图片 205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840" y="5417"/>
                          <a:ext cx="1918" cy="145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/>
          <p:cNvGrpSpPr/>
          <p:nvPr/>
        </p:nvGrpSpPr>
        <p:grpSpPr>
          <a:xfrm>
            <a:off x="4008755" y="3368675"/>
            <a:ext cx="4865370" cy="1139190"/>
            <a:chOff x="5193" y="5305"/>
            <a:chExt cx="7662" cy="1794"/>
          </a:xfrm>
        </p:grpSpPr>
        <p:sp>
          <p:nvSpPr>
            <p:cNvPr id="24" name="文本框 2"/>
            <p:cNvSpPr txBox="1"/>
            <p:nvPr/>
          </p:nvSpPr>
          <p:spPr>
            <a:xfrm>
              <a:off x="5193" y="5786"/>
              <a:ext cx="7662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则称    为            的</a:t>
              </a:r>
              <a:r>
                <a:rPr lang="zh-CN" altLang="en-US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收敛点；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59434" name="Object 42"/>
            <p:cNvGraphicFramePr>
              <a:graphicFrameLocks noChangeAspect="1"/>
            </p:cNvGraphicFramePr>
            <p:nvPr/>
          </p:nvGraphicFramePr>
          <p:xfrm>
            <a:off x="6556" y="5674"/>
            <a:ext cx="660" cy="10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5" name="Equation" r:id="rId12" imgW="3962400" imgH="5486400" progId="Equation.DSMT4">
                    <p:embed/>
                  </p:oleObj>
                </mc:Choice>
                <mc:Fallback>
                  <p:oleObj name="Equation" r:id="rId12" imgW="3962400" imgH="5486400" progId="Equation.DSMT4">
                    <p:embed/>
                    <p:pic>
                      <p:nvPicPr>
                        <p:cNvPr id="0" name="图片 205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6556" y="5674"/>
                          <a:ext cx="660" cy="109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35" name="Object 43"/>
            <p:cNvGraphicFramePr>
              <a:graphicFrameLocks noChangeAspect="1"/>
            </p:cNvGraphicFramePr>
            <p:nvPr/>
          </p:nvGraphicFramePr>
          <p:xfrm>
            <a:off x="7724" y="5305"/>
            <a:ext cx="2110" cy="17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6" name="Equation" r:id="rId14" imgW="14630400" imgH="10363200" progId="Equation.DSMT4">
                    <p:embed/>
                  </p:oleObj>
                </mc:Choice>
                <mc:Fallback>
                  <p:oleObj name="Equation" r:id="rId14" imgW="14630400" imgH="10363200" progId="Equation.DSMT4">
                    <p:embed/>
                    <p:pic>
                      <p:nvPicPr>
                        <p:cNvPr id="0" name="图片 205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7724" y="5305"/>
                          <a:ext cx="2110" cy="179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/>
          <p:cNvGrpSpPr/>
          <p:nvPr/>
        </p:nvGrpSpPr>
        <p:grpSpPr>
          <a:xfrm>
            <a:off x="8919845" y="3535680"/>
            <a:ext cx="2985770" cy="862330"/>
            <a:chOff x="12927" y="5568"/>
            <a:chExt cx="4702" cy="1358"/>
          </a:xfrm>
        </p:grpSpPr>
        <p:sp>
          <p:nvSpPr>
            <p:cNvPr id="44" name="文本框 2"/>
            <p:cNvSpPr txBox="1"/>
            <p:nvPr/>
          </p:nvSpPr>
          <p:spPr>
            <a:xfrm>
              <a:off x="12927" y="5783"/>
              <a:ext cx="4702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若            发散，    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45" name="Object 41"/>
            <p:cNvGraphicFramePr>
              <a:graphicFrameLocks noChangeAspect="1"/>
            </p:cNvGraphicFramePr>
            <p:nvPr/>
          </p:nvGraphicFramePr>
          <p:xfrm>
            <a:off x="13801" y="5568"/>
            <a:ext cx="1828" cy="1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7" name="Equation" r:id="rId16" imgW="698500" imgH="431800" progId="Equation.DSMT4">
                    <p:embed/>
                  </p:oleObj>
                </mc:Choice>
                <mc:Fallback>
                  <p:oleObj name="Equation" r:id="rId16" imgW="698500" imgH="431800" progId="Equation.DSMT4">
                    <p:embed/>
                    <p:pic>
                      <p:nvPicPr>
                        <p:cNvPr id="0" name="图片 205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3801" y="5568"/>
                          <a:ext cx="1828" cy="135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文本框 2"/>
          <p:cNvSpPr txBox="1"/>
          <p:nvPr/>
        </p:nvSpPr>
        <p:spPr>
          <a:xfrm>
            <a:off x="8085749" y="974785"/>
            <a:ext cx="9105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则称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2" name="文本框 2"/>
          <p:cNvSpPr txBox="1"/>
          <p:nvPr/>
        </p:nvSpPr>
        <p:spPr>
          <a:xfrm>
            <a:off x="4720775" y="1765299"/>
            <a:ext cx="9105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记作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3" name="文本框 2"/>
          <p:cNvSpPr txBox="1"/>
          <p:nvPr/>
        </p:nvSpPr>
        <p:spPr>
          <a:xfrm>
            <a:off x="7448100" y="1845064"/>
            <a:ext cx="5549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</a:rPr>
              <a:t>即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872355" y="4361180"/>
            <a:ext cx="8263890" cy="1256030"/>
            <a:chOff x="6553" y="6868"/>
            <a:chExt cx="13014" cy="1978"/>
          </a:xfrm>
        </p:grpSpPr>
        <p:sp>
          <p:nvSpPr>
            <p:cNvPr id="5" name="文本框 2"/>
            <p:cNvSpPr txBox="1"/>
            <p:nvPr/>
          </p:nvSpPr>
          <p:spPr>
            <a:xfrm>
              <a:off x="6553" y="7487"/>
              <a:ext cx="13014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        的收敛点的全体，称为            的</a:t>
              </a:r>
              <a:r>
                <a:rPr lang="zh-CN" altLang="en-US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收敛域。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6" name="Object 43"/>
            <p:cNvGraphicFramePr>
              <a:graphicFrameLocks noChangeAspect="1"/>
            </p:cNvGraphicFramePr>
            <p:nvPr/>
          </p:nvGraphicFramePr>
          <p:xfrm>
            <a:off x="6637" y="6962"/>
            <a:ext cx="2214" cy="18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3" name="Equation" r:id="rId18" imgW="14630400" imgH="10363200" progId="Equation.DSMT4">
                    <p:embed/>
                  </p:oleObj>
                </mc:Choice>
                <mc:Fallback>
                  <p:oleObj name="Equation" r:id="rId18" imgW="14630400" imgH="10363200" progId="Equation.DSMT4">
                    <p:embed/>
                    <p:pic>
                      <p:nvPicPr>
                        <p:cNvPr id="0" name="图片 307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6637" y="6962"/>
                          <a:ext cx="2214" cy="188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40" name="Object 48"/>
            <p:cNvGraphicFramePr>
              <a:graphicFrameLocks noChangeAspect="1"/>
            </p:cNvGraphicFramePr>
            <p:nvPr/>
          </p:nvGraphicFramePr>
          <p:xfrm>
            <a:off x="14375" y="6868"/>
            <a:ext cx="2214" cy="18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4" name="Equation" r:id="rId19" imgW="14630400" imgH="10363200" progId="Equation.DSMT4">
                    <p:embed/>
                  </p:oleObj>
                </mc:Choice>
                <mc:Fallback>
                  <p:oleObj name="Equation" r:id="rId19" imgW="14630400" imgH="10363200" progId="Equation.DSMT4">
                    <p:embed/>
                    <p:pic>
                      <p:nvPicPr>
                        <p:cNvPr id="0" name="图片 307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4375" y="6868"/>
                          <a:ext cx="2214" cy="188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Object 43"/>
          <p:cNvGraphicFramePr>
            <a:graphicFrameLocks noChangeAspect="1"/>
          </p:cNvGraphicFramePr>
          <p:nvPr/>
        </p:nvGraphicFramePr>
        <p:xfrm>
          <a:off x="1408718" y="5593915"/>
          <a:ext cx="1546225" cy="131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20" imgW="14630400" imgH="10363200" progId="Equation.DSMT4">
                  <p:embed/>
                </p:oleObj>
              </mc:Choice>
              <mc:Fallback>
                <p:oleObj name="Equation" r:id="rId20" imgW="14630400" imgH="10363200" progId="Equation.DSMT4">
                  <p:embed/>
                  <p:pic>
                    <p:nvPicPr>
                      <p:cNvPr id="0" name="图片 3075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408718" y="5593915"/>
                        <a:ext cx="1546225" cy="1316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"/>
          <p:cNvSpPr txBox="1"/>
          <p:nvPr/>
        </p:nvSpPr>
        <p:spPr>
          <a:xfrm>
            <a:off x="1450615" y="5921348"/>
            <a:ext cx="760857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 在收敛域的任意一点上都收敛，且其和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0" name="文本框 2"/>
          <p:cNvSpPr txBox="1"/>
          <p:nvPr/>
        </p:nvSpPr>
        <p:spPr>
          <a:xfrm>
            <a:off x="8815345" y="5921358"/>
            <a:ext cx="315785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是收敛域上的函数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2" name="Object 43"/>
          <p:cNvGraphicFramePr>
            <a:graphicFrameLocks noChangeAspect="1"/>
          </p:cNvGraphicFramePr>
          <p:nvPr/>
        </p:nvGraphicFramePr>
        <p:xfrm>
          <a:off x="11862729" y="5876908"/>
          <a:ext cx="93345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21" imgW="8839200" imgH="4876800" progId="Equation.DSMT4">
                  <p:embed/>
                </p:oleObj>
              </mc:Choice>
              <mc:Fallback>
                <p:oleObj name="Equation" r:id="rId21" imgW="8839200" imgH="4876800" progId="Equation.DSMT4">
                  <p:embed/>
                  <p:pic>
                    <p:nvPicPr>
                      <p:cNvPr id="0" name="图片 307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1862729" y="5876908"/>
                        <a:ext cx="933450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文本框 2"/>
          <p:cNvSpPr txBox="1"/>
          <p:nvPr/>
        </p:nvSpPr>
        <p:spPr>
          <a:xfrm>
            <a:off x="1450634" y="6909533"/>
            <a:ext cx="458406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称此函数为</a:t>
            </a:r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级数的和函数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。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1775440" y="3564890"/>
            <a:ext cx="1720850" cy="697230"/>
            <a:chOff x="17424" y="5614"/>
            <a:chExt cx="2710" cy="1098"/>
          </a:xfrm>
        </p:grpSpPr>
        <p:sp>
          <p:nvSpPr>
            <p:cNvPr id="7" name="文本框 2"/>
            <p:cNvSpPr txBox="1"/>
            <p:nvPr/>
          </p:nvSpPr>
          <p:spPr>
            <a:xfrm>
              <a:off x="17424" y="5726"/>
              <a:ext cx="2710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则称    为     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8" name="Object 42"/>
            <p:cNvGraphicFramePr>
              <a:graphicFrameLocks noChangeAspect="1"/>
            </p:cNvGraphicFramePr>
            <p:nvPr/>
          </p:nvGraphicFramePr>
          <p:xfrm>
            <a:off x="18787" y="5614"/>
            <a:ext cx="660" cy="10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Equation" r:id="rId23" imgW="3962400" imgH="5486400" progId="Equation.DSMT4">
                    <p:embed/>
                  </p:oleObj>
                </mc:Choice>
                <mc:Fallback>
                  <p:oleObj name="Equation" r:id="rId23" imgW="3962400" imgH="5486400" progId="Equation.DSMT4">
                    <p:embed/>
                    <p:pic>
                      <p:nvPicPr>
                        <p:cNvPr id="0" name="图片 205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8787" y="5614"/>
                          <a:ext cx="660" cy="109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Object 43"/>
          <p:cNvGraphicFramePr>
            <a:graphicFrameLocks noChangeAspect="1"/>
          </p:cNvGraphicFramePr>
          <p:nvPr/>
        </p:nvGraphicFramePr>
        <p:xfrm>
          <a:off x="1617980" y="4398645"/>
          <a:ext cx="1339850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24" imgW="14630400" imgH="10363200" progId="Equation.DSMT4">
                  <p:embed/>
                </p:oleObj>
              </mc:Choice>
              <mc:Fallback>
                <p:oleObj name="Equation" r:id="rId24" imgW="14630400" imgH="10363200" progId="Equation.DSMT4">
                  <p:embed/>
                  <p:pic>
                    <p:nvPicPr>
                      <p:cNvPr id="0" name="图片 2055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617980" y="4398645"/>
                        <a:ext cx="1339850" cy="11398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2"/>
          <p:cNvSpPr txBox="1"/>
          <p:nvPr/>
        </p:nvSpPr>
        <p:spPr>
          <a:xfrm>
            <a:off x="2847817" y="4723182"/>
            <a:ext cx="209359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的</a:t>
            </a:r>
            <a:r>
              <a:rPr lang="zh-CN" altLang="en-US" sz="2800" b="1" i="1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发散</a:t>
            </a:r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点；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5" name="文本框 2"/>
          <p:cNvSpPr txBox="1"/>
          <p:nvPr/>
        </p:nvSpPr>
        <p:spPr>
          <a:xfrm>
            <a:off x="1450642" y="7713010"/>
            <a:ext cx="12661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例如，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26" name="Object 43"/>
          <p:cNvGraphicFramePr>
            <a:graphicFrameLocks noChangeAspect="1"/>
          </p:cNvGraphicFramePr>
          <p:nvPr/>
        </p:nvGraphicFramePr>
        <p:xfrm>
          <a:off x="2574565" y="7731809"/>
          <a:ext cx="933450" cy="131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25" imgW="8839200" imgH="10363200" progId="Equation.DSMT4">
                  <p:embed/>
                </p:oleObj>
              </mc:Choice>
              <mc:Fallback>
                <p:oleObj name="Equation" r:id="rId25" imgW="8839200" imgH="10363200" progId="Equation.DSMT4">
                  <p:embed/>
                  <p:pic>
                    <p:nvPicPr>
                      <p:cNvPr id="0" name="图片 3074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574565" y="7731809"/>
                        <a:ext cx="933450" cy="1316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"/>
          <p:cNvSpPr txBox="1"/>
          <p:nvPr/>
        </p:nvSpPr>
        <p:spPr>
          <a:xfrm>
            <a:off x="3466296" y="8093090"/>
            <a:ext cx="19773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的收敛域为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34" name="Object 43"/>
          <p:cNvGraphicFramePr>
            <a:graphicFrameLocks noChangeAspect="1"/>
          </p:cNvGraphicFramePr>
          <p:nvPr/>
        </p:nvGraphicFramePr>
        <p:xfrm>
          <a:off x="5400040" y="8134350"/>
          <a:ext cx="884555" cy="510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Equation" r:id="rId27" imgW="419100" imgH="203200" progId="Equation.DSMT4">
                  <p:embed/>
                </p:oleObj>
              </mc:Choice>
              <mc:Fallback>
                <p:oleObj name="Equation" r:id="rId27" imgW="419100" imgH="203200" progId="Equation.DSMT4">
                  <p:embed/>
                  <p:pic>
                    <p:nvPicPr>
                      <p:cNvPr id="0" name="图片 3077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400040" y="8134350"/>
                        <a:ext cx="884555" cy="5105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3"/>
          <p:cNvGraphicFramePr>
            <a:graphicFrameLocks noChangeAspect="1"/>
          </p:cNvGraphicFramePr>
          <p:nvPr/>
        </p:nvGraphicFramePr>
        <p:xfrm>
          <a:off x="6514740" y="7699265"/>
          <a:ext cx="933450" cy="131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Equation" r:id="rId29" imgW="8839200" imgH="10363200" progId="Equation.DSMT4">
                  <p:embed/>
                </p:oleObj>
              </mc:Choice>
              <mc:Fallback>
                <p:oleObj name="Equation" r:id="rId29" imgW="8839200" imgH="10363200" progId="Equation.DSMT4">
                  <p:embed/>
                  <p:pic>
                    <p:nvPicPr>
                      <p:cNvPr id="0" name="图片 3078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514740" y="7699265"/>
                        <a:ext cx="933450" cy="1316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2"/>
          <p:cNvSpPr txBox="1"/>
          <p:nvPr/>
        </p:nvSpPr>
        <p:spPr>
          <a:xfrm>
            <a:off x="7476956" y="8150716"/>
            <a:ext cx="19773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的和函数为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6" name="Object 43"/>
          <p:cNvGraphicFramePr>
            <a:graphicFrameLocks noChangeAspect="1"/>
          </p:cNvGraphicFramePr>
          <p:nvPr/>
        </p:nvGraphicFramePr>
        <p:xfrm>
          <a:off x="9454515" y="7890510"/>
          <a:ext cx="1372235" cy="934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Equation" r:id="rId30" imgW="368300" imgH="393700" progId="Equation.DSMT4">
                  <p:embed/>
                </p:oleObj>
              </mc:Choice>
              <mc:Fallback>
                <p:oleObj name="Equation" r:id="rId30" imgW="368300" imgH="393700" progId="Equation.DSMT4">
                  <p:embed/>
                  <p:pic>
                    <p:nvPicPr>
                      <p:cNvPr id="0" name="图片 3080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9454515" y="7890510"/>
                        <a:ext cx="1372235" cy="9340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9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9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9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5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54" grpId="0"/>
      <p:bldP spid="22" grpId="0"/>
      <p:bldP spid="23" grpId="0"/>
      <p:bldP spid="12" grpId="0"/>
      <p:bldP spid="29" grpId="0"/>
      <p:bldP spid="30" grpId="0"/>
      <p:bldP spid="33" grpId="0"/>
      <p:bldP spid="25" grpId="0"/>
      <p:bldP spid="27" grpId="0"/>
      <p:bldP spid="1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73380" y="482600"/>
            <a:ext cx="13644880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401021" y="1341503"/>
            <a:ext cx="28975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、幂级数的定义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91155" name="Object 19"/>
          <p:cNvGraphicFramePr>
            <a:graphicFrameLocks noChangeAspect="1"/>
          </p:cNvGraphicFramePr>
          <p:nvPr/>
        </p:nvGraphicFramePr>
        <p:xfrm>
          <a:off x="4557395" y="2775585"/>
          <a:ext cx="7030720" cy="681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1" imgW="3098800" imgH="241300" progId="Equation.DSMT4">
                  <p:embed/>
                </p:oleObj>
              </mc:Choice>
              <mc:Fallback>
                <p:oleObj name="Equation" r:id="rId1" imgW="3098800" imgH="2413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57395" y="2775585"/>
                        <a:ext cx="7030720" cy="6813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5100320" y="3780155"/>
            <a:ext cx="6231890" cy="619760"/>
            <a:chOff x="1951" y="5513"/>
            <a:chExt cx="9814" cy="976"/>
          </a:xfrm>
        </p:grpSpPr>
        <p:sp>
          <p:nvSpPr>
            <p:cNvPr id="29" name="文本框 2"/>
            <p:cNvSpPr txBox="1"/>
            <p:nvPr/>
          </p:nvSpPr>
          <p:spPr>
            <a:xfrm>
              <a:off x="1951" y="5525"/>
              <a:ext cx="9814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其中                                为复常数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,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91157" name="Object 21"/>
            <p:cNvGraphicFramePr>
              <a:graphicFrameLocks noChangeAspect="1"/>
            </p:cNvGraphicFramePr>
            <p:nvPr/>
          </p:nvGraphicFramePr>
          <p:xfrm>
            <a:off x="3555" y="5513"/>
            <a:ext cx="5400" cy="9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8" name="Equation" r:id="rId3" imgW="1435100" imgH="228600" progId="Equation.DSMT4">
                    <p:embed/>
                  </p:oleObj>
                </mc:Choice>
                <mc:Fallback>
                  <p:oleObj name="Equation" r:id="rId3" imgW="1435100" imgH="228600" progId="Equation.DSMT4">
                    <p:embed/>
                    <p:pic>
                      <p:nvPicPr>
                        <p:cNvPr id="0" name="图片 409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555" y="5513"/>
                          <a:ext cx="5400" cy="97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1158" name="Object 22"/>
          <p:cNvGraphicFramePr>
            <a:graphicFrameLocks noChangeAspect="1"/>
          </p:cNvGraphicFramePr>
          <p:nvPr/>
        </p:nvGraphicFramePr>
        <p:xfrm>
          <a:off x="2453640" y="2548890"/>
          <a:ext cx="1844675" cy="1094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5" imgW="876300" imgH="431800" progId="Equation.DSMT4">
                  <p:embed/>
                </p:oleObj>
              </mc:Choice>
              <mc:Fallback>
                <p:oleObj name="Equation" r:id="rId5" imgW="876300" imgH="431800" progId="Equation.DSMT4">
                  <p:embed/>
                  <p:pic>
                    <p:nvPicPr>
                      <p:cNvPr id="0" name="图片 409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53640" y="2548890"/>
                        <a:ext cx="1844675" cy="10941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59" name="Object 23"/>
          <p:cNvGraphicFramePr>
            <a:graphicFrameLocks noChangeAspect="1"/>
          </p:cNvGraphicFramePr>
          <p:nvPr/>
        </p:nvGraphicFramePr>
        <p:xfrm>
          <a:off x="1972310" y="5368290"/>
          <a:ext cx="1011555" cy="627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7" imgW="10668000" imgH="5486400" progId="Equation.DSMT4">
                  <p:embed/>
                </p:oleObj>
              </mc:Choice>
              <mc:Fallback>
                <p:oleObj name="Equation" r:id="rId7" imgW="10668000" imgH="5486400" progId="Equation.DSMT4">
                  <p:embed/>
                  <p:pic>
                    <p:nvPicPr>
                      <p:cNvPr id="0" name="图片 409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72310" y="5368290"/>
                        <a:ext cx="1011555" cy="6273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9"/>
          <p:cNvGraphicFramePr>
            <a:graphicFrameLocks noChangeAspect="1"/>
          </p:cNvGraphicFramePr>
          <p:nvPr/>
        </p:nvGraphicFramePr>
        <p:xfrm>
          <a:off x="4707890" y="5276850"/>
          <a:ext cx="514604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9" imgW="2044700" imgH="241300" progId="Equation.DSMT4">
                  <p:embed/>
                </p:oleObj>
              </mc:Choice>
              <mc:Fallback>
                <p:oleObj name="Equation" r:id="rId9" imgW="2044700" imgH="241300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07890" y="5276850"/>
                        <a:ext cx="5146040" cy="720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2"/>
          <p:cNvGraphicFramePr>
            <a:graphicFrameLocks noChangeAspect="1"/>
          </p:cNvGraphicFramePr>
          <p:nvPr/>
        </p:nvGraphicFramePr>
        <p:xfrm>
          <a:off x="3455670" y="5029200"/>
          <a:ext cx="1252220" cy="1267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11" imgW="508000" imgH="431800" progId="Equation.DSMT4">
                  <p:embed/>
                </p:oleObj>
              </mc:Choice>
              <mc:Fallback>
                <p:oleObj name="Equation" r:id="rId11" imgW="508000" imgH="431800" progId="Equation.DSMT4">
                  <p:embed/>
                  <p:pic>
                    <p:nvPicPr>
                      <p:cNvPr id="0" name="图片 410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55670" y="5029200"/>
                        <a:ext cx="1252220" cy="12674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2"/>
          <p:cNvGraphicFramePr>
            <a:graphicFrameLocks noChangeAspect="1"/>
          </p:cNvGraphicFramePr>
          <p:nvPr/>
        </p:nvGraphicFramePr>
        <p:xfrm>
          <a:off x="2428240" y="6480175"/>
          <a:ext cx="1238250" cy="1253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13" imgW="508000" imgH="431800" progId="Equation.DSMT4">
                  <p:embed/>
                </p:oleObj>
              </mc:Choice>
              <mc:Fallback>
                <p:oleObj name="Equation" r:id="rId13" imgW="508000" imgH="431800" progId="Equation.DSMT4">
                  <p:embed/>
                  <p:pic>
                    <p:nvPicPr>
                      <p:cNvPr id="0" name="图片 410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428240" y="6480175"/>
                        <a:ext cx="1238250" cy="12534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3223260" y="6718935"/>
            <a:ext cx="3632200" cy="541020"/>
            <a:chOff x="4585" y="9145"/>
            <a:chExt cx="5720" cy="852"/>
          </a:xfrm>
        </p:grpSpPr>
        <p:sp>
          <p:nvSpPr>
            <p:cNvPr id="28" name="文本框 2"/>
            <p:cNvSpPr txBox="1"/>
            <p:nvPr/>
          </p:nvSpPr>
          <p:spPr>
            <a:xfrm>
              <a:off x="4585" y="9156"/>
              <a:ext cx="5720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 在        点收敛；  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30" name="Object 22"/>
            <p:cNvGraphicFramePr>
              <a:graphicFrameLocks noChangeAspect="1"/>
            </p:cNvGraphicFramePr>
            <p:nvPr/>
          </p:nvGraphicFramePr>
          <p:xfrm>
            <a:off x="6174" y="9145"/>
            <a:ext cx="1367" cy="8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4" name="Equation" r:id="rId15" imgW="8229600" imgH="4267200" progId="Equation.DSMT4">
                    <p:embed/>
                  </p:oleObj>
                </mc:Choice>
                <mc:Fallback>
                  <p:oleObj name="Equation" r:id="rId15" imgW="8229600" imgH="4267200" progId="Equation.DSMT4">
                    <p:embed/>
                    <p:pic>
                      <p:nvPicPr>
                        <p:cNvPr id="0" name="图片 410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174" y="9145"/>
                          <a:ext cx="1367" cy="85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" name="Object 22"/>
          <p:cNvGraphicFramePr>
            <a:graphicFrameLocks noChangeAspect="1"/>
          </p:cNvGraphicFramePr>
          <p:nvPr/>
        </p:nvGraphicFramePr>
        <p:xfrm>
          <a:off x="6855460" y="6480175"/>
          <a:ext cx="2016125" cy="1161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Equation" r:id="rId17" imgW="901700" imgH="431800" progId="Equation.DSMT4">
                  <p:embed/>
                </p:oleObj>
              </mc:Choice>
              <mc:Fallback>
                <p:oleObj name="Equation" r:id="rId17" imgW="901700" imgH="431800" progId="Equation.DSMT4">
                  <p:embed/>
                  <p:pic>
                    <p:nvPicPr>
                      <p:cNvPr id="0" name="图片 410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855460" y="6480175"/>
                        <a:ext cx="2016125" cy="11614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8242935" y="6647815"/>
            <a:ext cx="3632200" cy="695325"/>
            <a:chOff x="12690" y="9028"/>
            <a:chExt cx="5720" cy="1095"/>
          </a:xfrm>
        </p:grpSpPr>
        <p:sp>
          <p:nvSpPr>
            <p:cNvPr id="32" name="文本框 2"/>
            <p:cNvSpPr txBox="1"/>
            <p:nvPr/>
          </p:nvSpPr>
          <p:spPr>
            <a:xfrm>
              <a:off x="12690" y="9158"/>
              <a:ext cx="5720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   在        点收敛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.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36" name="Object 22"/>
            <p:cNvGraphicFramePr>
              <a:graphicFrameLocks noChangeAspect="1"/>
            </p:cNvGraphicFramePr>
            <p:nvPr/>
          </p:nvGraphicFramePr>
          <p:xfrm>
            <a:off x="14185" y="9028"/>
            <a:ext cx="1570" cy="10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6" name="Equation" r:id="rId19" imgW="9448800" imgH="5486400" progId="Equation.DSMT4">
                    <p:embed/>
                  </p:oleObj>
                </mc:Choice>
                <mc:Fallback>
                  <p:oleObj name="Equation" r:id="rId19" imgW="9448800" imgH="5486400" progId="Equation.DSMT4">
                    <p:embed/>
                    <p:pic>
                      <p:nvPicPr>
                        <p:cNvPr id="0" name="图片 410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4185" y="9028"/>
                          <a:ext cx="1570" cy="109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七角星 17"/>
          <p:cNvSpPr/>
          <p:nvPr/>
        </p:nvSpPr>
        <p:spPr>
          <a:xfrm>
            <a:off x="1214695" y="6595421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2" name="文本框 2"/>
          <p:cNvSpPr txBox="1"/>
          <p:nvPr/>
        </p:nvSpPr>
        <p:spPr>
          <a:xfrm>
            <a:off x="1615440" y="2119630"/>
            <a:ext cx="92202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形如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3" name="文本框 2"/>
          <p:cNvSpPr txBox="1"/>
          <p:nvPr/>
        </p:nvSpPr>
        <p:spPr>
          <a:xfrm>
            <a:off x="1615440" y="3817620"/>
            <a:ext cx="352171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的级数，称为</a:t>
            </a:r>
            <a:r>
              <a:rPr lang="zh-CN" altLang="en-US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幂级数</a:t>
            </a:r>
            <a:r>
              <a:rPr lang="en-US" altLang="zh-CN" sz="2800" b="1" i="1" u="sng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838325" y="4521835"/>
            <a:ext cx="5774690" cy="693420"/>
            <a:chOff x="11698" y="5346"/>
            <a:chExt cx="9094" cy="1092"/>
          </a:xfrm>
        </p:grpSpPr>
        <p:sp>
          <p:nvSpPr>
            <p:cNvPr id="17" name="文本框 2"/>
            <p:cNvSpPr txBox="1"/>
            <p:nvPr/>
          </p:nvSpPr>
          <p:spPr>
            <a:xfrm>
              <a:off x="11698" y="5492"/>
              <a:ext cx="9095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幂函数               称为一般项。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 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14" name="Object 21"/>
            <p:cNvGraphicFramePr>
              <a:graphicFrameLocks noChangeAspect="1"/>
            </p:cNvGraphicFramePr>
            <p:nvPr/>
          </p:nvGraphicFramePr>
          <p:xfrm>
            <a:off x="13680" y="5346"/>
            <a:ext cx="2581" cy="10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" name="Equation" r:id="rId21" imgW="685800" imgH="241300" progId="Equation.DSMT4">
                    <p:embed/>
                  </p:oleObj>
                </mc:Choice>
                <mc:Fallback>
                  <p:oleObj name="Equation" r:id="rId21" imgW="685800" imgH="241300" progId="Equation.DSMT4">
                    <p:embed/>
                    <p:pic>
                      <p:nvPicPr>
                        <p:cNvPr id="0" name="图片 409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3680" y="5346"/>
                          <a:ext cx="2581" cy="109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2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1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1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1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  <p:bldP spid="13" grpId="0"/>
      <p:bldP spid="18" grpId="0" bldLvl="0" animBg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14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1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973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973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TEMPLATE_SUBCATEGORY" val="0"/>
  <p:tag name="KSO_WM_TEMPLATE_MASTER_TYPE" val="1"/>
  <p:tag name="KSO_WM_TEMPLATE_COLOR_TYPE" val="1"/>
  <p:tag name="KSO_WM_TAG_VERSION" val="1.0"/>
  <p:tag name="KSO_WM_TEMPLATE_THUMBS_INDEX" val="1、4、7、10、13、15、17、18、19、20、22"/>
</p:tagLst>
</file>

<file path=ppt/tags/tag201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SLIDE_LAYOUT" val="a_b"/>
  <p:tag name="KSO_WM_SLIDE_LAYOUT_CNT" val="1_1"/>
  <p:tag name="KSO_WM_TEMPLATE_THUMBS_INDEX" val="1、4、7、10、13、15、17、18、19、20、22"/>
  <p:tag name="KSO_WM_TEMPLATE_MASTER_THUMB_INDEX" val="12"/>
  <p:tag name="KSO_WM_SPECIAL_SOURCE" val="bdnull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1_1"/>
  <p:tag name="KSO_WM_UNIT_TEXT_FILL_FORE_SCHEMECOLOR_INDEX" val="5"/>
  <p:tag name="KSO_WM_UNIT_TEXT_FILL_TYPE" val="1"/>
  <p:tag name="KSO_WM_UNIT_USESOURCEFORMAT_APPLY" val="1"/>
</p:tagLst>
</file>

<file path=ppt/tags/tag208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09.xml><?xml version="1.0" encoding="utf-8"?>
<p:tagLst xmlns:p="http://schemas.openxmlformats.org/presentationml/2006/main">
  <p:tag name="KSO_WM_UNIT_COLOR_SCHEME_SHAPE_ID" val="132"/>
  <p:tag name="KSO_WM_UNIT_COLOR_SCHEME_PARENT_PAGE" val="0_4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f*1_1_1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</p:tagLst>
</file>

<file path=ppt/tags/tag210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2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11.xml><?xml version="1.0" encoding="utf-8"?>
<p:tagLst xmlns:p="http://schemas.openxmlformats.org/presentationml/2006/main">
  <p:tag name="KSO_WM_UNIT_COLOR_SCHEME_SHAPE_ID" val="132"/>
  <p:tag name="KSO_WM_UNIT_COLOR_SCHEME_PARENT_PAGE" val="0_4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f*1_2_1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</p:tagLst>
</file>

<file path=ppt/tags/tag212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3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13.xml><?xml version="1.0" encoding="utf-8"?>
<p:tagLst xmlns:p="http://schemas.openxmlformats.org/presentationml/2006/main">
  <p:tag name="KSO_WM_UNIT_COLOR_SCHEME_SHAPE_ID" val="132"/>
  <p:tag name="KSO_WM_UNIT_COLOR_SCHEME_PARENT_PAGE" val="0_4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f*1_3_1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</p:tagLst>
</file>

<file path=ppt/tags/tag214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4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15.xml><?xml version="1.0" encoding="utf-8"?>
<p:tagLst xmlns:p="http://schemas.openxmlformats.org/presentationml/2006/main">
  <p:tag name="KSO_WM_UNIT_COLOR_SCHEME_SHAPE_ID" val="132"/>
  <p:tag name="KSO_WM_UNIT_COLOR_SCHEME_PARENT_PAGE" val="0_4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f*1_4_1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</p:tagLst>
</file>

<file path=ppt/tags/tag216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2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b"/>
  <p:tag name="KSO_WM_UNIT_INDEX" val="1"/>
  <p:tag name="KSO_WM_UNIT_ID" val="custom20204973_4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Contents"/>
  <p:tag name="KSO_WM_UNIT_TEXT_FILL_FORE_SCHEMECOLOR_INDEX" val="13"/>
  <p:tag name="KSO_WM_UNIT_TEXT_FILL_TYPE" val="1"/>
  <p:tag name="KSO_WM_UNIT_USESOURCEFORMAT_APPLY" val="1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1_1"/>
  <p:tag name="KSO_WM_UNIT_TEXT_FILL_FORE_SCHEMECOLOR_INDEX" val="5"/>
  <p:tag name="KSO_WM_UNIT_TEXT_FILL_TYPE" val="1"/>
  <p:tag name="KSO_WM_UNIT_USESOURCEFORMAT_APPLY" val="1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1_1"/>
  <p:tag name="KSO_WM_UNIT_TEXT_FILL_FORE_SCHEMECOLOR_INDEX" val="5"/>
  <p:tag name="KSO_WM_UNIT_TEXT_FILL_TYPE" val="1"/>
  <p:tag name="KSO_WM_UNIT_USESOURCEFORMAT_APPLY" val="1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1_1"/>
  <p:tag name="KSO_WM_UNIT_TEXT_FILL_FORE_SCHEMECOLOR_INDEX" val="5"/>
  <p:tag name="KSO_WM_UNIT_TEXT_FILL_TYPE" val="1"/>
  <p:tag name="KSO_WM_UNIT_USESOURCEFORMAT_APPLY" val="1"/>
</p:tagLst>
</file>

<file path=ppt/tags/tag221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4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22.xml><?xml version="1.0" encoding="utf-8"?>
<p:tagLst xmlns:p="http://schemas.openxmlformats.org/presentationml/2006/main">
  <p:tag name="KSO_WM_UNIT_COLOR_SCHEME_SHAPE_ID" val="132"/>
  <p:tag name="KSO_WM_UNIT_COLOR_SCHEME_PARENT_PAGE" val="0_4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f*1_4_1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1_1"/>
  <p:tag name="KSO_WM_UNIT_TEXT_FILL_FORE_SCHEMECOLOR_INDEX" val="5"/>
  <p:tag name="KSO_WM_UNIT_TEXT_FILL_TYPE" val="1"/>
  <p:tag name="KSO_WM_UNIT_USESOURCEFORMAT_APPLY" val="1"/>
</p:tagLst>
</file>

<file path=ppt/tags/tag224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  <p:tag name="KSO_WM_SPECIAL_SOURCE" val="bdnull"/>
</p:tagLst>
</file>

<file path=ppt/tags/tag225.xml><?xml version="1.0" encoding="utf-8"?>
<p:tagLst xmlns:p="http://schemas.openxmlformats.org/presentationml/2006/main">
  <p:tag name="REFSHAPE" val="507073100"/>
</p:tagLst>
</file>

<file path=ppt/tags/tag226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SLIDE_LAYOUT" val="a_b"/>
  <p:tag name="KSO_WM_SLIDE_LAYOUT_CNT" val="1_1"/>
  <p:tag name="KSO_WM_TEMPLATE_THUMBS_INDEX" val="1、4、7、10、13、15、17、18、19、20、22"/>
  <p:tag name="KSO_WM_TEMPLATE_MASTER_THUMB_INDEX" val="12"/>
  <p:tag name="KSO_WM_SPECIAL_SOURCE" val="bdnull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1_1"/>
  <p:tag name="KSO_WM_UNIT_TEXT_FILL_FORE_SCHEMECOLOR_INDEX" val="5"/>
  <p:tag name="KSO_WM_UNIT_TEXT_FILL_TYPE" val="1"/>
  <p:tag name="KSO_WM_UNIT_USESOURCEFORMAT_APPLY" val="1"/>
</p:tagLst>
</file>

<file path=ppt/tags/tag233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2_1"/>
  <p:tag name="KSO_WM_UNIT_TEXT_FILL_FORE_SCHEMECOLOR_INDEX" val="5"/>
  <p:tag name="KSO_WM_UNIT_TEXT_FILL_TYPE" val="1"/>
  <p:tag name="KSO_WM_UNIT_USESOURCEFORMAT_APPLY" val="1"/>
</p:tagLst>
</file>

<file path=ppt/tags/tag235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2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36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237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38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39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40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41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42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  <p:tag name="KSO_WM_SPECIAL_SOURCE" val="bdnull"/>
</p:tagLst>
</file>

<file path=ppt/tags/tag24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4973_7*e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246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  <p:tag name="KSO_WM_SPECIAL_SOURCE" val="bdnull"/>
</p:tagLst>
</file>

<file path=ppt/tags/tag247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48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5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4973_7*e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254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  <p:tag name="KSO_WM_SPECIAL_SOURCE" val="bdnull"/>
</p:tagLst>
</file>

<file path=ppt/tags/tag25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4973_7*e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258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  <p:tag name="KSO_WM_SPECIAL_SOURCE" val="bdnull"/>
</p:tagLst>
</file>

<file path=ppt/tags/tag259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60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61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62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63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64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65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66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67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68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69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70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71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72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73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74.xml><?xml version="1.0" encoding="utf-8"?>
<p:tagLst xmlns:p="http://schemas.openxmlformats.org/presentationml/2006/main">
  <p:tag name="KSO_WM_BEAUTIFY_FLAG" val=""/>
  <p:tag name="KSO_WM_DIAGRAM_VIRTUALLY_FRAME" val="{&quot;height&quot;:336.55,&quot;left&quot;:107.2,&quot;top&quot;:347.65,&quot;width&quot;:703.8750393700788}"/>
</p:tagLst>
</file>

<file path=ppt/tags/tag275.xml><?xml version="1.0" encoding="utf-8"?>
<p:tagLst xmlns:p="http://schemas.openxmlformats.org/presentationml/2006/main">
  <p:tag name="KSO_WM_BEAUTIFY_FLAG" val=""/>
  <p:tag name="KSO_WM_DIAGRAM_VIRTUALLY_FRAME" val="{&quot;height&quot;:336.55,&quot;left&quot;:107.2,&quot;top&quot;:347.65,&quot;width&quot;:703.8750393700788}"/>
</p:tagLst>
</file>

<file path=ppt/tags/tag276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77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  <p:tag name="resource_record_key" val="{&quot;13&quot;:[4364942],&quot;65&quot;:[20204973]}"/>
</p:tagLst>
</file>

<file path=ppt/tags/tag278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79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80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281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282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283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284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285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286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287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288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289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290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291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292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293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94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9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4973_7*e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298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  <p:tag name="KSO_WM_SPECIAL_SOURCE" val="bdnull"/>
</p:tagLst>
</file>

<file path=ppt/tags/tag299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06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07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08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09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10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11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317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318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319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320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321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322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323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324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  <p:tag name="KSO_WM_SPECIAL_SOURCE" val="bdnull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330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331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  <p:tag name="KSO_WM_SPECIAL_SOURCE" val="bdnull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337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2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  <p:tag name="KSO_WM_DIAGRAM_VIRTUALLY_FRAME" val="{&quot;height&quot;:499.70362204724415,&quot;left&quot;:446.3290551181102,&quot;top&quot;:126.44992125984251,&quot;width&quot;:544.8570078740156}"/>
</p:tagLst>
</file>

<file path=ppt/tags/tag338.xml><?xml version="1.0" encoding="utf-8"?>
<p:tagLst xmlns:p="http://schemas.openxmlformats.org/presentationml/2006/main">
  <p:tag name="KSO_WM_UNIT_COLOR_SCHEME_SHAPE_ID" val="132"/>
  <p:tag name="KSO_WM_UNIT_COLOR_SCHEME_PARENT_PAGE" val="0_4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f*1_2_1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  <p:tag name="KSO_WM_DIAGRAM_VIRTUALLY_FRAME" val="{&quot;height&quot;:499.70362204724415,&quot;left&quot;:446.3290551181102,&quot;top&quot;:126.44992125984251,&quot;width&quot;:544.8570078740156}"/>
</p:tagLst>
</file>

<file path=ppt/tags/tag339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3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  <p:tag name="KSO_WM_DIAGRAM_VIRTUALLY_FRAME" val="{&quot;height&quot;:499.70362204724415,&quot;left&quot;:446.3290551181102,&quot;top&quot;:126.44992125984251,&quot;width&quot;:544.8570078740156}"/>
</p:tagLst>
</file>

<file path=ppt/tags/tag340.xml><?xml version="1.0" encoding="utf-8"?>
<p:tagLst xmlns:p="http://schemas.openxmlformats.org/presentationml/2006/main">
  <p:tag name="KSO_WM_UNIT_COLOR_SCHEME_SHAPE_ID" val="132"/>
  <p:tag name="KSO_WM_UNIT_COLOR_SCHEME_PARENT_PAGE" val="0_4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f*1_3_1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  <p:tag name="KSO_WM_DIAGRAM_VIRTUALLY_FRAME" val="{&quot;height&quot;:499.70362204724415,&quot;left&quot;:446.3290551181102,&quot;top&quot;:126.44992125984251,&quot;width&quot;:544.8570078740156}"/>
</p:tagLst>
</file>

<file path=ppt/tags/tag341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4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  <p:tag name="KSO_WM_DIAGRAM_VIRTUALLY_FRAME" val="{&quot;height&quot;:499.70362204724415,&quot;left&quot;:446.3290551181102,&quot;top&quot;:126.44992125984251,&quot;width&quot;:544.8570078740156}"/>
</p:tagLst>
</file>

<file path=ppt/tags/tag342.xml><?xml version="1.0" encoding="utf-8"?>
<p:tagLst xmlns:p="http://schemas.openxmlformats.org/presentationml/2006/main">
  <p:tag name="KSO_WM_UNIT_COLOR_SCHEME_SHAPE_ID" val="132"/>
  <p:tag name="KSO_WM_UNIT_COLOR_SCHEME_PARENT_PAGE" val="0_4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f*1_4_1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  <p:tag name="KSO_WM_DIAGRAM_VIRTUALLY_FRAME" val="{&quot;height&quot;:499.70362204724415,&quot;left&quot;:446.3290551181102,&quot;top&quot;:126.44992125984251,&quot;width&quot;:544.8570078740156}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1_1"/>
  <p:tag name="KSO_WM_UNIT_TEXT_FILL_FORE_SCHEMECOLOR_INDEX" val="5"/>
  <p:tag name="KSO_WM_UNIT_TEXT_FILL_TYPE" val="1"/>
  <p:tag name="KSO_WM_UNIT_USESOURCEFORMAT_APPLY" val="1"/>
  <p:tag name="KSO_WM_DIAGRAM_VIRTUALLY_FRAME" val="{&quot;height&quot;:499.70362204724415,&quot;left&quot;:446.3290551181102,&quot;top&quot;:126.44992125984251,&quot;width&quot;:544.8570078740156}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1_1"/>
  <p:tag name="KSO_WM_UNIT_TEXT_FILL_FORE_SCHEMECOLOR_INDEX" val="5"/>
  <p:tag name="KSO_WM_UNIT_TEXT_FILL_TYPE" val="1"/>
  <p:tag name="KSO_WM_UNIT_USESOURCEFORMAT_APPLY" val="1"/>
  <p:tag name="KSO_WM_DIAGRAM_VIRTUALLY_FRAME" val="{&quot;height&quot;:499.70362204724415,&quot;left&quot;:446.3290551181102,&quot;top&quot;:126.44992125984251,&quot;width&quot;:544.8570078740156}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1_1"/>
  <p:tag name="KSO_WM_UNIT_TEXT_FILL_FORE_SCHEMECOLOR_INDEX" val="5"/>
  <p:tag name="KSO_WM_UNIT_TEXT_FILL_TYPE" val="1"/>
  <p:tag name="KSO_WM_UNIT_USESOURCEFORMAT_APPLY" val="1"/>
  <p:tag name="KSO_WM_DIAGRAM_VIRTUALLY_FRAME" val="{&quot;height&quot;:499.70362204724415,&quot;left&quot;:446.3290551181102,&quot;top&quot;:126.44992125984251,&quot;width&quot;:544.8570078740156}"/>
</p:tagLst>
</file>

<file path=ppt/tags/tag346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4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  <p:tag name="KSO_WM_DIAGRAM_VIRTUALLY_FRAME" val="{&quot;height&quot;:499.70362204724415,&quot;left&quot;:446.3290551181102,&quot;top&quot;:126.44992125984251,&quot;width&quot;:544.8570078740156}"/>
</p:tagLst>
</file>

<file path=ppt/tags/tag347.xml><?xml version="1.0" encoding="utf-8"?>
<p:tagLst xmlns:p="http://schemas.openxmlformats.org/presentationml/2006/main">
  <p:tag name="KSO_WM_UNIT_COLOR_SCHEME_SHAPE_ID" val="132"/>
  <p:tag name="KSO_WM_UNIT_COLOR_SCHEME_PARENT_PAGE" val="0_4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f*1_4_1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  <p:tag name="KSO_WM_DIAGRAM_VIRTUALLY_FRAME" val="{&quot;height&quot;:499.70362204724415,&quot;left&quot;:446.3290551181102,&quot;top&quot;:126.44992125984251,&quot;width&quot;:544.8570078740156}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1_1"/>
  <p:tag name="KSO_WM_UNIT_TEXT_FILL_FORE_SCHEMECOLOR_INDEX" val="5"/>
  <p:tag name="KSO_WM_UNIT_TEXT_FILL_TYPE" val="1"/>
  <p:tag name="KSO_WM_UNIT_USESOURCEFORMAT_APPLY" val="1"/>
  <p:tag name="KSO_WM_DIAGRAM_VIRTUALLY_FRAME" val="{&quot;height&quot;:499.70362204724415,&quot;left&quot;:446.3290551181102,&quot;top&quot;:126.44992125984251,&quot;width&quot;:544.8570078740156}"/>
</p:tagLst>
</file>

<file path=ppt/tags/tag349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  <p:tag name="KSO_WM_SPECIAL_SOURCE" val="bdnull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352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  <p:tag name="KSO_WM_SPECIAL_SOURCE" val="bdnull"/>
</p:tagLst>
</file>

<file path=ppt/tags/tag353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54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355.xml><?xml version="1.0" encoding="utf-8"?>
<p:tagLst xmlns:p="http://schemas.openxmlformats.org/presentationml/2006/main">
  <p:tag name="KSO_WPP_MARK_KEY" val="97ebe2ad-5b26-4ea1-bc37-2cd455eaa14e"/>
  <p:tag name="COMMONDATA" val="eyJoZGlkIjoiZGVlMWU0ZDMwNTgzY2I5MzA3YTY2MzlkMjY5ZDc1ODMifQ=="/>
  <p:tag name="resource_record_key" val="{&quot;13&quot;:[4364942],&quot;65&quot;:[20204973]}"/>
</p:tagLst>
</file>

<file path=ppt/theme/theme1.xml><?xml version="1.0" encoding="utf-8"?>
<a:theme xmlns:a="http://schemas.openxmlformats.org/drawingml/2006/main" name="2_Office 主题​​">
  <a:themeElements>
    <a:clrScheme name="2-12-26">
      <a:dk1>
        <a:sysClr val="windowText" lastClr="000000"/>
      </a:dk1>
      <a:lt1>
        <a:sysClr val="window" lastClr="FFFFFF"/>
      </a:lt1>
      <a:dk2>
        <a:srgbClr val="EAF4FD"/>
      </a:dk2>
      <a:lt2>
        <a:srgbClr val="FFFFFF"/>
      </a:lt2>
      <a:accent1>
        <a:srgbClr val="5BAAEB"/>
      </a:accent1>
      <a:accent2>
        <a:srgbClr val="5FB3EB"/>
      </a:accent2>
      <a:accent3>
        <a:srgbClr val="63BBEB"/>
      </a:accent3>
      <a:accent4>
        <a:srgbClr val="68C4EA"/>
      </a:accent4>
      <a:accent5>
        <a:srgbClr val="6CCCEA"/>
      </a:accent5>
      <a:accent6>
        <a:srgbClr val="70D5EA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0</TotalTime>
  <Words>4554</Words>
  <Application>WPS 演示</Application>
  <PresentationFormat>自定义</PresentationFormat>
  <Paragraphs>768</Paragraphs>
  <Slides>31</Slides>
  <Notes>0</Notes>
  <HiddenSlides>2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213</vt:i4>
      </vt:variant>
      <vt:variant>
        <vt:lpstr>幻灯片标题</vt:lpstr>
      </vt:variant>
      <vt:variant>
        <vt:i4>31</vt:i4>
      </vt:variant>
    </vt:vector>
  </HeadingPairs>
  <TitlesOfParts>
    <vt:vector size="263" baseType="lpstr">
      <vt:lpstr>Arial</vt:lpstr>
      <vt:lpstr>宋体</vt:lpstr>
      <vt:lpstr>Wingdings</vt:lpstr>
      <vt:lpstr>微软雅黑</vt:lpstr>
      <vt:lpstr>汉仪旗黑-85S</vt:lpstr>
      <vt:lpstr>黑体</vt:lpstr>
      <vt:lpstr>华文中宋</vt:lpstr>
      <vt:lpstr>Times New Roman</vt:lpstr>
      <vt:lpstr>Cambria Math</vt:lpstr>
      <vt:lpstr>Arial Unicode MS</vt:lpstr>
      <vt:lpstr>Calibri</vt:lpstr>
      <vt:lpstr>MS Mincho</vt:lpstr>
      <vt:lpstr>Symbol</vt:lpstr>
      <vt:lpstr>Cabin Medium</vt:lpstr>
      <vt:lpstr>楷体_GB2312</vt:lpstr>
      <vt:lpstr>新宋体</vt:lpstr>
      <vt:lpstr>Segoe Print</vt:lpstr>
      <vt:lpstr>华文隶书</vt:lpstr>
      <vt:lpstr>2_Office 主题​​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用Leibnitz 判别法判别下列级数的敛散性: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apple</dc:creator>
  <cp:lastModifiedBy>吴君</cp:lastModifiedBy>
  <cp:revision>374</cp:revision>
  <dcterms:created xsi:type="dcterms:W3CDTF">2018-03-03T11:57:00Z</dcterms:created>
  <dcterms:modified xsi:type="dcterms:W3CDTF">2025-05-14T12:22:47Z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11506C212A7047BDB4A50A3C2FD8F979_12</vt:lpwstr>
  </property>
</Properties>
</file>