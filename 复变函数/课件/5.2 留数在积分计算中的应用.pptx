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1005" r:id="rId3"/>
    <p:sldId id="1006" r:id="rId4"/>
    <p:sldId id="1007" r:id="rId5"/>
    <p:sldId id="1008" r:id="rId6"/>
    <p:sldId id="1009" r:id="rId7"/>
    <p:sldId id="1010" r:id="rId8"/>
    <p:sldId id="1011" r:id="rId9"/>
    <p:sldId id="1012" r:id="rId10"/>
    <p:sldId id="1013" r:id="rId11"/>
    <p:sldId id="795" r:id="rId12"/>
    <p:sldId id="916" r:id="rId14"/>
    <p:sldId id="944" r:id="rId15"/>
    <p:sldId id="1002" r:id="rId16"/>
    <p:sldId id="1003" r:id="rId17"/>
    <p:sldId id="836" r:id="rId18"/>
    <p:sldId id="799" r:id="rId19"/>
    <p:sldId id="1001" r:id="rId20"/>
    <p:sldId id="418" r:id="rId21"/>
    <p:sldId id="706" r:id="rId22"/>
    <p:sldId id="981" r:id="rId23"/>
    <p:sldId id="1014" r:id="rId24"/>
  </p:sldIdLst>
  <p:sldSz cx="14389100" cy="971994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98" userDrawn="1">
          <p15:clr>
            <a:srgbClr val="A4A3A4"/>
          </p15:clr>
        </p15:guide>
        <p15:guide id="2" pos="447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CC"/>
    <a:srgbClr val="66FF33"/>
    <a:srgbClr val="FFCC00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9706" autoAdjust="0"/>
    <p:restoredTop sz="94414" autoAdjust="0"/>
  </p:normalViewPr>
  <p:slideViewPr>
    <p:cSldViewPr snapToGrid="0" showGuides="1">
      <p:cViewPr varScale="1">
        <p:scale>
          <a:sx n="55" d="100"/>
          <a:sy n="55" d="100"/>
        </p:scale>
        <p:origin x="-234" y="-96"/>
      </p:cViewPr>
      <p:guideLst>
        <p:guide orient="horz" pos="3198"/>
        <p:guide pos="44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7" Type="http://schemas.openxmlformats.org/officeDocument/2006/relationships/image" Target="../media/image8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.wmf"/><Relationship Id="rId8" Type="http://schemas.openxmlformats.org/officeDocument/2006/relationships/image" Target="../media/image16.wmf"/><Relationship Id="rId7" Type="http://schemas.openxmlformats.org/officeDocument/2006/relationships/image" Target="../media/image15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4" Type="http://schemas.openxmlformats.org/officeDocument/2006/relationships/image" Target="../media/image22.wmf"/><Relationship Id="rId13" Type="http://schemas.openxmlformats.org/officeDocument/2006/relationships/image" Target="../media/image21.wmf"/><Relationship Id="rId12" Type="http://schemas.openxmlformats.org/officeDocument/2006/relationships/image" Target="../media/image20.wmf"/><Relationship Id="rId11" Type="http://schemas.openxmlformats.org/officeDocument/2006/relationships/image" Target="../media/image19.wmf"/><Relationship Id="rId10" Type="http://schemas.openxmlformats.org/officeDocument/2006/relationships/image" Target="../media/image18.wmf"/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30.wmf"/><Relationship Id="rId8" Type="http://schemas.openxmlformats.org/officeDocument/2006/relationships/image" Target="../media/image29.wmf"/><Relationship Id="rId7" Type="http://schemas.openxmlformats.org/officeDocument/2006/relationships/image" Target="../media/image28.wmf"/><Relationship Id="rId6" Type="http://schemas.openxmlformats.org/officeDocument/2006/relationships/image" Target="../media/image27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Relationship Id="rId3" Type="http://schemas.openxmlformats.org/officeDocument/2006/relationships/image" Target="../media/image24.wmf"/><Relationship Id="rId2" Type="http://schemas.openxmlformats.org/officeDocument/2006/relationships/image" Target="../media/image11.wmf"/><Relationship Id="rId10" Type="http://schemas.openxmlformats.org/officeDocument/2006/relationships/image" Target="../media/image31.wmf"/><Relationship Id="rId1" Type="http://schemas.openxmlformats.org/officeDocument/2006/relationships/image" Target="../media/image23.w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34.wmf"/><Relationship Id="rId8" Type="http://schemas.openxmlformats.org/officeDocument/2006/relationships/image" Target="../media/image33.wmf"/><Relationship Id="rId7" Type="http://schemas.openxmlformats.org/officeDocument/2006/relationships/image" Target="../media/image32.wmf"/><Relationship Id="rId6" Type="http://schemas.openxmlformats.org/officeDocument/2006/relationships/image" Target="../media/image31.wmf"/><Relationship Id="rId5" Type="http://schemas.openxmlformats.org/officeDocument/2006/relationships/image" Target="../media/image30.wmf"/><Relationship Id="rId4" Type="http://schemas.openxmlformats.org/officeDocument/2006/relationships/image" Target="../media/image23.wmf"/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6" Type="http://schemas.openxmlformats.org/officeDocument/2006/relationships/image" Target="../media/image41.wmf"/><Relationship Id="rId15" Type="http://schemas.openxmlformats.org/officeDocument/2006/relationships/image" Target="../media/image40.wmf"/><Relationship Id="rId14" Type="http://schemas.openxmlformats.org/officeDocument/2006/relationships/image" Target="../media/image39.wmf"/><Relationship Id="rId13" Type="http://schemas.openxmlformats.org/officeDocument/2006/relationships/image" Target="../media/image38.wmf"/><Relationship Id="rId12" Type="http://schemas.openxmlformats.org/officeDocument/2006/relationships/image" Target="../media/image37.wmf"/><Relationship Id="rId11" Type="http://schemas.openxmlformats.org/officeDocument/2006/relationships/image" Target="../media/image36.wmf"/><Relationship Id="rId10" Type="http://schemas.openxmlformats.org/officeDocument/2006/relationships/image" Target="../media/image35.wmf"/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50.wmf"/><Relationship Id="rId8" Type="http://schemas.openxmlformats.org/officeDocument/2006/relationships/image" Target="../media/image49.wmf"/><Relationship Id="rId7" Type="http://schemas.openxmlformats.org/officeDocument/2006/relationships/image" Target="../media/image48.wmf"/><Relationship Id="rId6" Type="http://schemas.openxmlformats.org/officeDocument/2006/relationships/image" Target="../media/image47.wmf"/><Relationship Id="rId5" Type="http://schemas.openxmlformats.org/officeDocument/2006/relationships/image" Target="../media/image46.wmf"/><Relationship Id="rId4" Type="http://schemas.openxmlformats.org/officeDocument/2006/relationships/image" Target="../media/image45.wmf"/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4" Type="http://schemas.openxmlformats.org/officeDocument/2006/relationships/image" Target="../media/image55.wmf"/><Relationship Id="rId13" Type="http://schemas.openxmlformats.org/officeDocument/2006/relationships/image" Target="../media/image54.wmf"/><Relationship Id="rId12" Type="http://schemas.openxmlformats.org/officeDocument/2006/relationships/image" Target="../media/image53.wmf"/><Relationship Id="rId11" Type="http://schemas.openxmlformats.org/officeDocument/2006/relationships/image" Target="../media/image52.wmf"/><Relationship Id="rId10" Type="http://schemas.openxmlformats.org/officeDocument/2006/relationships/image" Target="../media/image51.wmf"/><Relationship Id="rId1" Type="http://schemas.openxmlformats.org/officeDocument/2006/relationships/image" Target="../media/image42.wmf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59.wmf"/><Relationship Id="rId8" Type="http://schemas.openxmlformats.org/officeDocument/2006/relationships/image" Target="../media/image58.wmf"/><Relationship Id="rId7" Type="http://schemas.openxmlformats.org/officeDocument/2006/relationships/image" Target="../media/image57.wmf"/><Relationship Id="rId6" Type="http://schemas.openxmlformats.org/officeDocument/2006/relationships/image" Target="../media/image56.wmf"/><Relationship Id="rId5" Type="http://schemas.openxmlformats.org/officeDocument/2006/relationships/image" Target="../media/image46.wmf"/><Relationship Id="rId4" Type="http://schemas.openxmlformats.org/officeDocument/2006/relationships/image" Target="../media/image45.wmf"/><Relationship Id="rId3" Type="http://schemas.openxmlformats.org/officeDocument/2006/relationships/image" Target="../media/image44.wmf"/><Relationship Id="rId22" Type="http://schemas.openxmlformats.org/officeDocument/2006/relationships/image" Target="../media/image72.wmf"/><Relationship Id="rId21" Type="http://schemas.openxmlformats.org/officeDocument/2006/relationships/image" Target="../media/image71.wmf"/><Relationship Id="rId20" Type="http://schemas.openxmlformats.org/officeDocument/2006/relationships/image" Target="../media/image70.wmf"/><Relationship Id="rId2" Type="http://schemas.openxmlformats.org/officeDocument/2006/relationships/image" Target="../media/image43.wmf"/><Relationship Id="rId19" Type="http://schemas.openxmlformats.org/officeDocument/2006/relationships/image" Target="../media/image69.wmf"/><Relationship Id="rId18" Type="http://schemas.openxmlformats.org/officeDocument/2006/relationships/image" Target="../media/image68.wmf"/><Relationship Id="rId17" Type="http://schemas.openxmlformats.org/officeDocument/2006/relationships/image" Target="../media/image67.wmf"/><Relationship Id="rId16" Type="http://schemas.openxmlformats.org/officeDocument/2006/relationships/image" Target="../media/image66.wmf"/><Relationship Id="rId15" Type="http://schemas.openxmlformats.org/officeDocument/2006/relationships/image" Target="../media/image65.wmf"/><Relationship Id="rId14" Type="http://schemas.openxmlformats.org/officeDocument/2006/relationships/image" Target="../media/image64.wmf"/><Relationship Id="rId13" Type="http://schemas.openxmlformats.org/officeDocument/2006/relationships/image" Target="../media/image63.wmf"/><Relationship Id="rId12" Type="http://schemas.openxmlformats.org/officeDocument/2006/relationships/image" Target="../media/image62.wmf"/><Relationship Id="rId11" Type="http://schemas.openxmlformats.org/officeDocument/2006/relationships/image" Target="../media/image61.wmf"/><Relationship Id="rId10" Type="http://schemas.openxmlformats.org/officeDocument/2006/relationships/image" Target="../media/image60.wmf"/><Relationship Id="rId1" Type="http://schemas.openxmlformats.org/officeDocument/2006/relationships/image" Target="../media/image42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74.wmf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84.wmf"/><Relationship Id="rId8" Type="http://schemas.openxmlformats.org/officeDocument/2006/relationships/image" Target="../media/image83.wmf"/><Relationship Id="rId7" Type="http://schemas.openxmlformats.org/officeDocument/2006/relationships/image" Target="../media/image82.wmf"/><Relationship Id="rId6" Type="http://schemas.openxmlformats.org/officeDocument/2006/relationships/image" Target="../media/image81.wmf"/><Relationship Id="rId5" Type="http://schemas.openxmlformats.org/officeDocument/2006/relationships/image" Target="../media/image80.wmf"/><Relationship Id="rId4" Type="http://schemas.openxmlformats.org/officeDocument/2006/relationships/image" Target="../media/image79.wmf"/><Relationship Id="rId3" Type="http://schemas.openxmlformats.org/officeDocument/2006/relationships/image" Target="../media/image78.wmf"/><Relationship Id="rId2" Type="http://schemas.openxmlformats.org/officeDocument/2006/relationships/image" Target="../media/image77.wmf"/><Relationship Id="rId1" Type="http://schemas.openxmlformats.org/officeDocument/2006/relationships/image" Target="../media/image76.wmf"/></Relationships>
</file>

<file path=ppt/drawings/_rels/vmlDrawing10.vml.rels><?xml version="1.0" encoding="UTF-8" standalone="yes"?>
<Relationships xmlns="http://schemas.openxmlformats.org/package/2006/relationships"><Relationship Id="rId9" Type="http://schemas.openxmlformats.org/officeDocument/2006/relationships/image" Target="../media/image91.wmf"/><Relationship Id="rId8" Type="http://schemas.openxmlformats.org/officeDocument/2006/relationships/image" Target="../media/image90.wmf"/><Relationship Id="rId7" Type="http://schemas.openxmlformats.org/officeDocument/2006/relationships/image" Target="../media/image89.wmf"/><Relationship Id="rId6" Type="http://schemas.openxmlformats.org/officeDocument/2006/relationships/image" Target="../media/image88.wmf"/><Relationship Id="rId5" Type="http://schemas.openxmlformats.org/officeDocument/2006/relationships/image" Target="../media/image84.wmf"/><Relationship Id="rId4" Type="http://schemas.openxmlformats.org/officeDocument/2006/relationships/image" Target="../media/image87.wmf"/><Relationship Id="rId3" Type="http://schemas.openxmlformats.org/officeDocument/2006/relationships/image" Target="../media/image86.wmf"/><Relationship Id="rId2" Type="http://schemas.openxmlformats.org/officeDocument/2006/relationships/image" Target="../media/image85.wmf"/><Relationship Id="rId18" Type="http://schemas.openxmlformats.org/officeDocument/2006/relationships/image" Target="../media/image100.wmf"/><Relationship Id="rId17" Type="http://schemas.openxmlformats.org/officeDocument/2006/relationships/image" Target="../media/image99.wmf"/><Relationship Id="rId16" Type="http://schemas.openxmlformats.org/officeDocument/2006/relationships/image" Target="../media/image98.wmf"/><Relationship Id="rId15" Type="http://schemas.openxmlformats.org/officeDocument/2006/relationships/image" Target="../media/image97.wmf"/><Relationship Id="rId14" Type="http://schemas.openxmlformats.org/officeDocument/2006/relationships/image" Target="../media/image96.wmf"/><Relationship Id="rId13" Type="http://schemas.openxmlformats.org/officeDocument/2006/relationships/image" Target="../media/image95.wmf"/><Relationship Id="rId12" Type="http://schemas.openxmlformats.org/officeDocument/2006/relationships/image" Target="../media/image94.wmf"/><Relationship Id="rId11" Type="http://schemas.openxmlformats.org/officeDocument/2006/relationships/image" Target="../media/image93.wmf"/><Relationship Id="rId10" Type="http://schemas.openxmlformats.org/officeDocument/2006/relationships/image" Target="../media/image92.wmf"/><Relationship Id="rId1" Type="http://schemas.openxmlformats.org/officeDocument/2006/relationships/image" Target="../media/image83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5.w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5.wmf"/><Relationship Id="rId8" Type="http://schemas.openxmlformats.org/officeDocument/2006/relationships/image" Target="../media/image104.wmf"/><Relationship Id="rId7" Type="http://schemas.openxmlformats.org/officeDocument/2006/relationships/image" Target="../media/image103.wmf"/><Relationship Id="rId6" Type="http://schemas.openxmlformats.org/officeDocument/2006/relationships/image" Target="../media/image81.wmf"/><Relationship Id="rId5" Type="http://schemas.openxmlformats.org/officeDocument/2006/relationships/image" Target="../media/image102.wmf"/><Relationship Id="rId4" Type="http://schemas.openxmlformats.org/officeDocument/2006/relationships/image" Target="../media/image79.wmf"/><Relationship Id="rId3" Type="http://schemas.openxmlformats.org/officeDocument/2006/relationships/image" Target="../media/image78.wmf"/><Relationship Id="rId2" Type="http://schemas.openxmlformats.org/officeDocument/2006/relationships/image" Target="../media/image101.wmf"/><Relationship Id="rId10" Type="http://schemas.openxmlformats.org/officeDocument/2006/relationships/image" Target="../media/image106.wmf"/><Relationship Id="rId1" Type="http://schemas.openxmlformats.org/officeDocument/2006/relationships/image" Target="../media/image76.wmf"/></Relationships>
</file>

<file path=ppt/drawings/_rels/vmlDrawing1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2.wmf"/><Relationship Id="rId8" Type="http://schemas.openxmlformats.org/officeDocument/2006/relationships/image" Target="../media/image94.wmf"/><Relationship Id="rId7" Type="http://schemas.openxmlformats.org/officeDocument/2006/relationships/image" Target="../media/image91.wmf"/><Relationship Id="rId6" Type="http://schemas.openxmlformats.org/officeDocument/2006/relationships/image" Target="../media/image90.wmf"/><Relationship Id="rId5" Type="http://schemas.openxmlformats.org/officeDocument/2006/relationships/image" Target="../media/image111.wmf"/><Relationship Id="rId4" Type="http://schemas.openxmlformats.org/officeDocument/2006/relationships/image" Target="../media/image110.wmf"/><Relationship Id="rId3" Type="http://schemas.openxmlformats.org/officeDocument/2006/relationships/image" Target="../media/image109.wmf"/><Relationship Id="rId2" Type="http://schemas.openxmlformats.org/officeDocument/2006/relationships/image" Target="../media/image108.wmf"/><Relationship Id="rId15" Type="http://schemas.openxmlformats.org/officeDocument/2006/relationships/image" Target="../media/image118.wmf"/><Relationship Id="rId14" Type="http://schemas.openxmlformats.org/officeDocument/2006/relationships/image" Target="../media/image117.wmf"/><Relationship Id="rId13" Type="http://schemas.openxmlformats.org/officeDocument/2006/relationships/image" Target="../media/image116.wmf"/><Relationship Id="rId12" Type="http://schemas.openxmlformats.org/officeDocument/2006/relationships/image" Target="../media/image115.wmf"/><Relationship Id="rId11" Type="http://schemas.openxmlformats.org/officeDocument/2006/relationships/image" Target="../media/image114.wmf"/><Relationship Id="rId10" Type="http://schemas.openxmlformats.org/officeDocument/2006/relationships/image" Target="../media/image113.wmf"/><Relationship Id="rId1" Type="http://schemas.openxmlformats.org/officeDocument/2006/relationships/image" Target="../media/image107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3.wmf"/></Relationships>
</file>

<file path=ppt/drawings/_rels/vmlDrawing15.vml.rels><?xml version="1.0" encoding="UTF-8" standalone="yes"?>
<Relationships xmlns="http://schemas.openxmlformats.org/package/2006/relationships"><Relationship Id="rId9" Type="http://schemas.openxmlformats.org/officeDocument/2006/relationships/image" Target="../media/image73.wmf"/><Relationship Id="rId8" Type="http://schemas.openxmlformats.org/officeDocument/2006/relationships/image" Target="../media/image126.wmf"/><Relationship Id="rId7" Type="http://schemas.openxmlformats.org/officeDocument/2006/relationships/image" Target="../media/image125.wmf"/><Relationship Id="rId6" Type="http://schemas.openxmlformats.org/officeDocument/2006/relationships/image" Target="../media/image124.wmf"/><Relationship Id="rId5" Type="http://schemas.openxmlformats.org/officeDocument/2006/relationships/image" Target="../media/image123.wmf"/><Relationship Id="rId4" Type="http://schemas.openxmlformats.org/officeDocument/2006/relationships/image" Target="../media/image122.wmf"/><Relationship Id="rId3" Type="http://schemas.openxmlformats.org/officeDocument/2006/relationships/image" Target="../media/image121.wmf"/><Relationship Id="rId2" Type="http://schemas.openxmlformats.org/officeDocument/2006/relationships/image" Target="../media/image120.wmf"/><Relationship Id="rId19" Type="http://schemas.openxmlformats.org/officeDocument/2006/relationships/image" Target="../media/image137.wmf"/><Relationship Id="rId18" Type="http://schemas.openxmlformats.org/officeDocument/2006/relationships/image" Target="../media/image136.wmf"/><Relationship Id="rId17" Type="http://schemas.openxmlformats.org/officeDocument/2006/relationships/image" Target="../media/image135.wmf"/><Relationship Id="rId16" Type="http://schemas.openxmlformats.org/officeDocument/2006/relationships/image" Target="../media/image134.wmf"/><Relationship Id="rId15" Type="http://schemas.openxmlformats.org/officeDocument/2006/relationships/image" Target="../media/image133.wmf"/><Relationship Id="rId14" Type="http://schemas.openxmlformats.org/officeDocument/2006/relationships/image" Target="../media/image132.wmf"/><Relationship Id="rId13" Type="http://schemas.openxmlformats.org/officeDocument/2006/relationships/image" Target="../media/image131.wmf"/><Relationship Id="rId12" Type="http://schemas.openxmlformats.org/officeDocument/2006/relationships/image" Target="../media/image130.wmf"/><Relationship Id="rId11" Type="http://schemas.openxmlformats.org/officeDocument/2006/relationships/image" Target="../media/image129.wmf"/><Relationship Id="rId10" Type="http://schemas.openxmlformats.org/officeDocument/2006/relationships/image" Target="../media/image128.wmf"/><Relationship Id="rId1" Type="http://schemas.openxmlformats.org/officeDocument/2006/relationships/image" Target="../media/image119.wmf"/></Relationships>
</file>

<file path=ppt/drawings/_rels/vmlDrawing16.vml.rels><?xml version="1.0" encoding="UTF-8" standalone="yes"?>
<Relationships xmlns="http://schemas.openxmlformats.org/package/2006/relationships"><Relationship Id="rId9" Type="http://schemas.openxmlformats.org/officeDocument/2006/relationships/image" Target="../media/image126.wmf"/><Relationship Id="rId8" Type="http://schemas.openxmlformats.org/officeDocument/2006/relationships/image" Target="../media/image138.wmf"/><Relationship Id="rId7" Type="http://schemas.openxmlformats.org/officeDocument/2006/relationships/image" Target="../media/image122.wmf"/><Relationship Id="rId6" Type="http://schemas.openxmlformats.org/officeDocument/2006/relationships/image" Target="../media/image134.wmf"/><Relationship Id="rId5" Type="http://schemas.openxmlformats.org/officeDocument/2006/relationships/image" Target="../media/image133.wmf"/><Relationship Id="rId4" Type="http://schemas.openxmlformats.org/officeDocument/2006/relationships/image" Target="../media/image132.wmf"/><Relationship Id="rId3" Type="http://schemas.openxmlformats.org/officeDocument/2006/relationships/image" Target="../media/image131.wmf"/><Relationship Id="rId23" Type="http://schemas.openxmlformats.org/officeDocument/2006/relationships/image" Target="../media/image152.wmf"/><Relationship Id="rId22" Type="http://schemas.openxmlformats.org/officeDocument/2006/relationships/image" Target="../media/image151.wmf"/><Relationship Id="rId21" Type="http://schemas.openxmlformats.org/officeDocument/2006/relationships/image" Target="../media/image150.wmf"/><Relationship Id="rId20" Type="http://schemas.openxmlformats.org/officeDocument/2006/relationships/image" Target="../media/image149.wmf"/><Relationship Id="rId2" Type="http://schemas.openxmlformats.org/officeDocument/2006/relationships/image" Target="../media/image130.wmf"/><Relationship Id="rId19" Type="http://schemas.openxmlformats.org/officeDocument/2006/relationships/image" Target="../media/image148.wmf"/><Relationship Id="rId18" Type="http://schemas.openxmlformats.org/officeDocument/2006/relationships/image" Target="../media/image147.wmf"/><Relationship Id="rId17" Type="http://schemas.openxmlformats.org/officeDocument/2006/relationships/image" Target="../media/image146.wmf"/><Relationship Id="rId16" Type="http://schemas.openxmlformats.org/officeDocument/2006/relationships/image" Target="../media/image145.wmf"/><Relationship Id="rId15" Type="http://schemas.openxmlformats.org/officeDocument/2006/relationships/image" Target="../media/image144.wmf"/><Relationship Id="rId14" Type="http://schemas.openxmlformats.org/officeDocument/2006/relationships/image" Target="../media/image143.wmf"/><Relationship Id="rId13" Type="http://schemas.openxmlformats.org/officeDocument/2006/relationships/image" Target="../media/image142.wmf"/><Relationship Id="rId12" Type="http://schemas.openxmlformats.org/officeDocument/2006/relationships/image" Target="../media/image141.wmf"/><Relationship Id="rId11" Type="http://schemas.openxmlformats.org/officeDocument/2006/relationships/image" Target="../media/image140.wmf"/><Relationship Id="rId10" Type="http://schemas.openxmlformats.org/officeDocument/2006/relationships/image" Target="../media/image139.wmf"/><Relationship Id="rId1" Type="http://schemas.openxmlformats.org/officeDocument/2006/relationships/image" Target="../media/image12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9DF81B-7435-47FF-810F-104EA4E5F61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4714" y="1143000"/>
            <a:ext cx="4568571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65D60B-1BF6-4D2B-AF67-18B93172C66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5" Type="http://schemas.openxmlformats.org/officeDocument/2006/relationships/tags" Target="../tags/tag49.xml"/><Relationship Id="rId24" Type="http://schemas.openxmlformats.org/officeDocument/2006/relationships/tags" Target="../tags/tag48.xml"/><Relationship Id="rId23" Type="http://schemas.openxmlformats.org/officeDocument/2006/relationships/tags" Target="../tags/tag47.xml"/><Relationship Id="rId22" Type="http://schemas.openxmlformats.org/officeDocument/2006/relationships/tags" Target="../tags/tag46.xml"/><Relationship Id="rId21" Type="http://schemas.openxmlformats.org/officeDocument/2006/relationships/tags" Target="../tags/tag45.xml"/><Relationship Id="rId20" Type="http://schemas.openxmlformats.org/officeDocument/2006/relationships/tags" Target="../tags/tag44.xml"/><Relationship Id="rId2" Type="http://schemas.openxmlformats.org/officeDocument/2006/relationships/tags" Target="../tags/tag26.xml"/><Relationship Id="rId19" Type="http://schemas.openxmlformats.org/officeDocument/2006/relationships/tags" Target="../tags/tag43.xml"/><Relationship Id="rId18" Type="http://schemas.openxmlformats.org/officeDocument/2006/relationships/tags" Target="../tags/tag42.xml"/><Relationship Id="rId17" Type="http://schemas.openxmlformats.org/officeDocument/2006/relationships/tags" Target="../tags/tag41.xml"/><Relationship Id="rId16" Type="http://schemas.openxmlformats.org/officeDocument/2006/relationships/tags" Target="../tags/tag40.xml"/><Relationship Id="rId15" Type="http://schemas.openxmlformats.org/officeDocument/2006/relationships/tags" Target="../tags/tag39.xml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3" Type="http://schemas.openxmlformats.org/officeDocument/2006/relationships/tags" Target="../tags/tag7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101.xml"/><Relationship Id="rId8" Type="http://schemas.openxmlformats.org/officeDocument/2006/relationships/tags" Target="../tags/tag100.xml"/><Relationship Id="rId7" Type="http://schemas.openxmlformats.org/officeDocument/2006/relationships/tags" Target="../tags/tag99.xml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3" Type="http://schemas.openxmlformats.org/officeDocument/2006/relationships/tags" Target="../tags/tag95.xml"/><Relationship Id="rId23" Type="http://schemas.openxmlformats.org/officeDocument/2006/relationships/tags" Target="../tags/tag115.xml"/><Relationship Id="rId22" Type="http://schemas.openxmlformats.org/officeDocument/2006/relationships/tags" Target="../tags/tag114.xml"/><Relationship Id="rId21" Type="http://schemas.openxmlformats.org/officeDocument/2006/relationships/tags" Target="../tags/tag113.xml"/><Relationship Id="rId20" Type="http://schemas.openxmlformats.org/officeDocument/2006/relationships/tags" Target="../tags/tag112.xml"/><Relationship Id="rId2" Type="http://schemas.openxmlformats.org/officeDocument/2006/relationships/tags" Target="../tags/tag94.xml"/><Relationship Id="rId19" Type="http://schemas.openxmlformats.org/officeDocument/2006/relationships/tags" Target="../tags/tag111.xml"/><Relationship Id="rId18" Type="http://schemas.openxmlformats.org/officeDocument/2006/relationships/tags" Target="../tags/tag110.xml"/><Relationship Id="rId17" Type="http://schemas.openxmlformats.org/officeDocument/2006/relationships/tags" Target="../tags/tag109.xml"/><Relationship Id="rId16" Type="http://schemas.openxmlformats.org/officeDocument/2006/relationships/tags" Target="../tags/tag108.xml"/><Relationship Id="rId15" Type="http://schemas.openxmlformats.org/officeDocument/2006/relationships/tags" Target="../tags/tag107.xml"/><Relationship Id="rId14" Type="http://schemas.openxmlformats.org/officeDocument/2006/relationships/tags" Target="../tags/tag106.xml"/><Relationship Id="rId13" Type="http://schemas.openxmlformats.org/officeDocument/2006/relationships/tags" Target="../tags/tag105.xml"/><Relationship Id="rId12" Type="http://schemas.openxmlformats.org/officeDocument/2006/relationships/tags" Target="../tags/tag104.xml"/><Relationship Id="rId11" Type="http://schemas.openxmlformats.org/officeDocument/2006/relationships/tags" Target="../tags/tag103.xml"/><Relationship Id="rId10" Type="http://schemas.openxmlformats.org/officeDocument/2006/relationships/tags" Target="../tags/tag10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22.xml"/><Relationship Id="rId7" Type="http://schemas.openxmlformats.org/officeDocument/2006/relationships/tags" Target="../tags/tag121.xml"/><Relationship Id="rId6" Type="http://schemas.openxmlformats.org/officeDocument/2006/relationships/tags" Target="../tags/tag120.xml"/><Relationship Id="rId5" Type="http://schemas.openxmlformats.org/officeDocument/2006/relationships/tags" Target="../tags/tag119.xml"/><Relationship Id="rId4" Type="http://schemas.openxmlformats.org/officeDocument/2006/relationships/tags" Target="../tags/tag118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30.xml"/><Relationship Id="rId8" Type="http://schemas.openxmlformats.org/officeDocument/2006/relationships/tags" Target="../tags/tag129.xml"/><Relationship Id="rId7" Type="http://schemas.openxmlformats.org/officeDocument/2006/relationships/tags" Target="../tags/tag128.xml"/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4" Type="http://schemas.openxmlformats.org/officeDocument/2006/relationships/tags" Target="../tags/tag135.xml"/><Relationship Id="rId13" Type="http://schemas.openxmlformats.org/officeDocument/2006/relationships/tags" Target="../tags/tag134.xml"/><Relationship Id="rId12" Type="http://schemas.openxmlformats.org/officeDocument/2006/relationships/tags" Target="../tags/tag133.xml"/><Relationship Id="rId11" Type="http://schemas.openxmlformats.org/officeDocument/2006/relationships/tags" Target="../tags/tag132.xml"/><Relationship Id="rId10" Type="http://schemas.openxmlformats.org/officeDocument/2006/relationships/tags" Target="../tags/tag131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43.xml"/><Relationship Id="rId8" Type="http://schemas.openxmlformats.org/officeDocument/2006/relationships/tags" Target="../tags/tag142.xml"/><Relationship Id="rId7" Type="http://schemas.openxmlformats.org/officeDocument/2006/relationships/tags" Target="../tags/tag141.xml"/><Relationship Id="rId6" Type="http://schemas.openxmlformats.org/officeDocument/2006/relationships/tags" Target="../tags/tag140.xml"/><Relationship Id="rId5" Type="http://schemas.openxmlformats.org/officeDocument/2006/relationships/tags" Target="../tags/tag139.xml"/><Relationship Id="rId4" Type="http://schemas.openxmlformats.org/officeDocument/2006/relationships/tags" Target="../tags/tag138.xml"/><Relationship Id="rId3" Type="http://schemas.openxmlformats.org/officeDocument/2006/relationships/tags" Target="../tags/tag137.xml"/><Relationship Id="rId2" Type="http://schemas.openxmlformats.org/officeDocument/2006/relationships/tags" Target="../tags/tag136.xml"/><Relationship Id="rId12" Type="http://schemas.openxmlformats.org/officeDocument/2006/relationships/tags" Target="../tags/tag146.xml"/><Relationship Id="rId11" Type="http://schemas.openxmlformats.org/officeDocument/2006/relationships/tags" Target="../tags/tag145.xml"/><Relationship Id="rId10" Type="http://schemas.openxmlformats.org/officeDocument/2006/relationships/tags" Target="../tags/tag144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54.xml"/><Relationship Id="rId8" Type="http://schemas.openxmlformats.org/officeDocument/2006/relationships/tags" Target="../tags/tag153.xml"/><Relationship Id="rId7" Type="http://schemas.openxmlformats.org/officeDocument/2006/relationships/tags" Target="../tags/tag152.xml"/><Relationship Id="rId6" Type="http://schemas.openxmlformats.org/officeDocument/2006/relationships/tags" Target="../tags/tag151.xml"/><Relationship Id="rId5" Type="http://schemas.openxmlformats.org/officeDocument/2006/relationships/tags" Target="../tags/tag150.xml"/><Relationship Id="rId4" Type="http://schemas.openxmlformats.org/officeDocument/2006/relationships/tags" Target="../tags/tag149.xml"/><Relationship Id="rId3" Type="http://schemas.openxmlformats.org/officeDocument/2006/relationships/tags" Target="../tags/tag148.xml"/><Relationship Id="rId2" Type="http://schemas.openxmlformats.org/officeDocument/2006/relationships/tags" Target="../tags/tag147.xml"/><Relationship Id="rId11" Type="http://schemas.openxmlformats.org/officeDocument/2006/relationships/tags" Target="../tags/tag156.xml"/><Relationship Id="rId10" Type="http://schemas.openxmlformats.org/officeDocument/2006/relationships/tags" Target="../tags/tag155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64.xml"/><Relationship Id="rId8" Type="http://schemas.openxmlformats.org/officeDocument/2006/relationships/tags" Target="../tags/tag163.xml"/><Relationship Id="rId7" Type="http://schemas.openxmlformats.org/officeDocument/2006/relationships/tags" Target="../tags/tag162.xml"/><Relationship Id="rId6" Type="http://schemas.openxmlformats.org/officeDocument/2006/relationships/tags" Target="../tags/tag161.xml"/><Relationship Id="rId5" Type="http://schemas.openxmlformats.org/officeDocument/2006/relationships/tags" Target="../tags/tag160.xml"/><Relationship Id="rId4" Type="http://schemas.openxmlformats.org/officeDocument/2006/relationships/tags" Target="../tags/tag159.xml"/><Relationship Id="rId3" Type="http://schemas.openxmlformats.org/officeDocument/2006/relationships/tags" Target="../tags/tag158.xml"/><Relationship Id="rId2" Type="http://schemas.openxmlformats.org/officeDocument/2006/relationships/tags" Target="../tags/tag157.xml"/><Relationship Id="rId11" Type="http://schemas.openxmlformats.org/officeDocument/2006/relationships/tags" Target="../tags/tag166.xml"/><Relationship Id="rId10" Type="http://schemas.openxmlformats.org/officeDocument/2006/relationships/tags" Target="../tags/tag165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74.xml"/><Relationship Id="rId8" Type="http://schemas.openxmlformats.org/officeDocument/2006/relationships/tags" Target="../tags/tag173.xml"/><Relationship Id="rId7" Type="http://schemas.openxmlformats.org/officeDocument/2006/relationships/tags" Target="../tags/tag172.xml"/><Relationship Id="rId6" Type="http://schemas.openxmlformats.org/officeDocument/2006/relationships/tags" Target="../tags/tag171.xml"/><Relationship Id="rId5" Type="http://schemas.openxmlformats.org/officeDocument/2006/relationships/tags" Target="../tags/tag170.xml"/><Relationship Id="rId4" Type="http://schemas.openxmlformats.org/officeDocument/2006/relationships/tags" Target="../tags/tag169.xml"/><Relationship Id="rId3" Type="http://schemas.openxmlformats.org/officeDocument/2006/relationships/tags" Target="../tags/tag168.xml"/><Relationship Id="rId2" Type="http://schemas.openxmlformats.org/officeDocument/2006/relationships/tags" Target="../tags/tag167.xml"/><Relationship Id="rId15" Type="http://schemas.openxmlformats.org/officeDocument/2006/relationships/tags" Target="../tags/tag180.xml"/><Relationship Id="rId14" Type="http://schemas.openxmlformats.org/officeDocument/2006/relationships/tags" Target="../tags/tag179.xml"/><Relationship Id="rId13" Type="http://schemas.openxmlformats.org/officeDocument/2006/relationships/tags" Target="../tags/tag178.xml"/><Relationship Id="rId12" Type="http://schemas.openxmlformats.org/officeDocument/2006/relationships/tags" Target="../tags/tag177.xml"/><Relationship Id="rId11" Type="http://schemas.openxmlformats.org/officeDocument/2006/relationships/tags" Target="../tags/tag176.xml"/><Relationship Id="rId10" Type="http://schemas.openxmlformats.org/officeDocument/2006/relationships/tags" Target="../tags/tag175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88.xml"/><Relationship Id="rId8" Type="http://schemas.openxmlformats.org/officeDocument/2006/relationships/tags" Target="../tags/tag187.xml"/><Relationship Id="rId7" Type="http://schemas.openxmlformats.org/officeDocument/2006/relationships/tags" Target="../tags/tag186.xml"/><Relationship Id="rId6" Type="http://schemas.openxmlformats.org/officeDocument/2006/relationships/tags" Target="../tags/tag185.xml"/><Relationship Id="rId5" Type="http://schemas.openxmlformats.org/officeDocument/2006/relationships/tags" Target="../tags/tag184.xml"/><Relationship Id="rId4" Type="http://schemas.openxmlformats.org/officeDocument/2006/relationships/tags" Target="../tags/tag183.xml"/><Relationship Id="rId3" Type="http://schemas.openxmlformats.org/officeDocument/2006/relationships/tags" Target="../tags/tag182.xml"/><Relationship Id="rId2" Type="http://schemas.openxmlformats.org/officeDocument/2006/relationships/tags" Target="../tags/tag181.xml"/><Relationship Id="rId15" Type="http://schemas.openxmlformats.org/officeDocument/2006/relationships/tags" Target="../tags/tag194.xml"/><Relationship Id="rId14" Type="http://schemas.openxmlformats.org/officeDocument/2006/relationships/tags" Target="../tags/tag193.xml"/><Relationship Id="rId13" Type="http://schemas.openxmlformats.org/officeDocument/2006/relationships/tags" Target="../tags/tag192.xml"/><Relationship Id="rId12" Type="http://schemas.openxmlformats.org/officeDocument/2006/relationships/tags" Target="../tags/tag191.xml"/><Relationship Id="rId11" Type="http://schemas.openxmlformats.org/officeDocument/2006/relationships/tags" Target="../tags/tag190.xml"/><Relationship Id="rId10" Type="http://schemas.openxmlformats.org/officeDocument/2006/relationships/tags" Target="../tags/tag189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ags" Target="../tags/tag195.xm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ags" Target="../tags/tag196.xm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ags" Target="../tags/tag197.xml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直线连接符 21"/>
          <p:cNvCxnSpPr/>
          <p:nvPr userDrawn="1">
            <p:custDataLst>
              <p:tags r:id="rId2"/>
            </p:custDataLst>
          </p:nvPr>
        </p:nvCxnSpPr>
        <p:spPr>
          <a:xfrm>
            <a:off x="1525811" y="6048610"/>
            <a:ext cx="6070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>
            <p:custDataLst>
              <p:tags r:id="rId3"/>
            </p:custDataLst>
          </p:nvPr>
        </p:nvGrpSpPr>
        <p:grpSpPr>
          <a:xfrm>
            <a:off x="1613866" y="1396859"/>
            <a:ext cx="450808" cy="529152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39" name="矩形 38"/>
            <p:cNvSpPr/>
            <p:nvPr>
              <p:custDataLst>
                <p:tags r:id="rId4"/>
              </p:custDataLst>
            </p:nvPr>
          </p:nvSpPr>
          <p:spPr>
            <a:xfrm>
              <a:off x="1100668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矩形 39"/>
            <p:cNvSpPr/>
            <p:nvPr>
              <p:custDataLst>
                <p:tags r:id="rId5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/>
            <p:cNvSpPr/>
            <p:nvPr>
              <p:custDataLst>
                <p:tags r:id="rId6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/>
            <p:cNvSpPr/>
            <p:nvPr>
              <p:custDataLst>
                <p:tags r:id="rId7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/>
          <p:cNvGrpSpPr/>
          <p:nvPr userDrawn="1">
            <p:custDataLst>
              <p:tags r:id="rId8"/>
            </p:custDataLst>
          </p:nvPr>
        </p:nvGrpSpPr>
        <p:grpSpPr>
          <a:xfrm>
            <a:off x="6916625" y="-7"/>
            <a:ext cx="7473243" cy="9720061"/>
            <a:chOff x="5860199" y="-5"/>
            <a:chExt cx="6331801" cy="6858005"/>
          </a:xfrm>
        </p:grpSpPr>
        <p:sp>
          <p:nvSpPr>
            <p:cNvPr id="44" name="等腰三角形 43"/>
            <p:cNvSpPr/>
            <p:nvPr>
              <p:custDataLst>
                <p:tags r:id="rId9"/>
              </p:custDataLst>
            </p:nvPr>
          </p:nvSpPr>
          <p:spPr>
            <a:xfrm>
              <a:off x="5860199" y="3429000"/>
              <a:ext cx="2916968" cy="3428999"/>
            </a:xfrm>
            <a:prstGeom prst="triangle">
              <a:avLst>
                <a:gd name="adj" fmla="val 100000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等腰三角形 44"/>
            <p:cNvSpPr/>
            <p:nvPr>
              <p:custDataLst>
                <p:tags r:id="rId10"/>
              </p:custDataLst>
            </p:nvPr>
          </p:nvSpPr>
          <p:spPr>
            <a:xfrm>
              <a:off x="6468332" y="3429000"/>
              <a:ext cx="2916968" cy="3428999"/>
            </a:xfrm>
            <a:prstGeom prst="triangle">
              <a:avLst>
                <a:gd name="adj" fmla="val 100000"/>
              </a:avLst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46" name="组合 45"/>
            <p:cNvGrpSpPr/>
            <p:nvPr/>
          </p:nvGrpSpPr>
          <p:grpSpPr>
            <a:xfrm>
              <a:off x="6468332" y="0"/>
              <a:ext cx="5723668" cy="6858000"/>
              <a:chOff x="6468332" y="0"/>
              <a:chExt cx="5723668" cy="6858000"/>
            </a:xfrm>
            <a:effectLst>
              <a:outerShdw blurRad="609600" dist="279400" dir="10800000" sx="93000" sy="93000" algn="r" rotWithShape="0">
                <a:schemeClr val="accent1">
                  <a:lumMod val="75000"/>
                  <a:alpha val="40000"/>
                </a:schemeClr>
              </a:outerShdw>
            </a:effectLst>
          </p:grpSpPr>
          <p:sp>
            <p:nvSpPr>
              <p:cNvPr id="53" name="矩形 52"/>
              <p:cNvSpPr/>
              <p:nvPr>
                <p:custDataLst>
                  <p:tags r:id="rId11"/>
                </p:custDataLst>
              </p:nvPr>
            </p:nvSpPr>
            <p:spPr>
              <a:xfrm>
                <a:off x="9385300" y="0"/>
                <a:ext cx="2806700" cy="68580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等腰三角形 53"/>
              <p:cNvSpPr/>
              <p:nvPr>
                <p:custDataLst>
                  <p:tags r:id="rId12"/>
                </p:custDataLst>
              </p:nvPr>
            </p:nvSpPr>
            <p:spPr>
              <a:xfrm rot="10800000">
                <a:off x="6468332" y="0"/>
                <a:ext cx="2916968" cy="6857996"/>
              </a:xfrm>
              <a:prstGeom prst="triangle">
                <a:avLst>
                  <a:gd name="adj" fmla="val 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7" name="组合 46"/>
            <p:cNvGrpSpPr/>
            <p:nvPr/>
          </p:nvGrpSpPr>
          <p:grpSpPr>
            <a:xfrm>
              <a:off x="7634514" y="0"/>
              <a:ext cx="4557486" cy="6858000"/>
              <a:chOff x="6468332" y="0"/>
              <a:chExt cx="4557486" cy="6858000"/>
            </a:xfrm>
            <a:solidFill>
              <a:srgbClr val="5CABEC"/>
            </a:solidFill>
            <a:effectLst>
              <a:outerShdw blurRad="609600" dist="279400" dir="10800000" sx="93000" sy="93000" algn="r" rotWithShape="0">
                <a:schemeClr val="accent1">
                  <a:lumMod val="75000"/>
                  <a:alpha val="40000"/>
                </a:schemeClr>
              </a:outerShdw>
            </a:effectLst>
          </p:grpSpPr>
          <p:sp>
            <p:nvSpPr>
              <p:cNvPr id="51" name="矩形 50"/>
              <p:cNvSpPr/>
              <p:nvPr>
                <p:custDataLst>
                  <p:tags r:id="rId13"/>
                </p:custDataLst>
              </p:nvPr>
            </p:nvSpPr>
            <p:spPr>
              <a:xfrm>
                <a:off x="9385300" y="0"/>
                <a:ext cx="1640518" cy="68580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等腰三角形 51"/>
              <p:cNvSpPr/>
              <p:nvPr>
                <p:custDataLst>
                  <p:tags r:id="rId14"/>
                </p:custDataLst>
              </p:nvPr>
            </p:nvSpPr>
            <p:spPr>
              <a:xfrm rot="10800000">
                <a:off x="6468332" y="0"/>
                <a:ext cx="2916968" cy="6857996"/>
              </a:xfrm>
              <a:prstGeom prst="triangle">
                <a:avLst>
                  <a:gd name="adj" fmla="val 0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8" name="组合 47"/>
            <p:cNvGrpSpPr/>
            <p:nvPr/>
          </p:nvGrpSpPr>
          <p:grpSpPr>
            <a:xfrm>
              <a:off x="8800695" y="-5"/>
              <a:ext cx="3391305" cy="6858001"/>
              <a:chOff x="6468332" y="-5"/>
              <a:chExt cx="3391305" cy="6858001"/>
            </a:xfrm>
            <a:solidFill>
              <a:schemeClr val="accent2"/>
            </a:solidFill>
            <a:effectLst>
              <a:outerShdw blurRad="609600" dist="279400" dir="10800000" sx="93000" sy="93000" algn="r" rotWithShape="0">
                <a:schemeClr val="accent1">
                  <a:lumMod val="75000"/>
                  <a:alpha val="15000"/>
                </a:schemeClr>
              </a:outerShdw>
            </a:effectLst>
          </p:grpSpPr>
          <p:sp>
            <p:nvSpPr>
              <p:cNvPr id="49" name="矩形 48"/>
              <p:cNvSpPr/>
              <p:nvPr>
                <p:custDataLst>
                  <p:tags r:id="rId15"/>
                </p:custDataLst>
              </p:nvPr>
            </p:nvSpPr>
            <p:spPr>
              <a:xfrm>
                <a:off x="9385300" y="-5"/>
                <a:ext cx="474337" cy="68580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等腰三角形 49"/>
              <p:cNvSpPr/>
              <p:nvPr>
                <p:custDataLst>
                  <p:tags r:id="rId16"/>
                </p:custDataLst>
              </p:nvPr>
            </p:nvSpPr>
            <p:spPr>
              <a:xfrm rot="10800000">
                <a:off x="6468332" y="0"/>
                <a:ext cx="2916968" cy="6857996"/>
              </a:xfrm>
              <a:prstGeom prst="triangle">
                <a:avLst>
                  <a:gd name="adj" fmla="val 0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7"/>
            </p:custDataLst>
          </p:nvPr>
        </p:nvSpPr>
        <p:spPr>
          <a:xfrm>
            <a:off x="1372460" y="4361176"/>
            <a:ext cx="7929563" cy="1611638"/>
          </a:xfrm>
        </p:spPr>
        <p:txBody>
          <a:bodyPr lIns="90000" tIns="46800" rIns="90000" bIns="46800" anchor="b" anchorCtr="0">
            <a:normAutofit/>
          </a:bodyPr>
          <a:lstStyle>
            <a:lvl1pPr algn="l">
              <a:defRPr sz="7655" b="0" spc="600" baseline="0">
                <a:solidFill>
                  <a:schemeClr val="tx1">
                    <a:lumMod val="85000"/>
                    <a:lumOff val="15000"/>
                  </a:schemeClr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8"/>
            </p:custDataLst>
          </p:nvPr>
        </p:nvSpPr>
        <p:spPr>
          <a:xfrm>
            <a:off x="1389590" y="6084374"/>
            <a:ext cx="7929563" cy="898280"/>
          </a:xfrm>
        </p:spPr>
        <p:txBody>
          <a:bodyPr lIns="101600" tIns="38100" rIns="76200" bIns="38100">
            <a:normAutofit/>
          </a:bodyPr>
          <a:lstStyle>
            <a:lvl1pPr marL="0" indent="0" algn="l" eaLnBrk="1" fontAlgn="auto" latinLnBrk="0" hangingPunct="1">
              <a:lnSpc>
                <a:spcPct val="100000"/>
              </a:lnSpc>
              <a:buNone/>
              <a:defRPr sz="3965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  <a:lvl2pPr marL="647700" indent="0" algn="ctr">
              <a:buNone/>
              <a:defRPr sz="2840"/>
            </a:lvl2pPr>
            <a:lvl3pPr marL="1296670" indent="0" algn="ctr">
              <a:buNone/>
              <a:defRPr sz="2550"/>
            </a:lvl3pPr>
            <a:lvl4pPr marL="1943735" indent="0" algn="ctr">
              <a:buNone/>
              <a:defRPr sz="2270"/>
            </a:lvl4pPr>
            <a:lvl5pPr marL="2592070" indent="0" algn="ctr">
              <a:buNone/>
              <a:defRPr sz="2270"/>
            </a:lvl5pPr>
            <a:lvl6pPr marL="3239770" indent="0" algn="ctr">
              <a:buNone/>
              <a:defRPr sz="2270"/>
            </a:lvl6pPr>
            <a:lvl7pPr marL="3888740" indent="0" algn="ctr">
              <a:buNone/>
              <a:defRPr sz="2270"/>
            </a:lvl7pPr>
            <a:lvl8pPr marL="4536440" indent="0" algn="ctr">
              <a:buNone/>
              <a:defRPr sz="2270"/>
            </a:lvl8pPr>
            <a:lvl9pPr marL="5183505" indent="0" algn="ctr">
              <a:buNone/>
              <a:defRPr sz="227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90643" y="628209"/>
            <a:ext cx="12808584" cy="62640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405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790643" y="1350019"/>
            <a:ext cx="12808584" cy="7637863"/>
          </a:xfrm>
        </p:spPr>
        <p:txBody>
          <a:bodyPr vert="horz" lIns="101600" tIns="0" rIns="82550" bIns="0" rtlCol="0">
            <a:normAutofit/>
          </a:bodyPr>
          <a:lstStyle>
            <a:lvl1pPr marL="323850" marR="0" lvl="0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972185" marR="0" lvl="1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620520" marR="0" lvl="2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2267585" marR="0" lvl="3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915920" marR="0" lvl="4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等腰三角形 6"/>
          <p:cNvSpPr/>
          <p:nvPr userDrawn="1">
            <p:custDataLst>
              <p:tags r:id="rId2"/>
            </p:custDataLst>
          </p:nvPr>
        </p:nvSpPr>
        <p:spPr>
          <a:xfrm rot="10800000" flipV="1">
            <a:off x="4030429" y="4860026"/>
            <a:ext cx="3442814" cy="4860025"/>
          </a:xfrm>
          <a:prstGeom prst="triangle">
            <a:avLst>
              <a:gd name="adj" fmla="val 100000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8" name="等腰三角形 7"/>
          <p:cNvSpPr/>
          <p:nvPr userDrawn="1">
            <p:custDataLst>
              <p:tags r:id="rId3"/>
            </p:custDataLst>
          </p:nvPr>
        </p:nvSpPr>
        <p:spPr>
          <a:xfrm rot="10800000" flipV="1">
            <a:off x="3312668" y="4860026"/>
            <a:ext cx="3442814" cy="4860025"/>
          </a:xfrm>
          <a:prstGeom prst="triangle">
            <a:avLst>
              <a:gd name="adj" fmla="val 10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 userDrawn="1">
            <p:custDataLst>
              <p:tags r:id="rId4"/>
            </p:custDataLst>
          </p:nvPr>
        </p:nvGrpSpPr>
        <p:grpSpPr>
          <a:xfrm rot="10800000" flipV="1">
            <a:off x="0" y="0"/>
            <a:ext cx="6755481" cy="9720054"/>
            <a:chOff x="6468332" y="0"/>
            <a:chExt cx="5723668" cy="6858000"/>
          </a:xfrm>
          <a:solidFill>
            <a:schemeClr val="accent1">
              <a:lumMod val="60000"/>
              <a:lumOff val="40000"/>
            </a:schemeClr>
          </a:solidFill>
          <a:effectLst>
            <a:outerShdw blurRad="609600" dist="279400" dir="10800000" sx="93000" sy="93000" algn="r" rotWithShape="0">
              <a:schemeClr val="accent1">
                <a:lumMod val="75000"/>
                <a:alpha val="40000"/>
              </a:schemeClr>
            </a:outerShdw>
          </a:effectLst>
        </p:grpSpPr>
        <p:sp>
          <p:nvSpPr>
            <p:cNvPr id="10" name="矩形 9"/>
            <p:cNvSpPr/>
            <p:nvPr>
              <p:custDataLst>
                <p:tags r:id="rId5"/>
              </p:custDataLst>
            </p:nvPr>
          </p:nvSpPr>
          <p:spPr>
            <a:xfrm>
              <a:off x="9385300" y="0"/>
              <a:ext cx="2806700" cy="6858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1" name="等腰三角形 10"/>
            <p:cNvSpPr/>
            <p:nvPr>
              <p:custDataLst>
                <p:tags r:id="rId6"/>
              </p:custDataLst>
            </p:nvPr>
          </p:nvSpPr>
          <p:spPr>
            <a:xfrm rot="10800000">
              <a:off x="6468332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2" name="组合 11"/>
          <p:cNvGrpSpPr/>
          <p:nvPr userDrawn="1">
            <p:custDataLst>
              <p:tags r:id="rId7"/>
            </p:custDataLst>
          </p:nvPr>
        </p:nvGrpSpPr>
        <p:grpSpPr>
          <a:xfrm rot="10800000" flipV="1">
            <a:off x="0" y="0"/>
            <a:ext cx="5379070" cy="9720054"/>
            <a:chOff x="6468332" y="0"/>
            <a:chExt cx="4557486" cy="6858000"/>
          </a:xfrm>
          <a:solidFill>
            <a:schemeClr val="accent3">
              <a:lumMod val="60000"/>
              <a:lumOff val="40000"/>
            </a:schemeClr>
          </a:solidFill>
          <a:effectLst>
            <a:outerShdw blurRad="609600" dist="279400" dir="10800000" sx="93000" sy="93000" algn="r" rotWithShape="0">
              <a:schemeClr val="accent1">
                <a:lumMod val="75000"/>
                <a:alpha val="40000"/>
              </a:schemeClr>
            </a:outerShdw>
          </a:effectLst>
        </p:grpSpPr>
        <p:sp>
          <p:nvSpPr>
            <p:cNvPr id="13" name="矩形 12"/>
            <p:cNvSpPr/>
            <p:nvPr>
              <p:custDataLst>
                <p:tags r:id="rId8"/>
              </p:custDataLst>
            </p:nvPr>
          </p:nvSpPr>
          <p:spPr>
            <a:xfrm>
              <a:off x="9385300" y="0"/>
              <a:ext cx="1640518" cy="6858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4" name="等腰三角形 13"/>
            <p:cNvSpPr/>
            <p:nvPr>
              <p:custDataLst>
                <p:tags r:id="rId9"/>
              </p:custDataLst>
            </p:nvPr>
          </p:nvSpPr>
          <p:spPr>
            <a:xfrm rot="10800000">
              <a:off x="6468332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5" name="组合 14"/>
          <p:cNvGrpSpPr/>
          <p:nvPr userDrawn="1">
            <p:custDataLst>
              <p:tags r:id="rId10"/>
            </p:custDataLst>
          </p:nvPr>
        </p:nvGrpSpPr>
        <p:grpSpPr>
          <a:xfrm rot="10800000" flipV="1">
            <a:off x="0" y="-7"/>
            <a:ext cx="4002660" cy="9720055"/>
            <a:chOff x="6468332" y="-5"/>
            <a:chExt cx="3391305" cy="6858001"/>
          </a:xfrm>
          <a:solidFill>
            <a:schemeClr val="accent3">
              <a:lumMod val="60000"/>
              <a:lumOff val="40000"/>
            </a:schemeClr>
          </a:solidFill>
          <a:effectLst>
            <a:outerShdw blurRad="609600" dist="279400" dir="10800000" sx="93000" sy="93000" algn="r" rotWithShape="0">
              <a:schemeClr val="accent1">
                <a:lumMod val="75000"/>
                <a:alpha val="15000"/>
              </a:schemeClr>
            </a:outerShdw>
          </a:effectLst>
        </p:grpSpPr>
        <p:sp>
          <p:nvSpPr>
            <p:cNvPr id="16" name="矩形 15"/>
            <p:cNvSpPr/>
            <p:nvPr>
              <p:custDataLst>
                <p:tags r:id="rId11"/>
              </p:custDataLst>
            </p:nvPr>
          </p:nvSpPr>
          <p:spPr>
            <a:xfrm>
              <a:off x="9385300" y="-5"/>
              <a:ext cx="474337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7" name="等腰三角形 16"/>
            <p:cNvSpPr/>
            <p:nvPr>
              <p:custDataLst>
                <p:tags r:id="rId12"/>
              </p:custDataLst>
            </p:nvPr>
          </p:nvSpPr>
          <p:spPr>
            <a:xfrm rot="10800000">
              <a:off x="6468332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3" name="组合 22"/>
          <p:cNvGrpSpPr/>
          <p:nvPr userDrawn="1">
            <p:custDataLst>
              <p:tags r:id="rId13"/>
            </p:custDataLst>
          </p:nvPr>
        </p:nvGrpSpPr>
        <p:grpSpPr>
          <a:xfrm rot="10800000">
            <a:off x="1703709" y="2313911"/>
            <a:ext cx="574300" cy="674104"/>
            <a:chOff x="1100668" y="795868"/>
            <a:chExt cx="269602" cy="263525"/>
          </a:xfrm>
          <a:solidFill>
            <a:schemeClr val="bg1"/>
          </a:solidFill>
        </p:grpSpPr>
        <p:sp>
          <p:nvSpPr>
            <p:cNvPr id="24" name="矩形 23"/>
            <p:cNvSpPr/>
            <p:nvPr>
              <p:custDataLst>
                <p:tags r:id="rId14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5" name="矩形 24"/>
            <p:cNvSpPr/>
            <p:nvPr>
              <p:custDataLst>
                <p:tags r:id="rId15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6" name="矩形 25"/>
            <p:cNvSpPr/>
            <p:nvPr>
              <p:custDataLst>
                <p:tags r:id="rId16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7" name="组合 26"/>
          <p:cNvGrpSpPr/>
          <p:nvPr userDrawn="1">
            <p:custDataLst>
              <p:tags r:id="rId17"/>
            </p:custDataLst>
          </p:nvPr>
        </p:nvGrpSpPr>
        <p:grpSpPr>
          <a:xfrm>
            <a:off x="12342318" y="7290041"/>
            <a:ext cx="574300" cy="674104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28" name="矩形 27"/>
            <p:cNvSpPr/>
            <p:nvPr>
              <p:custDataLst>
                <p:tags r:id="rId18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19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0" name="矩形 29"/>
            <p:cNvSpPr/>
            <p:nvPr>
              <p:custDataLst>
                <p:tags r:id="rId20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21"/>
            </p:custDataLst>
          </p:nvPr>
        </p:nvSpPr>
        <p:spPr>
          <a:xfrm>
            <a:off x="5406838" y="4444225"/>
            <a:ext cx="6452883" cy="1090552"/>
          </a:xfrm>
        </p:spPr>
        <p:txBody>
          <a:bodyPr lIns="90000" tIns="46800" rIns="90000" bIns="46800" anchor="b" anchorCtr="0">
            <a:normAutofit/>
          </a:bodyPr>
          <a:lstStyle>
            <a:lvl1pPr algn="r">
              <a:defRPr sz="6235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 userDrawn="1">
            <p:ph type="body" idx="1" hasCustomPrompt="1"/>
            <p:custDataLst>
              <p:tags r:id="rId22"/>
            </p:custDataLst>
          </p:nvPr>
        </p:nvSpPr>
        <p:spPr>
          <a:xfrm>
            <a:off x="5406838" y="5609185"/>
            <a:ext cx="6452883" cy="1527861"/>
          </a:xfrm>
        </p:spPr>
        <p:txBody>
          <a:bodyPr lIns="101600" tIns="38100" rIns="76200" bIns="38100">
            <a:normAutofit/>
          </a:bodyPr>
          <a:lstStyle>
            <a:lvl1pPr marL="0" indent="0" algn="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4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47700" indent="0">
              <a:buNone/>
              <a:defRPr sz="2840">
                <a:solidFill>
                  <a:schemeClr val="tx1">
                    <a:tint val="75000"/>
                  </a:schemeClr>
                </a:solidFill>
              </a:defRPr>
            </a:lvl2pPr>
            <a:lvl3pPr marL="1296670" indent="0">
              <a:buNone/>
              <a:defRPr sz="2550">
                <a:solidFill>
                  <a:schemeClr val="tx1">
                    <a:tint val="75000"/>
                  </a:schemeClr>
                </a:solidFill>
              </a:defRPr>
            </a:lvl3pPr>
            <a:lvl4pPr marL="1943735" indent="0">
              <a:buNone/>
              <a:defRPr sz="2270">
                <a:solidFill>
                  <a:schemeClr val="tx1">
                    <a:tint val="75000"/>
                  </a:schemeClr>
                </a:solidFill>
              </a:defRPr>
            </a:lvl4pPr>
            <a:lvl5pPr marL="2592070" indent="0">
              <a:buNone/>
              <a:defRPr sz="2270">
                <a:solidFill>
                  <a:schemeClr val="tx1">
                    <a:tint val="75000"/>
                  </a:schemeClr>
                </a:solidFill>
              </a:defRPr>
            </a:lvl5pPr>
            <a:lvl6pPr marL="3239770" indent="0">
              <a:buNone/>
              <a:defRPr sz="2270">
                <a:solidFill>
                  <a:schemeClr val="tx1">
                    <a:tint val="75000"/>
                  </a:schemeClr>
                </a:solidFill>
              </a:defRPr>
            </a:lvl6pPr>
            <a:lvl7pPr marL="3888740" indent="0">
              <a:buNone/>
              <a:defRPr sz="2270">
                <a:solidFill>
                  <a:schemeClr val="tx1">
                    <a:tint val="75000"/>
                  </a:schemeClr>
                </a:solidFill>
              </a:defRPr>
            </a:lvl7pPr>
            <a:lvl8pPr marL="4536440" indent="0">
              <a:buNone/>
              <a:defRPr sz="2270">
                <a:solidFill>
                  <a:schemeClr val="tx1">
                    <a:tint val="75000"/>
                  </a:schemeClr>
                </a:solidFill>
              </a:defRPr>
            </a:lvl8pPr>
            <a:lvl9pPr marL="5183505" indent="0">
              <a:buNone/>
              <a:defRPr sz="22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23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24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2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90643" y="628209"/>
            <a:ext cx="12808584" cy="62640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40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790699" y="1350019"/>
            <a:ext cx="6235659" cy="7637863"/>
          </a:xfrm>
        </p:spPr>
        <p:txBody>
          <a:bodyPr vert="horz" lIns="101600" tIns="0" rIns="82550" bIns="0" rtlCol="0">
            <a:normAutofit/>
          </a:bodyPr>
          <a:lstStyle>
            <a:lvl1pPr marL="323850" marR="0" lvl="0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972185" marR="0" lvl="1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27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620520" marR="0" lvl="2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2267585" marR="0" lvl="3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915920" marR="0" lvl="4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7363568" y="1350019"/>
            <a:ext cx="6235659" cy="7637863"/>
          </a:xfrm>
        </p:spPr>
        <p:txBody>
          <a:bodyPr>
            <a:normAutofit/>
          </a:bodyPr>
          <a:lstStyle>
            <a:lvl1pPr>
              <a:defRPr sz="2270"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270"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2270"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2270"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2270"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90643" y="628209"/>
            <a:ext cx="12808584" cy="62640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405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790699" y="1350019"/>
            <a:ext cx="6235659" cy="540007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84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647700" indent="0">
              <a:buNone/>
              <a:defRPr sz="2840" b="1"/>
            </a:lvl2pPr>
            <a:lvl3pPr marL="1296670" indent="0">
              <a:buNone/>
              <a:defRPr sz="2550" b="1"/>
            </a:lvl3pPr>
            <a:lvl4pPr marL="1943735" indent="0">
              <a:buNone/>
              <a:defRPr sz="2270" b="1"/>
            </a:lvl4pPr>
            <a:lvl5pPr marL="2592070" indent="0">
              <a:buNone/>
              <a:defRPr sz="2270" b="1"/>
            </a:lvl5pPr>
            <a:lvl6pPr marL="3239770" indent="0">
              <a:buNone/>
              <a:defRPr sz="2270" b="1"/>
            </a:lvl6pPr>
            <a:lvl7pPr marL="3888740" indent="0">
              <a:buNone/>
              <a:defRPr sz="2270" b="1"/>
            </a:lvl7pPr>
            <a:lvl8pPr marL="4536440" indent="0">
              <a:buNone/>
              <a:defRPr sz="2270" b="1"/>
            </a:lvl8pPr>
            <a:lvl9pPr marL="5183505" indent="0">
              <a:buNone/>
              <a:defRPr sz="227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790693" y="1993511"/>
            <a:ext cx="6235609" cy="6994176"/>
          </a:xfrm>
        </p:spPr>
        <p:txBody>
          <a:bodyPr vert="horz" lIns="101600" tIns="0" rIns="82550" bIns="0" rtlCol="0">
            <a:normAutofit/>
          </a:bodyPr>
          <a:lstStyle>
            <a:lvl1pPr marL="323850" marR="0" lvl="0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972185" marR="0" lvl="1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620520" marR="0" lvl="2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2267585" marR="0" lvl="3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915920" marR="0" lvl="4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7359877" y="1350019"/>
            <a:ext cx="6235659" cy="540007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84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47700" indent="0">
              <a:buNone/>
              <a:defRPr sz="2840" b="1"/>
            </a:lvl2pPr>
            <a:lvl3pPr marL="1296670" indent="0">
              <a:buNone/>
              <a:defRPr sz="2550" b="1"/>
            </a:lvl3pPr>
            <a:lvl4pPr marL="1943735" indent="0">
              <a:buNone/>
              <a:defRPr sz="2270" b="1"/>
            </a:lvl4pPr>
            <a:lvl5pPr marL="2592070" indent="0">
              <a:buNone/>
              <a:defRPr sz="2270" b="1"/>
            </a:lvl5pPr>
            <a:lvl6pPr marL="3239770" indent="0">
              <a:buNone/>
              <a:defRPr sz="2270" b="1"/>
            </a:lvl6pPr>
            <a:lvl7pPr marL="3888740" indent="0">
              <a:buNone/>
              <a:defRPr sz="2270" b="1"/>
            </a:lvl7pPr>
            <a:lvl8pPr marL="4536440" indent="0">
              <a:buNone/>
              <a:defRPr sz="2270" b="1"/>
            </a:lvl8pPr>
            <a:lvl9pPr marL="5183505" indent="0">
              <a:buNone/>
              <a:defRPr sz="227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7359877" y="1993511"/>
            <a:ext cx="6235659" cy="6994176"/>
          </a:xfrm>
        </p:spPr>
        <p:txBody>
          <a:bodyPr vert="horz" lIns="101600" tIns="0" rIns="82550" bIns="0" rtlCol="0">
            <a:normAutofit/>
          </a:bodyPr>
          <a:lstStyle>
            <a:lvl1pPr marL="323850" marR="0" lvl="0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972185" marR="0" lvl="1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620520" marR="0" lvl="2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2267585" marR="0" lvl="3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915920" marR="0" lvl="4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>
            <p:custDataLst>
              <p:tags r:id="rId2"/>
            </p:custDataLst>
          </p:nvPr>
        </p:nvGrpSpPr>
        <p:grpSpPr>
          <a:xfrm>
            <a:off x="-9098" y="-7"/>
            <a:ext cx="14398965" cy="9720061"/>
            <a:chOff x="-7708" y="-5"/>
            <a:chExt cx="12199708" cy="6858005"/>
          </a:xfrm>
        </p:grpSpPr>
        <p:grpSp>
          <p:nvGrpSpPr>
            <p:cNvPr id="7" name="组合 6"/>
            <p:cNvGrpSpPr/>
            <p:nvPr/>
          </p:nvGrpSpPr>
          <p:grpSpPr>
            <a:xfrm>
              <a:off x="-7706" y="-5"/>
              <a:ext cx="1695321" cy="3979334"/>
              <a:chOff x="-7706" y="-5"/>
              <a:chExt cx="1695321" cy="3979334"/>
            </a:xfrm>
          </p:grpSpPr>
          <p:sp>
            <p:nvSpPr>
              <p:cNvPr id="14" name="等腰三角形 13"/>
              <p:cNvSpPr/>
              <p:nvPr>
                <p:custDataLst>
                  <p:tags r:id="rId3"/>
                </p:custDataLst>
              </p:nvPr>
            </p:nvSpPr>
            <p:spPr>
              <a:xfrm rot="10800000" flipH="1">
                <a:off x="-4946" y="0"/>
                <a:ext cx="1692561" cy="3979329"/>
              </a:xfrm>
              <a:prstGeom prst="triangle">
                <a:avLst>
                  <a:gd name="adj" fmla="val 0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等腰三角形 14"/>
              <p:cNvSpPr/>
              <p:nvPr>
                <p:custDataLst>
                  <p:tags r:id="rId4"/>
                </p:custDataLst>
              </p:nvPr>
            </p:nvSpPr>
            <p:spPr>
              <a:xfrm rot="10800000" flipH="1">
                <a:off x="-7706" y="-5"/>
                <a:ext cx="1441199" cy="3388360"/>
              </a:xfrm>
              <a:prstGeom prst="triangle">
                <a:avLst>
                  <a:gd name="adj" fmla="val 0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6" name="等腰三角形 15"/>
              <p:cNvSpPr/>
              <p:nvPr>
                <p:custDataLst>
                  <p:tags r:id="rId5"/>
                </p:custDataLst>
              </p:nvPr>
            </p:nvSpPr>
            <p:spPr>
              <a:xfrm rot="10800000" flipH="1">
                <a:off x="0" y="-1"/>
                <a:ext cx="1137920" cy="2675329"/>
              </a:xfrm>
              <a:prstGeom prst="triangle">
                <a:avLst>
                  <a:gd name="adj" fmla="val 0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10710334" y="3374500"/>
              <a:ext cx="1481666" cy="3483500"/>
              <a:chOff x="10710334" y="3374500"/>
              <a:chExt cx="1481666" cy="3483500"/>
            </a:xfrm>
          </p:grpSpPr>
          <p:sp>
            <p:nvSpPr>
              <p:cNvPr id="12" name="等腰三角形 11"/>
              <p:cNvSpPr/>
              <p:nvPr>
                <p:custDataLst>
                  <p:tags r:id="rId6"/>
                </p:custDataLst>
              </p:nvPr>
            </p:nvSpPr>
            <p:spPr>
              <a:xfrm flipH="1">
                <a:off x="10710334" y="3374500"/>
                <a:ext cx="1481666" cy="3483500"/>
              </a:xfrm>
              <a:prstGeom prst="triangle">
                <a:avLst>
                  <a:gd name="adj" fmla="val 0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406400" dist="38100" dir="10800000" sx="93000" sy="93000" algn="r" rotWithShape="0">
                  <a:schemeClr val="accent1">
                    <a:lumMod val="75000"/>
                    <a:alpha val="28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3" name="等腰三角形 12"/>
              <p:cNvSpPr/>
              <p:nvPr>
                <p:custDataLst>
                  <p:tags r:id="rId7"/>
                </p:custDataLst>
              </p:nvPr>
            </p:nvSpPr>
            <p:spPr>
              <a:xfrm flipH="1">
                <a:off x="11201399" y="4529029"/>
                <a:ext cx="990600" cy="2328970"/>
              </a:xfrm>
              <a:prstGeom prst="triangle">
                <a:avLst>
                  <a:gd name="adj" fmla="val 0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-7708" y="6149280"/>
              <a:ext cx="2410683" cy="708720"/>
              <a:chOff x="-7708" y="6149280"/>
              <a:chExt cx="2410683" cy="708720"/>
            </a:xfrm>
          </p:grpSpPr>
          <p:sp>
            <p:nvSpPr>
              <p:cNvPr id="10" name="等腰三角形 9"/>
              <p:cNvSpPr/>
              <p:nvPr>
                <p:custDataLst>
                  <p:tags r:id="rId8"/>
                </p:custDataLst>
              </p:nvPr>
            </p:nvSpPr>
            <p:spPr>
              <a:xfrm rot="5400000" flipH="1">
                <a:off x="843274" y="5298298"/>
                <a:ext cx="708720" cy="2410683"/>
              </a:xfrm>
              <a:prstGeom prst="triangle">
                <a:avLst>
                  <a:gd name="adj" fmla="val 0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228600" dist="38100" dir="16200000" rotWithShape="0">
                  <a:schemeClr val="accent1">
                    <a:lumMod val="75000"/>
                    <a:alpha val="17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1" name="等腰三角形 10"/>
              <p:cNvSpPr/>
              <p:nvPr>
                <p:custDataLst>
                  <p:tags r:id="rId9"/>
                </p:custDataLst>
              </p:nvPr>
            </p:nvSpPr>
            <p:spPr>
              <a:xfrm rot="5400000" flipH="1">
                <a:off x="478765" y="5670515"/>
                <a:ext cx="708720" cy="1666249"/>
              </a:xfrm>
              <a:prstGeom prst="triangle">
                <a:avLst>
                  <a:gd name="adj" fmla="val 0"/>
                </a:avLst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100000">
                    <a:schemeClr val="accent6">
                      <a:lumMod val="75000"/>
                    </a:schemeClr>
                  </a:gs>
                </a:gsLst>
                <a:lin ang="648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9" tIns="45724" rIns="91449" bIns="45724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/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405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90699" y="628209"/>
            <a:ext cx="12808584" cy="62640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405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790699" y="1350019"/>
            <a:ext cx="6235659" cy="7637863"/>
          </a:xfrm>
        </p:spPr>
        <p:txBody>
          <a:bodyPr vert="horz" lIns="101600" tIns="0" rIns="82550" bIns="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972185" marR="0" lvl="1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27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620520" marR="0" lvl="2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2267585" marR="0" lvl="3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915920" marR="0" lvl="4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363624" y="1350019"/>
            <a:ext cx="6235659" cy="7637863"/>
          </a:xfrm>
        </p:spPr>
        <p:txBody>
          <a:bodyPr vert="horz" lIns="101600" tIns="0" rIns="82550" bIns="0" rtlCol="0">
            <a:normAutofit/>
          </a:bodyPr>
          <a:lstStyle>
            <a:lvl1pPr marL="323850" marR="0" lvl="0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2476807" y="1350019"/>
            <a:ext cx="1122419" cy="7637863"/>
          </a:xfrm>
        </p:spPr>
        <p:txBody>
          <a:bodyPr vert="eaVert" lIns="101600" tIns="38100" rIns="76200" bIns="381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3405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790693" y="1350008"/>
            <a:ext cx="11599826" cy="7637863"/>
          </a:xfrm>
        </p:spPr>
        <p:txBody>
          <a:bodyPr vert="eaVert">
            <a:normAutofit/>
          </a:bodyPr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790699" y="1350019"/>
            <a:ext cx="12808584" cy="7637863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5"/>
          <p:cNvSpPr/>
          <p:nvPr userDrawn="1">
            <p:custDataLst>
              <p:tags r:id="rId2"/>
            </p:custDataLst>
          </p:nvPr>
        </p:nvSpPr>
        <p:spPr>
          <a:xfrm rot="10800000" flipV="1">
            <a:off x="-5115" y="5730759"/>
            <a:ext cx="2825992" cy="3989294"/>
          </a:xfrm>
          <a:prstGeom prst="triangle">
            <a:avLst>
              <a:gd name="adj" fmla="val 100000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等腰三角形 6"/>
          <p:cNvSpPr/>
          <p:nvPr userDrawn="1">
            <p:custDataLst>
              <p:tags r:id="rId3"/>
            </p:custDataLst>
          </p:nvPr>
        </p:nvSpPr>
        <p:spPr>
          <a:xfrm rot="10800000" flipV="1">
            <a:off x="-1" y="6228034"/>
            <a:ext cx="2473725" cy="3492019"/>
          </a:xfrm>
          <a:prstGeom prst="triangle">
            <a:avLst>
              <a:gd name="adj" fmla="val 100000"/>
            </a:avLst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100000">
                <a:schemeClr val="accent6">
                  <a:lumMod val="75000"/>
                </a:schemeClr>
              </a:gs>
            </a:gsLst>
            <a:lin ang="64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4"/>
            </p:custDataLst>
          </p:nvPr>
        </p:nvGrpSpPr>
        <p:grpSpPr>
          <a:xfrm rot="10800000" flipV="1">
            <a:off x="1" y="0"/>
            <a:ext cx="4089836" cy="9720054"/>
            <a:chOff x="6468332" y="0"/>
            <a:chExt cx="3465166" cy="6858000"/>
          </a:xfrm>
          <a:effectLst>
            <a:outerShdw blurRad="609600" dist="279400" dir="10800000" sx="93000" sy="93000" algn="r" rotWithShape="0">
              <a:schemeClr val="accent1">
                <a:lumMod val="75000"/>
                <a:alpha val="40000"/>
              </a:schemeClr>
            </a:outerShdw>
          </a:effectLst>
        </p:grpSpPr>
        <p:sp>
          <p:nvSpPr>
            <p:cNvPr id="9" name="矩形 8"/>
            <p:cNvSpPr/>
            <p:nvPr>
              <p:custDataLst>
                <p:tags r:id="rId5"/>
              </p:custDataLst>
            </p:nvPr>
          </p:nvSpPr>
          <p:spPr>
            <a:xfrm>
              <a:off x="9385300" y="0"/>
              <a:ext cx="548198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0" name="等腰三角形 9"/>
            <p:cNvSpPr/>
            <p:nvPr>
              <p:custDataLst>
                <p:tags r:id="rId6"/>
              </p:custDataLst>
            </p:nvPr>
          </p:nvSpPr>
          <p:spPr>
            <a:xfrm rot="10800000">
              <a:off x="6468332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1" name="等腰三角形 10"/>
          <p:cNvSpPr/>
          <p:nvPr userDrawn="1">
            <p:custDataLst>
              <p:tags r:id="rId7"/>
            </p:custDataLst>
          </p:nvPr>
        </p:nvSpPr>
        <p:spPr>
          <a:xfrm flipV="1">
            <a:off x="0" y="0"/>
            <a:ext cx="3442814" cy="9720048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2" name="等腰三角形 11"/>
          <p:cNvSpPr/>
          <p:nvPr userDrawn="1">
            <p:custDataLst>
              <p:tags r:id="rId8"/>
            </p:custDataLst>
          </p:nvPr>
        </p:nvSpPr>
        <p:spPr>
          <a:xfrm flipV="1">
            <a:off x="0" y="0"/>
            <a:ext cx="2820877" cy="7964144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 userDrawn="1">
            <p:custDataLst>
              <p:tags r:id="rId9"/>
            </p:custDataLst>
          </p:nvPr>
        </p:nvGrpSpPr>
        <p:grpSpPr>
          <a:xfrm rot="10800000">
            <a:off x="1703709" y="2313911"/>
            <a:ext cx="574300" cy="674104"/>
            <a:chOff x="1100668" y="795868"/>
            <a:chExt cx="269602" cy="263525"/>
          </a:xfrm>
          <a:solidFill>
            <a:schemeClr val="bg1"/>
          </a:solidFill>
        </p:grpSpPr>
        <p:sp>
          <p:nvSpPr>
            <p:cNvPr id="14" name="矩形 13"/>
            <p:cNvSpPr/>
            <p:nvPr>
              <p:custDataLst>
                <p:tags r:id="rId10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5" name="矩形 14"/>
            <p:cNvSpPr/>
            <p:nvPr>
              <p:custDataLst>
                <p:tags r:id="rId11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12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7" name="组合 16"/>
          <p:cNvGrpSpPr/>
          <p:nvPr userDrawn="1">
            <p:custDataLst>
              <p:tags r:id="rId13"/>
            </p:custDataLst>
          </p:nvPr>
        </p:nvGrpSpPr>
        <p:grpSpPr>
          <a:xfrm>
            <a:off x="12342318" y="7290041"/>
            <a:ext cx="574300" cy="674104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18" name="矩形 17"/>
            <p:cNvSpPr/>
            <p:nvPr>
              <p:custDataLst>
                <p:tags r:id="rId14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9" name="矩形 18"/>
            <p:cNvSpPr/>
            <p:nvPr>
              <p:custDataLst>
                <p:tags r:id="rId15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0" name="矩形 19"/>
            <p:cNvSpPr/>
            <p:nvPr>
              <p:custDataLst>
                <p:tags r:id="rId16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24" name="直接连接符 23"/>
          <p:cNvCxnSpPr/>
          <p:nvPr userDrawn="1">
            <p:custDataLst>
              <p:tags r:id="rId17"/>
            </p:custDataLst>
          </p:nvPr>
        </p:nvCxnSpPr>
        <p:spPr>
          <a:xfrm>
            <a:off x="3972763" y="5690732"/>
            <a:ext cx="660285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8"/>
            </p:custDataLst>
          </p:nvPr>
        </p:nvSpPr>
        <p:spPr>
          <a:xfrm>
            <a:off x="3808538" y="4131034"/>
            <a:ext cx="7523484" cy="1506025"/>
          </a:xfrm>
        </p:spPr>
        <p:txBody>
          <a:bodyPr vert="horz" lIns="90000" tIns="46800" rIns="90000" bIns="4680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7655" b="0" i="0" u="none" strike="noStrike" kern="1200" cap="none" spc="6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sz="quarter" idx="13" hasCustomPrompt="1"/>
            <p:custDataLst>
              <p:tags r:id="rId22"/>
            </p:custDataLst>
          </p:nvPr>
        </p:nvSpPr>
        <p:spPr>
          <a:xfrm>
            <a:off x="3809193" y="5730783"/>
            <a:ext cx="7523445" cy="1377007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3405"/>
            </a:lvl1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14" hasCustomPrompt="1"/>
            <p:custDataLst>
              <p:tags r:id="rId23"/>
            </p:custDataLst>
          </p:nvPr>
        </p:nvSpPr>
        <p:spPr>
          <a:xfrm>
            <a:off x="3808538" y="2892710"/>
            <a:ext cx="3931154" cy="1156695"/>
          </a:xfrm>
        </p:spPr>
        <p:txBody>
          <a:bodyPr lIns="90000" tIns="46800" rIns="90000" anchor="b" anchorCtr="0">
            <a:normAutofit/>
          </a:bodyPr>
          <a:lstStyle>
            <a:lvl1pPr marL="0" indent="0">
              <a:buNone/>
              <a:defRPr sz="6235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 rot="5400000" flipH="1">
            <a:off x="12378884" y="7305161"/>
            <a:ext cx="1200204" cy="3388519"/>
            <a:chOff x="0" y="0"/>
            <a:chExt cx="2916968" cy="6857996"/>
          </a:xfrm>
        </p:grpSpPr>
        <p:sp>
          <p:nvSpPr>
            <p:cNvPr id="6" name="等腰三角形 5"/>
            <p:cNvSpPr/>
            <p:nvPr userDrawn="1">
              <p:custDataLst>
                <p:tags r:id="rId3"/>
              </p:custDataLst>
            </p:nvPr>
          </p:nvSpPr>
          <p:spPr>
            <a:xfrm flipV="1">
              <a:off x="0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7" name="等腰三角形 6"/>
            <p:cNvSpPr/>
            <p:nvPr userDrawn="1">
              <p:custDataLst>
                <p:tags r:id="rId4"/>
              </p:custDataLst>
            </p:nvPr>
          </p:nvSpPr>
          <p:spPr>
            <a:xfrm flipV="1">
              <a:off x="0" y="0"/>
              <a:ext cx="2390024" cy="5619115"/>
            </a:xfrm>
            <a:prstGeom prst="triangle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345583" y="431153"/>
            <a:ext cx="13698701" cy="88577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1512061" y="3066537"/>
            <a:ext cx="11362000" cy="4882988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9" name="组合 8"/>
          <p:cNvGrpSpPr/>
          <p:nvPr userDrawn="1">
            <p:custDataLst>
              <p:tags r:id="rId7"/>
            </p:custDataLst>
          </p:nvPr>
        </p:nvGrpSpPr>
        <p:grpSpPr>
          <a:xfrm>
            <a:off x="13232890" y="8359458"/>
            <a:ext cx="928082" cy="1089366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10" name="矩形 9"/>
            <p:cNvSpPr/>
            <p:nvPr>
              <p:custDataLst>
                <p:tags r:id="rId8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1" name="矩形 10"/>
            <p:cNvSpPr/>
            <p:nvPr>
              <p:custDataLst>
                <p:tags r:id="rId9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10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3" name="组合 12"/>
          <p:cNvGrpSpPr/>
          <p:nvPr userDrawn="1">
            <p:custDataLst>
              <p:tags r:id="rId11"/>
            </p:custDataLst>
          </p:nvPr>
        </p:nvGrpSpPr>
        <p:grpSpPr>
          <a:xfrm rot="10800000">
            <a:off x="217654" y="284731"/>
            <a:ext cx="928082" cy="1089366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14" name="矩形 13"/>
            <p:cNvSpPr/>
            <p:nvPr>
              <p:custDataLst>
                <p:tags r:id="rId12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5" name="矩形 14"/>
            <p:cNvSpPr/>
            <p:nvPr>
              <p:custDataLst>
                <p:tags r:id="rId13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14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5692991" cy="9731754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688334" y="1091912"/>
            <a:ext cx="4673874" cy="1250086"/>
          </a:xfrm>
        </p:spPr>
        <p:txBody>
          <a:bodyPr anchor="ctr"/>
          <a:lstStyle>
            <a:lvl1pPr>
              <a:defRPr sz="51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692583" y="2500171"/>
            <a:ext cx="4669625" cy="5801418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020800" y="1091257"/>
            <a:ext cx="7648158" cy="721129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grpSp>
        <p:nvGrpSpPr>
          <p:cNvPr id="14" name="组合 13"/>
          <p:cNvGrpSpPr/>
          <p:nvPr userDrawn="1">
            <p:custDataLst>
              <p:tags r:id="rId9"/>
            </p:custDataLst>
          </p:nvPr>
        </p:nvGrpSpPr>
        <p:grpSpPr>
          <a:xfrm rot="5400000">
            <a:off x="217654" y="8290648"/>
            <a:ext cx="928082" cy="1089366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15" name="矩形 14"/>
            <p:cNvSpPr/>
            <p:nvPr>
              <p:custDataLst>
                <p:tags r:id="rId10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11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7" name="矩形 16"/>
            <p:cNvSpPr/>
            <p:nvPr>
              <p:custDataLst>
                <p:tags r:id="rId12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4389868" cy="377576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3"/>
            </p:custDataLst>
          </p:nvPr>
        </p:nvGrpSpPr>
        <p:grpSpPr>
          <a:xfrm rot="16200000" flipH="1">
            <a:off x="1331524" y="-1600556"/>
            <a:ext cx="1394022" cy="4875126"/>
            <a:chOff x="0" y="0"/>
            <a:chExt cx="2916968" cy="6857996"/>
          </a:xfrm>
        </p:grpSpPr>
        <p:sp>
          <p:nvSpPr>
            <p:cNvPr id="12" name="等腰三角形 11"/>
            <p:cNvSpPr/>
            <p:nvPr userDrawn="1">
              <p:custDataLst>
                <p:tags r:id="rId4"/>
              </p:custDataLst>
            </p:nvPr>
          </p:nvSpPr>
          <p:spPr>
            <a:xfrm flipV="1">
              <a:off x="0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3" name="等腰三角形 12"/>
            <p:cNvSpPr/>
            <p:nvPr userDrawn="1">
              <p:custDataLst>
                <p:tags r:id="rId5"/>
              </p:custDataLst>
            </p:nvPr>
          </p:nvSpPr>
          <p:spPr>
            <a:xfrm flipV="1">
              <a:off x="0" y="0"/>
              <a:ext cx="2390024" cy="5619115"/>
            </a:xfrm>
            <a:prstGeom prst="triangle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722326" y="1107219"/>
            <a:ext cx="12955130" cy="887816"/>
          </a:xfrm>
        </p:spPr>
        <p:txBody>
          <a:bodyPr anchor="ctr"/>
          <a:lstStyle>
            <a:lvl1pPr algn="ctr">
              <a:defRPr sz="51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722326" y="2352202"/>
            <a:ext cx="12954628" cy="117355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723241" y="3979865"/>
            <a:ext cx="12942383" cy="4862578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2"/>
            </p:custDataLst>
          </p:nvPr>
        </p:nvGrpSpPr>
        <p:grpSpPr>
          <a:xfrm rot="16200000" flipH="1">
            <a:off x="1331524" y="-1600556"/>
            <a:ext cx="1394022" cy="4875126"/>
            <a:chOff x="0" y="0"/>
            <a:chExt cx="2916968" cy="6857996"/>
          </a:xfrm>
        </p:grpSpPr>
        <p:sp>
          <p:nvSpPr>
            <p:cNvPr id="11" name="等腰三角形 10"/>
            <p:cNvSpPr/>
            <p:nvPr userDrawn="1">
              <p:custDataLst>
                <p:tags r:id="rId3"/>
              </p:custDataLst>
            </p:nvPr>
          </p:nvSpPr>
          <p:spPr>
            <a:xfrm flipV="1">
              <a:off x="0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等腰三角形 11"/>
            <p:cNvSpPr/>
            <p:nvPr userDrawn="1">
              <p:custDataLst>
                <p:tags r:id="rId4"/>
              </p:custDataLst>
            </p:nvPr>
          </p:nvSpPr>
          <p:spPr>
            <a:xfrm flipV="1">
              <a:off x="0" y="0"/>
              <a:ext cx="2390024" cy="5619115"/>
            </a:xfrm>
            <a:prstGeom prst="triangle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8" name="矩形 7"/>
          <p:cNvSpPr/>
          <p:nvPr userDrawn="1">
            <p:custDataLst>
              <p:tags r:id="rId5"/>
            </p:custDataLst>
          </p:nvPr>
        </p:nvSpPr>
        <p:spPr>
          <a:xfrm>
            <a:off x="0" y="7128041"/>
            <a:ext cx="14389868" cy="259201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713828" y="949045"/>
            <a:ext cx="12955130" cy="801075"/>
          </a:xfrm>
        </p:spPr>
        <p:txBody>
          <a:bodyPr anchor="ctr"/>
          <a:lstStyle>
            <a:lvl1pPr algn="ctr">
              <a:defRPr sz="4535"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713872" y="2382816"/>
            <a:ext cx="12972126" cy="4551332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1"/>
            </p:custDataLst>
          </p:nvPr>
        </p:nvSpPr>
        <p:spPr>
          <a:xfrm>
            <a:off x="701081" y="7342340"/>
            <a:ext cx="12984873" cy="1433772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4389868" cy="129600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84085" y="336758"/>
            <a:ext cx="13027363" cy="626409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84085" y="2357304"/>
            <a:ext cx="6305481" cy="4102322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7367726" y="2357304"/>
            <a:ext cx="6335224" cy="4102322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675587" y="6826999"/>
            <a:ext cx="6305481" cy="110721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7380473" y="6821896"/>
            <a:ext cx="6335224" cy="110721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grpSp>
        <p:nvGrpSpPr>
          <p:cNvPr id="12" name="组合 11"/>
          <p:cNvGrpSpPr/>
          <p:nvPr userDrawn="1">
            <p:custDataLst>
              <p:tags r:id="rId11"/>
            </p:custDataLst>
          </p:nvPr>
        </p:nvGrpSpPr>
        <p:grpSpPr>
          <a:xfrm>
            <a:off x="13529742" y="8735237"/>
            <a:ext cx="450808" cy="529152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14" name="矩形 13"/>
            <p:cNvSpPr/>
            <p:nvPr>
              <p:custDataLst>
                <p:tags r:id="rId12"/>
              </p:custDataLst>
            </p:nvPr>
          </p:nvSpPr>
          <p:spPr>
            <a:xfrm>
              <a:off x="1100668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>
              <p:custDataLst>
                <p:tags r:id="rId13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>
              <p:custDataLst>
                <p:tags r:id="rId14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>
              <p:custDataLst>
                <p:tags r:id="rId15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1359538"/>
            <a:ext cx="14389868" cy="7000981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 rot="16200000" flipH="1">
            <a:off x="2145822" y="-2580218"/>
            <a:ext cx="2675616" cy="8373449"/>
            <a:chOff x="0" y="-1532"/>
            <a:chExt cx="3368984" cy="7916555"/>
          </a:xfrm>
        </p:grpSpPr>
        <p:sp>
          <p:nvSpPr>
            <p:cNvPr id="12" name="等腰三角形 11"/>
            <p:cNvSpPr/>
            <p:nvPr userDrawn="1">
              <p:custDataLst>
                <p:tags r:id="rId4"/>
              </p:custDataLst>
            </p:nvPr>
          </p:nvSpPr>
          <p:spPr>
            <a:xfrm flipV="1">
              <a:off x="1770" y="-1532"/>
              <a:ext cx="3367214" cy="7916555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9" name="等腰三角形 8"/>
            <p:cNvSpPr/>
            <p:nvPr userDrawn="1">
              <p:custDataLst>
                <p:tags r:id="rId5"/>
              </p:custDataLst>
            </p:nvPr>
          </p:nvSpPr>
          <p:spPr>
            <a:xfrm flipV="1">
              <a:off x="0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1" name="等腰三角形 10"/>
            <p:cNvSpPr/>
            <p:nvPr userDrawn="1">
              <p:custDataLst>
                <p:tags r:id="rId6"/>
              </p:custDataLst>
            </p:nvPr>
          </p:nvSpPr>
          <p:spPr>
            <a:xfrm flipV="1">
              <a:off x="0" y="0"/>
              <a:ext cx="2390024" cy="5619115"/>
            </a:xfrm>
            <a:prstGeom prst="triangle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3" name="组合 12"/>
          <p:cNvGrpSpPr/>
          <p:nvPr userDrawn="1">
            <p:custDataLst>
              <p:tags r:id="rId7"/>
            </p:custDataLst>
          </p:nvPr>
        </p:nvGrpSpPr>
        <p:grpSpPr>
          <a:xfrm rot="5400000" flipH="1">
            <a:off x="9565596" y="3926819"/>
            <a:ext cx="2675616" cy="8373449"/>
            <a:chOff x="0" y="-1532"/>
            <a:chExt cx="3368984" cy="7916555"/>
          </a:xfrm>
        </p:grpSpPr>
        <p:sp>
          <p:nvSpPr>
            <p:cNvPr id="14" name="等腰三角形 13"/>
            <p:cNvSpPr/>
            <p:nvPr userDrawn="1">
              <p:custDataLst>
                <p:tags r:id="rId8"/>
              </p:custDataLst>
            </p:nvPr>
          </p:nvSpPr>
          <p:spPr>
            <a:xfrm flipV="1">
              <a:off x="1770" y="-1532"/>
              <a:ext cx="3367214" cy="7916555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5" name="等腰三角形 14"/>
            <p:cNvSpPr/>
            <p:nvPr userDrawn="1">
              <p:custDataLst>
                <p:tags r:id="rId9"/>
              </p:custDataLst>
            </p:nvPr>
          </p:nvSpPr>
          <p:spPr>
            <a:xfrm flipV="1">
              <a:off x="0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6" name="等腰三角形 15"/>
            <p:cNvSpPr/>
            <p:nvPr userDrawn="1">
              <p:custDataLst>
                <p:tags r:id="rId10"/>
              </p:custDataLst>
            </p:nvPr>
          </p:nvSpPr>
          <p:spPr>
            <a:xfrm flipV="1">
              <a:off x="0" y="0"/>
              <a:ext cx="2390024" cy="5619115"/>
            </a:xfrm>
            <a:prstGeom prst="triangle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1797317" y="1898089"/>
            <a:ext cx="10792401" cy="3382885"/>
          </a:xfrm>
        </p:spPr>
        <p:txBody>
          <a:bodyPr anchor="b"/>
          <a:lstStyle>
            <a:lvl1pPr algn="ctr">
              <a:defRPr sz="8505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5"/>
            </p:custDataLst>
          </p:nvPr>
        </p:nvSpPr>
        <p:spPr>
          <a:xfrm>
            <a:off x="1796860" y="5474865"/>
            <a:ext cx="10792401" cy="23471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rgbClr val="2D2D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8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697010" cy="675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solidFill>
          <a:srgbClr val="2D2D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8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697010" cy="675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bg>
      <p:bgPr>
        <a:solidFill>
          <a:srgbClr val="2D2D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8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697010" cy="675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bg>
      <p:bgPr>
        <a:solidFill>
          <a:srgbClr val="2D2D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697010" cy="675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9" Type="http://schemas.openxmlformats.org/officeDocument/2006/relationships/theme" Target="../theme/theme1.xml"/><Relationship Id="rId28" Type="http://schemas.openxmlformats.org/officeDocument/2006/relationships/tags" Target="../tags/tag203.xml"/><Relationship Id="rId27" Type="http://schemas.openxmlformats.org/officeDocument/2006/relationships/tags" Target="../tags/tag202.xml"/><Relationship Id="rId26" Type="http://schemas.openxmlformats.org/officeDocument/2006/relationships/tags" Target="../tags/tag201.xml"/><Relationship Id="rId25" Type="http://schemas.openxmlformats.org/officeDocument/2006/relationships/tags" Target="../tags/tag200.xml"/><Relationship Id="rId24" Type="http://schemas.openxmlformats.org/officeDocument/2006/relationships/tags" Target="../tags/tag199.xml"/><Relationship Id="rId23" Type="http://schemas.openxmlformats.org/officeDocument/2006/relationships/tags" Target="../tags/tag198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790643" y="628204"/>
            <a:ext cx="12808584" cy="626409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4"/>
            </p:custDataLst>
          </p:nvPr>
        </p:nvSpPr>
        <p:spPr>
          <a:xfrm>
            <a:off x="790643" y="1350019"/>
            <a:ext cx="12808584" cy="7637863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5"/>
            </p:custDataLst>
          </p:nvPr>
        </p:nvSpPr>
        <p:spPr>
          <a:xfrm>
            <a:off x="1038334" y="8999813"/>
            <a:ext cx="3186733" cy="449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7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6"/>
            </p:custDataLst>
          </p:nvPr>
        </p:nvSpPr>
        <p:spPr>
          <a:xfrm>
            <a:off x="4857997" y="8999813"/>
            <a:ext cx="4673874" cy="449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7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7"/>
            </p:custDataLst>
          </p:nvPr>
        </p:nvSpPr>
        <p:spPr>
          <a:xfrm>
            <a:off x="10162844" y="8999813"/>
            <a:ext cx="3186733" cy="449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7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1296670" rtl="0" eaLnBrk="1" fontAlgn="auto" latinLnBrk="0" hangingPunct="1">
        <a:lnSpc>
          <a:spcPct val="100000"/>
        </a:lnSpc>
        <a:spcBef>
          <a:spcPct val="0"/>
        </a:spcBef>
        <a:buNone/>
        <a:defRPr sz="3405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323850" indent="-323850" algn="l" defTabSz="129667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227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972185" indent="-323850" algn="l" defTabSz="129667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2281555" algn="l"/>
        </a:tabLst>
        <a:defRPr sz="227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620520" indent="-323850" algn="l" defTabSz="129667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227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2267585" indent="-323850" algn="l" defTabSz="129667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227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915920" indent="-323850" algn="l" defTabSz="129667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227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3564255" indent="-323850" algn="l" defTabSz="1296670" rtl="0" eaLnBrk="1" latinLnBrk="0" hangingPunct="1">
        <a:lnSpc>
          <a:spcPct val="90000"/>
        </a:lnSpc>
        <a:spcBef>
          <a:spcPct val="142000"/>
        </a:spcBef>
        <a:buFont typeface="Arial" panose="020B0604020202020204" pitchFamily="34" charset="0"/>
        <a:buChar char="•"/>
        <a:defRPr sz="2550" kern="1200">
          <a:solidFill>
            <a:schemeClr val="tx1"/>
          </a:solidFill>
          <a:latin typeface="+mn-lt"/>
          <a:ea typeface="+mn-ea"/>
          <a:cs typeface="+mn-cs"/>
        </a:defRPr>
      </a:lvl6pPr>
      <a:lvl7pPr marL="4212590" indent="-323850" algn="l" defTabSz="1296670" rtl="0" eaLnBrk="1" latinLnBrk="0" hangingPunct="1">
        <a:lnSpc>
          <a:spcPct val="90000"/>
        </a:lnSpc>
        <a:spcBef>
          <a:spcPct val="142000"/>
        </a:spcBef>
        <a:buFont typeface="Arial" panose="020B0604020202020204" pitchFamily="34" charset="0"/>
        <a:buChar char="•"/>
        <a:defRPr sz="2550" kern="1200">
          <a:solidFill>
            <a:schemeClr val="tx1"/>
          </a:solidFill>
          <a:latin typeface="+mn-lt"/>
          <a:ea typeface="+mn-ea"/>
          <a:cs typeface="+mn-cs"/>
        </a:defRPr>
      </a:lvl7pPr>
      <a:lvl8pPr marL="4860290" indent="-323850" algn="l" defTabSz="1296670" rtl="0" eaLnBrk="1" latinLnBrk="0" hangingPunct="1">
        <a:lnSpc>
          <a:spcPct val="90000"/>
        </a:lnSpc>
        <a:spcBef>
          <a:spcPct val="142000"/>
        </a:spcBef>
        <a:buFont typeface="Arial" panose="020B0604020202020204" pitchFamily="34" charset="0"/>
        <a:buChar char="•"/>
        <a:defRPr sz="2550" kern="1200">
          <a:solidFill>
            <a:schemeClr val="tx1"/>
          </a:solidFill>
          <a:latin typeface="+mn-lt"/>
          <a:ea typeface="+mn-ea"/>
          <a:cs typeface="+mn-cs"/>
        </a:defRPr>
      </a:lvl8pPr>
      <a:lvl9pPr marL="5507990" indent="-323850" algn="l" defTabSz="1296670" rtl="0" eaLnBrk="1" latinLnBrk="0" hangingPunct="1">
        <a:lnSpc>
          <a:spcPct val="90000"/>
        </a:lnSpc>
        <a:spcBef>
          <a:spcPct val="142000"/>
        </a:spcBef>
        <a:buFont typeface="Arial" panose="020B0604020202020204" pitchFamily="34" charset="0"/>
        <a:buChar char="•"/>
        <a:defRPr sz="25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96670" rtl="0" eaLnBrk="1" latinLnBrk="0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1pPr>
      <a:lvl2pPr marL="647700" algn="l" defTabSz="1296670" rtl="0" eaLnBrk="1" latinLnBrk="0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2pPr>
      <a:lvl3pPr marL="1296670" algn="l" defTabSz="1296670" rtl="0" eaLnBrk="1" latinLnBrk="0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3pPr>
      <a:lvl4pPr marL="1943735" algn="l" defTabSz="1296670" rtl="0" eaLnBrk="1" latinLnBrk="0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4pPr>
      <a:lvl5pPr marL="2592070" algn="l" defTabSz="1296670" rtl="0" eaLnBrk="1" latinLnBrk="0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5pPr>
      <a:lvl6pPr marL="3239770" algn="l" defTabSz="1296670" rtl="0" eaLnBrk="1" latinLnBrk="0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6pPr>
      <a:lvl7pPr marL="3888740" algn="l" defTabSz="1296670" rtl="0" eaLnBrk="1" latinLnBrk="0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7pPr>
      <a:lvl8pPr marL="4536440" algn="l" defTabSz="1296670" rtl="0" eaLnBrk="1" latinLnBrk="0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8pPr>
      <a:lvl9pPr marL="5183505" algn="l" defTabSz="1296670" rtl="0" eaLnBrk="1" latinLnBrk="0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wmf"/><Relationship Id="rId8" Type="http://schemas.openxmlformats.org/officeDocument/2006/relationships/oleObject" Target="../embeddings/oleObject5.bin"/><Relationship Id="rId7" Type="http://schemas.openxmlformats.org/officeDocument/2006/relationships/oleObject" Target="../embeddings/oleObject4.bin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2.wmf"/><Relationship Id="rId19" Type="http://schemas.openxmlformats.org/officeDocument/2006/relationships/vmlDrawing" Target="../drawings/vmlDrawing1.vml"/><Relationship Id="rId18" Type="http://schemas.openxmlformats.org/officeDocument/2006/relationships/slideLayout" Target="../slideLayouts/slideLayout13.xml"/><Relationship Id="rId17" Type="http://schemas.openxmlformats.org/officeDocument/2006/relationships/tags" Target="../tags/tag204.xml"/><Relationship Id="rId16" Type="http://schemas.openxmlformats.org/officeDocument/2006/relationships/image" Target="../media/image8.wmf"/><Relationship Id="rId15" Type="http://schemas.openxmlformats.org/officeDocument/2006/relationships/oleObject" Target="../embeddings/oleObject9.bin"/><Relationship Id="rId14" Type="http://schemas.openxmlformats.org/officeDocument/2006/relationships/image" Target="../media/image7.wmf"/><Relationship Id="rId13" Type="http://schemas.openxmlformats.org/officeDocument/2006/relationships/oleObject" Target="../embeddings/oleObject8.bin"/><Relationship Id="rId12" Type="http://schemas.openxmlformats.org/officeDocument/2006/relationships/image" Target="../media/image6.wmf"/><Relationship Id="rId11" Type="http://schemas.openxmlformats.org/officeDocument/2006/relationships/oleObject" Target="../embeddings/oleObject7.bin"/><Relationship Id="rId10" Type="http://schemas.openxmlformats.org/officeDocument/2006/relationships/oleObject" Target="../embeddings/oleObject6.bin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.bin"/><Relationship Id="rId8" Type="http://schemas.openxmlformats.org/officeDocument/2006/relationships/image" Target="../media/image12.wmf"/><Relationship Id="rId7" Type="http://schemas.openxmlformats.org/officeDocument/2006/relationships/oleObject" Target="../embeddings/oleObject13.bin"/><Relationship Id="rId6" Type="http://schemas.openxmlformats.org/officeDocument/2006/relationships/image" Target="../media/image11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0.wmf"/><Relationship Id="rId34" Type="http://schemas.openxmlformats.org/officeDocument/2006/relationships/vmlDrawing" Target="../drawings/vmlDrawing2.vml"/><Relationship Id="rId33" Type="http://schemas.openxmlformats.org/officeDocument/2006/relationships/slideLayout" Target="../slideLayouts/slideLayout13.xml"/><Relationship Id="rId32" Type="http://schemas.openxmlformats.org/officeDocument/2006/relationships/tags" Target="../tags/tag205.xml"/><Relationship Id="rId31" Type="http://schemas.openxmlformats.org/officeDocument/2006/relationships/image" Target="../media/image22.wmf"/><Relationship Id="rId30" Type="http://schemas.openxmlformats.org/officeDocument/2006/relationships/oleObject" Target="../embeddings/oleObject26.bin"/><Relationship Id="rId3" Type="http://schemas.openxmlformats.org/officeDocument/2006/relationships/oleObject" Target="../embeddings/oleObject11.bin"/><Relationship Id="rId29" Type="http://schemas.openxmlformats.org/officeDocument/2006/relationships/image" Target="../media/image21.wmf"/><Relationship Id="rId28" Type="http://schemas.openxmlformats.org/officeDocument/2006/relationships/oleObject" Target="../embeddings/oleObject25.bin"/><Relationship Id="rId27" Type="http://schemas.openxmlformats.org/officeDocument/2006/relationships/image" Target="../media/image20.wmf"/><Relationship Id="rId26" Type="http://schemas.openxmlformats.org/officeDocument/2006/relationships/oleObject" Target="../embeddings/oleObject24.bin"/><Relationship Id="rId25" Type="http://schemas.openxmlformats.org/officeDocument/2006/relationships/image" Target="../media/image19.wmf"/><Relationship Id="rId24" Type="http://schemas.openxmlformats.org/officeDocument/2006/relationships/oleObject" Target="../embeddings/oleObject23.bin"/><Relationship Id="rId23" Type="http://schemas.openxmlformats.org/officeDocument/2006/relationships/oleObject" Target="../embeddings/oleObject22.bin"/><Relationship Id="rId22" Type="http://schemas.openxmlformats.org/officeDocument/2006/relationships/oleObject" Target="../embeddings/oleObject21.bin"/><Relationship Id="rId21" Type="http://schemas.openxmlformats.org/officeDocument/2006/relationships/image" Target="../media/image18.wmf"/><Relationship Id="rId20" Type="http://schemas.openxmlformats.org/officeDocument/2006/relationships/oleObject" Target="../embeddings/oleObject20.bin"/><Relationship Id="rId2" Type="http://schemas.openxmlformats.org/officeDocument/2006/relationships/image" Target="../media/image9.wmf"/><Relationship Id="rId19" Type="http://schemas.openxmlformats.org/officeDocument/2006/relationships/image" Target="../media/image17.wmf"/><Relationship Id="rId18" Type="http://schemas.openxmlformats.org/officeDocument/2006/relationships/oleObject" Target="../embeddings/oleObject19.bin"/><Relationship Id="rId17" Type="http://schemas.openxmlformats.org/officeDocument/2006/relationships/image" Target="../media/image16.wmf"/><Relationship Id="rId16" Type="http://schemas.openxmlformats.org/officeDocument/2006/relationships/oleObject" Target="../embeddings/oleObject18.bin"/><Relationship Id="rId15" Type="http://schemas.openxmlformats.org/officeDocument/2006/relationships/image" Target="../media/image15.wmf"/><Relationship Id="rId14" Type="http://schemas.openxmlformats.org/officeDocument/2006/relationships/oleObject" Target="../embeddings/oleObject17.bin"/><Relationship Id="rId13" Type="http://schemas.openxmlformats.org/officeDocument/2006/relationships/oleObject" Target="../embeddings/oleObject16.bin"/><Relationship Id="rId12" Type="http://schemas.openxmlformats.org/officeDocument/2006/relationships/image" Target="../media/image14.wmf"/><Relationship Id="rId11" Type="http://schemas.openxmlformats.org/officeDocument/2006/relationships/oleObject" Target="../embeddings/oleObject15.bin"/><Relationship Id="rId10" Type="http://schemas.openxmlformats.org/officeDocument/2006/relationships/image" Target="../media/image13.wmf"/><Relationship Id="rId1" Type="http://schemas.openxmlformats.org/officeDocument/2006/relationships/oleObject" Target="../embeddings/oleObject10.bin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209.xml"/><Relationship Id="rId3" Type="http://schemas.openxmlformats.org/officeDocument/2006/relationships/tags" Target="../tags/tag208.xml"/><Relationship Id="rId2" Type="http://schemas.openxmlformats.org/officeDocument/2006/relationships/tags" Target="../tags/tag207.xml"/><Relationship Id="rId1" Type="http://schemas.openxmlformats.org/officeDocument/2006/relationships/tags" Target="../tags/tag20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wmf"/><Relationship Id="rId8" Type="http://schemas.openxmlformats.org/officeDocument/2006/relationships/oleObject" Target="../embeddings/oleObject31.bin"/><Relationship Id="rId7" Type="http://schemas.openxmlformats.org/officeDocument/2006/relationships/oleObject" Target="../embeddings/oleObject30.bin"/><Relationship Id="rId6" Type="http://schemas.openxmlformats.org/officeDocument/2006/relationships/image" Target="../media/image24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11.wmf"/><Relationship Id="rId30" Type="http://schemas.openxmlformats.org/officeDocument/2006/relationships/vmlDrawing" Target="../drawings/vmlDrawing3.vml"/><Relationship Id="rId3" Type="http://schemas.openxmlformats.org/officeDocument/2006/relationships/oleObject" Target="../embeddings/oleObject28.bin"/><Relationship Id="rId29" Type="http://schemas.openxmlformats.org/officeDocument/2006/relationships/slideLayout" Target="../slideLayouts/slideLayout13.xml"/><Relationship Id="rId28" Type="http://schemas.openxmlformats.org/officeDocument/2006/relationships/tags" Target="../tags/tag210.xml"/><Relationship Id="rId27" Type="http://schemas.openxmlformats.org/officeDocument/2006/relationships/image" Target="../media/image31.wmf"/><Relationship Id="rId26" Type="http://schemas.openxmlformats.org/officeDocument/2006/relationships/oleObject" Target="../embeddings/oleObject43.bin"/><Relationship Id="rId25" Type="http://schemas.openxmlformats.org/officeDocument/2006/relationships/image" Target="../media/image30.wmf"/><Relationship Id="rId24" Type="http://schemas.openxmlformats.org/officeDocument/2006/relationships/oleObject" Target="../embeddings/oleObject42.bin"/><Relationship Id="rId23" Type="http://schemas.openxmlformats.org/officeDocument/2006/relationships/oleObject" Target="../embeddings/oleObject41.bin"/><Relationship Id="rId22" Type="http://schemas.openxmlformats.org/officeDocument/2006/relationships/oleObject" Target="../embeddings/oleObject40.bin"/><Relationship Id="rId21" Type="http://schemas.openxmlformats.org/officeDocument/2006/relationships/image" Target="../media/image29.wmf"/><Relationship Id="rId20" Type="http://schemas.openxmlformats.org/officeDocument/2006/relationships/oleObject" Target="../embeddings/oleObject39.bin"/><Relationship Id="rId2" Type="http://schemas.openxmlformats.org/officeDocument/2006/relationships/image" Target="../media/image23.wmf"/><Relationship Id="rId19" Type="http://schemas.openxmlformats.org/officeDocument/2006/relationships/oleObject" Target="../embeddings/oleObject38.bin"/><Relationship Id="rId18" Type="http://schemas.openxmlformats.org/officeDocument/2006/relationships/oleObject" Target="../embeddings/oleObject37.bin"/><Relationship Id="rId17" Type="http://schemas.openxmlformats.org/officeDocument/2006/relationships/image" Target="../media/image28.wmf"/><Relationship Id="rId16" Type="http://schemas.openxmlformats.org/officeDocument/2006/relationships/oleObject" Target="../embeddings/oleObject36.bin"/><Relationship Id="rId15" Type="http://schemas.openxmlformats.org/officeDocument/2006/relationships/oleObject" Target="../embeddings/oleObject35.bin"/><Relationship Id="rId14" Type="http://schemas.openxmlformats.org/officeDocument/2006/relationships/image" Target="../media/image27.wmf"/><Relationship Id="rId13" Type="http://schemas.openxmlformats.org/officeDocument/2006/relationships/oleObject" Target="../embeddings/oleObject34.bin"/><Relationship Id="rId12" Type="http://schemas.openxmlformats.org/officeDocument/2006/relationships/oleObject" Target="../embeddings/oleObject33.bin"/><Relationship Id="rId11" Type="http://schemas.openxmlformats.org/officeDocument/2006/relationships/image" Target="../media/image26.wmf"/><Relationship Id="rId10" Type="http://schemas.openxmlformats.org/officeDocument/2006/relationships/oleObject" Target="../embeddings/oleObject32.bin"/><Relationship Id="rId1" Type="http://schemas.openxmlformats.org/officeDocument/2006/relationships/oleObject" Target="../embeddings/oleObject27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8.bin"/><Relationship Id="rId8" Type="http://schemas.openxmlformats.org/officeDocument/2006/relationships/image" Target="../media/image23.wmf"/><Relationship Id="rId7" Type="http://schemas.openxmlformats.org/officeDocument/2006/relationships/oleObject" Target="../embeddings/oleObject47.bin"/><Relationship Id="rId6" Type="http://schemas.openxmlformats.org/officeDocument/2006/relationships/image" Target="../media/image26.wmf"/><Relationship Id="rId5" Type="http://schemas.openxmlformats.org/officeDocument/2006/relationships/oleObject" Target="../embeddings/oleObject46.bin"/><Relationship Id="rId40" Type="http://schemas.openxmlformats.org/officeDocument/2006/relationships/vmlDrawing" Target="../drawings/vmlDrawing4.vml"/><Relationship Id="rId4" Type="http://schemas.openxmlformats.org/officeDocument/2006/relationships/image" Target="../media/image25.wmf"/><Relationship Id="rId39" Type="http://schemas.openxmlformats.org/officeDocument/2006/relationships/slideLayout" Target="../slideLayouts/slideLayout13.xml"/><Relationship Id="rId38" Type="http://schemas.openxmlformats.org/officeDocument/2006/relationships/tags" Target="../tags/tag211.xml"/><Relationship Id="rId37" Type="http://schemas.openxmlformats.org/officeDocument/2006/relationships/image" Target="../media/image41.wmf"/><Relationship Id="rId36" Type="http://schemas.openxmlformats.org/officeDocument/2006/relationships/oleObject" Target="../embeddings/oleObject64.bin"/><Relationship Id="rId35" Type="http://schemas.openxmlformats.org/officeDocument/2006/relationships/image" Target="../media/image40.wmf"/><Relationship Id="rId34" Type="http://schemas.openxmlformats.org/officeDocument/2006/relationships/oleObject" Target="../embeddings/oleObject63.bin"/><Relationship Id="rId33" Type="http://schemas.openxmlformats.org/officeDocument/2006/relationships/oleObject" Target="../embeddings/oleObject62.bin"/><Relationship Id="rId32" Type="http://schemas.openxmlformats.org/officeDocument/2006/relationships/oleObject" Target="../embeddings/oleObject61.bin"/><Relationship Id="rId31" Type="http://schemas.openxmlformats.org/officeDocument/2006/relationships/image" Target="../media/image39.wmf"/><Relationship Id="rId30" Type="http://schemas.openxmlformats.org/officeDocument/2006/relationships/oleObject" Target="../embeddings/oleObject60.bin"/><Relationship Id="rId3" Type="http://schemas.openxmlformats.org/officeDocument/2006/relationships/oleObject" Target="../embeddings/oleObject45.bin"/><Relationship Id="rId29" Type="http://schemas.openxmlformats.org/officeDocument/2006/relationships/image" Target="../media/image38.wmf"/><Relationship Id="rId28" Type="http://schemas.openxmlformats.org/officeDocument/2006/relationships/oleObject" Target="../embeddings/oleObject59.bin"/><Relationship Id="rId27" Type="http://schemas.openxmlformats.org/officeDocument/2006/relationships/oleObject" Target="../embeddings/oleObject58.bin"/><Relationship Id="rId26" Type="http://schemas.openxmlformats.org/officeDocument/2006/relationships/image" Target="../media/image37.wmf"/><Relationship Id="rId25" Type="http://schemas.openxmlformats.org/officeDocument/2006/relationships/oleObject" Target="../embeddings/oleObject57.bin"/><Relationship Id="rId24" Type="http://schemas.openxmlformats.org/officeDocument/2006/relationships/image" Target="../media/image36.wmf"/><Relationship Id="rId23" Type="http://schemas.openxmlformats.org/officeDocument/2006/relationships/oleObject" Target="../embeddings/oleObject56.bin"/><Relationship Id="rId22" Type="http://schemas.openxmlformats.org/officeDocument/2006/relationships/image" Target="../media/image35.wmf"/><Relationship Id="rId21" Type="http://schemas.openxmlformats.org/officeDocument/2006/relationships/oleObject" Target="../embeddings/oleObject55.bin"/><Relationship Id="rId20" Type="http://schemas.openxmlformats.org/officeDocument/2006/relationships/image" Target="../media/image34.wmf"/><Relationship Id="rId2" Type="http://schemas.openxmlformats.org/officeDocument/2006/relationships/image" Target="../media/image11.wmf"/><Relationship Id="rId19" Type="http://schemas.openxmlformats.org/officeDocument/2006/relationships/oleObject" Target="../embeddings/oleObject54.bin"/><Relationship Id="rId18" Type="http://schemas.openxmlformats.org/officeDocument/2006/relationships/image" Target="../media/image33.wmf"/><Relationship Id="rId17" Type="http://schemas.openxmlformats.org/officeDocument/2006/relationships/oleObject" Target="../embeddings/oleObject53.bin"/><Relationship Id="rId16" Type="http://schemas.openxmlformats.org/officeDocument/2006/relationships/oleObject" Target="../embeddings/oleObject52.bin"/><Relationship Id="rId15" Type="http://schemas.openxmlformats.org/officeDocument/2006/relationships/image" Target="../media/image32.wmf"/><Relationship Id="rId14" Type="http://schemas.openxmlformats.org/officeDocument/2006/relationships/oleObject" Target="../embeddings/oleObject51.bin"/><Relationship Id="rId13" Type="http://schemas.openxmlformats.org/officeDocument/2006/relationships/image" Target="../media/image31.wmf"/><Relationship Id="rId12" Type="http://schemas.openxmlformats.org/officeDocument/2006/relationships/oleObject" Target="../embeddings/oleObject50.bin"/><Relationship Id="rId11" Type="http://schemas.openxmlformats.org/officeDocument/2006/relationships/image" Target="../media/image30.wmf"/><Relationship Id="rId10" Type="http://schemas.openxmlformats.org/officeDocument/2006/relationships/oleObject" Target="../embeddings/oleObject49.bin"/><Relationship Id="rId1" Type="http://schemas.openxmlformats.org/officeDocument/2006/relationships/oleObject" Target="../embeddings/oleObject44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5.wmf"/><Relationship Id="rId8" Type="http://schemas.openxmlformats.org/officeDocument/2006/relationships/oleObject" Target="../embeddings/oleObject69.bin"/><Relationship Id="rId7" Type="http://schemas.openxmlformats.org/officeDocument/2006/relationships/oleObject" Target="../embeddings/oleObject68.bin"/><Relationship Id="rId6" Type="http://schemas.openxmlformats.org/officeDocument/2006/relationships/image" Target="../media/image44.wmf"/><Relationship Id="rId5" Type="http://schemas.openxmlformats.org/officeDocument/2006/relationships/oleObject" Target="../embeddings/oleObject67.bin"/><Relationship Id="rId4" Type="http://schemas.openxmlformats.org/officeDocument/2006/relationships/image" Target="../media/image43.wmf"/><Relationship Id="rId35" Type="http://schemas.openxmlformats.org/officeDocument/2006/relationships/vmlDrawing" Target="../drawings/vmlDrawing5.vml"/><Relationship Id="rId34" Type="http://schemas.openxmlformats.org/officeDocument/2006/relationships/slideLayout" Target="../slideLayouts/slideLayout13.xml"/><Relationship Id="rId33" Type="http://schemas.openxmlformats.org/officeDocument/2006/relationships/tags" Target="../tags/tag212.xml"/><Relationship Id="rId32" Type="http://schemas.openxmlformats.org/officeDocument/2006/relationships/oleObject" Target="../embeddings/oleObject82.bin"/><Relationship Id="rId31" Type="http://schemas.openxmlformats.org/officeDocument/2006/relationships/image" Target="../media/image55.wmf"/><Relationship Id="rId30" Type="http://schemas.openxmlformats.org/officeDocument/2006/relationships/oleObject" Target="../embeddings/oleObject81.bin"/><Relationship Id="rId3" Type="http://schemas.openxmlformats.org/officeDocument/2006/relationships/oleObject" Target="../embeddings/oleObject66.bin"/><Relationship Id="rId29" Type="http://schemas.openxmlformats.org/officeDocument/2006/relationships/image" Target="../media/image54.wmf"/><Relationship Id="rId28" Type="http://schemas.openxmlformats.org/officeDocument/2006/relationships/oleObject" Target="../embeddings/oleObject80.bin"/><Relationship Id="rId27" Type="http://schemas.openxmlformats.org/officeDocument/2006/relationships/oleObject" Target="../embeddings/oleObject79.bin"/><Relationship Id="rId26" Type="http://schemas.openxmlformats.org/officeDocument/2006/relationships/oleObject" Target="../embeddings/oleObject78.bin"/><Relationship Id="rId25" Type="http://schemas.openxmlformats.org/officeDocument/2006/relationships/image" Target="../media/image53.wmf"/><Relationship Id="rId24" Type="http://schemas.openxmlformats.org/officeDocument/2006/relationships/oleObject" Target="../embeddings/oleObject77.bin"/><Relationship Id="rId23" Type="http://schemas.openxmlformats.org/officeDocument/2006/relationships/image" Target="../media/image52.wmf"/><Relationship Id="rId22" Type="http://schemas.openxmlformats.org/officeDocument/2006/relationships/oleObject" Target="../embeddings/oleObject76.bin"/><Relationship Id="rId21" Type="http://schemas.openxmlformats.org/officeDocument/2006/relationships/image" Target="../media/image51.wmf"/><Relationship Id="rId20" Type="http://schemas.openxmlformats.org/officeDocument/2006/relationships/oleObject" Target="../embeddings/oleObject75.bin"/><Relationship Id="rId2" Type="http://schemas.openxmlformats.org/officeDocument/2006/relationships/image" Target="../media/image42.wmf"/><Relationship Id="rId19" Type="http://schemas.openxmlformats.org/officeDocument/2006/relationships/image" Target="../media/image50.wmf"/><Relationship Id="rId18" Type="http://schemas.openxmlformats.org/officeDocument/2006/relationships/oleObject" Target="../embeddings/oleObject74.bin"/><Relationship Id="rId17" Type="http://schemas.openxmlformats.org/officeDocument/2006/relationships/image" Target="../media/image49.wmf"/><Relationship Id="rId16" Type="http://schemas.openxmlformats.org/officeDocument/2006/relationships/oleObject" Target="../embeddings/oleObject73.bin"/><Relationship Id="rId15" Type="http://schemas.openxmlformats.org/officeDocument/2006/relationships/image" Target="../media/image48.wmf"/><Relationship Id="rId14" Type="http://schemas.openxmlformats.org/officeDocument/2006/relationships/oleObject" Target="../embeddings/oleObject72.bin"/><Relationship Id="rId13" Type="http://schemas.openxmlformats.org/officeDocument/2006/relationships/image" Target="../media/image47.wmf"/><Relationship Id="rId12" Type="http://schemas.openxmlformats.org/officeDocument/2006/relationships/oleObject" Target="../embeddings/oleObject71.bin"/><Relationship Id="rId11" Type="http://schemas.openxmlformats.org/officeDocument/2006/relationships/image" Target="../media/image46.wmf"/><Relationship Id="rId10" Type="http://schemas.openxmlformats.org/officeDocument/2006/relationships/oleObject" Target="../embeddings/oleObject70.bin"/><Relationship Id="rId1" Type="http://schemas.openxmlformats.org/officeDocument/2006/relationships/oleObject" Target="../embeddings/oleObject65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5.wmf"/><Relationship Id="rId8" Type="http://schemas.openxmlformats.org/officeDocument/2006/relationships/oleObject" Target="../embeddings/oleObject87.bin"/><Relationship Id="rId7" Type="http://schemas.openxmlformats.org/officeDocument/2006/relationships/oleObject" Target="../embeddings/oleObject86.bin"/><Relationship Id="rId6" Type="http://schemas.openxmlformats.org/officeDocument/2006/relationships/image" Target="../media/image44.wmf"/><Relationship Id="rId5" Type="http://schemas.openxmlformats.org/officeDocument/2006/relationships/oleObject" Target="../embeddings/oleObject85.bin"/><Relationship Id="rId49" Type="http://schemas.openxmlformats.org/officeDocument/2006/relationships/vmlDrawing" Target="../drawings/vmlDrawing6.vml"/><Relationship Id="rId48" Type="http://schemas.openxmlformats.org/officeDocument/2006/relationships/slideLayout" Target="../slideLayouts/slideLayout13.xml"/><Relationship Id="rId47" Type="http://schemas.openxmlformats.org/officeDocument/2006/relationships/tags" Target="../tags/tag213.xml"/><Relationship Id="rId46" Type="http://schemas.openxmlformats.org/officeDocument/2006/relationships/image" Target="../media/image72.wmf"/><Relationship Id="rId45" Type="http://schemas.openxmlformats.org/officeDocument/2006/relationships/oleObject" Target="../embeddings/oleObject106.bin"/><Relationship Id="rId44" Type="http://schemas.openxmlformats.org/officeDocument/2006/relationships/image" Target="../media/image71.wmf"/><Relationship Id="rId43" Type="http://schemas.openxmlformats.org/officeDocument/2006/relationships/oleObject" Target="../embeddings/oleObject105.bin"/><Relationship Id="rId42" Type="http://schemas.openxmlformats.org/officeDocument/2006/relationships/image" Target="../media/image70.wmf"/><Relationship Id="rId41" Type="http://schemas.openxmlformats.org/officeDocument/2006/relationships/oleObject" Target="../embeddings/oleObject104.bin"/><Relationship Id="rId40" Type="http://schemas.openxmlformats.org/officeDocument/2006/relationships/image" Target="../media/image69.wmf"/><Relationship Id="rId4" Type="http://schemas.openxmlformats.org/officeDocument/2006/relationships/image" Target="../media/image43.wmf"/><Relationship Id="rId39" Type="http://schemas.openxmlformats.org/officeDocument/2006/relationships/oleObject" Target="../embeddings/oleObject103.bin"/><Relationship Id="rId38" Type="http://schemas.openxmlformats.org/officeDocument/2006/relationships/image" Target="../media/image68.wmf"/><Relationship Id="rId37" Type="http://schemas.openxmlformats.org/officeDocument/2006/relationships/oleObject" Target="../embeddings/oleObject102.bin"/><Relationship Id="rId36" Type="http://schemas.openxmlformats.org/officeDocument/2006/relationships/image" Target="../media/image67.wmf"/><Relationship Id="rId35" Type="http://schemas.openxmlformats.org/officeDocument/2006/relationships/oleObject" Target="../embeddings/oleObject101.bin"/><Relationship Id="rId34" Type="http://schemas.openxmlformats.org/officeDocument/2006/relationships/image" Target="../media/image66.wmf"/><Relationship Id="rId33" Type="http://schemas.openxmlformats.org/officeDocument/2006/relationships/oleObject" Target="../embeddings/oleObject100.bin"/><Relationship Id="rId32" Type="http://schemas.openxmlformats.org/officeDocument/2006/relationships/image" Target="../media/image65.wmf"/><Relationship Id="rId31" Type="http://schemas.openxmlformats.org/officeDocument/2006/relationships/oleObject" Target="../embeddings/oleObject99.bin"/><Relationship Id="rId30" Type="http://schemas.openxmlformats.org/officeDocument/2006/relationships/image" Target="../media/image64.wmf"/><Relationship Id="rId3" Type="http://schemas.openxmlformats.org/officeDocument/2006/relationships/oleObject" Target="../embeddings/oleObject84.bin"/><Relationship Id="rId29" Type="http://schemas.openxmlformats.org/officeDocument/2006/relationships/oleObject" Target="../embeddings/oleObject98.bin"/><Relationship Id="rId28" Type="http://schemas.openxmlformats.org/officeDocument/2006/relationships/image" Target="../media/image63.wmf"/><Relationship Id="rId27" Type="http://schemas.openxmlformats.org/officeDocument/2006/relationships/oleObject" Target="../embeddings/oleObject97.bin"/><Relationship Id="rId26" Type="http://schemas.openxmlformats.org/officeDocument/2006/relationships/image" Target="../media/image62.wmf"/><Relationship Id="rId25" Type="http://schemas.openxmlformats.org/officeDocument/2006/relationships/oleObject" Target="../embeddings/oleObject96.bin"/><Relationship Id="rId24" Type="http://schemas.openxmlformats.org/officeDocument/2006/relationships/image" Target="../media/image61.wmf"/><Relationship Id="rId23" Type="http://schemas.openxmlformats.org/officeDocument/2006/relationships/oleObject" Target="../embeddings/oleObject95.bin"/><Relationship Id="rId22" Type="http://schemas.openxmlformats.org/officeDocument/2006/relationships/image" Target="../media/image60.wmf"/><Relationship Id="rId21" Type="http://schemas.openxmlformats.org/officeDocument/2006/relationships/oleObject" Target="../embeddings/oleObject94.bin"/><Relationship Id="rId20" Type="http://schemas.openxmlformats.org/officeDocument/2006/relationships/image" Target="../media/image59.wmf"/><Relationship Id="rId2" Type="http://schemas.openxmlformats.org/officeDocument/2006/relationships/image" Target="../media/image42.wmf"/><Relationship Id="rId19" Type="http://schemas.openxmlformats.org/officeDocument/2006/relationships/oleObject" Target="../embeddings/oleObject93.bin"/><Relationship Id="rId18" Type="http://schemas.openxmlformats.org/officeDocument/2006/relationships/image" Target="../media/image58.wmf"/><Relationship Id="rId17" Type="http://schemas.openxmlformats.org/officeDocument/2006/relationships/oleObject" Target="../embeddings/oleObject92.bin"/><Relationship Id="rId16" Type="http://schemas.openxmlformats.org/officeDocument/2006/relationships/image" Target="../media/image57.wmf"/><Relationship Id="rId15" Type="http://schemas.openxmlformats.org/officeDocument/2006/relationships/oleObject" Target="../embeddings/oleObject91.bin"/><Relationship Id="rId14" Type="http://schemas.openxmlformats.org/officeDocument/2006/relationships/image" Target="../media/image56.wmf"/><Relationship Id="rId13" Type="http://schemas.openxmlformats.org/officeDocument/2006/relationships/oleObject" Target="../embeddings/oleObject90.bin"/><Relationship Id="rId12" Type="http://schemas.openxmlformats.org/officeDocument/2006/relationships/oleObject" Target="../embeddings/oleObject89.bin"/><Relationship Id="rId11" Type="http://schemas.openxmlformats.org/officeDocument/2006/relationships/image" Target="../media/image46.wmf"/><Relationship Id="rId10" Type="http://schemas.openxmlformats.org/officeDocument/2006/relationships/oleObject" Target="../embeddings/oleObject88.bin"/><Relationship Id="rId1" Type="http://schemas.openxmlformats.org/officeDocument/2006/relationships/oleObject" Target="../embeddings/oleObject83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22.xml"/><Relationship Id="rId8" Type="http://schemas.openxmlformats.org/officeDocument/2006/relationships/tags" Target="../tags/tag221.xml"/><Relationship Id="rId7" Type="http://schemas.openxmlformats.org/officeDocument/2006/relationships/tags" Target="../tags/tag220.xml"/><Relationship Id="rId6" Type="http://schemas.openxmlformats.org/officeDocument/2006/relationships/tags" Target="../tags/tag219.xml"/><Relationship Id="rId5" Type="http://schemas.openxmlformats.org/officeDocument/2006/relationships/tags" Target="../tags/tag218.xml"/><Relationship Id="rId4" Type="http://schemas.openxmlformats.org/officeDocument/2006/relationships/tags" Target="../tags/tag217.xml"/><Relationship Id="rId3" Type="http://schemas.openxmlformats.org/officeDocument/2006/relationships/tags" Target="../tags/tag216.xml"/><Relationship Id="rId2" Type="http://schemas.openxmlformats.org/officeDocument/2006/relationships/tags" Target="../tags/tag215.xml"/><Relationship Id="rId16" Type="http://schemas.openxmlformats.org/officeDocument/2006/relationships/slideLayout" Target="../slideLayouts/slideLayout6.xml"/><Relationship Id="rId15" Type="http://schemas.openxmlformats.org/officeDocument/2006/relationships/tags" Target="../tags/tag228.xml"/><Relationship Id="rId14" Type="http://schemas.openxmlformats.org/officeDocument/2006/relationships/tags" Target="../tags/tag227.xml"/><Relationship Id="rId13" Type="http://schemas.openxmlformats.org/officeDocument/2006/relationships/tags" Target="../tags/tag226.xml"/><Relationship Id="rId12" Type="http://schemas.openxmlformats.org/officeDocument/2006/relationships/tags" Target="../tags/tag225.xml"/><Relationship Id="rId11" Type="http://schemas.openxmlformats.org/officeDocument/2006/relationships/tags" Target="../tags/tag224.xml"/><Relationship Id="rId10" Type="http://schemas.openxmlformats.org/officeDocument/2006/relationships/tags" Target="../tags/tag223.xml"/><Relationship Id="rId1" Type="http://schemas.openxmlformats.org/officeDocument/2006/relationships/tags" Target="../tags/tag21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7" Type="http://schemas.openxmlformats.org/officeDocument/2006/relationships/tags" Target="../tags/tag235.xml"/><Relationship Id="rId6" Type="http://schemas.openxmlformats.org/officeDocument/2006/relationships/tags" Target="../tags/tag234.xml"/><Relationship Id="rId5" Type="http://schemas.openxmlformats.org/officeDocument/2006/relationships/tags" Target="../tags/tag233.xml"/><Relationship Id="rId4" Type="http://schemas.openxmlformats.org/officeDocument/2006/relationships/tags" Target="../tags/tag232.xml"/><Relationship Id="rId3" Type="http://schemas.openxmlformats.org/officeDocument/2006/relationships/tags" Target="../tags/tag231.xml"/><Relationship Id="rId2" Type="http://schemas.openxmlformats.org/officeDocument/2006/relationships/tags" Target="../tags/tag230.xml"/><Relationship Id="rId1" Type="http://schemas.openxmlformats.org/officeDocument/2006/relationships/tags" Target="../tags/tag229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237.xml"/><Relationship Id="rId1" Type="http://schemas.openxmlformats.org/officeDocument/2006/relationships/tags" Target="../tags/tag236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8.bin"/><Relationship Id="rId8" Type="http://schemas.openxmlformats.org/officeDocument/2006/relationships/image" Target="../media/image73.wmf"/><Relationship Id="rId7" Type="http://schemas.openxmlformats.org/officeDocument/2006/relationships/oleObject" Target="../embeddings/oleObject107.bin"/><Relationship Id="rId6" Type="http://schemas.openxmlformats.org/officeDocument/2006/relationships/tags" Target="../tags/tag243.xml"/><Relationship Id="rId5" Type="http://schemas.openxmlformats.org/officeDocument/2006/relationships/tags" Target="../tags/tag242.xml"/><Relationship Id="rId4" Type="http://schemas.openxmlformats.org/officeDocument/2006/relationships/tags" Target="../tags/tag241.xml"/><Relationship Id="rId3" Type="http://schemas.openxmlformats.org/officeDocument/2006/relationships/tags" Target="../tags/tag240.xml"/><Relationship Id="rId2" Type="http://schemas.openxmlformats.org/officeDocument/2006/relationships/tags" Target="../tags/tag239.xml"/><Relationship Id="rId15" Type="http://schemas.openxmlformats.org/officeDocument/2006/relationships/vmlDrawing" Target="../drawings/vmlDrawing7.vml"/><Relationship Id="rId14" Type="http://schemas.openxmlformats.org/officeDocument/2006/relationships/slideLayout" Target="../slideLayouts/slideLayout6.xml"/><Relationship Id="rId13" Type="http://schemas.openxmlformats.org/officeDocument/2006/relationships/tags" Target="../tags/tag244.xml"/><Relationship Id="rId12" Type="http://schemas.openxmlformats.org/officeDocument/2006/relationships/image" Target="../media/image75.wmf"/><Relationship Id="rId11" Type="http://schemas.openxmlformats.org/officeDocument/2006/relationships/oleObject" Target="../embeddings/oleObject109.bin"/><Relationship Id="rId10" Type="http://schemas.openxmlformats.org/officeDocument/2006/relationships/image" Target="../media/image74.wmf"/><Relationship Id="rId1" Type="http://schemas.openxmlformats.org/officeDocument/2006/relationships/tags" Target="../tags/tag238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8.v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247.xml"/><Relationship Id="rId4" Type="http://schemas.openxmlformats.org/officeDocument/2006/relationships/image" Target="../media/image74.wmf"/><Relationship Id="rId3" Type="http://schemas.openxmlformats.org/officeDocument/2006/relationships/oleObject" Target="../embeddings/oleObject110.bin"/><Relationship Id="rId2" Type="http://schemas.openxmlformats.org/officeDocument/2006/relationships/tags" Target="../tags/tag246.xml"/><Relationship Id="rId1" Type="http://schemas.openxmlformats.org/officeDocument/2006/relationships/tags" Target="../tags/tag245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5.bin"/><Relationship Id="rId8" Type="http://schemas.openxmlformats.org/officeDocument/2006/relationships/image" Target="../media/image79.wmf"/><Relationship Id="rId7" Type="http://schemas.openxmlformats.org/officeDocument/2006/relationships/oleObject" Target="../embeddings/oleObject114.bin"/><Relationship Id="rId6" Type="http://schemas.openxmlformats.org/officeDocument/2006/relationships/image" Target="../media/image78.wmf"/><Relationship Id="rId5" Type="http://schemas.openxmlformats.org/officeDocument/2006/relationships/oleObject" Target="../embeddings/oleObject113.bin"/><Relationship Id="rId4" Type="http://schemas.openxmlformats.org/officeDocument/2006/relationships/image" Target="../media/image77.wmf"/><Relationship Id="rId3" Type="http://schemas.openxmlformats.org/officeDocument/2006/relationships/oleObject" Target="../embeddings/oleObject112.bin"/><Relationship Id="rId23" Type="http://schemas.openxmlformats.org/officeDocument/2006/relationships/vmlDrawing" Target="../drawings/vmlDrawing9.vml"/><Relationship Id="rId22" Type="http://schemas.openxmlformats.org/officeDocument/2006/relationships/slideLayout" Target="../slideLayouts/slideLayout13.xml"/><Relationship Id="rId21" Type="http://schemas.openxmlformats.org/officeDocument/2006/relationships/tags" Target="../tags/tag248.xml"/><Relationship Id="rId20" Type="http://schemas.openxmlformats.org/officeDocument/2006/relationships/image" Target="../media/image84.wmf"/><Relationship Id="rId2" Type="http://schemas.openxmlformats.org/officeDocument/2006/relationships/image" Target="../media/image76.wmf"/><Relationship Id="rId19" Type="http://schemas.openxmlformats.org/officeDocument/2006/relationships/oleObject" Target="../embeddings/oleObject121.bin"/><Relationship Id="rId18" Type="http://schemas.openxmlformats.org/officeDocument/2006/relationships/image" Target="../media/image83.wmf"/><Relationship Id="rId17" Type="http://schemas.openxmlformats.org/officeDocument/2006/relationships/oleObject" Target="../embeddings/oleObject120.bin"/><Relationship Id="rId16" Type="http://schemas.openxmlformats.org/officeDocument/2006/relationships/image" Target="../media/image82.wmf"/><Relationship Id="rId15" Type="http://schemas.openxmlformats.org/officeDocument/2006/relationships/oleObject" Target="../embeddings/oleObject119.bin"/><Relationship Id="rId14" Type="http://schemas.openxmlformats.org/officeDocument/2006/relationships/oleObject" Target="../embeddings/oleObject118.bin"/><Relationship Id="rId13" Type="http://schemas.openxmlformats.org/officeDocument/2006/relationships/image" Target="../media/image81.wmf"/><Relationship Id="rId12" Type="http://schemas.openxmlformats.org/officeDocument/2006/relationships/oleObject" Target="../embeddings/oleObject117.bin"/><Relationship Id="rId11" Type="http://schemas.openxmlformats.org/officeDocument/2006/relationships/oleObject" Target="../embeddings/oleObject116.bin"/><Relationship Id="rId10" Type="http://schemas.openxmlformats.org/officeDocument/2006/relationships/image" Target="../media/image80.wmf"/><Relationship Id="rId1" Type="http://schemas.openxmlformats.org/officeDocument/2006/relationships/oleObject" Target="../embeddings/oleObject111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6.bin"/><Relationship Id="rId8" Type="http://schemas.openxmlformats.org/officeDocument/2006/relationships/image" Target="../media/image87.wmf"/><Relationship Id="rId7" Type="http://schemas.openxmlformats.org/officeDocument/2006/relationships/oleObject" Target="../embeddings/oleObject125.bin"/><Relationship Id="rId6" Type="http://schemas.openxmlformats.org/officeDocument/2006/relationships/image" Target="../media/image86.wmf"/><Relationship Id="rId5" Type="http://schemas.openxmlformats.org/officeDocument/2006/relationships/oleObject" Target="../embeddings/oleObject124.bin"/><Relationship Id="rId4" Type="http://schemas.openxmlformats.org/officeDocument/2006/relationships/image" Target="../media/image85.wmf"/><Relationship Id="rId39" Type="http://schemas.openxmlformats.org/officeDocument/2006/relationships/vmlDrawing" Target="../drawings/vmlDrawing10.vml"/><Relationship Id="rId38" Type="http://schemas.openxmlformats.org/officeDocument/2006/relationships/slideLayout" Target="../slideLayouts/slideLayout13.xml"/><Relationship Id="rId37" Type="http://schemas.openxmlformats.org/officeDocument/2006/relationships/tags" Target="../tags/tag249.xml"/><Relationship Id="rId36" Type="http://schemas.openxmlformats.org/officeDocument/2006/relationships/image" Target="../media/image100.wmf"/><Relationship Id="rId35" Type="http://schemas.openxmlformats.org/officeDocument/2006/relationships/oleObject" Target="../embeddings/oleObject139.bin"/><Relationship Id="rId34" Type="http://schemas.openxmlformats.org/officeDocument/2006/relationships/image" Target="../media/image99.wmf"/><Relationship Id="rId33" Type="http://schemas.openxmlformats.org/officeDocument/2006/relationships/oleObject" Target="../embeddings/oleObject138.bin"/><Relationship Id="rId32" Type="http://schemas.openxmlformats.org/officeDocument/2006/relationships/image" Target="../media/image98.wmf"/><Relationship Id="rId31" Type="http://schemas.openxmlformats.org/officeDocument/2006/relationships/oleObject" Target="../embeddings/oleObject137.bin"/><Relationship Id="rId30" Type="http://schemas.openxmlformats.org/officeDocument/2006/relationships/image" Target="../media/image97.wmf"/><Relationship Id="rId3" Type="http://schemas.openxmlformats.org/officeDocument/2006/relationships/oleObject" Target="../embeddings/oleObject123.bin"/><Relationship Id="rId29" Type="http://schemas.openxmlformats.org/officeDocument/2006/relationships/oleObject" Target="../embeddings/oleObject136.bin"/><Relationship Id="rId28" Type="http://schemas.openxmlformats.org/officeDocument/2006/relationships/image" Target="../media/image96.wmf"/><Relationship Id="rId27" Type="http://schemas.openxmlformats.org/officeDocument/2006/relationships/oleObject" Target="../embeddings/oleObject135.bin"/><Relationship Id="rId26" Type="http://schemas.openxmlformats.org/officeDocument/2006/relationships/image" Target="../media/image95.wmf"/><Relationship Id="rId25" Type="http://schemas.openxmlformats.org/officeDocument/2006/relationships/oleObject" Target="../embeddings/oleObject134.bin"/><Relationship Id="rId24" Type="http://schemas.openxmlformats.org/officeDocument/2006/relationships/image" Target="../media/image94.wmf"/><Relationship Id="rId23" Type="http://schemas.openxmlformats.org/officeDocument/2006/relationships/oleObject" Target="../embeddings/oleObject133.bin"/><Relationship Id="rId22" Type="http://schemas.openxmlformats.org/officeDocument/2006/relationships/image" Target="../media/image93.wmf"/><Relationship Id="rId21" Type="http://schemas.openxmlformats.org/officeDocument/2006/relationships/oleObject" Target="../embeddings/oleObject132.bin"/><Relationship Id="rId20" Type="http://schemas.openxmlformats.org/officeDocument/2006/relationships/image" Target="../media/image92.wmf"/><Relationship Id="rId2" Type="http://schemas.openxmlformats.org/officeDocument/2006/relationships/image" Target="../media/image83.wmf"/><Relationship Id="rId19" Type="http://schemas.openxmlformats.org/officeDocument/2006/relationships/oleObject" Target="../embeddings/oleObject131.bin"/><Relationship Id="rId18" Type="http://schemas.openxmlformats.org/officeDocument/2006/relationships/image" Target="../media/image91.wmf"/><Relationship Id="rId17" Type="http://schemas.openxmlformats.org/officeDocument/2006/relationships/oleObject" Target="../embeddings/oleObject130.bin"/><Relationship Id="rId16" Type="http://schemas.openxmlformats.org/officeDocument/2006/relationships/image" Target="../media/image90.wmf"/><Relationship Id="rId15" Type="http://schemas.openxmlformats.org/officeDocument/2006/relationships/oleObject" Target="../embeddings/oleObject129.bin"/><Relationship Id="rId14" Type="http://schemas.openxmlformats.org/officeDocument/2006/relationships/image" Target="../media/image89.wmf"/><Relationship Id="rId13" Type="http://schemas.openxmlformats.org/officeDocument/2006/relationships/oleObject" Target="../embeddings/oleObject128.bin"/><Relationship Id="rId12" Type="http://schemas.openxmlformats.org/officeDocument/2006/relationships/image" Target="../media/image88.wmf"/><Relationship Id="rId11" Type="http://schemas.openxmlformats.org/officeDocument/2006/relationships/oleObject" Target="../embeddings/oleObject127.bin"/><Relationship Id="rId10" Type="http://schemas.openxmlformats.org/officeDocument/2006/relationships/image" Target="../media/image84.wmf"/><Relationship Id="rId1" Type="http://schemas.openxmlformats.org/officeDocument/2006/relationships/oleObject" Target="../embeddings/oleObject122.bin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1.v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252.xml"/><Relationship Id="rId4" Type="http://schemas.openxmlformats.org/officeDocument/2006/relationships/image" Target="../media/image75.wmf"/><Relationship Id="rId3" Type="http://schemas.openxmlformats.org/officeDocument/2006/relationships/oleObject" Target="../embeddings/oleObject140.bin"/><Relationship Id="rId2" Type="http://schemas.openxmlformats.org/officeDocument/2006/relationships/tags" Target="../tags/tag251.xml"/><Relationship Id="rId1" Type="http://schemas.openxmlformats.org/officeDocument/2006/relationships/tags" Target="../tags/tag250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5.bin"/><Relationship Id="rId8" Type="http://schemas.openxmlformats.org/officeDocument/2006/relationships/image" Target="../media/image79.wmf"/><Relationship Id="rId7" Type="http://schemas.openxmlformats.org/officeDocument/2006/relationships/oleObject" Target="../embeddings/oleObject144.bin"/><Relationship Id="rId6" Type="http://schemas.openxmlformats.org/officeDocument/2006/relationships/image" Target="../media/image78.wmf"/><Relationship Id="rId5" Type="http://schemas.openxmlformats.org/officeDocument/2006/relationships/oleObject" Target="../embeddings/oleObject143.bin"/><Relationship Id="rId4" Type="http://schemas.openxmlformats.org/officeDocument/2006/relationships/image" Target="../media/image101.wmf"/><Relationship Id="rId3" Type="http://schemas.openxmlformats.org/officeDocument/2006/relationships/oleObject" Target="../embeddings/oleObject142.bin"/><Relationship Id="rId25" Type="http://schemas.openxmlformats.org/officeDocument/2006/relationships/notesSlide" Target="../notesSlides/notesSlide2.xml"/><Relationship Id="rId24" Type="http://schemas.openxmlformats.org/officeDocument/2006/relationships/vmlDrawing" Target="../drawings/vmlDrawing12.vml"/><Relationship Id="rId23" Type="http://schemas.openxmlformats.org/officeDocument/2006/relationships/slideLayout" Target="../slideLayouts/slideLayout13.xml"/><Relationship Id="rId22" Type="http://schemas.openxmlformats.org/officeDocument/2006/relationships/tags" Target="../tags/tag253.xml"/><Relationship Id="rId21" Type="http://schemas.openxmlformats.org/officeDocument/2006/relationships/image" Target="../media/image106.wmf"/><Relationship Id="rId20" Type="http://schemas.openxmlformats.org/officeDocument/2006/relationships/oleObject" Target="../embeddings/oleObject151.bin"/><Relationship Id="rId2" Type="http://schemas.openxmlformats.org/officeDocument/2006/relationships/image" Target="../media/image76.wmf"/><Relationship Id="rId19" Type="http://schemas.openxmlformats.org/officeDocument/2006/relationships/image" Target="../media/image105.wmf"/><Relationship Id="rId18" Type="http://schemas.openxmlformats.org/officeDocument/2006/relationships/oleObject" Target="../embeddings/oleObject150.bin"/><Relationship Id="rId17" Type="http://schemas.openxmlformats.org/officeDocument/2006/relationships/image" Target="../media/image104.wmf"/><Relationship Id="rId16" Type="http://schemas.openxmlformats.org/officeDocument/2006/relationships/oleObject" Target="../embeddings/oleObject149.bin"/><Relationship Id="rId15" Type="http://schemas.openxmlformats.org/officeDocument/2006/relationships/image" Target="../media/image103.wmf"/><Relationship Id="rId14" Type="http://schemas.openxmlformats.org/officeDocument/2006/relationships/oleObject" Target="../embeddings/oleObject148.bin"/><Relationship Id="rId13" Type="http://schemas.openxmlformats.org/officeDocument/2006/relationships/image" Target="../media/image81.wmf"/><Relationship Id="rId12" Type="http://schemas.openxmlformats.org/officeDocument/2006/relationships/oleObject" Target="../embeddings/oleObject147.bin"/><Relationship Id="rId11" Type="http://schemas.openxmlformats.org/officeDocument/2006/relationships/oleObject" Target="../embeddings/oleObject146.bin"/><Relationship Id="rId10" Type="http://schemas.openxmlformats.org/officeDocument/2006/relationships/image" Target="../media/image102.wmf"/><Relationship Id="rId1" Type="http://schemas.openxmlformats.org/officeDocument/2006/relationships/oleObject" Target="../embeddings/oleObject141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6.bin"/><Relationship Id="rId8" Type="http://schemas.openxmlformats.org/officeDocument/2006/relationships/image" Target="../media/image110.wmf"/><Relationship Id="rId7" Type="http://schemas.openxmlformats.org/officeDocument/2006/relationships/oleObject" Target="../embeddings/oleObject155.bin"/><Relationship Id="rId6" Type="http://schemas.openxmlformats.org/officeDocument/2006/relationships/image" Target="../media/image109.wmf"/><Relationship Id="rId5" Type="http://schemas.openxmlformats.org/officeDocument/2006/relationships/oleObject" Target="../embeddings/oleObject154.bin"/><Relationship Id="rId4" Type="http://schemas.openxmlformats.org/officeDocument/2006/relationships/image" Target="../media/image108.wmf"/><Relationship Id="rId34" Type="http://schemas.openxmlformats.org/officeDocument/2006/relationships/vmlDrawing" Target="../drawings/vmlDrawing13.vml"/><Relationship Id="rId33" Type="http://schemas.openxmlformats.org/officeDocument/2006/relationships/slideLayout" Target="../slideLayouts/slideLayout13.xml"/><Relationship Id="rId32" Type="http://schemas.openxmlformats.org/officeDocument/2006/relationships/tags" Target="../tags/tag254.xml"/><Relationship Id="rId31" Type="http://schemas.openxmlformats.org/officeDocument/2006/relationships/image" Target="../media/image118.wmf"/><Relationship Id="rId30" Type="http://schemas.openxmlformats.org/officeDocument/2006/relationships/oleObject" Target="../embeddings/oleObject167.bin"/><Relationship Id="rId3" Type="http://schemas.openxmlformats.org/officeDocument/2006/relationships/oleObject" Target="../embeddings/oleObject153.bin"/><Relationship Id="rId29" Type="http://schemas.openxmlformats.org/officeDocument/2006/relationships/image" Target="../media/image117.wmf"/><Relationship Id="rId28" Type="http://schemas.openxmlformats.org/officeDocument/2006/relationships/oleObject" Target="../embeddings/oleObject166.bin"/><Relationship Id="rId27" Type="http://schemas.openxmlformats.org/officeDocument/2006/relationships/oleObject" Target="../embeddings/oleObject165.bin"/><Relationship Id="rId26" Type="http://schemas.openxmlformats.org/officeDocument/2006/relationships/image" Target="../media/image116.wmf"/><Relationship Id="rId25" Type="http://schemas.openxmlformats.org/officeDocument/2006/relationships/oleObject" Target="../embeddings/oleObject164.bin"/><Relationship Id="rId24" Type="http://schemas.openxmlformats.org/officeDocument/2006/relationships/image" Target="../media/image115.wmf"/><Relationship Id="rId23" Type="http://schemas.openxmlformats.org/officeDocument/2006/relationships/oleObject" Target="../embeddings/oleObject163.bin"/><Relationship Id="rId22" Type="http://schemas.openxmlformats.org/officeDocument/2006/relationships/image" Target="../media/image114.wmf"/><Relationship Id="rId21" Type="http://schemas.openxmlformats.org/officeDocument/2006/relationships/oleObject" Target="../embeddings/oleObject162.bin"/><Relationship Id="rId20" Type="http://schemas.openxmlformats.org/officeDocument/2006/relationships/image" Target="../media/image113.wmf"/><Relationship Id="rId2" Type="http://schemas.openxmlformats.org/officeDocument/2006/relationships/image" Target="../media/image107.wmf"/><Relationship Id="rId19" Type="http://schemas.openxmlformats.org/officeDocument/2006/relationships/oleObject" Target="../embeddings/oleObject161.bin"/><Relationship Id="rId18" Type="http://schemas.openxmlformats.org/officeDocument/2006/relationships/image" Target="../media/image112.wmf"/><Relationship Id="rId17" Type="http://schemas.openxmlformats.org/officeDocument/2006/relationships/oleObject" Target="../embeddings/oleObject160.bin"/><Relationship Id="rId16" Type="http://schemas.openxmlformats.org/officeDocument/2006/relationships/image" Target="../media/image94.wmf"/><Relationship Id="rId15" Type="http://schemas.openxmlformats.org/officeDocument/2006/relationships/oleObject" Target="../embeddings/oleObject159.bin"/><Relationship Id="rId14" Type="http://schemas.openxmlformats.org/officeDocument/2006/relationships/image" Target="../media/image91.wmf"/><Relationship Id="rId13" Type="http://schemas.openxmlformats.org/officeDocument/2006/relationships/oleObject" Target="../embeddings/oleObject158.bin"/><Relationship Id="rId12" Type="http://schemas.openxmlformats.org/officeDocument/2006/relationships/image" Target="../media/image90.wmf"/><Relationship Id="rId11" Type="http://schemas.openxmlformats.org/officeDocument/2006/relationships/oleObject" Target="../embeddings/oleObject157.bin"/><Relationship Id="rId10" Type="http://schemas.openxmlformats.org/officeDocument/2006/relationships/image" Target="../media/image111.wmf"/><Relationship Id="rId1" Type="http://schemas.openxmlformats.org/officeDocument/2006/relationships/oleObject" Target="../embeddings/oleObject152.bin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4.v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257.xml"/><Relationship Id="rId4" Type="http://schemas.openxmlformats.org/officeDocument/2006/relationships/image" Target="../media/image73.wmf"/><Relationship Id="rId3" Type="http://schemas.openxmlformats.org/officeDocument/2006/relationships/oleObject" Target="../embeddings/oleObject168.bin"/><Relationship Id="rId2" Type="http://schemas.openxmlformats.org/officeDocument/2006/relationships/tags" Target="../tags/tag256.xml"/><Relationship Id="rId1" Type="http://schemas.openxmlformats.org/officeDocument/2006/relationships/tags" Target="../tags/tag255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3.bin"/><Relationship Id="rId8" Type="http://schemas.openxmlformats.org/officeDocument/2006/relationships/image" Target="../media/image122.wmf"/><Relationship Id="rId7" Type="http://schemas.openxmlformats.org/officeDocument/2006/relationships/oleObject" Target="../embeddings/oleObject172.bin"/><Relationship Id="rId6" Type="http://schemas.openxmlformats.org/officeDocument/2006/relationships/image" Target="../media/image121.wmf"/><Relationship Id="rId5" Type="http://schemas.openxmlformats.org/officeDocument/2006/relationships/oleObject" Target="../embeddings/oleObject171.bin"/><Relationship Id="rId44" Type="http://schemas.openxmlformats.org/officeDocument/2006/relationships/vmlDrawing" Target="../drawings/vmlDrawing15.vml"/><Relationship Id="rId43" Type="http://schemas.openxmlformats.org/officeDocument/2006/relationships/slideLayout" Target="../slideLayouts/slideLayout13.xml"/><Relationship Id="rId42" Type="http://schemas.openxmlformats.org/officeDocument/2006/relationships/tags" Target="../tags/tag258.xml"/><Relationship Id="rId41" Type="http://schemas.openxmlformats.org/officeDocument/2006/relationships/image" Target="../media/image137.wmf"/><Relationship Id="rId40" Type="http://schemas.openxmlformats.org/officeDocument/2006/relationships/oleObject" Target="../embeddings/oleObject189.bin"/><Relationship Id="rId4" Type="http://schemas.openxmlformats.org/officeDocument/2006/relationships/image" Target="../media/image120.wmf"/><Relationship Id="rId39" Type="http://schemas.openxmlformats.org/officeDocument/2006/relationships/image" Target="../media/image136.wmf"/><Relationship Id="rId38" Type="http://schemas.openxmlformats.org/officeDocument/2006/relationships/oleObject" Target="../embeddings/oleObject188.bin"/><Relationship Id="rId37" Type="http://schemas.openxmlformats.org/officeDocument/2006/relationships/oleObject" Target="../embeddings/oleObject187.bin"/><Relationship Id="rId36" Type="http://schemas.openxmlformats.org/officeDocument/2006/relationships/image" Target="../media/image135.wmf"/><Relationship Id="rId35" Type="http://schemas.openxmlformats.org/officeDocument/2006/relationships/oleObject" Target="../embeddings/oleObject186.bin"/><Relationship Id="rId34" Type="http://schemas.openxmlformats.org/officeDocument/2006/relationships/oleObject" Target="../embeddings/oleObject185.bin"/><Relationship Id="rId33" Type="http://schemas.openxmlformats.org/officeDocument/2006/relationships/image" Target="../media/image134.wmf"/><Relationship Id="rId32" Type="http://schemas.openxmlformats.org/officeDocument/2006/relationships/oleObject" Target="../embeddings/oleObject184.bin"/><Relationship Id="rId31" Type="http://schemas.openxmlformats.org/officeDocument/2006/relationships/image" Target="../media/image133.wmf"/><Relationship Id="rId30" Type="http://schemas.openxmlformats.org/officeDocument/2006/relationships/oleObject" Target="../embeddings/oleObject183.bin"/><Relationship Id="rId3" Type="http://schemas.openxmlformats.org/officeDocument/2006/relationships/oleObject" Target="../embeddings/oleObject170.bin"/><Relationship Id="rId29" Type="http://schemas.openxmlformats.org/officeDocument/2006/relationships/image" Target="../media/image132.wmf"/><Relationship Id="rId28" Type="http://schemas.openxmlformats.org/officeDocument/2006/relationships/oleObject" Target="../embeddings/oleObject182.bin"/><Relationship Id="rId27" Type="http://schemas.openxmlformats.org/officeDocument/2006/relationships/image" Target="../media/image131.wmf"/><Relationship Id="rId26" Type="http://schemas.openxmlformats.org/officeDocument/2006/relationships/oleObject" Target="../embeddings/oleObject181.bin"/><Relationship Id="rId25" Type="http://schemas.openxmlformats.org/officeDocument/2006/relationships/image" Target="../media/image130.wmf"/><Relationship Id="rId24" Type="http://schemas.openxmlformats.org/officeDocument/2006/relationships/oleObject" Target="../embeddings/oleObject180.bin"/><Relationship Id="rId23" Type="http://schemas.openxmlformats.org/officeDocument/2006/relationships/image" Target="../media/image129.wmf"/><Relationship Id="rId22" Type="http://schemas.openxmlformats.org/officeDocument/2006/relationships/oleObject" Target="../embeddings/oleObject179.bin"/><Relationship Id="rId21" Type="http://schemas.openxmlformats.org/officeDocument/2006/relationships/image" Target="../media/image128.wmf"/><Relationship Id="rId20" Type="http://schemas.openxmlformats.org/officeDocument/2006/relationships/oleObject" Target="../embeddings/oleObject178.bin"/><Relationship Id="rId2" Type="http://schemas.openxmlformats.org/officeDocument/2006/relationships/image" Target="../media/image119.wmf"/><Relationship Id="rId19" Type="http://schemas.openxmlformats.org/officeDocument/2006/relationships/image" Target="../media/image127.jpeg"/><Relationship Id="rId18" Type="http://schemas.openxmlformats.org/officeDocument/2006/relationships/image" Target="../media/image73.wmf"/><Relationship Id="rId17" Type="http://schemas.openxmlformats.org/officeDocument/2006/relationships/oleObject" Target="../embeddings/oleObject177.bin"/><Relationship Id="rId16" Type="http://schemas.openxmlformats.org/officeDocument/2006/relationships/image" Target="../media/image126.wmf"/><Relationship Id="rId15" Type="http://schemas.openxmlformats.org/officeDocument/2006/relationships/oleObject" Target="../embeddings/oleObject176.bin"/><Relationship Id="rId14" Type="http://schemas.openxmlformats.org/officeDocument/2006/relationships/image" Target="../media/image125.wmf"/><Relationship Id="rId13" Type="http://schemas.openxmlformats.org/officeDocument/2006/relationships/oleObject" Target="../embeddings/oleObject175.bin"/><Relationship Id="rId12" Type="http://schemas.openxmlformats.org/officeDocument/2006/relationships/image" Target="../media/image124.wmf"/><Relationship Id="rId11" Type="http://schemas.openxmlformats.org/officeDocument/2006/relationships/oleObject" Target="../embeddings/oleObject174.bin"/><Relationship Id="rId10" Type="http://schemas.openxmlformats.org/officeDocument/2006/relationships/image" Target="../media/image123.wmf"/><Relationship Id="rId1" Type="http://schemas.openxmlformats.org/officeDocument/2006/relationships/oleObject" Target="../embeddings/oleObject169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4.bin"/><Relationship Id="rId8" Type="http://schemas.openxmlformats.org/officeDocument/2006/relationships/image" Target="../media/image132.wmf"/><Relationship Id="rId7" Type="http://schemas.openxmlformats.org/officeDocument/2006/relationships/oleObject" Target="../embeddings/oleObject193.bin"/><Relationship Id="rId6" Type="http://schemas.openxmlformats.org/officeDocument/2006/relationships/image" Target="../media/image131.wmf"/><Relationship Id="rId5" Type="http://schemas.openxmlformats.org/officeDocument/2006/relationships/oleObject" Target="../embeddings/oleObject192.bin"/><Relationship Id="rId49" Type="http://schemas.openxmlformats.org/officeDocument/2006/relationships/vmlDrawing" Target="../drawings/vmlDrawing16.vml"/><Relationship Id="rId48" Type="http://schemas.openxmlformats.org/officeDocument/2006/relationships/slideLayout" Target="../slideLayouts/slideLayout13.xml"/><Relationship Id="rId47" Type="http://schemas.openxmlformats.org/officeDocument/2006/relationships/tags" Target="../tags/tag259.xml"/><Relationship Id="rId46" Type="http://schemas.openxmlformats.org/officeDocument/2006/relationships/image" Target="../media/image152.wmf"/><Relationship Id="rId45" Type="http://schemas.openxmlformats.org/officeDocument/2006/relationships/oleObject" Target="../embeddings/oleObject212.bin"/><Relationship Id="rId44" Type="http://schemas.openxmlformats.org/officeDocument/2006/relationships/image" Target="../media/image151.wmf"/><Relationship Id="rId43" Type="http://schemas.openxmlformats.org/officeDocument/2006/relationships/oleObject" Target="../embeddings/oleObject211.bin"/><Relationship Id="rId42" Type="http://schemas.openxmlformats.org/officeDocument/2006/relationships/image" Target="../media/image150.wmf"/><Relationship Id="rId41" Type="http://schemas.openxmlformats.org/officeDocument/2006/relationships/oleObject" Target="../embeddings/oleObject210.bin"/><Relationship Id="rId40" Type="http://schemas.openxmlformats.org/officeDocument/2006/relationships/image" Target="../media/image149.wmf"/><Relationship Id="rId4" Type="http://schemas.openxmlformats.org/officeDocument/2006/relationships/image" Target="../media/image130.wmf"/><Relationship Id="rId39" Type="http://schemas.openxmlformats.org/officeDocument/2006/relationships/oleObject" Target="../embeddings/oleObject209.bin"/><Relationship Id="rId38" Type="http://schemas.openxmlformats.org/officeDocument/2006/relationships/image" Target="../media/image148.wmf"/><Relationship Id="rId37" Type="http://schemas.openxmlformats.org/officeDocument/2006/relationships/oleObject" Target="../embeddings/oleObject208.bin"/><Relationship Id="rId36" Type="http://schemas.openxmlformats.org/officeDocument/2006/relationships/image" Target="../media/image147.wmf"/><Relationship Id="rId35" Type="http://schemas.openxmlformats.org/officeDocument/2006/relationships/oleObject" Target="../embeddings/oleObject207.bin"/><Relationship Id="rId34" Type="http://schemas.openxmlformats.org/officeDocument/2006/relationships/image" Target="../media/image146.wmf"/><Relationship Id="rId33" Type="http://schemas.openxmlformats.org/officeDocument/2006/relationships/oleObject" Target="../embeddings/oleObject206.bin"/><Relationship Id="rId32" Type="http://schemas.openxmlformats.org/officeDocument/2006/relationships/image" Target="../media/image145.wmf"/><Relationship Id="rId31" Type="http://schemas.openxmlformats.org/officeDocument/2006/relationships/oleObject" Target="../embeddings/oleObject205.bin"/><Relationship Id="rId30" Type="http://schemas.openxmlformats.org/officeDocument/2006/relationships/image" Target="../media/image144.wmf"/><Relationship Id="rId3" Type="http://schemas.openxmlformats.org/officeDocument/2006/relationships/oleObject" Target="../embeddings/oleObject191.bin"/><Relationship Id="rId29" Type="http://schemas.openxmlformats.org/officeDocument/2006/relationships/oleObject" Target="../embeddings/oleObject204.bin"/><Relationship Id="rId28" Type="http://schemas.openxmlformats.org/officeDocument/2006/relationships/image" Target="../media/image143.wmf"/><Relationship Id="rId27" Type="http://schemas.openxmlformats.org/officeDocument/2006/relationships/oleObject" Target="../embeddings/oleObject203.bin"/><Relationship Id="rId26" Type="http://schemas.openxmlformats.org/officeDocument/2006/relationships/image" Target="../media/image142.wmf"/><Relationship Id="rId25" Type="http://schemas.openxmlformats.org/officeDocument/2006/relationships/oleObject" Target="../embeddings/oleObject202.bin"/><Relationship Id="rId24" Type="http://schemas.openxmlformats.org/officeDocument/2006/relationships/image" Target="../media/image141.wmf"/><Relationship Id="rId23" Type="http://schemas.openxmlformats.org/officeDocument/2006/relationships/oleObject" Target="../embeddings/oleObject201.bin"/><Relationship Id="rId22" Type="http://schemas.openxmlformats.org/officeDocument/2006/relationships/image" Target="../media/image140.wmf"/><Relationship Id="rId21" Type="http://schemas.openxmlformats.org/officeDocument/2006/relationships/oleObject" Target="../embeddings/oleObject200.bin"/><Relationship Id="rId20" Type="http://schemas.openxmlformats.org/officeDocument/2006/relationships/image" Target="../media/image139.wmf"/><Relationship Id="rId2" Type="http://schemas.openxmlformats.org/officeDocument/2006/relationships/image" Target="../media/image129.wmf"/><Relationship Id="rId19" Type="http://schemas.openxmlformats.org/officeDocument/2006/relationships/oleObject" Target="../embeddings/oleObject199.bin"/><Relationship Id="rId18" Type="http://schemas.openxmlformats.org/officeDocument/2006/relationships/image" Target="../media/image126.wmf"/><Relationship Id="rId17" Type="http://schemas.openxmlformats.org/officeDocument/2006/relationships/oleObject" Target="../embeddings/oleObject198.bin"/><Relationship Id="rId16" Type="http://schemas.openxmlformats.org/officeDocument/2006/relationships/image" Target="../media/image138.wmf"/><Relationship Id="rId15" Type="http://schemas.openxmlformats.org/officeDocument/2006/relationships/oleObject" Target="../embeddings/oleObject197.bin"/><Relationship Id="rId14" Type="http://schemas.openxmlformats.org/officeDocument/2006/relationships/image" Target="../media/image122.wmf"/><Relationship Id="rId13" Type="http://schemas.openxmlformats.org/officeDocument/2006/relationships/oleObject" Target="../embeddings/oleObject196.bin"/><Relationship Id="rId12" Type="http://schemas.openxmlformats.org/officeDocument/2006/relationships/image" Target="../media/image134.wmf"/><Relationship Id="rId11" Type="http://schemas.openxmlformats.org/officeDocument/2006/relationships/oleObject" Target="../embeddings/oleObject195.bin"/><Relationship Id="rId10" Type="http://schemas.openxmlformats.org/officeDocument/2006/relationships/image" Target="../media/image133.wmf"/><Relationship Id="rId1" Type="http://schemas.openxmlformats.org/officeDocument/2006/relationships/oleObject" Target="../embeddings/oleObject190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7" Type="http://schemas.openxmlformats.org/officeDocument/2006/relationships/tags" Target="../tags/tag266.xml"/><Relationship Id="rId6" Type="http://schemas.openxmlformats.org/officeDocument/2006/relationships/tags" Target="../tags/tag265.xml"/><Relationship Id="rId5" Type="http://schemas.openxmlformats.org/officeDocument/2006/relationships/tags" Target="../tags/tag264.xml"/><Relationship Id="rId4" Type="http://schemas.openxmlformats.org/officeDocument/2006/relationships/tags" Target="../tags/tag263.xml"/><Relationship Id="rId3" Type="http://schemas.openxmlformats.org/officeDocument/2006/relationships/tags" Target="../tags/tag262.xml"/><Relationship Id="rId2" Type="http://schemas.openxmlformats.org/officeDocument/2006/relationships/tags" Target="../tags/tag261.xml"/><Relationship Id="rId1" Type="http://schemas.openxmlformats.org/officeDocument/2006/relationships/tags" Target="../tags/tag2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七角星 59"/>
          <p:cNvSpPr/>
          <p:nvPr/>
        </p:nvSpPr>
        <p:spPr>
          <a:xfrm>
            <a:off x="885266" y="1517896"/>
            <a:ext cx="914400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注</a:t>
            </a:r>
            <a:endParaRPr lang="zh-CN" altLang="en-US" sz="2800" dirty="0" smtClean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26" name="Object 18"/>
          <p:cNvGraphicFramePr>
            <a:graphicFrameLocks noChangeAspect="1"/>
          </p:cNvGraphicFramePr>
          <p:nvPr/>
        </p:nvGraphicFramePr>
        <p:xfrm>
          <a:off x="2002155" y="1501458"/>
          <a:ext cx="1949450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" name="Equation" r:id="rId1" imgW="862965" imgH="419100" progId="Equation.DSMT4">
                  <p:embed/>
                </p:oleObj>
              </mc:Choice>
              <mc:Fallback>
                <p:oleObj name="Equation" r:id="rId1" imgW="862965" imgH="419100" progId="Equation.DSMT4">
                  <p:embed/>
                  <p:pic>
                    <p:nvPicPr>
                      <p:cNvPr id="0" name="图片 13313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02155" y="1501458"/>
                        <a:ext cx="1949450" cy="11398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8"/>
          <p:cNvGraphicFramePr>
            <a:graphicFrameLocks noChangeAspect="1"/>
          </p:cNvGraphicFramePr>
          <p:nvPr/>
        </p:nvGraphicFramePr>
        <p:xfrm>
          <a:off x="4228465" y="1776096"/>
          <a:ext cx="37338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" name="Equation" r:id="rId3" imgW="165100" imgH="228600" progId="Equation.DSMT4">
                  <p:embed/>
                </p:oleObj>
              </mc:Choice>
              <mc:Fallback>
                <p:oleObj name="Equation" r:id="rId3" imgW="165100" imgH="228600" progId="Equation.DSMT4">
                  <p:embed/>
                  <p:pic>
                    <p:nvPicPr>
                      <p:cNvPr id="0" name="图片 1331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28465" y="1776096"/>
                        <a:ext cx="373380" cy="622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文本框 2"/>
          <p:cNvSpPr txBox="1"/>
          <p:nvPr/>
        </p:nvSpPr>
        <p:spPr>
          <a:xfrm>
            <a:off x="4601845" y="1776095"/>
            <a:ext cx="8940165" cy="591185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32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是分母的</a:t>
            </a:r>
            <a:r>
              <a:rPr lang="en-US" altLang="zh-CN" sz="32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n</a:t>
            </a:r>
            <a:r>
              <a:rPr lang="zh-CN" altLang="en-US" sz="32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阶零点，是分子的</a:t>
            </a:r>
            <a:r>
              <a:rPr lang="en-US" altLang="zh-CN" sz="32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m</a:t>
            </a:r>
            <a:r>
              <a:rPr lang="zh-CN" altLang="en-US" sz="32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阶零点，则</a:t>
            </a:r>
            <a:endParaRPr lang="zh-CN" altLang="en-US" sz="32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1" name="Object 18"/>
          <p:cNvGraphicFramePr>
            <a:graphicFrameLocks noChangeAspect="1"/>
          </p:cNvGraphicFramePr>
          <p:nvPr/>
        </p:nvGraphicFramePr>
        <p:xfrm>
          <a:off x="1343343" y="2812098"/>
          <a:ext cx="946785" cy="518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" name="Equation" r:id="rId5" imgW="419100" imgH="190500" progId="Equation.DSMT4">
                  <p:embed/>
                </p:oleObj>
              </mc:Choice>
              <mc:Fallback>
                <p:oleObj name="Equation" r:id="rId5" imgW="419100" imgH="190500" progId="Equation.DSMT4">
                  <p:embed/>
                  <p:pic>
                    <p:nvPicPr>
                      <p:cNvPr id="0" name="图片 13313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43343" y="2812098"/>
                        <a:ext cx="946785" cy="5187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18"/>
          <p:cNvGraphicFramePr>
            <a:graphicFrameLocks noChangeAspect="1"/>
          </p:cNvGraphicFramePr>
          <p:nvPr/>
        </p:nvGraphicFramePr>
        <p:xfrm>
          <a:off x="2696845" y="2760981"/>
          <a:ext cx="37338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" name="Equation" r:id="rId7" imgW="165100" imgH="228600" progId="Equation.DSMT4">
                  <p:embed/>
                </p:oleObj>
              </mc:Choice>
              <mc:Fallback>
                <p:oleObj name="Equation" r:id="rId7" imgW="165100" imgH="228600" progId="Equation.DSMT4">
                  <p:embed/>
                  <p:pic>
                    <p:nvPicPr>
                      <p:cNvPr id="0" name="图片 1331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96845" y="2760981"/>
                        <a:ext cx="373380" cy="622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文本框 2"/>
          <p:cNvSpPr txBox="1"/>
          <p:nvPr/>
        </p:nvSpPr>
        <p:spPr>
          <a:xfrm>
            <a:off x="2955925" y="2773045"/>
            <a:ext cx="3530600" cy="591185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32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是</a:t>
            </a:r>
            <a:r>
              <a:rPr lang="en-US" altLang="zh-CN" sz="3200" i="1" dirty="0" smtClean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</a:rPr>
              <a:t>f(z)</a:t>
            </a:r>
            <a:r>
              <a:rPr lang="zh-CN" altLang="en-US" sz="32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的可去奇点；</a:t>
            </a:r>
            <a:endParaRPr lang="zh-CN" altLang="en-US" sz="32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6" name="Object 18"/>
          <p:cNvGraphicFramePr>
            <a:graphicFrameLocks noChangeAspect="1"/>
          </p:cNvGraphicFramePr>
          <p:nvPr/>
        </p:nvGraphicFramePr>
        <p:xfrm>
          <a:off x="6486208" y="2843213"/>
          <a:ext cx="946785" cy="450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" name="Equation" r:id="rId8" imgW="419100" imgH="165100" progId="Equation.DSMT4">
                  <p:embed/>
                </p:oleObj>
              </mc:Choice>
              <mc:Fallback>
                <p:oleObj name="Equation" r:id="rId8" imgW="419100" imgH="165100" progId="Equation.DSMT4">
                  <p:embed/>
                  <p:pic>
                    <p:nvPicPr>
                      <p:cNvPr id="0" name="图片 13313"/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486208" y="2843213"/>
                        <a:ext cx="946785" cy="4502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18"/>
          <p:cNvGraphicFramePr>
            <a:graphicFrameLocks noChangeAspect="1"/>
          </p:cNvGraphicFramePr>
          <p:nvPr/>
        </p:nvGraphicFramePr>
        <p:xfrm>
          <a:off x="7666355" y="2708911"/>
          <a:ext cx="37338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" name="Equation" r:id="rId10" imgW="165100" imgH="228600" progId="Equation.DSMT4">
                  <p:embed/>
                </p:oleObj>
              </mc:Choice>
              <mc:Fallback>
                <p:oleObj name="Equation" r:id="rId10" imgW="165100" imgH="228600" progId="Equation.DSMT4">
                  <p:embed/>
                  <p:pic>
                    <p:nvPicPr>
                      <p:cNvPr id="0" name="图片 1331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66355" y="2708911"/>
                        <a:ext cx="373380" cy="622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文本框 2"/>
          <p:cNvSpPr txBox="1"/>
          <p:nvPr/>
        </p:nvSpPr>
        <p:spPr>
          <a:xfrm>
            <a:off x="8039735" y="2702560"/>
            <a:ext cx="4413250" cy="591185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32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是</a:t>
            </a:r>
            <a:r>
              <a:rPr lang="en-US" altLang="zh-CN" sz="3200" i="1" dirty="0" smtClean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</a:rPr>
              <a:t>f(z)</a:t>
            </a:r>
            <a:r>
              <a:rPr lang="zh-CN" altLang="en-US" sz="32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</a:t>
            </a:r>
            <a:r>
              <a:rPr lang="en-US" altLang="zh-CN" sz="3200" i="1" dirty="0" smtClean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</a:rPr>
              <a:t>n-m</a:t>
            </a:r>
            <a:r>
              <a:rPr lang="zh-CN" altLang="en-US" sz="32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级极点。</a:t>
            </a:r>
            <a:endParaRPr lang="zh-CN" altLang="en-US" sz="32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2" name="TextBox 37"/>
          <p:cNvSpPr txBox="1"/>
          <p:nvPr/>
        </p:nvSpPr>
        <p:spPr>
          <a:xfrm>
            <a:off x="1565275" y="4040505"/>
            <a:ext cx="725170" cy="52197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p>
            <a:r>
              <a:rPr lang="zh-CN" altLang="en-US" sz="2800" b="1" dirty="0" smtClean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例，</a:t>
            </a:r>
            <a:r>
              <a:rPr lang="en-US" altLang="zh-CN" sz="2800" b="1" dirty="0" smtClean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en-US" altLang="zh-CN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endParaRPr lang="zh-CN" altLang="en-US" sz="2800" b="1" i="1" u="sng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5" name="对象 1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376170" y="5409565"/>
          <a:ext cx="3696970" cy="1119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" r:id="rId11" imgW="1384300" imgH="419100" progId="Equation.KSEE3">
                  <p:embed/>
                </p:oleObj>
              </mc:Choice>
              <mc:Fallback>
                <p:oleObj name="" r:id="rId11" imgW="1384300" imgH="419100" progId="Equation.KSEE3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76170" y="5409565"/>
                        <a:ext cx="3696970" cy="1119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2"/>
          <p:cNvSpPr txBox="1"/>
          <p:nvPr/>
        </p:nvSpPr>
        <p:spPr>
          <a:xfrm>
            <a:off x="6370320" y="5663565"/>
            <a:ext cx="4156710" cy="591185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en-US" sz="32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z=0</a:t>
            </a:r>
            <a:r>
              <a:rPr lang="zh-CN" altLang="en-US" sz="32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函数的</a:t>
            </a:r>
            <a:r>
              <a:rPr lang="zh-CN" altLang="en-US" sz="32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一级极点；</a:t>
            </a:r>
            <a:endParaRPr lang="zh-CN" altLang="en-US" sz="32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文本框 2"/>
          <p:cNvSpPr txBox="1"/>
          <p:nvPr/>
        </p:nvSpPr>
        <p:spPr>
          <a:xfrm>
            <a:off x="6370320" y="7018020"/>
            <a:ext cx="5896610" cy="591185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en-US" sz="32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z=0</a:t>
            </a:r>
            <a:r>
              <a:rPr lang="zh-CN" altLang="en-US" sz="32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函数的可去奇点</a:t>
            </a:r>
            <a:r>
              <a:rPr lang="en-US" altLang="zh-CN" sz="32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</a:t>
            </a:r>
            <a:endParaRPr lang="en-US" altLang="zh-CN" sz="32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0" name="对象 1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591118" y="3914140"/>
          <a:ext cx="2272665" cy="1119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" r:id="rId13" imgW="850900" imgH="419100" progId="Equation.KSEE3">
                  <p:embed/>
                </p:oleObj>
              </mc:Choice>
              <mc:Fallback>
                <p:oleObj name="" r:id="rId13" imgW="850900" imgH="419100" progId="Equation.KSEE3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591118" y="3914140"/>
                        <a:ext cx="2272665" cy="1119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文本框 2"/>
          <p:cNvSpPr txBox="1"/>
          <p:nvPr/>
        </p:nvSpPr>
        <p:spPr>
          <a:xfrm>
            <a:off x="5266690" y="4227830"/>
            <a:ext cx="5896610" cy="591185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en-US" sz="32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z=0</a:t>
            </a:r>
            <a:r>
              <a:rPr lang="zh-CN" altLang="en-US" sz="32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函数的</a:t>
            </a:r>
            <a:r>
              <a:rPr lang="zh-CN" altLang="en-US" sz="32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二级极点；</a:t>
            </a:r>
            <a:endParaRPr lang="zh-CN" altLang="en-US" sz="32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43" name="对象 4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681288" y="6826250"/>
          <a:ext cx="2651760" cy="1027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" r:id="rId15" imgW="1016000" imgH="393700" progId="Equation.KSEE3">
                  <p:embed/>
                </p:oleObj>
              </mc:Choice>
              <mc:Fallback>
                <p:oleObj name="" r:id="rId15" imgW="1016000" imgH="393700" progId="Equation.KSEE3">
                  <p:embed/>
                  <p:pic>
                    <p:nvPicPr>
                      <p:cNvPr id="0" name="图片 1027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681288" y="6826250"/>
                        <a:ext cx="2651760" cy="10274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bldLvl="0" animBg="1"/>
      <p:bldP spid="30" grpId="0"/>
      <p:bldP spid="35" grpId="0"/>
      <p:bldP spid="40" grpId="0"/>
      <p:bldP spid="42" grpId="0" bldLvl="0" animBg="1"/>
      <p:bldP spid="22" grpId="0"/>
      <p:bldP spid="17" grpId="0"/>
      <p:bldP spid="1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矩形 63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95" name="对象 9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053908" y="6259830"/>
          <a:ext cx="4885055" cy="1052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" name="" r:id="rId1" imgW="1828800" imgH="393700" progId="Equation.KSEE3">
                  <p:embed/>
                </p:oleObj>
              </mc:Choice>
              <mc:Fallback>
                <p:oleObj name="" r:id="rId1" imgW="1828800" imgH="393700" progId="Equation.KSEE3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53908" y="6259830"/>
                        <a:ext cx="4885055" cy="10521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1044575" y="609071"/>
            <a:ext cx="33909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 </a:t>
            </a: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可去奇点的留数</a:t>
            </a:r>
            <a:endParaRPr lang="zh-CN" altLang="en-US" sz="2800" b="1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1457960" y="1258570"/>
            <a:ext cx="6475095" cy="795020"/>
            <a:chOff x="2361" y="2271"/>
            <a:chExt cx="10197" cy="1252"/>
          </a:xfrm>
        </p:grpSpPr>
        <p:sp>
          <p:nvSpPr>
            <p:cNvPr id="36" name="文本框 2"/>
            <p:cNvSpPr txBox="1"/>
            <p:nvPr/>
          </p:nvSpPr>
          <p:spPr>
            <a:xfrm>
              <a:off x="2361" y="2459"/>
              <a:ext cx="8914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  为       的可去奇点，      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40" name="Object 28"/>
            <p:cNvGraphicFramePr>
              <a:graphicFrameLocks noChangeAspect="1"/>
            </p:cNvGraphicFramePr>
            <p:nvPr/>
          </p:nvGraphicFramePr>
          <p:xfrm>
            <a:off x="2361" y="2271"/>
            <a:ext cx="1315" cy="1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" name="Equation" r:id="rId3" imgW="4876800" imgH="5486400" progId="Equation.DSMT4">
                    <p:embed/>
                  </p:oleObj>
                </mc:Choice>
                <mc:Fallback>
                  <p:oleObj name="Equation" r:id="rId3" imgW="4876800" imgH="5486400" progId="Equation.DSMT4">
                    <p:embed/>
                    <p:pic>
                      <p:nvPicPr>
                        <p:cNvPr id="0" name="图片 104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361" y="2271"/>
                          <a:ext cx="1315" cy="125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" name="Object 204"/>
            <p:cNvGraphicFramePr>
              <a:graphicFrameLocks noChangeAspect="1"/>
            </p:cNvGraphicFramePr>
            <p:nvPr/>
          </p:nvGraphicFramePr>
          <p:xfrm>
            <a:off x="3713" y="2507"/>
            <a:ext cx="1334" cy="9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" name="Equation" r:id="rId5" imgW="7924800" imgH="4876800" progId="Equation.DSMT4">
                    <p:embed/>
                  </p:oleObj>
                </mc:Choice>
                <mc:Fallback>
                  <p:oleObj name="Equation" r:id="rId5" imgW="7924800" imgH="4876800" progId="Equation.DSMT4">
                    <p:embed/>
                    <p:pic>
                      <p:nvPicPr>
                        <p:cNvPr id="0" name="图片 104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713" y="2507"/>
                          <a:ext cx="1334" cy="92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" name="Object 210"/>
            <p:cNvGraphicFramePr>
              <a:graphicFrameLocks noChangeAspect="1"/>
            </p:cNvGraphicFramePr>
            <p:nvPr/>
          </p:nvGraphicFramePr>
          <p:xfrm>
            <a:off x="8382" y="2473"/>
            <a:ext cx="4176" cy="9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" name="Equation" r:id="rId7" imgW="1130300" imgH="228600" progId="Equation.DSMT4">
                    <p:embed/>
                  </p:oleObj>
                </mc:Choice>
                <mc:Fallback>
                  <p:oleObj name="Equation" r:id="rId7" imgW="1130300" imgH="228600" progId="Equation.DSMT4">
                    <p:embed/>
                    <p:pic>
                      <p:nvPicPr>
                        <p:cNvPr id="0" name="图片 103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8382" y="2473"/>
                          <a:ext cx="4176" cy="90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0" name="TextBox 40"/>
          <p:cNvSpPr txBox="1"/>
          <p:nvPr/>
        </p:nvSpPr>
        <p:spPr>
          <a:xfrm>
            <a:off x="1099185" y="2181331"/>
            <a:ext cx="33909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 </a:t>
            </a: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本性</a:t>
            </a: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奇点的留数</a:t>
            </a:r>
            <a:endParaRPr lang="zh-CN" altLang="en-US" sz="2800" b="1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1327150" y="2824480"/>
            <a:ext cx="4188460" cy="715010"/>
            <a:chOff x="2069" y="4672"/>
            <a:chExt cx="6596" cy="1126"/>
          </a:xfrm>
        </p:grpSpPr>
        <p:sp>
          <p:nvSpPr>
            <p:cNvPr id="52" name="文本框 2"/>
            <p:cNvSpPr txBox="1"/>
            <p:nvPr/>
          </p:nvSpPr>
          <p:spPr>
            <a:xfrm>
              <a:off x="2069" y="4833"/>
              <a:ext cx="6597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设    为       的本性奇点， 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100385" name="Object 33"/>
            <p:cNvGraphicFramePr>
              <a:graphicFrameLocks noChangeAspect="1"/>
            </p:cNvGraphicFramePr>
            <p:nvPr/>
          </p:nvGraphicFramePr>
          <p:xfrm>
            <a:off x="2736" y="4672"/>
            <a:ext cx="797" cy="10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2" name="Equation" r:id="rId9" imgW="3962400" imgH="5486400" progId="Equation.DSMT4">
                    <p:embed/>
                  </p:oleObj>
                </mc:Choice>
                <mc:Fallback>
                  <p:oleObj name="Equation" r:id="rId9" imgW="3962400" imgH="5486400" progId="Equation.DSMT4">
                    <p:embed/>
                    <p:pic>
                      <p:nvPicPr>
                        <p:cNvPr id="0" name="图片 205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736" y="4672"/>
                          <a:ext cx="797" cy="108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0386" name="Object 34"/>
            <p:cNvGraphicFramePr>
              <a:graphicFrameLocks noChangeAspect="1"/>
            </p:cNvGraphicFramePr>
            <p:nvPr/>
          </p:nvGraphicFramePr>
          <p:xfrm>
            <a:off x="3803" y="4832"/>
            <a:ext cx="1391" cy="9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3" name="Equation" r:id="rId11" imgW="7924800" imgH="4876800" progId="Equation.DSMT4">
                    <p:embed/>
                  </p:oleObj>
                </mc:Choice>
                <mc:Fallback>
                  <p:oleObj name="Equation" r:id="rId11" imgW="7924800" imgH="4876800" progId="Equation.DSMT4">
                    <p:embed/>
                    <p:pic>
                      <p:nvPicPr>
                        <p:cNvPr id="0" name="图片 205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803" y="4832"/>
                          <a:ext cx="1391" cy="96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3" name="组合 52"/>
          <p:cNvGrpSpPr/>
          <p:nvPr/>
        </p:nvGrpSpPr>
        <p:grpSpPr>
          <a:xfrm>
            <a:off x="5382895" y="2863850"/>
            <a:ext cx="7528560" cy="689610"/>
            <a:chOff x="8456" y="4734"/>
            <a:chExt cx="11856" cy="1086"/>
          </a:xfrm>
        </p:grpSpPr>
        <p:sp>
          <p:nvSpPr>
            <p:cNvPr id="59" name="文本框 2"/>
            <p:cNvSpPr txBox="1"/>
            <p:nvPr/>
          </p:nvSpPr>
          <p:spPr>
            <a:xfrm>
              <a:off x="8456" y="4833"/>
              <a:ext cx="11857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先将       在                    内展开成洛朗级数，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   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100387" name="Object 35"/>
            <p:cNvGraphicFramePr>
              <a:graphicFrameLocks noChangeAspect="1"/>
            </p:cNvGraphicFramePr>
            <p:nvPr/>
          </p:nvGraphicFramePr>
          <p:xfrm>
            <a:off x="9672" y="4760"/>
            <a:ext cx="1186" cy="9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4" name="Equation" r:id="rId13" imgW="7924800" imgH="4876800" progId="Equation.DSMT4">
                    <p:embed/>
                  </p:oleObj>
                </mc:Choice>
                <mc:Fallback>
                  <p:oleObj name="Equation" r:id="rId13" imgW="7924800" imgH="4876800" progId="Equation.DSMT4">
                    <p:embed/>
                    <p:pic>
                      <p:nvPicPr>
                        <p:cNvPr id="0" name="图片 205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9672" y="4760"/>
                          <a:ext cx="1186" cy="96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0388" name="Object 36"/>
            <p:cNvGraphicFramePr>
              <a:graphicFrameLocks noChangeAspect="1"/>
            </p:cNvGraphicFramePr>
            <p:nvPr/>
          </p:nvGraphicFramePr>
          <p:xfrm>
            <a:off x="11620" y="4734"/>
            <a:ext cx="3420" cy="10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5" name="Equation" r:id="rId14" imgW="21640800" imgH="5486400" progId="Equation.DSMT4">
                    <p:embed/>
                  </p:oleObj>
                </mc:Choice>
                <mc:Fallback>
                  <p:oleObj name="Equation" r:id="rId14" imgW="21640800" imgH="5486400" progId="Equation.DSMT4">
                    <p:embed/>
                    <p:pic>
                      <p:nvPicPr>
                        <p:cNvPr id="0" name="图片 205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11620" y="4734"/>
                          <a:ext cx="3420" cy="108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4" name="组合 53"/>
          <p:cNvGrpSpPr/>
          <p:nvPr/>
        </p:nvGrpSpPr>
        <p:grpSpPr>
          <a:xfrm>
            <a:off x="1304290" y="3681095"/>
            <a:ext cx="4417060" cy="730250"/>
            <a:chOff x="1710" y="5940"/>
            <a:chExt cx="6956" cy="1150"/>
          </a:xfrm>
        </p:grpSpPr>
        <p:sp>
          <p:nvSpPr>
            <p:cNvPr id="55" name="文本框 2"/>
            <p:cNvSpPr txBox="1"/>
            <p:nvPr/>
          </p:nvSpPr>
          <p:spPr>
            <a:xfrm>
              <a:off x="1710" y="6104"/>
              <a:ext cx="6956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找到            的系数      ，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pSp>
          <p:nvGrpSpPr>
            <p:cNvPr id="57" name="组合 56"/>
            <p:cNvGrpSpPr/>
            <p:nvPr/>
          </p:nvGrpSpPr>
          <p:grpSpPr>
            <a:xfrm>
              <a:off x="2813" y="5940"/>
              <a:ext cx="4980" cy="1150"/>
              <a:chOff x="2813" y="5940"/>
              <a:chExt cx="4980" cy="1150"/>
            </a:xfrm>
          </p:grpSpPr>
          <p:graphicFrame>
            <p:nvGraphicFramePr>
              <p:cNvPr id="100389" name="Object 37"/>
              <p:cNvGraphicFramePr>
                <a:graphicFrameLocks noChangeAspect="1"/>
              </p:cNvGraphicFramePr>
              <p:nvPr/>
            </p:nvGraphicFramePr>
            <p:xfrm>
              <a:off x="2813" y="5940"/>
              <a:ext cx="2381" cy="11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56" name="Equation" r:id="rId16" imgW="14020800" imgH="5791200" progId="Equation.DSMT4">
                      <p:embed/>
                    </p:oleObj>
                  </mc:Choice>
                  <mc:Fallback>
                    <p:oleObj name="Equation" r:id="rId16" imgW="14020800" imgH="5791200" progId="Equation.DSMT4">
                      <p:embed/>
                      <p:pic>
                        <p:nvPicPr>
                          <p:cNvPr id="0" name="图片 2055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7"/>
                          <a:stretch>
                            <a:fillRect/>
                          </a:stretch>
                        </p:blipFill>
                        <p:spPr>
                          <a:xfrm>
                            <a:off x="2813" y="5940"/>
                            <a:ext cx="2381" cy="115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0390" name="Object 38"/>
              <p:cNvGraphicFramePr>
                <a:graphicFrameLocks noChangeAspect="1"/>
              </p:cNvGraphicFramePr>
              <p:nvPr/>
            </p:nvGraphicFramePr>
            <p:xfrm>
              <a:off x="6813" y="6003"/>
              <a:ext cx="981" cy="10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57" name="Equation" r:id="rId18" imgW="4876800" imgH="5486400" progId="Equation.DSMT4">
                      <p:embed/>
                    </p:oleObj>
                  </mc:Choice>
                  <mc:Fallback>
                    <p:oleObj name="Equation" r:id="rId18" imgW="4876800" imgH="5486400" progId="Equation.DSMT4">
                      <p:embed/>
                      <p:pic>
                        <p:nvPicPr>
                          <p:cNvPr id="0" name="图片 2056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9"/>
                          <a:stretch>
                            <a:fillRect/>
                          </a:stretch>
                        </p:blipFill>
                        <p:spPr>
                          <a:xfrm>
                            <a:off x="6813" y="6003"/>
                            <a:ext cx="981" cy="1087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58" name="Object 210"/>
          <p:cNvGraphicFramePr>
            <a:graphicFrameLocks noChangeAspect="1"/>
          </p:cNvGraphicFramePr>
          <p:nvPr/>
        </p:nvGraphicFramePr>
        <p:xfrm>
          <a:off x="5587683" y="3756025"/>
          <a:ext cx="2830830" cy="5721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" name="Equation" r:id="rId20" imgW="1206500" imgH="228600" progId="Equation.DSMT4">
                  <p:embed/>
                </p:oleObj>
              </mc:Choice>
              <mc:Fallback>
                <p:oleObj name="Equation" r:id="rId20" imgW="1206500" imgH="228600" progId="Equation.DSMT4">
                  <p:embed/>
                  <p:pic>
                    <p:nvPicPr>
                      <p:cNvPr id="0" name="图片 1031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587683" y="3756025"/>
                        <a:ext cx="2830830" cy="5721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2" name="组合 61"/>
          <p:cNvGrpSpPr/>
          <p:nvPr/>
        </p:nvGrpSpPr>
        <p:grpSpPr>
          <a:xfrm>
            <a:off x="1381760" y="5121910"/>
            <a:ext cx="4777740" cy="795020"/>
            <a:chOff x="3688" y="1704"/>
            <a:chExt cx="7524" cy="1252"/>
          </a:xfrm>
        </p:grpSpPr>
        <p:graphicFrame>
          <p:nvGraphicFramePr>
            <p:cNvPr id="63" name="Object 28"/>
            <p:cNvGraphicFramePr>
              <a:graphicFrameLocks noChangeAspect="1"/>
            </p:cNvGraphicFramePr>
            <p:nvPr/>
          </p:nvGraphicFramePr>
          <p:xfrm>
            <a:off x="3688" y="1704"/>
            <a:ext cx="1315" cy="1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" name="Equation" r:id="rId22" imgW="4876800" imgH="5486400" progId="Equation.DSMT4">
                    <p:embed/>
                  </p:oleObj>
                </mc:Choice>
                <mc:Fallback>
                  <p:oleObj name="Equation" r:id="rId22" imgW="4876800" imgH="5486400" progId="Equation.DSMT4">
                    <p:embed/>
                    <p:pic>
                      <p:nvPicPr>
                        <p:cNvPr id="0" name="图片 307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688" y="1704"/>
                          <a:ext cx="1315" cy="125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" name="文本框 2"/>
            <p:cNvSpPr txBox="1"/>
            <p:nvPr/>
          </p:nvSpPr>
          <p:spPr>
            <a:xfrm>
              <a:off x="4461" y="1952"/>
              <a:ext cx="6751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为       的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m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级极点，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则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73" name="Object 204"/>
            <p:cNvGraphicFramePr>
              <a:graphicFrameLocks noChangeAspect="1"/>
            </p:cNvGraphicFramePr>
            <p:nvPr/>
          </p:nvGraphicFramePr>
          <p:xfrm>
            <a:off x="5191" y="2015"/>
            <a:ext cx="1087" cy="8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" name="Equation" r:id="rId23" imgW="7924800" imgH="4876800" progId="Equation.DSMT4">
                    <p:embed/>
                  </p:oleObj>
                </mc:Choice>
                <mc:Fallback>
                  <p:oleObj name="Equation" r:id="rId23" imgW="7924800" imgH="4876800" progId="Equation.DSMT4">
                    <p:embed/>
                    <p:pic>
                      <p:nvPicPr>
                        <p:cNvPr id="0" name="图片 307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191" y="2015"/>
                          <a:ext cx="1087" cy="84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5" name="Object 31"/>
          <p:cNvGraphicFramePr>
            <a:graphicFrameLocks noChangeAspect="1"/>
          </p:cNvGraphicFramePr>
          <p:nvPr/>
        </p:nvGraphicFramePr>
        <p:xfrm>
          <a:off x="5589270" y="5279390"/>
          <a:ext cx="2309495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" name="Equation" r:id="rId24" imgW="850900" imgH="228600" progId="Equation.DSMT4">
                  <p:embed/>
                </p:oleObj>
              </mc:Choice>
              <mc:Fallback>
                <p:oleObj name="Equation" r:id="rId24" imgW="850900" imgH="228600" progId="Equation.DSMT4">
                  <p:embed/>
                  <p:pic>
                    <p:nvPicPr>
                      <p:cNvPr id="0" name="图片 3079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5589270" y="5279390"/>
                        <a:ext cx="2309495" cy="660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Object 36"/>
          <p:cNvGraphicFramePr>
            <a:graphicFrameLocks noChangeAspect="1"/>
          </p:cNvGraphicFramePr>
          <p:nvPr/>
        </p:nvGraphicFramePr>
        <p:xfrm>
          <a:off x="7800975" y="5026660"/>
          <a:ext cx="5777230" cy="1119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" name="Equation" r:id="rId26" imgW="47853600" imgH="10058400" progId="Equation.DSMT4">
                  <p:embed/>
                </p:oleObj>
              </mc:Choice>
              <mc:Fallback>
                <p:oleObj name="Equation" r:id="rId26" imgW="47853600" imgH="10058400" progId="Equation.DSMT4">
                  <p:embed/>
                  <p:pic>
                    <p:nvPicPr>
                      <p:cNvPr id="0" name="图片 3083"/>
                      <p:cNvPicPr>
                        <a:picLocks noChangeAspect="1"/>
                      </p:cNvPicPr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7800975" y="5026660"/>
                        <a:ext cx="5777230" cy="11195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" name="TextBox 40"/>
          <p:cNvSpPr txBox="1"/>
          <p:nvPr/>
        </p:nvSpPr>
        <p:spPr>
          <a:xfrm>
            <a:off x="1153795" y="4643861"/>
            <a:ext cx="33909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 </a:t>
            </a: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极点的</a:t>
            </a: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留数</a:t>
            </a:r>
            <a:endParaRPr lang="zh-CN" altLang="en-US" sz="2800" b="1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80" name="TextBox 37"/>
          <p:cNvSpPr txBox="1"/>
          <p:nvPr/>
        </p:nvSpPr>
        <p:spPr>
          <a:xfrm>
            <a:off x="1153795" y="6360795"/>
            <a:ext cx="725170" cy="52197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p>
            <a:r>
              <a:rPr lang="zh-CN" altLang="en-US" sz="2800" b="1" dirty="0" smtClean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例，</a:t>
            </a:r>
            <a:r>
              <a:rPr lang="en-US" altLang="zh-CN" sz="2800" b="1" dirty="0" smtClean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en-US" altLang="zh-CN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endParaRPr lang="zh-CN" altLang="en-US" sz="2800" b="1" i="1" u="sng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81" name="对象 8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645718" y="6360795"/>
          <a:ext cx="3196590" cy="1097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28" imgW="1257300" imgH="431800" progId="Equation.KSEE3">
                  <p:embed/>
                </p:oleObj>
              </mc:Choice>
              <mc:Fallback>
                <p:oleObj name="" r:id="rId28" imgW="1257300" imgH="4318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7645718" y="6360795"/>
                        <a:ext cx="3196590" cy="10979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" name="对象 8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054225" y="7523798"/>
          <a:ext cx="2261235" cy="872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" name="" r:id="rId30" imgW="889000" imgH="342900" progId="Equation.KSEE3">
                  <p:embed/>
                </p:oleObj>
              </mc:Choice>
              <mc:Fallback>
                <p:oleObj name="" r:id="rId30" imgW="889000" imgH="342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2054225" y="7523798"/>
                        <a:ext cx="2261235" cy="8724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>
            <p:custDataLst>
              <p:tags r:id="rId1"/>
            </p:custDataLst>
          </p:nvPr>
        </p:nvSpPr>
        <p:spPr>
          <a:xfrm>
            <a:off x="8601100" y="2805994"/>
            <a:ext cx="1826331" cy="1862242"/>
          </a:xfrm>
          <a:prstGeom prst="rect">
            <a:avLst/>
          </a:prstGeom>
          <a:noFill/>
        </p:spPr>
        <p:txBody>
          <a:bodyPr wrap="square" lIns="90008" tIns="46804" rIns="90008" bIns="0" rtlCol="0" anchor="b" anchorCtr="0">
            <a:normAutofit/>
          </a:bodyPr>
          <a:lstStyle/>
          <a:p>
            <a:pPr algn="ctr"/>
            <a:r>
              <a:rPr lang="en-US" altLang="zh-CN" sz="11500" b="1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04</a:t>
            </a:r>
            <a:endParaRPr lang="en-US" altLang="zh-CN" sz="11500" b="1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7" name="矩形 36"/>
          <p:cNvSpPr/>
          <p:nvPr>
            <p:custDataLst>
              <p:tags r:id="rId2"/>
            </p:custDataLst>
          </p:nvPr>
        </p:nvSpPr>
        <p:spPr>
          <a:xfrm>
            <a:off x="7767842" y="4140433"/>
            <a:ext cx="962799" cy="36937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/>
            <a:r>
              <a:rPr lang="en-US" altLang="zh-CN" b="1" spc="2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PART.</a:t>
            </a:r>
            <a:endParaRPr lang="en-US" altLang="zh-CN" b="1" spc="200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589627" y="5038794"/>
            <a:ext cx="6338595" cy="579815"/>
          </a:xfrm>
        </p:spPr>
        <p:txBody>
          <a:bodyPr>
            <a:noAutofit/>
          </a:bodyPr>
          <a:lstStyle/>
          <a:p>
            <a:r>
              <a:rPr sz="4400" b="1" dirty="0"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无穷远孤立奇点的留数</a:t>
            </a:r>
            <a:endParaRPr sz="4400" b="1" dirty="0"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97115" y="1056425"/>
            <a:ext cx="147256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、定义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190625" y="1612900"/>
            <a:ext cx="4098290" cy="554990"/>
            <a:chOff x="1875" y="1596"/>
            <a:chExt cx="6454" cy="874"/>
          </a:xfrm>
        </p:grpSpPr>
        <p:sp>
          <p:nvSpPr>
            <p:cNvPr id="20" name="文本框 2"/>
            <p:cNvSpPr txBox="1"/>
            <p:nvPr/>
          </p:nvSpPr>
          <p:spPr>
            <a:xfrm>
              <a:off x="1875" y="1596"/>
              <a:ext cx="6455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设    为      的孤立奇点，      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27676" name="Object 28"/>
            <p:cNvGraphicFramePr>
              <a:graphicFrameLocks noChangeAspect="1"/>
            </p:cNvGraphicFramePr>
            <p:nvPr/>
          </p:nvGraphicFramePr>
          <p:xfrm>
            <a:off x="2630" y="1705"/>
            <a:ext cx="982" cy="6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1" name="Equation" r:id="rId1" imgW="3657600" imgH="3048000" progId="Equation.DSMT4">
                    <p:embed/>
                  </p:oleObj>
                </mc:Choice>
                <mc:Fallback>
                  <p:oleObj name="Equation" r:id="rId1" imgW="3657600" imgH="3048000" progId="Equation.DSMT4">
                    <p:embed/>
                    <p:pic>
                      <p:nvPicPr>
                        <p:cNvPr id="0" name="图片 717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630" y="1705"/>
                          <a:ext cx="982" cy="69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852" name="Object 204"/>
            <p:cNvGraphicFramePr>
              <a:graphicFrameLocks noChangeAspect="1"/>
            </p:cNvGraphicFramePr>
            <p:nvPr/>
          </p:nvGraphicFramePr>
          <p:xfrm>
            <a:off x="3833" y="1628"/>
            <a:ext cx="1060" cy="8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2" name="Equation" r:id="rId3" imgW="7924800" imgH="4876800" progId="Equation.DSMT4">
                    <p:embed/>
                  </p:oleObj>
                </mc:Choice>
                <mc:Fallback>
                  <p:oleObj name="Equation" r:id="rId3" imgW="7924800" imgH="4876800" progId="Equation.DSMT4">
                    <p:embed/>
                    <p:pic>
                      <p:nvPicPr>
                        <p:cNvPr id="0" name="图片 717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833" y="1628"/>
                          <a:ext cx="1060" cy="84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6"/>
          <p:cNvGrpSpPr/>
          <p:nvPr/>
        </p:nvGrpSpPr>
        <p:grpSpPr>
          <a:xfrm>
            <a:off x="11206480" y="1612900"/>
            <a:ext cx="2505075" cy="557530"/>
            <a:chOff x="17648" y="1596"/>
            <a:chExt cx="3945" cy="878"/>
          </a:xfrm>
        </p:grpSpPr>
        <p:graphicFrame>
          <p:nvGraphicFramePr>
            <p:cNvPr id="27856" name="Object 208"/>
            <p:cNvGraphicFramePr>
              <a:graphicFrameLocks noChangeAspect="1"/>
            </p:cNvGraphicFramePr>
            <p:nvPr/>
          </p:nvGraphicFramePr>
          <p:xfrm>
            <a:off x="17648" y="1596"/>
            <a:ext cx="810" cy="8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5" name="Equation" r:id="rId5" imgW="3657600" imgH="4267200" progId="Equation.DSMT4">
                    <p:embed/>
                  </p:oleObj>
                </mc:Choice>
                <mc:Fallback>
                  <p:oleObj name="Equation" r:id="rId5" imgW="3657600" imgH="4267200" progId="Equation.DSMT4">
                    <p:embed/>
                    <p:pic>
                      <p:nvPicPr>
                        <p:cNvPr id="0" name="图片 717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7648" y="1596"/>
                          <a:ext cx="810" cy="80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文本框 2"/>
            <p:cNvSpPr txBox="1"/>
            <p:nvPr/>
          </p:nvSpPr>
          <p:spPr>
            <a:xfrm>
              <a:off x="18249" y="1652"/>
              <a:ext cx="3344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</a:rPr>
                <a:t>为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</a:rPr>
                <a:t>圆环域内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12" name="文本框 2"/>
          <p:cNvSpPr txBox="1"/>
          <p:nvPr/>
        </p:nvSpPr>
        <p:spPr>
          <a:xfrm>
            <a:off x="11797665" y="2444115"/>
            <a:ext cx="11010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记作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5" name="七角星 54"/>
          <p:cNvSpPr/>
          <p:nvPr/>
        </p:nvSpPr>
        <p:spPr>
          <a:xfrm>
            <a:off x="836059" y="3819537"/>
            <a:ext cx="1034296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注</a:t>
            </a:r>
            <a:endParaRPr lang="zh-CN" altLang="en-US" sz="2800" dirty="0" smtClean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6369685" y="4180840"/>
            <a:ext cx="6539230" cy="584200"/>
            <a:chOff x="10031" y="5640"/>
            <a:chExt cx="10298" cy="920"/>
          </a:xfrm>
        </p:grpSpPr>
        <p:graphicFrame>
          <p:nvGraphicFramePr>
            <p:cNvPr id="56" name="Object 205"/>
            <p:cNvGraphicFramePr>
              <a:graphicFrameLocks noChangeAspect="1"/>
            </p:cNvGraphicFramePr>
            <p:nvPr/>
          </p:nvGraphicFramePr>
          <p:xfrm>
            <a:off x="10031" y="5663"/>
            <a:ext cx="1074" cy="8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6" name="Equation" r:id="rId7" imgW="7924800" imgH="4876800" progId="Equation.DSMT4">
                    <p:embed/>
                  </p:oleObj>
                </mc:Choice>
                <mc:Fallback>
                  <p:oleObj name="Equation" r:id="rId7" imgW="7924800" imgH="4876800" progId="Equation.DSMT4">
                    <p:embed/>
                    <p:pic>
                      <p:nvPicPr>
                        <p:cNvPr id="0" name="图片 718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0031" y="5663"/>
                          <a:ext cx="1074" cy="84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7" name="文本框 2"/>
            <p:cNvSpPr txBox="1"/>
            <p:nvPr/>
          </p:nvSpPr>
          <p:spPr>
            <a:xfrm>
              <a:off x="11105" y="5663"/>
              <a:ext cx="9225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在                展开成的洛朗级数为        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14" name="Object 207"/>
            <p:cNvGraphicFramePr>
              <a:graphicFrameLocks noChangeAspect="1"/>
            </p:cNvGraphicFramePr>
            <p:nvPr/>
          </p:nvGraphicFramePr>
          <p:xfrm>
            <a:off x="11875" y="5640"/>
            <a:ext cx="2727" cy="9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7" name="Equation" r:id="rId8" imgW="17373600" imgH="4876800" progId="Equation.DSMT4">
                    <p:embed/>
                  </p:oleObj>
                </mc:Choice>
                <mc:Fallback>
                  <p:oleObj name="Equation" r:id="rId8" imgW="17373600" imgH="4876800" progId="Equation.DSMT4">
                    <p:embed/>
                    <p:pic>
                      <p:nvPicPr>
                        <p:cNvPr id="0" name="图片 718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1875" y="5640"/>
                          <a:ext cx="2727" cy="92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7870" name="Object 222"/>
          <p:cNvGraphicFramePr>
            <a:graphicFrameLocks noChangeAspect="1"/>
          </p:cNvGraphicFramePr>
          <p:nvPr/>
        </p:nvGraphicFramePr>
        <p:xfrm>
          <a:off x="2694940" y="4766945"/>
          <a:ext cx="9776460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8" name="Equation" r:id="rId10" imgW="4063365" imgH="431800" progId="Equation.DSMT4">
                  <p:embed/>
                </p:oleObj>
              </mc:Choice>
              <mc:Fallback>
                <p:oleObj name="Equation" r:id="rId10" imgW="4063365" imgH="431800" progId="Equation.DSMT4">
                  <p:embed/>
                  <p:pic>
                    <p:nvPicPr>
                      <p:cNvPr id="0" name="图片 7187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694940" y="4766945"/>
                        <a:ext cx="9776460" cy="12604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文本框 2"/>
          <p:cNvSpPr txBox="1"/>
          <p:nvPr/>
        </p:nvSpPr>
        <p:spPr>
          <a:xfrm>
            <a:off x="1837512" y="4206802"/>
            <a:ext cx="6165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(1)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144135" y="1608455"/>
            <a:ext cx="6280150" cy="584200"/>
            <a:chOff x="8101" y="1589"/>
            <a:chExt cx="9890" cy="920"/>
          </a:xfrm>
        </p:grpSpPr>
        <p:graphicFrame>
          <p:nvGraphicFramePr>
            <p:cNvPr id="27853" name="Object 205"/>
            <p:cNvGraphicFramePr>
              <a:graphicFrameLocks noChangeAspect="1"/>
            </p:cNvGraphicFramePr>
            <p:nvPr/>
          </p:nvGraphicFramePr>
          <p:xfrm>
            <a:off x="8101" y="1632"/>
            <a:ext cx="1019" cy="8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3" name="Equation" r:id="rId12" imgW="7924800" imgH="4876800" progId="Equation.DSMT4">
                    <p:embed/>
                  </p:oleObj>
                </mc:Choice>
                <mc:Fallback>
                  <p:oleObj name="Equation" r:id="rId12" imgW="7924800" imgH="4876800" progId="Equation.DSMT4">
                    <p:embed/>
                    <p:pic>
                      <p:nvPicPr>
                        <p:cNvPr id="0" name="图片 717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8101" y="1632"/>
                          <a:ext cx="1019" cy="84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" name="文本框 2"/>
            <p:cNvSpPr txBox="1"/>
            <p:nvPr/>
          </p:nvSpPr>
          <p:spPr>
            <a:xfrm>
              <a:off x="9183" y="1593"/>
              <a:ext cx="8808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在    的某邻域                  解析，        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27855" name="Object 207"/>
            <p:cNvGraphicFramePr>
              <a:graphicFrameLocks noChangeAspect="1"/>
            </p:cNvGraphicFramePr>
            <p:nvPr/>
          </p:nvGraphicFramePr>
          <p:xfrm>
            <a:off x="12840" y="1589"/>
            <a:ext cx="3281" cy="9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4" name="Equation" r:id="rId13" imgW="17373600" imgH="4876800" progId="Equation.DSMT4">
                    <p:embed/>
                  </p:oleObj>
                </mc:Choice>
                <mc:Fallback>
                  <p:oleObj name="Equation" r:id="rId13" imgW="17373600" imgH="4876800" progId="Equation.DSMT4">
                    <p:embed/>
                    <p:pic>
                      <p:nvPicPr>
                        <p:cNvPr id="0" name="图片 717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2840" y="1589"/>
                          <a:ext cx="3281" cy="92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8815" name="Object 31"/>
            <p:cNvGraphicFramePr>
              <a:graphicFrameLocks noChangeAspect="1"/>
            </p:cNvGraphicFramePr>
            <p:nvPr/>
          </p:nvGraphicFramePr>
          <p:xfrm>
            <a:off x="9767" y="1713"/>
            <a:ext cx="985" cy="6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9" name="Equation" r:id="rId15" imgW="3657600" imgH="3048000" progId="Equation.DSMT4">
                    <p:embed/>
                  </p:oleObj>
                </mc:Choice>
                <mc:Fallback>
                  <p:oleObj name="Equation" r:id="rId15" imgW="3657600" imgH="3048000" progId="Equation.DSMT4">
                    <p:embed/>
                    <p:pic>
                      <p:nvPicPr>
                        <p:cNvPr id="0" name="图片 718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9767" y="1713"/>
                          <a:ext cx="985" cy="69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/>
          <p:cNvGrpSpPr/>
          <p:nvPr/>
        </p:nvGrpSpPr>
        <p:grpSpPr>
          <a:xfrm>
            <a:off x="5825490" y="2146300"/>
            <a:ext cx="6555740" cy="1036320"/>
            <a:chOff x="4694" y="2436"/>
            <a:chExt cx="10324" cy="1632"/>
          </a:xfrm>
        </p:grpSpPr>
        <p:sp>
          <p:nvSpPr>
            <p:cNvPr id="11" name="文本框 2"/>
            <p:cNvSpPr txBox="1"/>
            <p:nvPr/>
          </p:nvSpPr>
          <p:spPr>
            <a:xfrm>
              <a:off x="4694" y="2841"/>
              <a:ext cx="10324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</a:rPr>
                <a:t>则称                  为      在     的留数，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graphicFrame>
          <p:nvGraphicFramePr>
            <p:cNvPr id="27858" name="Object 210"/>
            <p:cNvGraphicFramePr>
              <a:graphicFrameLocks noChangeAspect="1"/>
            </p:cNvGraphicFramePr>
            <p:nvPr/>
          </p:nvGraphicFramePr>
          <p:xfrm>
            <a:off x="6047" y="2436"/>
            <a:ext cx="3136" cy="16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7" name="Equation" r:id="rId16" imgW="990600" imgH="393700" progId="Equation.DSMT4">
                    <p:embed/>
                  </p:oleObj>
                </mc:Choice>
                <mc:Fallback>
                  <p:oleObj name="Equation" r:id="rId16" imgW="990600" imgH="393700" progId="Equation.DSMT4">
                    <p:embed/>
                    <p:pic>
                      <p:nvPicPr>
                        <p:cNvPr id="0" name="图片 717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6047" y="2436"/>
                          <a:ext cx="3136" cy="163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204"/>
            <p:cNvGraphicFramePr>
              <a:graphicFrameLocks noChangeAspect="1"/>
            </p:cNvGraphicFramePr>
            <p:nvPr/>
          </p:nvGraphicFramePr>
          <p:xfrm>
            <a:off x="9716" y="2876"/>
            <a:ext cx="1060" cy="8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" name="Equation" r:id="rId18" imgW="7924800" imgH="4876800" progId="Equation.DSMT4">
                    <p:embed/>
                  </p:oleObj>
                </mc:Choice>
                <mc:Fallback>
                  <p:oleObj name="Equation" r:id="rId18" imgW="7924800" imgH="4876800" progId="Equation.DSMT4">
                    <p:embed/>
                    <p:pic>
                      <p:nvPicPr>
                        <p:cNvPr id="0" name="图片 717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9716" y="2876"/>
                          <a:ext cx="1060" cy="84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28"/>
            <p:cNvGraphicFramePr>
              <a:graphicFrameLocks noChangeAspect="1"/>
            </p:cNvGraphicFramePr>
            <p:nvPr/>
          </p:nvGraphicFramePr>
          <p:xfrm>
            <a:off x="11458" y="2905"/>
            <a:ext cx="985" cy="6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" name="Equation" r:id="rId19" imgW="3657600" imgH="3048000" progId="Equation.DSMT4">
                    <p:embed/>
                  </p:oleObj>
                </mc:Choice>
                <mc:Fallback>
                  <p:oleObj name="Equation" r:id="rId19" imgW="3657600" imgH="3048000" progId="Equation.DSMT4">
                    <p:embed/>
                    <p:pic>
                      <p:nvPicPr>
                        <p:cNvPr id="0" name="图片 717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1458" y="2905"/>
                          <a:ext cx="985" cy="69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" name="Object 210"/>
          <p:cNvGraphicFramePr>
            <a:graphicFrameLocks noChangeAspect="1"/>
          </p:cNvGraphicFramePr>
          <p:nvPr/>
        </p:nvGraphicFramePr>
        <p:xfrm>
          <a:off x="4161790" y="2966720"/>
          <a:ext cx="6074410" cy="1036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Equation" r:id="rId20" imgW="2616200" imgH="393700" progId="Equation.DSMT4">
                  <p:embed/>
                </p:oleObj>
              </mc:Choice>
              <mc:Fallback>
                <p:oleObj name="Equation" r:id="rId20" imgW="2616200" imgH="393700" progId="Equation.DSMT4">
                  <p:embed/>
                  <p:pic>
                    <p:nvPicPr>
                      <p:cNvPr id="0" name="图片 7176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161790" y="2966720"/>
                        <a:ext cx="6074410" cy="10369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/>
          <p:cNvGrpSpPr/>
          <p:nvPr/>
        </p:nvGrpSpPr>
        <p:grpSpPr>
          <a:xfrm>
            <a:off x="2434590" y="4211955"/>
            <a:ext cx="4165600" cy="554990"/>
            <a:chOff x="3834" y="5689"/>
            <a:chExt cx="6560" cy="874"/>
          </a:xfrm>
        </p:grpSpPr>
        <p:sp>
          <p:nvSpPr>
            <p:cNvPr id="27" name="文本框 2"/>
            <p:cNvSpPr txBox="1"/>
            <p:nvPr/>
          </p:nvSpPr>
          <p:spPr>
            <a:xfrm>
              <a:off x="3834" y="5689"/>
              <a:ext cx="6560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若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  为      的孤立奇点，      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28" name="Object 28"/>
            <p:cNvGraphicFramePr>
              <a:graphicFrameLocks noChangeAspect="1"/>
            </p:cNvGraphicFramePr>
            <p:nvPr/>
          </p:nvGraphicFramePr>
          <p:xfrm>
            <a:off x="4589" y="5798"/>
            <a:ext cx="985" cy="6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" name="Equation" r:id="rId22" imgW="3657600" imgH="3048000" progId="Equation.DSMT4">
                    <p:embed/>
                  </p:oleObj>
                </mc:Choice>
                <mc:Fallback>
                  <p:oleObj name="Equation" r:id="rId22" imgW="3657600" imgH="3048000" progId="Equation.DSMT4">
                    <p:embed/>
                    <p:pic>
                      <p:nvPicPr>
                        <p:cNvPr id="0" name="图片 717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589" y="5798"/>
                          <a:ext cx="985" cy="69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Object 204"/>
            <p:cNvGraphicFramePr>
              <a:graphicFrameLocks noChangeAspect="1"/>
            </p:cNvGraphicFramePr>
            <p:nvPr/>
          </p:nvGraphicFramePr>
          <p:xfrm>
            <a:off x="5792" y="5721"/>
            <a:ext cx="1060" cy="8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" name="Equation" r:id="rId23" imgW="7924800" imgH="4876800" progId="Equation.DSMT4">
                    <p:embed/>
                  </p:oleObj>
                </mc:Choice>
                <mc:Fallback>
                  <p:oleObj name="Equation" r:id="rId23" imgW="7924800" imgH="4876800" progId="Equation.DSMT4">
                    <p:embed/>
                    <p:pic>
                      <p:nvPicPr>
                        <p:cNvPr id="0" name="图片 717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792" y="5721"/>
                          <a:ext cx="1060" cy="84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2" name="Object 210"/>
          <p:cNvGraphicFramePr>
            <a:graphicFrameLocks noChangeAspect="1"/>
          </p:cNvGraphicFramePr>
          <p:nvPr/>
        </p:nvGraphicFramePr>
        <p:xfrm>
          <a:off x="3466148" y="6322695"/>
          <a:ext cx="4451985" cy="1036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" name="Equation" r:id="rId24" imgW="1917065" imgH="393700" progId="Equation.DSMT4">
                  <p:embed/>
                </p:oleObj>
              </mc:Choice>
              <mc:Fallback>
                <p:oleObj name="Equation" r:id="rId24" imgW="1917065" imgH="393700" progId="Equation.DSMT4">
                  <p:embed/>
                  <p:pic>
                    <p:nvPicPr>
                      <p:cNvPr id="0" name="图片 7176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3466148" y="6322695"/>
                        <a:ext cx="4451985" cy="10369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Object 222"/>
          <p:cNvGraphicFramePr>
            <a:graphicFrameLocks noChangeAspect="1"/>
          </p:cNvGraphicFramePr>
          <p:nvPr/>
        </p:nvGraphicFramePr>
        <p:xfrm>
          <a:off x="7918451" y="6435091"/>
          <a:ext cx="976630" cy="667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" name="Equation" r:id="rId26" imgW="405765" imgH="228600" progId="Equation.DSMT4">
                  <p:embed/>
                </p:oleObj>
              </mc:Choice>
              <mc:Fallback>
                <p:oleObj name="Equation" r:id="rId26" imgW="405765" imgH="228600" progId="Equation.DSMT4">
                  <p:embed/>
                  <p:pic>
                    <p:nvPicPr>
                      <p:cNvPr id="0" name="图片 7187"/>
                      <p:cNvPicPr>
                        <a:picLocks noChangeAspect="1"/>
                      </p:cNvPicPr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7918451" y="6435091"/>
                        <a:ext cx="976630" cy="6673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文本框 2"/>
          <p:cNvSpPr txBox="1"/>
          <p:nvPr/>
        </p:nvSpPr>
        <p:spPr>
          <a:xfrm>
            <a:off x="983615" y="2438400"/>
            <a:ext cx="53105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绕原点的任意一条简单闭曲线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,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2454160" y="6145950"/>
            <a:ext cx="5391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则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  <p:custDataLst>
      <p:tags r:id="rId28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7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55" grpId="0" bldLvl="0" animBg="1"/>
      <p:bldP spid="65" grpId="0"/>
      <p:bldP spid="31" grpId="0"/>
      <p:bldP spid="3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97115" y="456985"/>
            <a:ext cx="147256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、定义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5" name="七角星 54"/>
          <p:cNvSpPr/>
          <p:nvPr/>
        </p:nvSpPr>
        <p:spPr>
          <a:xfrm>
            <a:off x="535704" y="956957"/>
            <a:ext cx="1034296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注</a:t>
            </a:r>
            <a:endParaRPr lang="zh-CN" altLang="en-US" sz="2800" dirty="0" smtClean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56" name="Object 205"/>
          <p:cNvGraphicFramePr>
            <a:graphicFrameLocks noChangeAspect="1"/>
          </p:cNvGraphicFramePr>
          <p:nvPr/>
        </p:nvGraphicFramePr>
        <p:xfrm>
          <a:off x="6069330" y="1037590"/>
          <a:ext cx="681990" cy="5346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6" name="Equation" r:id="rId1" imgW="7924800" imgH="4876800" progId="Equation.DSMT4">
                  <p:embed/>
                </p:oleObj>
              </mc:Choice>
              <mc:Fallback>
                <p:oleObj name="Equation" r:id="rId1" imgW="7924800" imgH="4876800" progId="Equation.DSMT4">
                  <p:embed/>
                  <p:pic>
                    <p:nvPicPr>
                      <p:cNvPr id="0" name="图片 7185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069330" y="1037590"/>
                        <a:ext cx="681990" cy="5346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文本框 2"/>
          <p:cNvSpPr txBox="1"/>
          <p:nvPr/>
        </p:nvSpPr>
        <p:spPr>
          <a:xfrm>
            <a:off x="6751320" y="1037590"/>
            <a:ext cx="58578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                展开成的洛朗级数为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4" name="Object 207"/>
          <p:cNvGraphicFramePr>
            <a:graphicFrameLocks noChangeAspect="1"/>
          </p:cNvGraphicFramePr>
          <p:nvPr/>
        </p:nvGraphicFramePr>
        <p:xfrm>
          <a:off x="7240270" y="1022985"/>
          <a:ext cx="1731645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7" name="Equation" r:id="rId3" imgW="17373600" imgH="4876800" progId="Equation.DSMT4">
                  <p:embed/>
                </p:oleObj>
              </mc:Choice>
              <mc:Fallback>
                <p:oleObj name="Equation" r:id="rId3" imgW="17373600" imgH="4876800" progId="Equation.DSMT4">
                  <p:embed/>
                  <p:pic>
                    <p:nvPicPr>
                      <p:cNvPr id="0" name="图片 718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240270" y="1022985"/>
                        <a:ext cx="1731645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70" name="Object 222"/>
          <p:cNvGraphicFramePr>
            <a:graphicFrameLocks noChangeAspect="1"/>
          </p:cNvGraphicFramePr>
          <p:nvPr/>
        </p:nvGraphicFramePr>
        <p:xfrm>
          <a:off x="2394585" y="1412240"/>
          <a:ext cx="9776460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8" name="Equation" r:id="rId5" imgW="4063365" imgH="431800" progId="Equation.DSMT4">
                  <p:embed/>
                </p:oleObj>
              </mc:Choice>
              <mc:Fallback>
                <p:oleObj name="Equation" r:id="rId5" imgW="4063365" imgH="431800" progId="Equation.DSMT4">
                  <p:embed/>
                  <p:pic>
                    <p:nvPicPr>
                      <p:cNvPr id="0" name="图片 7187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94585" y="1412240"/>
                        <a:ext cx="9776460" cy="12604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文本框 2"/>
          <p:cNvSpPr txBox="1"/>
          <p:nvPr/>
        </p:nvSpPr>
        <p:spPr>
          <a:xfrm>
            <a:off x="1623411" y="2732020"/>
            <a:ext cx="9902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则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5" name="文本框 2"/>
          <p:cNvSpPr txBox="1"/>
          <p:nvPr/>
        </p:nvSpPr>
        <p:spPr>
          <a:xfrm>
            <a:off x="1537157" y="1048947"/>
            <a:ext cx="6165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(1)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7" name="文本框 2"/>
          <p:cNvSpPr txBox="1"/>
          <p:nvPr/>
        </p:nvSpPr>
        <p:spPr>
          <a:xfrm>
            <a:off x="2134235" y="1054100"/>
            <a:ext cx="41656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若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为      的孤立奇点，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8" name="Object 28"/>
          <p:cNvGraphicFramePr>
            <a:graphicFrameLocks noChangeAspect="1"/>
          </p:cNvGraphicFramePr>
          <p:nvPr/>
        </p:nvGraphicFramePr>
        <p:xfrm>
          <a:off x="2613368" y="1123346"/>
          <a:ext cx="62547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" name="Equation" r:id="rId7" imgW="3657600" imgH="3048000" progId="Equation.DSMT4">
                  <p:embed/>
                </p:oleObj>
              </mc:Choice>
              <mc:Fallback>
                <p:oleObj name="Equation" r:id="rId7" imgW="3657600" imgH="3048000" progId="Equation.DSMT4">
                  <p:embed/>
                  <p:pic>
                    <p:nvPicPr>
                      <p:cNvPr id="0" name="图片 7170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13368" y="1123346"/>
                        <a:ext cx="625475" cy="4413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04"/>
          <p:cNvGraphicFramePr>
            <a:graphicFrameLocks noChangeAspect="1"/>
          </p:cNvGraphicFramePr>
          <p:nvPr/>
        </p:nvGraphicFramePr>
        <p:xfrm>
          <a:off x="3377565" y="1074420"/>
          <a:ext cx="673100" cy="5346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" name="Equation" r:id="rId9" imgW="7924800" imgH="4876800" progId="Equation.DSMT4">
                  <p:embed/>
                </p:oleObj>
              </mc:Choice>
              <mc:Fallback>
                <p:oleObj name="Equation" r:id="rId9" imgW="7924800" imgH="4876800" progId="Equation.DSMT4">
                  <p:embed/>
                  <p:pic>
                    <p:nvPicPr>
                      <p:cNvPr id="0" name="图片 7171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77565" y="1074420"/>
                        <a:ext cx="673100" cy="5346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210"/>
          <p:cNvGraphicFramePr>
            <a:graphicFrameLocks noChangeAspect="1"/>
          </p:cNvGraphicFramePr>
          <p:nvPr/>
        </p:nvGraphicFramePr>
        <p:xfrm>
          <a:off x="2153603" y="2474595"/>
          <a:ext cx="4451985" cy="1036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" name="Equation" r:id="rId10" imgW="1917065" imgH="393700" progId="Equation.DSMT4">
                  <p:embed/>
                </p:oleObj>
              </mc:Choice>
              <mc:Fallback>
                <p:oleObj name="Equation" r:id="rId10" imgW="1917065" imgH="393700" progId="Equation.DSMT4">
                  <p:embed/>
                  <p:pic>
                    <p:nvPicPr>
                      <p:cNvPr id="0" name="图片 7176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153603" y="2474595"/>
                        <a:ext cx="4451985" cy="10369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Object 222"/>
          <p:cNvGraphicFramePr>
            <a:graphicFrameLocks noChangeAspect="1"/>
          </p:cNvGraphicFramePr>
          <p:nvPr/>
        </p:nvGraphicFramePr>
        <p:xfrm>
          <a:off x="6582411" y="2659381"/>
          <a:ext cx="976630" cy="667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" name="Equation" r:id="rId12" imgW="405765" imgH="228600" progId="Equation.DSMT4">
                  <p:embed/>
                </p:oleObj>
              </mc:Choice>
              <mc:Fallback>
                <p:oleObj name="Equation" r:id="rId12" imgW="405765" imgH="228600" progId="Equation.DSMT4">
                  <p:embed/>
                  <p:pic>
                    <p:nvPicPr>
                      <p:cNvPr id="0" name="图片 7187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582411" y="2659381"/>
                        <a:ext cx="976630" cy="6673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/>
          <p:cNvGrpSpPr/>
          <p:nvPr/>
        </p:nvGrpSpPr>
        <p:grpSpPr>
          <a:xfrm>
            <a:off x="6898640" y="6962775"/>
            <a:ext cx="4134485" cy="534670"/>
            <a:chOff x="10864" y="10965"/>
            <a:chExt cx="6511" cy="842"/>
          </a:xfrm>
        </p:grpSpPr>
        <p:sp>
          <p:nvSpPr>
            <p:cNvPr id="6" name="文本框 2"/>
            <p:cNvSpPr txBox="1"/>
            <p:nvPr/>
          </p:nvSpPr>
          <p:spPr>
            <a:xfrm>
              <a:off x="11605" y="10965"/>
              <a:ext cx="5771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为       的可去奇点。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3" name="Object 28"/>
            <p:cNvGraphicFramePr>
              <a:graphicFrameLocks noChangeAspect="1"/>
            </p:cNvGraphicFramePr>
            <p:nvPr/>
          </p:nvGraphicFramePr>
          <p:xfrm>
            <a:off x="10864" y="10981"/>
            <a:ext cx="988" cy="6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17" name="Equation" r:id="rId14" imgW="3657600" imgH="3048000" progId="Equation.DSMT4">
                    <p:embed/>
                  </p:oleObj>
                </mc:Choice>
                <mc:Fallback>
                  <p:oleObj name="Equation" r:id="rId14" imgW="3657600" imgH="3048000" progId="Equation.DSMT4">
                    <p:embed/>
                    <p:pic>
                      <p:nvPicPr>
                        <p:cNvPr id="0" name="图片 821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10864" y="10981"/>
                          <a:ext cx="988" cy="69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Object 204"/>
            <p:cNvGraphicFramePr>
              <a:graphicFrameLocks noChangeAspect="1"/>
            </p:cNvGraphicFramePr>
            <p:nvPr/>
          </p:nvGraphicFramePr>
          <p:xfrm>
            <a:off x="12185" y="10965"/>
            <a:ext cx="1416" cy="8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18" name="Equation" r:id="rId16" imgW="7924800" imgH="4876800" progId="Equation.DSMT4">
                    <p:embed/>
                  </p:oleObj>
                </mc:Choice>
                <mc:Fallback>
                  <p:oleObj name="Equation" r:id="rId16" imgW="7924800" imgH="4876800" progId="Equation.DSMT4">
                    <p:embed/>
                    <p:pic>
                      <p:nvPicPr>
                        <p:cNvPr id="0" name="图片 821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2185" y="10965"/>
                          <a:ext cx="1416" cy="84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文本框 2"/>
          <p:cNvSpPr txBox="1"/>
          <p:nvPr/>
        </p:nvSpPr>
        <p:spPr>
          <a:xfrm>
            <a:off x="1179195" y="3844925"/>
            <a:ext cx="21393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dirty="0" smtClean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例</a:t>
            </a:r>
            <a:r>
              <a:rPr lang="en-US" altLang="zh-CN" sz="2800" b="1" dirty="0" smtClean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1</a:t>
            </a:r>
            <a:r>
              <a:rPr lang="zh-CN" altLang="en-US" sz="2800" b="1" dirty="0" smtClean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.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</a:rPr>
              <a:t> </a:t>
            </a: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</a:rPr>
              <a:t>计算</a:t>
            </a:r>
            <a:endParaRPr lang="zh-CN" altLang="en-US" sz="2800" b="1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119843" name="Object 35"/>
          <p:cNvGraphicFramePr>
            <a:graphicFrameLocks noChangeAspect="1"/>
          </p:cNvGraphicFramePr>
          <p:nvPr/>
        </p:nvGraphicFramePr>
        <p:xfrm>
          <a:off x="2862580" y="3511550"/>
          <a:ext cx="2889250" cy="1069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2" name="Equation" r:id="rId17" imgW="29260800" imgH="9448800" progId="Equation.DSMT4">
                  <p:embed/>
                </p:oleObj>
              </mc:Choice>
              <mc:Fallback>
                <p:oleObj name="Equation" r:id="rId17" imgW="29260800" imgH="9448800" progId="Equation.DSMT4">
                  <p:embed/>
                  <p:pic>
                    <p:nvPicPr>
                      <p:cNvPr id="0" name="图片 8221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862580" y="3511550"/>
                        <a:ext cx="2889250" cy="10693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5"/>
          <p:cNvGraphicFramePr>
            <a:graphicFrameLocks noChangeAspect="1"/>
          </p:cNvGraphicFramePr>
          <p:nvPr/>
        </p:nvGraphicFramePr>
        <p:xfrm>
          <a:off x="4050665" y="4596765"/>
          <a:ext cx="1437640" cy="1034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19" imgW="673100" imgH="393700" progId="Equation.DSMT4">
                  <p:embed/>
                </p:oleObj>
              </mc:Choice>
              <mc:Fallback>
                <p:oleObj name="Equation" r:id="rId19" imgW="673100" imgH="393700" progId="Equation.DSMT4">
                  <p:embed/>
                  <p:pic>
                    <p:nvPicPr>
                      <p:cNvPr id="0" name="图片 8221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050665" y="4596765"/>
                        <a:ext cx="1437640" cy="10344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2"/>
          <p:cNvSpPr txBox="1"/>
          <p:nvPr/>
        </p:nvSpPr>
        <p:spPr>
          <a:xfrm>
            <a:off x="1049020" y="4804410"/>
            <a:ext cx="7797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</a:rPr>
              <a:t>解：</a:t>
            </a:r>
            <a:endParaRPr lang="zh-CN" altLang="en-US" sz="2800" b="1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16" name="Object 35"/>
          <p:cNvGraphicFramePr>
            <a:graphicFrameLocks noChangeAspect="1"/>
          </p:cNvGraphicFramePr>
          <p:nvPr/>
        </p:nvGraphicFramePr>
        <p:xfrm>
          <a:off x="1828800" y="4804410"/>
          <a:ext cx="199199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21" imgW="762000" imgH="203200" progId="Equation.DSMT4">
                  <p:embed/>
                </p:oleObj>
              </mc:Choice>
              <mc:Fallback>
                <p:oleObj name="Equation" r:id="rId21" imgW="762000" imgH="203200" progId="Equation.DSMT4">
                  <p:embed/>
                  <p:pic>
                    <p:nvPicPr>
                      <p:cNvPr id="0" name="图片 8221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828800" y="4804410"/>
                        <a:ext cx="1991995" cy="619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35"/>
          <p:cNvGraphicFramePr>
            <a:graphicFrameLocks noChangeAspect="1"/>
          </p:cNvGraphicFramePr>
          <p:nvPr/>
        </p:nvGraphicFramePr>
        <p:xfrm>
          <a:off x="5526088" y="4596448"/>
          <a:ext cx="5507355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Equation" r:id="rId23" imgW="2578100" imgH="444500" progId="Equation.DSMT4">
                  <p:embed/>
                </p:oleObj>
              </mc:Choice>
              <mc:Fallback>
                <p:oleObj name="Equation" r:id="rId23" imgW="2578100" imgH="444500" progId="Equation.DSMT4">
                  <p:embed/>
                  <p:pic>
                    <p:nvPicPr>
                      <p:cNvPr id="0" name="图片 8221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526088" y="4596448"/>
                        <a:ext cx="5507355" cy="1168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210"/>
          <p:cNvGraphicFramePr>
            <a:graphicFrameLocks noChangeAspect="1"/>
          </p:cNvGraphicFramePr>
          <p:nvPr/>
        </p:nvGraphicFramePr>
        <p:xfrm>
          <a:off x="2330768" y="5685155"/>
          <a:ext cx="2684145" cy="1036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" name="Equation" r:id="rId25" imgW="1155700" imgH="393700" progId="Equation.DSMT4">
                  <p:embed/>
                </p:oleObj>
              </mc:Choice>
              <mc:Fallback>
                <p:oleObj name="Equation" r:id="rId25" imgW="1155700" imgH="393700" progId="Equation.DSMT4">
                  <p:embed/>
                  <p:pic>
                    <p:nvPicPr>
                      <p:cNvPr id="0" name="图片 7176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330768" y="5685155"/>
                        <a:ext cx="2684145" cy="10369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222"/>
          <p:cNvGraphicFramePr>
            <a:graphicFrameLocks noChangeAspect="1"/>
          </p:cNvGraphicFramePr>
          <p:nvPr/>
        </p:nvGraphicFramePr>
        <p:xfrm>
          <a:off x="5015231" y="5869941"/>
          <a:ext cx="976630" cy="667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" name="Equation" r:id="rId27" imgW="405765" imgH="228600" progId="Equation.DSMT4">
                  <p:embed/>
                </p:oleObj>
              </mc:Choice>
              <mc:Fallback>
                <p:oleObj name="Equation" r:id="rId27" imgW="405765" imgH="228600" progId="Equation.DSMT4">
                  <p:embed/>
                  <p:pic>
                    <p:nvPicPr>
                      <p:cNvPr id="0" name="图片 7187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015231" y="5869941"/>
                        <a:ext cx="976630" cy="6673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222"/>
          <p:cNvGraphicFramePr>
            <a:graphicFrameLocks noChangeAspect="1"/>
          </p:cNvGraphicFramePr>
          <p:nvPr/>
        </p:nvGraphicFramePr>
        <p:xfrm>
          <a:off x="6098541" y="5962334"/>
          <a:ext cx="76327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" name="Equation" r:id="rId28" imgW="316865" imgH="165100" progId="Equation.DSMT4">
                  <p:embed/>
                </p:oleObj>
              </mc:Choice>
              <mc:Fallback>
                <p:oleObj name="Equation" r:id="rId28" imgW="316865" imgH="165100" progId="Equation.DSMT4">
                  <p:embed/>
                  <p:pic>
                    <p:nvPicPr>
                      <p:cNvPr id="0" name="图片 7187"/>
                      <p:cNvPicPr>
                        <a:picLocks noChangeAspect="1"/>
                      </p:cNvPicPr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6098541" y="5962334"/>
                        <a:ext cx="76327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文本框 2"/>
          <p:cNvSpPr txBox="1"/>
          <p:nvPr/>
        </p:nvSpPr>
        <p:spPr>
          <a:xfrm>
            <a:off x="2331085" y="6975475"/>
            <a:ext cx="17195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注意到：</a:t>
            </a:r>
            <a:endParaRPr lang="zh-CN" altLang="en-US" sz="28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43" name="Object 35"/>
          <p:cNvGraphicFramePr>
            <a:graphicFrameLocks noChangeAspect="1"/>
          </p:cNvGraphicFramePr>
          <p:nvPr/>
        </p:nvGraphicFramePr>
        <p:xfrm>
          <a:off x="3794125" y="6722110"/>
          <a:ext cx="2811780" cy="1029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" name="Equation" r:id="rId30" imgW="1244600" imgH="393700" progId="Equation.DSMT4">
                  <p:embed/>
                </p:oleObj>
              </mc:Choice>
              <mc:Fallback>
                <p:oleObj name="Equation" r:id="rId30" imgW="1244600" imgH="393700" progId="Equation.DSMT4">
                  <p:embed/>
                  <p:pic>
                    <p:nvPicPr>
                      <p:cNvPr id="0" name="图片 8221"/>
                      <p:cNvPicPr>
                        <a:picLocks noChangeAspect="1"/>
                      </p:cNvPicPr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3794125" y="6722110"/>
                        <a:ext cx="2811780" cy="10293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/>
          <p:cNvGrpSpPr/>
          <p:nvPr/>
        </p:nvGrpSpPr>
        <p:grpSpPr>
          <a:xfrm>
            <a:off x="1360170" y="7872095"/>
            <a:ext cx="8450580" cy="592455"/>
            <a:chOff x="2142" y="12397"/>
            <a:chExt cx="13308" cy="933"/>
          </a:xfrm>
        </p:grpSpPr>
        <p:sp>
          <p:nvSpPr>
            <p:cNvPr id="46" name="文本框 2"/>
            <p:cNvSpPr txBox="1"/>
            <p:nvPr/>
          </p:nvSpPr>
          <p:spPr>
            <a:xfrm>
              <a:off x="2142" y="12397"/>
              <a:ext cx="8914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800" b="1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(2)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  为      的可去奇点，      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47" name="Object 28"/>
            <p:cNvGraphicFramePr>
              <a:graphicFrameLocks noChangeAspect="1"/>
            </p:cNvGraphicFramePr>
            <p:nvPr/>
          </p:nvGraphicFramePr>
          <p:xfrm>
            <a:off x="3007" y="12508"/>
            <a:ext cx="988" cy="6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" name="Equation" r:id="rId32" imgW="3657600" imgH="3048000" progId="Equation.DSMT4">
                    <p:embed/>
                  </p:oleObj>
                </mc:Choice>
                <mc:Fallback>
                  <p:oleObj name="Equation" r:id="rId32" imgW="3657600" imgH="3048000" progId="Equation.DSMT4">
                    <p:embed/>
                    <p:pic>
                      <p:nvPicPr>
                        <p:cNvPr id="0" name="图片 821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3007" y="12508"/>
                          <a:ext cx="988" cy="69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" name="Object 204"/>
            <p:cNvGraphicFramePr>
              <a:graphicFrameLocks noChangeAspect="1"/>
            </p:cNvGraphicFramePr>
            <p:nvPr/>
          </p:nvGraphicFramePr>
          <p:xfrm>
            <a:off x="4204" y="12428"/>
            <a:ext cx="1115" cy="8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" name="Equation" r:id="rId33" imgW="7924800" imgH="4876800" progId="Equation.DSMT4">
                    <p:embed/>
                  </p:oleObj>
                </mc:Choice>
                <mc:Fallback>
                  <p:oleObj name="Equation" r:id="rId33" imgW="7924800" imgH="4876800" progId="Equation.DSMT4">
                    <p:embed/>
                    <p:pic>
                      <p:nvPicPr>
                        <p:cNvPr id="0" name="图片 821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204" y="12428"/>
                          <a:ext cx="1115" cy="84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" name="文本框 2"/>
            <p:cNvSpPr txBox="1"/>
            <p:nvPr/>
          </p:nvSpPr>
          <p:spPr>
            <a:xfrm>
              <a:off x="11852" y="12508"/>
              <a:ext cx="3598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不一定为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0.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72" name="Object 210"/>
            <p:cNvGraphicFramePr>
              <a:graphicFrameLocks noChangeAspect="1"/>
            </p:cNvGraphicFramePr>
            <p:nvPr/>
          </p:nvGraphicFramePr>
          <p:xfrm>
            <a:off x="8586" y="12427"/>
            <a:ext cx="3019" cy="8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" name="Equation" r:id="rId34" imgW="825500" imgH="203200" progId="Equation.DSMT4">
                    <p:embed/>
                  </p:oleObj>
                </mc:Choice>
                <mc:Fallback>
                  <p:oleObj name="Equation" r:id="rId34" imgW="825500" imgH="203200" progId="Equation.DSMT4">
                    <p:embed/>
                    <p:pic>
                      <p:nvPicPr>
                        <p:cNvPr id="0" name="图片 717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5"/>
                        <a:stretch>
                          <a:fillRect/>
                        </a:stretch>
                      </p:blipFill>
                      <p:spPr>
                        <a:xfrm>
                          <a:off x="8586" y="12427"/>
                          <a:ext cx="3019" cy="84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" name="Object 35"/>
          <p:cNvGraphicFramePr>
            <a:graphicFrameLocks noChangeAspect="1"/>
          </p:cNvGraphicFramePr>
          <p:nvPr/>
        </p:nvGraphicFramePr>
        <p:xfrm>
          <a:off x="6192838" y="4631373"/>
          <a:ext cx="705485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36" imgW="330200" imgH="393700" progId="Equation.DSMT4">
                  <p:embed/>
                </p:oleObj>
              </mc:Choice>
              <mc:Fallback>
                <p:oleObj name="Equation" r:id="rId36" imgW="330200" imgH="393700" progId="Equation.DSMT4">
                  <p:embed/>
                  <p:pic>
                    <p:nvPicPr>
                      <p:cNvPr id="0" name="图片 8221"/>
                      <p:cNvPicPr>
                        <a:picLocks noChangeAspect="1"/>
                      </p:cNvPicPr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6192838" y="4631373"/>
                        <a:ext cx="705485" cy="1035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8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9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5" grpId="0"/>
      <p:bldP spid="4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705401" y="516071"/>
            <a:ext cx="147256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、定理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文本框 2"/>
          <p:cNvSpPr txBox="1"/>
          <p:nvPr/>
        </p:nvSpPr>
        <p:spPr>
          <a:xfrm>
            <a:off x="661700" y="1099100"/>
            <a:ext cx="163102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dirty="0" smtClean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定理</a:t>
            </a:r>
            <a:r>
              <a:rPr lang="en-US" altLang="zh-CN" sz="2800" b="1" dirty="0" smtClean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</a:t>
            </a:r>
            <a:r>
              <a:rPr lang="zh-CN" altLang="en-US" sz="2800" b="1" dirty="0" smtClean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</a:t>
            </a: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005330" y="1021080"/>
            <a:ext cx="9257665" cy="681990"/>
            <a:chOff x="3158" y="1608"/>
            <a:chExt cx="14579" cy="1074"/>
          </a:xfrm>
        </p:grpSpPr>
        <p:sp>
          <p:nvSpPr>
            <p:cNvPr id="21" name="文本框 2"/>
            <p:cNvSpPr txBox="1"/>
            <p:nvPr/>
          </p:nvSpPr>
          <p:spPr>
            <a:xfrm>
              <a:off x="3158" y="1701"/>
              <a:ext cx="13733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设       在扩充复平面内只有有限个孤立奇点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71" name="Object 204"/>
            <p:cNvGraphicFramePr>
              <a:graphicFrameLocks noChangeAspect="1"/>
            </p:cNvGraphicFramePr>
            <p:nvPr/>
          </p:nvGraphicFramePr>
          <p:xfrm>
            <a:off x="3993" y="1765"/>
            <a:ext cx="1272" cy="8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17" name="Equation" r:id="rId1" imgW="7924800" imgH="4876800" progId="Equation.DSMT4">
                    <p:embed/>
                  </p:oleObj>
                </mc:Choice>
                <mc:Fallback>
                  <p:oleObj name="Equation" r:id="rId1" imgW="7924800" imgH="4876800" progId="Equation.DSMT4">
                    <p:embed/>
                    <p:pic>
                      <p:nvPicPr>
                        <p:cNvPr id="0" name="图片 921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993" y="1765"/>
                          <a:ext cx="1272" cy="84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" name="Object 18"/>
            <p:cNvGraphicFramePr>
              <a:graphicFrameLocks noChangeAspect="1"/>
            </p:cNvGraphicFramePr>
            <p:nvPr/>
          </p:nvGraphicFramePr>
          <p:xfrm>
            <a:off x="14245" y="1608"/>
            <a:ext cx="3493" cy="10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18" name="Equation" r:id="rId3" imgW="17983200" imgH="5486400" progId="Equation.DSMT4">
                    <p:embed/>
                  </p:oleObj>
                </mc:Choice>
                <mc:Fallback>
                  <p:oleObj name="Equation" r:id="rId3" imgW="17983200" imgH="5486400" progId="Equation.DSMT4">
                    <p:embed/>
                    <p:pic>
                      <p:nvPicPr>
                        <p:cNvPr id="0" name="图片 921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4245" y="1608"/>
                          <a:ext cx="3493" cy="107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3" name="文本框 2"/>
          <p:cNvSpPr txBox="1"/>
          <p:nvPr/>
        </p:nvSpPr>
        <p:spPr>
          <a:xfrm>
            <a:off x="839470" y="1703070"/>
            <a:ext cx="38455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孤立奇点的留数和为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2" name="Object 20"/>
          <p:cNvGraphicFramePr>
            <a:graphicFrameLocks noChangeAspect="1"/>
          </p:cNvGraphicFramePr>
          <p:nvPr/>
        </p:nvGraphicFramePr>
        <p:xfrm>
          <a:off x="2577465" y="2214245"/>
          <a:ext cx="2555875" cy="1059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Equation" r:id="rId5" imgW="26822400" imgH="10363200" progId="Equation.DSMT4">
                  <p:embed/>
                </p:oleObj>
              </mc:Choice>
              <mc:Fallback>
                <p:oleObj name="Equation" r:id="rId5" imgW="26822400" imgH="10363200" progId="Equation.DSMT4">
                  <p:embed/>
                  <p:pic>
                    <p:nvPicPr>
                      <p:cNvPr id="0" name="图片 921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77465" y="2214245"/>
                        <a:ext cx="2555875" cy="10591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11263630" y="1093470"/>
            <a:ext cx="2526030" cy="560705"/>
            <a:chOff x="17738" y="1722"/>
            <a:chExt cx="3978" cy="883"/>
          </a:xfrm>
        </p:grpSpPr>
        <p:sp>
          <p:nvSpPr>
            <p:cNvPr id="20" name="文本框 2"/>
            <p:cNvSpPr txBox="1"/>
            <p:nvPr/>
          </p:nvSpPr>
          <p:spPr>
            <a:xfrm>
              <a:off x="17738" y="1783"/>
              <a:ext cx="3979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</a:rPr>
                <a:t>则       在各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graphicFrame>
          <p:nvGraphicFramePr>
            <p:cNvPr id="120868" name="Object 36"/>
            <p:cNvGraphicFramePr>
              <a:graphicFrameLocks noChangeAspect="1"/>
            </p:cNvGraphicFramePr>
            <p:nvPr/>
          </p:nvGraphicFramePr>
          <p:xfrm>
            <a:off x="18616" y="1722"/>
            <a:ext cx="1019" cy="8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0" name="Equation" r:id="rId7" imgW="7924800" imgH="4876800" progId="Equation.DSMT4">
                    <p:embed/>
                  </p:oleObj>
                </mc:Choice>
                <mc:Fallback>
                  <p:oleObj name="Equation" r:id="rId7" imgW="7924800" imgH="4876800" progId="Equation.DSMT4">
                    <p:embed/>
                    <p:pic>
                      <p:nvPicPr>
                        <p:cNvPr id="0" name="图片 921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8616" y="1722"/>
                          <a:ext cx="1019" cy="84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" name="文本框 2"/>
          <p:cNvSpPr txBox="1"/>
          <p:nvPr/>
        </p:nvSpPr>
        <p:spPr>
          <a:xfrm>
            <a:off x="4684955" y="1703349"/>
            <a:ext cx="85903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即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120869" name="Object 37"/>
          <p:cNvGraphicFramePr>
            <a:graphicFrameLocks noChangeAspect="1"/>
          </p:cNvGraphicFramePr>
          <p:nvPr/>
        </p:nvGraphicFramePr>
        <p:xfrm>
          <a:off x="5227320" y="2537460"/>
          <a:ext cx="1891030" cy="499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1" name="Equation" r:id="rId8" imgW="19812000" imgH="4876800" progId="Equation.DSMT4">
                  <p:embed/>
                </p:oleObj>
              </mc:Choice>
              <mc:Fallback>
                <p:oleObj name="Equation" r:id="rId8" imgW="19812000" imgH="4876800" progId="Equation.DSMT4">
                  <p:embed/>
                  <p:pic>
                    <p:nvPicPr>
                      <p:cNvPr id="0" name="图片 9220"/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227320" y="2537460"/>
                        <a:ext cx="1891030" cy="4991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70" name="Object 38"/>
          <p:cNvGraphicFramePr>
            <a:graphicFrameLocks noChangeAspect="1"/>
          </p:cNvGraphicFramePr>
          <p:nvPr/>
        </p:nvGraphicFramePr>
        <p:xfrm>
          <a:off x="7194550" y="2593340"/>
          <a:ext cx="52451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2" name="Equation" r:id="rId10" imgW="5791200" imgH="4267200" progId="Equation.DSMT4">
                  <p:embed/>
                </p:oleObj>
              </mc:Choice>
              <mc:Fallback>
                <p:oleObj name="Equation" r:id="rId10" imgW="5791200" imgH="4267200" progId="Equation.DSMT4">
                  <p:embed/>
                  <p:pic>
                    <p:nvPicPr>
                      <p:cNvPr id="0" name="图片 9221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194550" y="2593340"/>
                        <a:ext cx="524510" cy="387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椭圆 40"/>
          <p:cNvSpPr/>
          <p:nvPr/>
        </p:nvSpPr>
        <p:spPr>
          <a:xfrm>
            <a:off x="2525395" y="3293745"/>
            <a:ext cx="7642225" cy="262255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42" name="Object 18"/>
          <p:cNvGraphicFramePr>
            <a:graphicFrameLocks noChangeAspect="1"/>
          </p:cNvGraphicFramePr>
          <p:nvPr/>
        </p:nvGraphicFramePr>
        <p:xfrm>
          <a:off x="3770630" y="4213860"/>
          <a:ext cx="45847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" name="Equation" r:id="rId12" imgW="152400" imgH="228600" progId="Equation.DSMT4">
                  <p:embed/>
                </p:oleObj>
              </mc:Choice>
              <mc:Fallback>
                <p:oleObj name="Equation" r:id="rId12" imgW="152400" imgH="228600" progId="Equation.DSMT4">
                  <p:embed/>
                  <p:pic>
                    <p:nvPicPr>
                      <p:cNvPr id="0" name="图片 6145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770630" y="4213860"/>
                        <a:ext cx="458470" cy="774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18"/>
          <p:cNvGraphicFramePr>
            <a:graphicFrameLocks noChangeAspect="1"/>
          </p:cNvGraphicFramePr>
          <p:nvPr/>
        </p:nvGraphicFramePr>
        <p:xfrm>
          <a:off x="6557645" y="3760470"/>
          <a:ext cx="415290" cy="656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" name="Equation" r:id="rId14" imgW="165100" imgH="228600" progId="Equation.DSMT4">
                  <p:embed/>
                </p:oleObj>
              </mc:Choice>
              <mc:Fallback>
                <p:oleObj name="Equation" r:id="rId14" imgW="165100" imgH="228600" progId="Equation.DSMT4">
                  <p:embed/>
                  <p:pic>
                    <p:nvPicPr>
                      <p:cNvPr id="0" name="图片 6145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557645" y="3760470"/>
                        <a:ext cx="415290" cy="6565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18"/>
          <p:cNvGraphicFramePr>
            <a:graphicFrameLocks noChangeAspect="1"/>
          </p:cNvGraphicFramePr>
          <p:nvPr/>
        </p:nvGraphicFramePr>
        <p:xfrm>
          <a:off x="8893175" y="5008880"/>
          <a:ext cx="389890" cy="616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" name="Equation" r:id="rId16" imgW="165100" imgH="228600" progId="Equation.DSMT4">
                  <p:embed/>
                </p:oleObj>
              </mc:Choice>
              <mc:Fallback>
                <p:oleObj name="Equation" r:id="rId16" imgW="165100" imgH="228600" progId="Equation.DSMT4">
                  <p:embed/>
                  <p:pic>
                    <p:nvPicPr>
                      <p:cNvPr id="0" name="图片 6145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8893175" y="5008880"/>
                        <a:ext cx="389890" cy="6165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椭圆 48"/>
          <p:cNvSpPr/>
          <p:nvPr/>
        </p:nvSpPr>
        <p:spPr>
          <a:xfrm>
            <a:off x="3472815" y="4490085"/>
            <a:ext cx="9969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椭圆 55"/>
          <p:cNvSpPr/>
          <p:nvPr/>
        </p:nvSpPr>
        <p:spPr>
          <a:xfrm>
            <a:off x="6181725" y="4051300"/>
            <a:ext cx="9969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椭圆 57"/>
          <p:cNvSpPr/>
          <p:nvPr/>
        </p:nvSpPr>
        <p:spPr>
          <a:xfrm>
            <a:off x="8618855" y="5097780"/>
            <a:ext cx="9969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9" name="直接箭头连接符 58"/>
          <p:cNvCxnSpPr/>
          <p:nvPr/>
        </p:nvCxnSpPr>
        <p:spPr>
          <a:xfrm flipH="1" flipV="1">
            <a:off x="9986645" y="4203700"/>
            <a:ext cx="133350" cy="10922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5" name="Object 18"/>
          <p:cNvGraphicFramePr>
            <a:graphicFrameLocks noChangeAspect="1"/>
          </p:cNvGraphicFramePr>
          <p:nvPr/>
        </p:nvGraphicFramePr>
        <p:xfrm>
          <a:off x="9761538" y="3578860"/>
          <a:ext cx="358140" cy="472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" name="Equation" r:id="rId18" imgW="152400" imgH="177165" progId="Equation.DSMT4">
                  <p:embed/>
                </p:oleObj>
              </mc:Choice>
              <mc:Fallback>
                <p:oleObj name="Equation" r:id="rId18" imgW="152400" imgH="177165" progId="Equation.DSMT4">
                  <p:embed/>
                  <p:pic>
                    <p:nvPicPr>
                      <p:cNvPr id="0" name="图片 6145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9761538" y="3578860"/>
                        <a:ext cx="358140" cy="4724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" name="文本框 2"/>
          <p:cNvSpPr txBox="1"/>
          <p:nvPr/>
        </p:nvSpPr>
        <p:spPr>
          <a:xfrm>
            <a:off x="1075055" y="6258560"/>
            <a:ext cx="25266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由留数定理，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104" name="Object 20"/>
          <p:cNvGraphicFramePr>
            <a:graphicFrameLocks noChangeAspect="1"/>
          </p:cNvGraphicFramePr>
          <p:nvPr/>
        </p:nvGraphicFramePr>
        <p:xfrm>
          <a:off x="8787130" y="5779135"/>
          <a:ext cx="2893060" cy="1088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" name="Equation" r:id="rId20" imgW="1231265" imgH="431800" progId="Equation.DSMT4">
                  <p:embed/>
                </p:oleObj>
              </mc:Choice>
              <mc:Fallback>
                <p:oleObj name="Equation" r:id="rId20" imgW="1231265" imgH="431800" progId="Equation.DSMT4">
                  <p:embed/>
                  <p:pic>
                    <p:nvPicPr>
                      <p:cNvPr id="0" name="图片 9218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8787130" y="5779135"/>
                        <a:ext cx="2893060" cy="10883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" name="Object 204"/>
          <p:cNvGraphicFramePr>
            <a:graphicFrameLocks noChangeAspect="1"/>
          </p:cNvGraphicFramePr>
          <p:nvPr/>
        </p:nvGraphicFramePr>
        <p:xfrm>
          <a:off x="6829425" y="5913755"/>
          <a:ext cx="1957705" cy="838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" name="Equation" r:id="rId22" imgW="774065" imgH="292100" progId="Equation.DSMT4">
                  <p:embed/>
                </p:oleObj>
              </mc:Choice>
              <mc:Fallback>
                <p:oleObj name="Equation" r:id="rId22" imgW="774065" imgH="292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6829425" y="5913755"/>
                        <a:ext cx="1957705" cy="8388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" name="文本框 2"/>
          <p:cNvSpPr txBox="1"/>
          <p:nvPr/>
        </p:nvSpPr>
        <p:spPr>
          <a:xfrm>
            <a:off x="1075690" y="6970395"/>
            <a:ext cx="55054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由无穷远孤立奇点留数的定义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109" name="Object 210"/>
          <p:cNvGraphicFramePr>
            <a:graphicFrameLocks noChangeAspect="1"/>
          </p:cNvGraphicFramePr>
          <p:nvPr/>
        </p:nvGraphicFramePr>
        <p:xfrm>
          <a:off x="7266940" y="6813550"/>
          <a:ext cx="439420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" name="Equation" r:id="rId24" imgW="1892300" imgH="316865" progId="Equation.DSMT4">
                  <p:embed/>
                </p:oleObj>
              </mc:Choice>
              <mc:Fallback>
                <p:oleObj name="Equation" r:id="rId24" imgW="1892300" imgH="316865" progId="Equation.DSMT4">
                  <p:embed/>
                  <p:pic>
                    <p:nvPicPr>
                      <p:cNvPr id="0" name="图片 7176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7266940" y="6813550"/>
                        <a:ext cx="4394200" cy="8350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" name="Object 20"/>
          <p:cNvGraphicFramePr>
            <a:graphicFrameLocks noChangeAspect="1"/>
          </p:cNvGraphicFramePr>
          <p:nvPr/>
        </p:nvGraphicFramePr>
        <p:xfrm>
          <a:off x="2040255" y="7511415"/>
          <a:ext cx="2555875" cy="1059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" name="Equation" r:id="rId26" imgW="26822400" imgH="10363200" progId="Equation.DSMT4">
                  <p:embed/>
                </p:oleObj>
              </mc:Choice>
              <mc:Fallback>
                <p:oleObj name="Equation" r:id="rId26" imgW="26822400" imgH="10363200" progId="Equation.DSMT4">
                  <p:embed/>
                  <p:pic>
                    <p:nvPicPr>
                      <p:cNvPr id="0" name="图片 921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40255" y="7511415"/>
                        <a:ext cx="2555875" cy="10591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" name="Object 37"/>
          <p:cNvGraphicFramePr>
            <a:graphicFrameLocks noChangeAspect="1"/>
          </p:cNvGraphicFramePr>
          <p:nvPr/>
        </p:nvGraphicFramePr>
        <p:xfrm>
          <a:off x="4690110" y="7834630"/>
          <a:ext cx="1891030" cy="499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" name="Equation" r:id="rId27" imgW="19812000" imgH="4876800" progId="Equation.DSMT4">
                  <p:embed/>
                </p:oleObj>
              </mc:Choice>
              <mc:Fallback>
                <p:oleObj name="Equation" r:id="rId27" imgW="19812000" imgH="4876800" progId="Equation.DSMT4">
                  <p:embed/>
                  <p:pic>
                    <p:nvPicPr>
                      <p:cNvPr id="0" name="图片 9220"/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690110" y="7834630"/>
                        <a:ext cx="1891030" cy="4991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" name="Object 204"/>
          <p:cNvGraphicFramePr>
            <a:graphicFrameLocks noChangeAspect="1"/>
          </p:cNvGraphicFramePr>
          <p:nvPr/>
        </p:nvGraphicFramePr>
        <p:xfrm>
          <a:off x="6632575" y="7588885"/>
          <a:ext cx="2312035" cy="904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" name="Equation" r:id="rId28" imgW="1143000" imgH="393700" progId="Equation.DSMT4">
                  <p:embed/>
                </p:oleObj>
              </mc:Choice>
              <mc:Fallback>
                <p:oleObj name="Equation" r:id="rId28" imgW="1143000" imgH="393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6632575" y="7588885"/>
                        <a:ext cx="2312035" cy="9042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" name="Object 210"/>
          <p:cNvGraphicFramePr>
            <a:graphicFrameLocks noChangeAspect="1"/>
          </p:cNvGraphicFramePr>
          <p:nvPr/>
        </p:nvGraphicFramePr>
        <p:xfrm>
          <a:off x="8892858" y="7511098"/>
          <a:ext cx="2301875" cy="1037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" name="Equation" r:id="rId30" imgW="990600" imgH="393700" progId="Equation.DSMT4">
                  <p:embed/>
                </p:oleObj>
              </mc:Choice>
              <mc:Fallback>
                <p:oleObj name="Equation" r:id="rId30" imgW="990600" imgH="393700" progId="Equation.DSMT4">
                  <p:embed/>
                  <p:pic>
                    <p:nvPicPr>
                      <p:cNvPr id="0" name="图片 7176"/>
                      <p:cNvPicPr>
                        <a:picLocks noChangeAspect="1"/>
                      </p:cNvPicPr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8892858" y="7511098"/>
                        <a:ext cx="2301875" cy="10375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" name="Object 38"/>
          <p:cNvGraphicFramePr>
            <a:graphicFrameLocks noChangeAspect="1"/>
          </p:cNvGraphicFramePr>
          <p:nvPr/>
        </p:nvGraphicFramePr>
        <p:xfrm>
          <a:off x="11195050" y="7834630"/>
          <a:ext cx="52451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" name="Equation" r:id="rId32" imgW="5791200" imgH="4267200" progId="Equation.DSMT4">
                  <p:embed/>
                </p:oleObj>
              </mc:Choice>
              <mc:Fallback>
                <p:oleObj name="Equation" r:id="rId32" imgW="5791200" imgH="4267200" progId="Equation.DSMT4">
                  <p:embed/>
                  <p:pic>
                    <p:nvPicPr>
                      <p:cNvPr id="0" name="图片 9221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1195050" y="7834630"/>
                        <a:ext cx="524510" cy="387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0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20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56" grpId="0" bldLvl="0" animBg="1"/>
      <p:bldP spid="58" grpId="0" bldLvl="0" animBg="1"/>
      <p:bldP spid="49" grpId="0" bldLvl="0" animBg="1"/>
      <p:bldP spid="41" grpId="0" bldLvl="0" animBg="1"/>
      <p:bldP spid="103" grpId="0"/>
      <p:bldP spid="108" grpId="0"/>
      <p:bldP spid="73" grpId="0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705401" y="516071"/>
            <a:ext cx="147256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、定理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文本框 2"/>
          <p:cNvSpPr txBox="1"/>
          <p:nvPr/>
        </p:nvSpPr>
        <p:spPr>
          <a:xfrm>
            <a:off x="661700" y="1099100"/>
            <a:ext cx="163102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dirty="0" smtClean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定理</a:t>
            </a:r>
            <a:r>
              <a:rPr lang="en-US" altLang="zh-CN" sz="2800" b="1" dirty="0" smtClean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</a:t>
            </a:r>
            <a:r>
              <a:rPr lang="zh-CN" altLang="en-US" sz="2800" b="1" dirty="0" smtClean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</a:t>
            </a:r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</a:t>
            </a:r>
            <a:endParaRPr lang="zh-CN" altLang="en-US" sz="2800" b="1" i="1" u="sng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0" name="文本框 2"/>
          <p:cNvSpPr txBox="1"/>
          <p:nvPr/>
        </p:nvSpPr>
        <p:spPr>
          <a:xfrm>
            <a:off x="11263630" y="1132205"/>
            <a:ext cx="25266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则       在各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1" name="文本框 2"/>
          <p:cNvSpPr txBox="1"/>
          <p:nvPr/>
        </p:nvSpPr>
        <p:spPr>
          <a:xfrm>
            <a:off x="2005444" y="1080050"/>
            <a:ext cx="872017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设       在扩充复平面内只有有限个孤立奇点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71" name="Object 204"/>
          <p:cNvGraphicFramePr>
            <a:graphicFrameLocks noChangeAspect="1"/>
          </p:cNvGraphicFramePr>
          <p:nvPr/>
        </p:nvGraphicFramePr>
        <p:xfrm>
          <a:off x="2535555" y="1120775"/>
          <a:ext cx="80772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7" name="Equation" r:id="rId1" imgW="7924800" imgH="4876800" progId="Equation.DSMT4">
                  <p:embed/>
                </p:oleObj>
              </mc:Choice>
              <mc:Fallback>
                <p:oleObj name="Equation" r:id="rId1" imgW="7924800" imgH="48768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35555" y="1120775"/>
                        <a:ext cx="807720" cy="533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Object 18"/>
          <p:cNvGraphicFramePr>
            <a:graphicFrameLocks noChangeAspect="1"/>
          </p:cNvGraphicFramePr>
          <p:nvPr/>
        </p:nvGraphicFramePr>
        <p:xfrm>
          <a:off x="9045575" y="1021080"/>
          <a:ext cx="2218055" cy="681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Equation" r:id="rId3" imgW="17983200" imgH="5486400" progId="Equation.DSMT4">
                  <p:embed/>
                </p:oleObj>
              </mc:Choice>
              <mc:Fallback>
                <p:oleObj name="Equation" r:id="rId3" imgW="17983200" imgH="5486400" progId="Equation.DSMT4">
                  <p:embed/>
                  <p:pic>
                    <p:nvPicPr>
                      <p:cNvPr id="0" name="图片 921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045575" y="1021080"/>
                        <a:ext cx="2218055" cy="6819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" name="文本框 2"/>
          <p:cNvSpPr txBox="1"/>
          <p:nvPr/>
        </p:nvSpPr>
        <p:spPr>
          <a:xfrm>
            <a:off x="709930" y="1739900"/>
            <a:ext cx="38455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孤立奇点的留数和为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2" name="Object 20"/>
          <p:cNvGraphicFramePr>
            <a:graphicFrameLocks noChangeAspect="1"/>
          </p:cNvGraphicFramePr>
          <p:nvPr/>
        </p:nvGraphicFramePr>
        <p:xfrm>
          <a:off x="5234305" y="1495425"/>
          <a:ext cx="2555875" cy="1059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Equation" r:id="rId5" imgW="26822400" imgH="10363200" progId="Equation.DSMT4">
                  <p:embed/>
                </p:oleObj>
              </mc:Choice>
              <mc:Fallback>
                <p:oleObj name="Equation" r:id="rId5" imgW="26822400" imgH="10363200" progId="Equation.DSMT4">
                  <p:embed/>
                  <p:pic>
                    <p:nvPicPr>
                      <p:cNvPr id="0" name="图片 921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34305" y="1495425"/>
                        <a:ext cx="2555875" cy="10591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68" name="Object 36"/>
          <p:cNvGraphicFramePr>
            <a:graphicFrameLocks noChangeAspect="1"/>
          </p:cNvGraphicFramePr>
          <p:nvPr/>
        </p:nvGraphicFramePr>
        <p:xfrm>
          <a:off x="11821160" y="1093470"/>
          <a:ext cx="64706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" name="Equation" r:id="rId7" imgW="7924800" imgH="4876800" progId="Equation.DSMT4">
                  <p:embed/>
                </p:oleObj>
              </mc:Choice>
              <mc:Fallback>
                <p:oleObj name="Equation" r:id="rId7" imgW="7924800" imgH="4876800" progId="Equation.DSMT4">
                  <p:embed/>
                  <p:pic>
                    <p:nvPicPr>
                      <p:cNvPr id="0" name="图片 9219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821160" y="1093470"/>
                        <a:ext cx="647065" cy="533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文本框 2"/>
          <p:cNvSpPr txBox="1"/>
          <p:nvPr/>
        </p:nvSpPr>
        <p:spPr>
          <a:xfrm>
            <a:off x="4555415" y="1740179"/>
            <a:ext cx="85903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即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120869" name="Object 37"/>
          <p:cNvGraphicFramePr>
            <a:graphicFrameLocks noChangeAspect="1"/>
          </p:cNvGraphicFramePr>
          <p:nvPr/>
        </p:nvGraphicFramePr>
        <p:xfrm>
          <a:off x="7884160" y="1818640"/>
          <a:ext cx="1891030" cy="499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1" name="Equation" r:id="rId8" imgW="19812000" imgH="4876800" progId="Equation.DSMT4">
                  <p:embed/>
                </p:oleObj>
              </mc:Choice>
              <mc:Fallback>
                <p:oleObj name="Equation" r:id="rId8" imgW="19812000" imgH="4876800" progId="Equation.DSMT4">
                  <p:embed/>
                  <p:pic>
                    <p:nvPicPr>
                      <p:cNvPr id="0" name="图片 9220"/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884160" y="1818640"/>
                        <a:ext cx="1891030" cy="4991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70" name="Object 38"/>
          <p:cNvGraphicFramePr>
            <a:graphicFrameLocks noChangeAspect="1"/>
          </p:cNvGraphicFramePr>
          <p:nvPr/>
        </p:nvGraphicFramePr>
        <p:xfrm>
          <a:off x="9851390" y="1874520"/>
          <a:ext cx="52451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2" name="Equation" r:id="rId10" imgW="5791200" imgH="4267200" progId="Equation.DSMT4">
                  <p:embed/>
                </p:oleObj>
              </mc:Choice>
              <mc:Fallback>
                <p:oleObj name="Equation" r:id="rId10" imgW="5791200" imgH="4267200" progId="Equation.DSMT4">
                  <p:embed/>
                  <p:pic>
                    <p:nvPicPr>
                      <p:cNvPr id="0" name="图片 9221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851390" y="1874520"/>
                        <a:ext cx="524510" cy="387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" name="七角星 77"/>
          <p:cNvSpPr/>
          <p:nvPr/>
        </p:nvSpPr>
        <p:spPr>
          <a:xfrm>
            <a:off x="429024" y="2264571"/>
            <a:ext cx="1034296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注</a:t>
            </a:r>
            <a:endParaRPr lang="zh-CN" altLang="en-US" sz="2800" dirty="0" smtClean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120871" name="Object 39"/>
          <p:cNvGraphicFramePr>
            <a:graphicFrameLocks noChangeAspect="1"/>
          </p:cNvGraphicFramePr>
          <p:nvPr/>
        </p:nvGraphicFramePr>
        <p:xfrm>
          <a:off x="2148205" y="2613660"/>
          <a:ext cx="2009775" cy="530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3" name="Equation" r:id="rId12" imgW="19812000" imgH="4876800" progId="Equation.DSMT4">
                  <p:embed/>
                </p:oleObj>
              </mc:Choice>
              <mc:Fallback>
                <p:oleObj name="Equation" r:id="rId12" imgW="19812000" imgH="4876800" progId="Equation.DSMT4">
                  <p:embed/>
                  <p:pic>
                    <p:nvPicPr>
                      <p:cNvPr id="0" name="图片 9222"/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148205" y="2613660"/>
                        <a:ext cx="2009775" cy="5308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72" name="Object 40"/>
          <p:cNvGraphicFramePr>
            <a:graphicFrameLocks noChangeAspect="1"/>
          </p:cNvGraphicFramePr>
          <p:nvPr/>
        </p:nvGraphicFramePr>
        <p:xfrm>
          <a:off x="4157980" y="2289810"/>
          <a:ext cx="3018790" cy="1106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4" name="Equation" r:id="rId13" imgW="1257300" imgH="431800" progId="Equation.DSMT4">
                  <p:embed/>
                </p:oleObj>
              </mc:Choice>
              <mc:Fallback>
                <p:oleObj name="Equation" r:id="rId13" imgW="1257300" imgH="431800" progId="Equation.DSMT4">
                  <p:embed/>
                  <p:pic>
                    <p:nvPicPr>
                      <p:cNvPr id="0" name="图片 9223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157980" y="2289810"/>
                        <a:ext cx="3018790" cy="11061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7301979" y="2550828"/>
            <a:ext cx="6883921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可用于无穷远孤立奇点留数的计算。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786130" y="3286760"/>
            <a:ext cx="5473700" cy="1134745"/>
            <a:chOff x="1238" y="5176"/>
            <a:chExt cx="8620" cy="1787"/>
          </a:xfrm>
        </p:grpSpPr>
        <p:sp>
          <p:nvSpPr>
            <p:cNvPr id="5" name="文本框 2"/>
            <p:cNvSpPr txBox="1"/>
            <p:nvPr/>
          </p:nvSpPr>
          <p:spPr>
            <a:xfrm>
              <a:off x="1238" y="5689"/>
              <a:ext cx="8620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b="1" dirty="0" smtClean="0">
                  <a:solidFill>
                    <a:schemeClr val="tx2">
                      <a:lumMod val="50000"/>
                    </a:schemeClr>
                  </a:solidFill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例</a:t>
              </a:r>
              <a:r>
                <a:rPr lang="en-US" altLang="zh-CN" sz="2800" b="1" dirty="0" smtClean="0">
                  <a:solidFill>
                    <a:schemeClr val="tx2">
                      <a:lumMod val="50000"/>
                    </a:schemeClr>
                  </a:solidFill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2</a:t>
              </a:r>
              <a:r>
                <a:rPr lang="en-US" altLang="zh-CN" sz="2800" b="1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计算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   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122888" name="Object 8"/>
            <p:cNvGraphicFramePr>
              <a:graphicFrameLocks noChangeAspect="1"/>
            </p:cNvGraphicFramePr>
            <p:nvPr/>
          </p:nvGraphicFramePr>
          <p:xfrm>
            <a:off x="3637" y="5176"/>
            <a:ext cx="3902" cy="17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1" name="Equation" r:id="rId15" imgW="1054100" imgH="419100" progId="Equation.DSMT4">
                    <p:embed/>
                  </p:oleObj>
                </mc:Choice>
                <mc:Fallback>
                  <p:oleObj name="Equation" r:id="rId15" imgW="1054100" imgH="419100" progId="Equation.DSMT4">
                    <p:embed/>
                    <p:pic>
                      <p:nvPicPr>
                        <p:cNvPr id="0" name="图片 1024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637" y="5176"/>
                          <a:ext cx="3902" cy="178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文本框 2"/>
          <p:cNvSpPr txBox="1"/>
          <p:nvPr/>
        </p:nvSpPr>
        <p:spPr>
          <a:xfrm>
            <a:off x="678815" y="4542790"/>
            <a:ext cx="15125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解法一：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7" name="Object 8"/>
          <p:cNvGraphicFramePr>
            <a:graphicFrameLocks noChangeAspect="1"/>
          </p:cNvGraphicFramePr>
          <p:nvPr/>
        </p:nvGraphicFramePr>
        <p:xfrm>
          <a:off x="4200525" y="4291965"/>
          <a:ext cx="1780540" cy="1024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17" imgW="22860000" imgH="10058400" progId="Equation.DSMT4">
                  <p:embed/>
                </p:oleObj>
              </mc:Choice>
              <mc:Fallback>
                <p:oleObj name="Equation" r:id="rId17" imgW="22860000" imgH="10058400" progId="Equation.DSMT4">
                  <p:embed/>
                  <p:pic>
                    <p:nvPicPr>
                      <p:cNvPr id="0" name="图片 1024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200525" y="4291965"/>
                        <a:ext cx="1780540" cy="10242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2123440" y="4443730"/>
          <a:ext cx="2077085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19" imgW="634365" imgH="203200" progId="Equation.DSMT4">
                  <p:embed/>
                </p:oleObj>
              </mc:Choice>
              <mc:Fallback>
                <p:oleObj name="Equation" r:id="rId19" imgW="634365" imgH="203200" progId="Equation.DSMT4">
                  <p:embed/>
                  <p:pic>
                    <p:nvPicPr>
                      <p:cNvPr id="0" name="图片 10241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123440" y="4443730"/>
                        <a:ext cx="2077085" cy="7207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8"/>
          <p:cNvGraphicFramePr>
            <a:graphicFrameLocks noChangeAspect="1"/>
          </p:cNvGraphicFramePr>
          <p:nvPr/>
        </p:nvGraphicFramePr>
        <p:xfrm>
          <a:off x="6021705" y="4291965"/>
          <a:ext cx="1659255" cy="1027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21" imgW="838200" imgH="393700" progId="Equation.DSMT4">
                  <p:embed/>
                </p:oleObj>
              </mc:Choice>
              <mc:Fallback>
                <p:oleObj name="Equation" r:id="rId21" imgW="838200" imgH="393700" progId="Equation.DSMT4">
                  <p:embed/>
                  <p:pic>
                    <p:nvPicPr>
                      <p:cNvPr id="0" name="图片 10240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021705" y="4291965"/>
                        <a:ext cx="1659255" cy="10274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8"/>
          <p:cNvGraphicFramePr>
            <a:graphicFrameLocks noChangeAspect="1"/>
          </p:cNvGraphicFramePr>
          <p:nvPr/>
        </p:nvGraphicFramePr>
        <p:xfrm>
          <a:off x="7854633" y="4288790"/>
          <a:ext cx="1131570" cy="1027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23" imgW="571500" imgH="393700" progId="Equation.DSMT4">
                  <p:embed/>
                </p:oleObj>
              </mc:Choice>
              <mc:Fallback>
                <p:oleObj name="Equation" r:id="rId23" imgW="571500" imgH="393700" progId="Equation.DSMT4">
                  <p:embed/>
                  <p:pic>
                    <p:nvPicPr>
                      <p:cNvPr id="0" name="图片 10240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854633" y="4288790"/>
                        <a:ext cx="1131570" cy="10274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8"/>
          <p:cNvGraphicFramePr>
            <a:graphicFrameLocks noChangeAspect="1"/>
          </p:cNvGraphicFramePr>
          <p:nvPr/>
        </p:nvGraphicFramePr>
        <p:xfrm>
          <a:off x="9141143" y="4195128"/>
          <a:ext cx="930910" cy="1524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25" imgW="469900" imgH="584200" progId="Equation.DSMT4">
                  <p:embed/>
                </p:oleObj>
              </mc:Choice>
              <mc:Fallback>
                <p:oleObj name="Equation" r:id="rId25" imgW="469900" imgH="584200" progId="Equation.DSMT4">
                  <p:embed/>
                  <p:pic>
                    <p:nvPicPr>
                      <p:cNvPr id="0" name="图片 10240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9141143" y="4195128"/>
                        <a:ext cx="930910" cy="15246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8"/>
          <p:cNvGraphicFramePr>
            <a:graphicFrameLocks noChangeAspect="1"/>
          </p:cNvGraphicFramePr>
          <p:nvPr/>
        </p:nvGraphicFramePr>
        <p:xfrm>
          <a:off x="10249535" y="4192270"/>
          <a:ext cx="1358265" cy="1027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Equation" r:id="rId27" imgW="685800" imgH="393700" progId="Equation.DSMT4">
                  <p:embed/>
                </p:oleObj>
              </mc:Choice>
              <mc:Fallback>
                <p:oleObj name="Equation" r:id="rId27" imgW="685800" imgH="393700" progId="Equation.DSMT4">
                  <p:embed/>
                  <p:pic>
                    <p:nvPicPr>
                      <p:cNvPr id="0" name="图片 10240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0249535" y="4192270"/>
                        <a:ext cx="1358265" cy="10274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8"/>
          <p:cNvGraphicFramePr>
            <a:graphicFrameLocks noChangeAspect="1"/>
          </p:cNvGraphicFramePr>
          <p:nvPr/>
        </p:nvGraphicFramePr>
        <p:xfrm>
          <a:off x="11617960" y="4195128"/>
          <a:ext cx="1962785" cy="1028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Equation" r:id="rId29" imgW="990600" imgH="393700" progId="Equation.DSMT4">
                  <p:embed/>
                </p:oleObj>
              </mc:Choice>
              <mc:Fallback>
                <p:oleObj name="Equation" r:id="rId29" imgW="990600" imgH="393700" progId="Equation.DSMT4">
                  <p:embed/>
                  <p:pic>
                    <p:nvPicPr>
                      <p:cNvPr id="0" name="图片 10240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1617960" y="4195128"/>
                        <a:ext cx="1962785" cy="10280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8"/>
          <p:cNvGraphicFramePr>
            <a:graphicFrameLocks noChangeAspect="1"/>
          </p:cNvGraphicFramePr>
          <p:nvPr/>
        </p:nvGraphicFramePr>
        <p:xfrm>
          <a:off x="1833880" y="5584508"/>
          <a:ext cx="932815" cy="597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" name="Equation" r:id="rId31" imgW="469900" imgH="228600" progId="Equation.DSMT4">
                  <p:embed/>
                </p:oleObj>
              </mc:Choice>
              <mc:Fallback>
                <p:oleObj name="Equation" r:id="rId31" imgW="469900" imgH="228600" progId="Equation.DSMT4">
                  <p:embed/>
                  <p:pic>
                    <p:nvPicPr>
                      <p:cNvPr id="0" name="图片 10240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833880" y="5584508"/>
                        <a:ext cx="932815" cy="5975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8"/>
          <p:cNvGraphicFramePr>
            <a:graphicFrameLocks noChangeAspect="1"/>
          </p:cNvGraphicFramePr>
          <p:nvPr/>
        </p:nvGraphicFramePr>
        <p:xfrm>
          <a:off x="3064828" y="5316220"/>
          <a:ext cx="3194685" cy="1134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" name="Equation" r:id="rId33" imgW="1358900" imgH="419100" progId="Equation.DSMT4">
                  <p:embed/>
                </p:oleObj>
              </mc:Choice>
              <mc:Fallback>
                <p:oleObj name="Equation" r:id="rId33" imgW="1358900" imgH="419100" progId="Equation.DSMT4">
                  <p:embed/>
                  <p:pic>
                    <p:nvPicPr>
                      <p:cNvPr id="0" name="图片 10240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3064828" y="5316220"/>
                        <a:ext cx="3194685" cy="11347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文本框 2"/>
          <p:cNvSpPr txBox="1"/>
          <p:nvPr/>
        </p:nvSpPr>
        <p:spPr>
          <a:xfrm>
            <a:off x="678815" y="6454140"/>
            <a:ext cx="15125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解法二</a:t>
            </a: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1" name="Object 8"/>
          <p:cNvGraphicFramePr>
            <a:graphicFrameLocks noChangeAspect="1"/>
          </p:cNvGraphicFramePr>
          <p:nvPr/>
        </p:nvGraphicFramePr>
        <p:xfrm>
          <a:off x="2123123" y="6454140"/>
          <a:ext cx="1194435" cy="1134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" name="Equation" r:id="rId35" imgW="508000" imgH="419100" progId="Equation.DSMT4">
                  <p:embed/>
                </p:oleObj>
              </mc:Choice>
              <mc:Fallback>
                <p:oleObj name="Equation" r:id="rId35" imgW="508000" imgH="419100" progId="Equation.DSMT4">
                  <p:embed/>
                  <p:pic>
                    <p:nvPicPr>
                      <p:cNvPr id="0" name="图片 10240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2123123" y="6454140"/>
                        <a:ext cx="1194435" cy="11347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文本框 2"/>
          <p:cNvSpPr txBox="1"/>
          <p:nvPr/>
        </p:nvSpPr>
        <p:spPr>
          <a:xfrm>
            <a:off x="3317875" y="6760845"/>
            <a:ext cx="58235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在扩充复平面内有三个孤立奇点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5" name="Object 18"/>
          <p:cNvGraphicFramePr>
            <a:graphicFrameLocks noChangeAspect="1"/>
          </p:cNvGraphicFramePr>
          <p:nvPr/>
        </p:nvGraphicFramePr>
        <p:xfrm>
          <a:off x="8468995" y="6760845"/>
          <a:ext cx="114554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Equation" r:id="rId37" imgW="419100" imgH="203200" progId="Equation.DSMT4">
                  <p:embed/>
                </p:oleObj>
              </mc:Choice>
              <mc:Fallback>
                <p:oleObj name="Equation" r:id="rId37" imgW="419100" imgH="203200" progId="Equation.DSMT4">
                  <p:embed/>
                  <p:pic>
                    <p:nvPicPr>
                      <p:cNvPr id="0" name="图片 9217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8468995" y="6760845"/>
                        <a:ext cx="1145540" cy="558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文本框 2"/>
          <p:cNvSpPr txBox="1"/>
          <p:nvPr/>
        </p:nvSpPr>
        <p:spPr>
          <a:xfrm>
            <a:off x="9775190" y="6760210"/>
            <a:ext cx="38055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且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0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，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1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均为一级极点，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38" name="Object 8"/>
          <p:cNvGraphicFramePr>
            <a:graphicFrameLocks noChangeAspect="1"/>
          </p:cNvGraphicFramePr>
          <p:nvPr/>
        </p:nvGraphicFramePr>
        <p:xfrm>
          <a:off x="971233" y="7588885"/>
          <a:ext cx="2657475" cy="1134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" name="Equation" r:id="rId39" imgW="1130300" imgH="419100" progId="Equation.DSMT4">
                  <p:embed/>
                </p:oleObj>
              </mc:Choice>
              <mc:Fallback>
                <p:oleObj name="Equation" r:id="rId39" imgW="1130300" imgH="419100" progId="Equation.DSMT4">
                  <p:embed/>
                  <p:pic>
                    <p:nvPicPr>
                      <p:cNvPr id="0" name="图片 10240"/>
                      <p:cNvPicPr>
                        <a:picLocks noChangeAspect="1"/>
                      </p:cNvPicPr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971233" y="7588885"/>
                        <a:ext cx="2657475" cy="11347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8"/>
          <p:cNvGraphicFramePr>
            <a:graphicFrameLocks noChangeAspect="1"/>
          </p:cNvGraphicFramePr>
          <p:nvPr/>
        </p:nvGraphicFramePr>
        <p:xfrm>
          <a:off x="3628708" y="7588885"/>
          <a:ext cx="4986655" cy="1134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" name="Equation" r:id="rId41" imgW="2120900" imgH="419100" progId="Equation.DSMT4">
                  <p:embed/>
                </p:oleObj>
              </mc:Choice>
              <mc:Fallback>
                <p:oleObj name="Equation" r:id="rId41" imgW="2120900" imgH="419100" progId="Equation.DSMT4">
                  <p:embed/>
                  <p:pic>
                    <p:nvPicPr>
                      <p:cNvPr id="0" name="图片 10240"/>
                      <p:cNvPicPr>
                        <a:picLocks noChangeAspect="1"/>
                      </p:cNvPicPr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3628708" y="7588885"/>
                        <a:ext cx="4986655" cy="11347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8"/>
          <p:cNvGraphicFramePr>
            <a:graphicFrameLocks noChangeAspect="1"/>
          </p:cNvGraphicFramePr>
          <p:nvPr/>
        </p:nvGraphicFramePr>
        <p:xfrm>
          <a:off x="8705216" y="7623175"/>
          <a:ext cx="3763010" cy="1066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" name="Equation" r:id="rId43" imgW="1600200" imgH="393700" progId="Equation.DSMT4">
                  <p:embed/>
                </p:oleObj>
              </mc:Choice>
              <mc:Fallback>
                <p:oleObj name="Equation" r:id="rId43" imgW="1600200" imgH="393700" progId="Equation.DSMT4">
                  <p:embed/>
                  <p:pic>
                    <p:nvPicPr>
                      <p:cNvPr id="0" name="图片 10240"/>
                      <p:cNvPicPr>
                        <a:picLocks noChangeAspect="1"/>
                      </p:cNvPicPr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8705216" y="7623175"/>
                        <a:ext cx="3763010" cy="10661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8"/>
          <p:cNvGraphicFramePr>
            <a:graphicFrameLocks noChangeAspect="1"/>
          </p:cNvGraphicFramePr>
          <p:nvPr/>
        </p:nvGraphicFramePr>
        <p:xfrm>
          <a:off x="12468226" y="7916228"/>
          <a:ext cx="745490" cy="480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" name="Equation" r:id="rId45" imgW="316865" imgH="177165" progId="Equation.DSMT4">
                  <p:embed/>
                </p:oleObj>
              </mc:Choice>
              <mc:Fallback>
                <p:oleObj name="Equation" r:id="rId45" imgW="316865" imgH="177165" progId="Equation.DSMT4">
                  <p:embed/>
                  <p:pic>
                    <p:nvPicPr>
                      <p:cNvPr id="0" name="图片 10240"/>
                      <p:cNvPicPr>
                        <a:picLocks noChangeAspect="1"/>
                      </p:cNvPicPr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12468226" y="7916228"/>
                        <a:ext cx="745490" cy="4800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4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0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0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bldLvl="0" animBg="1"/>
      <p:bldP spid="3" grpId="0"/>
      <p:bldP spid="6" grpId="0"/>
      <p:bldP spid="30" grpId="0"/>
      <p:bldP spid="33" grpId="0"/>
      <p:bldP spid="3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>
            <p:custDataLst>
              <p:tags r:id="rId1"/>
            </p:custDataLst>
          </p:nvPr>
        </p:nvGrpSpPr>
        <p:grpSpPr>
          <a:xfrm>
            <a:off x="2133053" y="4384363"/>
            <a:ext cx="486634" cy="475665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27" name="矩形 26"/>
            <p:cNvSpPr/>
            <p:nvPr>
              <p:custDataLst>
                <p:tags r:id="rId2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3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4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30" name="直接连接符 29"/>
          <p:cNvCxnSpPr/>
          <p:nvPr>
            <p:custDataLst>
              <p:tags r:id="rId5"/>
            </p:custDataLst>
          </p:nvPr>
        </p:nvCxnSpPr>
        <p:spPr>
          <a:xfrm>
            <a:off x="5448947" y="1574513"/>
            <a:ext cx="14607" cy="6137279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>
            <p:custDataLst>
              <p:tags r:id="rId6"/>
            </p:custDataLst>
          </p:nvPr>
        </p:nvSpPr>
        <p:spPr>
          <a:xfrm>
            <a:off x="5730240" y="4560570"/>
            <a:ext cx="8241665" cy="474345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2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、函数在无穷远点孤立奇点的留数计算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>
            <p:custDataLst>
              <p:tags r:id="rId7"/>
            </p:custDataLst>
          </p:nvPr>
        </p:nvSpPr>
        <p:spPr>
          <a:xfrm>
            <a:off x="2814836" y="4126209"/>
            <a:ext cx="2605036" cy="768430"/>
          </a:xfrm>
          <a:prstGeom prst="rect">
            <a:avLst/>
          </a:prstGeom>
          <a:noFill/>
        </p:spPr>
        <p:txBody>
          <a:bodyPr wrap="square" lIns="90008" tIns="46804" rIns="90008" bIns="0" rtlCol="0" anchor="b" anchorCtr="0">
            <a:normAutofit/>
          </a:bodyPr>
          <a:lstStyle/>
          <a:p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  <a:sym typeface="Arial" panose="020B0604020202020204" pitchFamily="34" charset="0"/>
              </a:rPr>
              <a:t>总结</a:t>
            </a:r>
            <a:endParaRPr lang="zh-CN" altLang="en-US" sz="44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汉仪旗黑-85S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8"/>
            </p:custDataLst>
          </p:nvPr>
        </p:nvSpPr>
        <p:spPr>
          <a:xfrm>
            <a:off x="5730240" y="1574800"/>
            <a:ext cx="7242175" cy="622300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1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、有限孤立奇点留数的计算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6484620" y="4994275"/>
            <a:ext cx="6148705" cy="548005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用定义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10"/>
            </p:custDataLst>
          </p:nvPr>
        </p:nvSpPr>
        <p:spPr>
          <a:xfrm>
            <a:off x="6451600" y="2206625"/>
            <a:ext cx="6520815" cy="561340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可去奇点的留数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>
            <p:custDataLst>
              <p:tags r:id="rId11"/>
            </p:custDataLst>
          </p:nvPr>
        </p:nvSpPr>
        <p:spPr>
          <a:xfrm>
            <a:off x="6484620" y="2810510"/>
            <a:ext cx="6520815" cy="561340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本性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奇点的留数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12"/>
            </p:custDataLst>
          </p:nvPr>
        </p:nvSpPr>
        <p:spPr>
          <a:xfrm>
            <a:off x="6550025" y="3462655"/>
            <a:ext cx="6520815" cy="561340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极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点的留数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13"/>
            </p:custDataLst>
          </p:nvPr>
        </p:nvSpPr>
        <p:spPr>
          <a:xfrm>
            <a:off x="6550025" y="5515610"/>
            <a:ext cx="6148705" cy="548005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用有限孤立奇点的留数进行计算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14"/>
            </p:custDataLst>
          </p:nvPr>
        </p:nvSpPr>
        <p:spPr>
          <a:xfrm>
            <a:off x="5730240" y="6687820"/>
            <a:ext cx="8241665" cy="474345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3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、用留数定理计算复积分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1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>
            <p:custDataLst>
              <p:tags r:id="rId1"/>
            </p:custDataLst>
          </p:nvPr>
        </p:nvGrpSpPr>
        <p:grpSpPr>
          <a:xfrm>
            <a:off x="2133053" y="4384363"/>
            <a:ext cx="486634" cy="475665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27" name="矩形 26"/>
            <p:cNvSpPr/>
            <p:nvPr>
              <p:custDataLst>
                <p:tags r:id="rId2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3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4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3" name="文本框 32"/>
          <p:cNvSpPr txBox="1"/>
          <p:nvPr>
            <p:custDataLst>
              <p:tags r:id="rId5"/>
            </p:custDataLst>
          </p:nvPr>
        </p:nvSpPr>
        <p:spPr>
          <a:xfrm>
            <a:off x="2814955" y="4126230"/>
            <a:ext cx="2084705" cy="768350"/>
          </a:xfrm>
          <a:prstGeom prst="rect">
            <a:avLst/>
          </a:prstGeom>
          <a:noFill/>
        </p:spPr>
        <p:txBody>
          <a:bodyPr wrap="square" lIns="90008" tIns="46804" rIns="90008" bIns="0" rtlCol="0" anchor="b" anchorCtr="0">
            <a:normAutofit/>
          </a:bodyPr>
          <a:lstStyle/>
          <a:p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  <a:sym typeface="Arial" panose="020B0604020202020204" pitchFamily="34" charset="0"/>
              </a:rPr>
              <a:t>作</a:t>
            </a:r>
            <a:r>
              <a:rPr lang="en-US" altLang="zh-CN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  <a:sym typeface="Arial" panose="020B0604020202020204" pitchFamily="34" charset="0"/>
              </a:rPr>
              <a:t>  </a:t>
            </a:r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  <a:sym typeface="Arial" panose="020B0604020202020204" pitchFamily="34" charset="0"/>
              </a:rPr>
              <a:t>业</a:t>
            </a:r>
            <a:endParaRPr lang="zh-CN" altLang="en-US" sz="44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汉仪旗黑-85S" panose="00020600040101010101" pitchFamily="18" charset="-122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6"/>
            </p:custDataLst>
          </p:nvPr>
        </p:nvCxnSpPr>
        <p:spPr>
          <a:xfrm>
            <a:off x="5448947" y="1574513"/>
            <a:ext cx="14607" cy="6137279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6163945" y="3808730"/>
            <a:ext cx="479615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习题</a:t>
            </a:r>
            <a:r>
              <a:rPr lang="en-US" altLang="zh-CN" sz="3600"/>
              <a:t>5:</a:t>
            </a:r>
            <a:endParaRPr lang="en-US" altLang="zh-CN" sz="3600"/>
          </a:p>
          <a:p>
            <a:endParaRPr lang="en-US" altLang="zh-CN" sz="3600"/>
          </a:p>
          <a:p>
            <a:r>
              <a:rPr lang="en-US" altLang="zh-CN" sz="3600"/>
              <a:t>1(1),  2(1), 3,  4, 5(2)</a:t>
            </a:r>
            <a:endParaRPr lang="zh-CN" altLang="en-US" sz="3600"/>
          </a:p>
        </p:txBody>
      </p:sp>
    </p:spTree>
    <p:custDataLst>
      <p:tags r:id="rId7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1161415" y="4633595"/>
            <a:ext cx="694563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400" dirty="0" smtClean="0">
                <a:latin typeface="华文中宋" panose="02010600040101010101" charset="-122"/>
                <a:ea typeface="华文中宋" panose="02010600040101010101" charset="-122"/>
                <a:cs typeface="Times New Roman" panose="02020603050405020304" pitchFamily="18" charset="0"/>
              </a:rPr>
              <a:t>留数在定</a:t>
            </a:r>
            <a:r>
              <a:rPr lang="zh-CN" altLang="en-US" sz="4400" dirty="0" smtClean="0">
                <a:latin typeface="华文中宋" panose="02010600040101010101" charset="-122"/>
                <a:ea typeface="华文中宋" panose="02010600040101010101" charset="-122"/>
                <a:cs typeface="Times New Roman" panose="02020603050405020304" pitchFamily="18" charset="0"/>
              </a:rPr>
              <a:t>积分计算中的应用</a:t>
            </a:r>
            <a:endParaRPr lang="zh-CN" altLang="en-US" sz="4400" dirty="0" smtClean="0">
              <a:latin typeface="华文中宋" panose="02010600040101010101" charset="-122"/>
              <a:ea typeface="华文中宋" panose="02010600040101010101" charset="-122"/>
              <a:cs typeface="Times New Roman" panose="02020603050405020304" pitchFamily="18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>
            <p:custDataLst>
              <p:tags r:id="rId1"/>
            </p:custDataLst>
          </p:nvPr>
        </p:nvGrpSpPr>
        <p:grpSpPr>
          <a:xfrm>
            <a:off x="2230853" y="3685155"/>
            <a:ext cx="486634" cy="475665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27" name="矩形 26"/>
            <p:cNvSpPr/>
            <p:nvPr>
              <p:custDataLst>
                <p:tags r:id="rId2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3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4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30" name="直接连接符 29"/>
          <p:cNvCxnSpPr/>
          <p:nvPr>
            <p:custDataLst>
              <p:tags r:id="rId5"/>
            </p:custDataLst>
          </p:nvPr>
        </p:nvCxnSpPr>
        <p:spPr>
          <a:xfrm>
            <a:off x="5227320" y="1705610"/>
            <a:ext cx="18415" cy="6014720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>
            <p:custDataLst>
              <p:tags r:id="rId6"/>
            </p:custDataLst>
          </p:nvPr>
        </p:nvSpPr>
        <p:spPr>
          <a:xfrm>
            <a:off x="2230580" y="4338956"/>
            <a:ext cx="2605036" cy="768430"/>
          </a:xfrm>
          <a:prstGeom prst="rect">
            <a:avLst/>
          </a:prstGeom>
          <a:noFill/>
        </p:spPr>
        <p:txBody>
          <a:bodyPr wrap="square" lIns="90008" tIns="46804" rIns="90008" bIns="0" rtlCol="0" anchor="b" anchorCtr="0">
            <a:normAutofit fontScale="70000"/>
          </a:bodyPr>
          <a:lstStyle/>
          <a:p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  <a:sym typeface="Arial" panose="020B0604020202020204" pitchFamily="34" charset="0"/>
              </a:rPr>
              <a:t>本节知识要点</a:t>
            </a:r>
            <a:endParaRPr lang="zh-CN" altLang="en-US" sz="44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汉仪旗黑-85S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2" name="文本框 2"/>
          <p:cNvSpPr txBox="1"/>
          <p:nvPr/>
        </p:nvSpPr>
        <p:spPr>
          <a:xfrm>
            <a:off x="4942297" y="2352705"/>
            <a:ext cx="7843428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pPr lvl="1">
              <a:buFont typeface="Arial" panose="020B0604020202020204" pitchFamily="34" charset="0"/>
              <a:buChar char="•"/>
            </a:pP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形如                           的积分计算</a:t>
            </a:r>
            <a:endParaRPr lang="zh-CN" altLang="en-US" sz="2800" b="1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7292" name="Object 124"/>
          <p:cNvGraphicFramePr>
            <a:graphicFrameLocks noChangeAspect="1"/>
          </p:cNvGraphicFramePr>
          <p:nvPr/>
        </p:nvGraphicFramePr>
        <p:xfrm>
          <a:off x="6419215" y="2233930"/>
          <a:ext cx="2921000" cy="890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Equation" r:id="rId7" imgW="30784800" imgH="7924800" progId="Equation.DSMT4">
                  <p:embed/>
                </p:oleObj>
              </mc:Choice>
              <mc:Fallback>
                <p:oleObj name="Equation" r:id="rId7" imgW="30784800" imgH="7924800" progId="Equation.DSMT4">
                  <p:embed/>
                  <p:pic>
                    <p:nvPicPr>
                      <p:cNvPr id="0" name="图片 1024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419215" y="2233930"/>
                        <a:ext cx="2921000" cy="8909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2"/>
          <p:cNvSpPr txBox="1"/>
          <p:nvPr/>
        </p:nvSpPr>
        <p:spPr>
          <a:xfrm>
            <a:off x="4902292" y="3846224"/>
            <a:ext cx="7843428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pPr lvl="1">
              <a:buFont typeface="Arial" panose="020B0604020202020204" pitchFamily="34" charset="0"/>
              <a:buChar char="•"/>
            </a:pP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形如                的积分计算</a:t>
            </a:r>
            <a:endParaRPr lang="zh-CN" altLang="en-US" sz="2800" b="1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6" name="Object 124"/>
          <p:cNvGraphicFramePr>
            <a:graphicFrameLocks noChangeAspect="1"/>
          </p:cNvGraphicFramePr>
          <p:nvPr/>
        </p:nvGraphicFramePr>
        <p:xfrm>
          <a:off x="6477955" y="3589020"/>
          <a:ext cx="1735137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9" imgW="16459200" imgH="7924800" progId="Equation.DSMT4">
                  <p:embed/>
                </p:oleObj>
              </mc:Choice>
              <mc:Fallback>
                <p:oleObj name="Equation" r:id="rId9" imgW="16459200" imgH="7924800" progId="Equation.DSMT4">
                  <p:embed/>
                  <p:pic>
                    <p:nvPicPr>
                      <p:cNvPr id="0" name="图片 1025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477955" y="3589020"/>
                        <a:ext cx="1735137" cy="990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2"/>
          <p:cNvSpPr txBox="1"/>
          <p:nvPr/>
        </p:nvSpPr>
        <p:spPr>
          <a:xfrm>
            <a:off x="4932137" y="5321330"/>
            <a:ext cx="7843428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pPr lvl="1">
              <a:buFont typeface="Arial" panose="020B0604020202020204" pitchFamily="34" charset="0"/>
              <a:buChar char="•"/>
            </a:pP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形如                         的积分计算</a:t>
            </a:r>
            <a:endParaRPr lang="zh-CN" altLang="en-US" sz="2800" b="1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7295" name="Object 127"/>
          <p:cNvGraphicFramePr>
            <a:graphicFrameLocks noChangeAspect="1"/>
          </p:cNvGraphicFramePr>
          <p:nvPr/>
        </p:nvGraphicFramePr>
        <p:xfrm>
          <a:off x="6419215" y="5153025"/>
          <a:ext cx="2921635" cy="866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11" imgW="31699200" imgH="7924800" progId="Equation.DSMT4">
                  <p:embed/>
                </p:oleObj>
              </mc:Choice>
              <mc:Fallback>
                <p:oleObj name="Equation" r:id="rId11" imgW="31699200" imgH="7924800" progId="Equation.DSMT4">
                  <p:embed/>
                  <p:pic>
                    <p:nvPicPr>
                      <p:cNvPr id="0" name="图片 102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419215" y="5153025"/>
                        <a:ext cx="2921635" cy="8661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2"/>
          <p:cNvSpPr txBox="1"/>
          <p:nvPr/>
        </p:nvSpPr>
        <p:spPr>
          <a:xfrm>
            <a:off x="4942205" y="6713855"/>
            <a:ext cx="944689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pPr lvl="1"/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</a:rPr>
              <a:t>关键：将定积分化为复变函数沿正向闭曲线的复积分</a:t>
            </a:r>
            <a:endParaRPr lang="zh-CN" altLang="en-US" sz="2800" b="1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  <p:custDataLst>
      <p:tags r:id="rId1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>
            <p:custDataLst>
              <p:tags r:id="rId1"/>
            </p:custDataLst>
          </p:nvPr>
        </p:nvSpPr>
        <p:spPr>
          <a:xfrm>
            <a:off x="8601100" y="2805994"/>
            <a:ext cx="1826331" cy="1862242"/>
          </a:xfrm>
          <a:prstGeom prst="rect">
            <a:avLst/>
          </a:prstGeom>
          <a:noFill/>
        </p:spPr>
        <p:txBody>
          <a:bodyPr wrap="square" lIns="90008" tIns="46804" rIns="90008" bIns="0" rtlCol="0" anchor="b" anchorCtr="0">
            <a:normAutofit/>
          </a:bodyPr>
          <a:lstStyle/>
          <a:p>
            <a:pPr algn="ctr"/>
            <a:r>
              <a:rPr lang="en-US" altLang="zh-CN" sz="11500" b="1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01</a:t>
            </a:r>
            <a:endParaRPr lang="en-US" altLang="zh-CN" sz="11500" b="1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7" name="矩形 36"/>
          <p:cNvSpPr/>
          <p:nvPr>
            <p:custDataLst>
              <p:tags r:id="rId2"/>
            </p:custDataLst>
          </p:nvPr>
        </p:nvSpPr>
        <p:spPr>
          <a:xfrm>
            <a:off x="7767842" y="4140433"/>
            <a:ext cx="962799" cy="36937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/>
            <a:r>
              <a:rPr lang="en-US" altLang="zh-CN" b="1" spc="2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PART.</a:t>
            </a:r>
            <a:endParaRPr lang="en-US" altLang="zh-CN" b="1" spc="200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5" name="文本框 2"/>
          <p:cNvSpPr txBox="1"/>
          <p:nvPr/>
        </p:nvSpPr>
        <p:spPr>
          <a:xfrm>
            <a:off x="6784340" y="4878705"/>
            <a:ext cx="555815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pPr lvl="1" indent="0">
              <a:buFont typeface="Arial" panose="020B0604020202020204" pitchFamily="34" charset="0"/>
              <a:buNone/>
            </a:pP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</a:t>
            </a: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形如                的积分计算</a:t>
            </a:r>
            <a:endParaRPr lang="zh-CN" altLang="en-US" sz="2800" b="1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6" name="Object 124"/>
          <p:cNvGraphicFramePr>
            <a:graphicFrameLocks noChangeAspect="1"/>
          </p:cNvGraphicFramePr>
          <p:nvPr/>
        </p:nvGraphicFramePr>
        <p:xfrm>
          <a:off x="8360095" y="4621530"/>
          <a:ext cx="1735137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3" imgW="16459200" imgH="7924800" progId="Equation.DSMT4">
                  <p:embed/>
                </p:oleObj>
              </mc:Choice>
              <mc:Fallback>
                <p:oleObj name="Equation" r:id="rId3" imgW="16459200" imgH="7924800" progId="Equation.DSMT4">
                  <p:embed/>
                  <p:pic>
                    <p:nvPicPr>
                      <p:cNvPr id="0" name="图片 102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60095" y="4621530"/>
                        <a:ext cx="1735137" cy="990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374015" y="494030"/>
            <a:ext cx="13667105" cy="87636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2"/>
          <p:cNvSpPr txBox="1"/>
          <p:nvPr/>
        </p:nvSpPr>
        <p:spPr>
          <a:xfrm>
            <a:off x="4430395" y="2463165"/>
            <a:ext cx="491680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pPr lvl="1"/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的孤立奇点都不在实轴上。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4" name="文本框 2"/>
          <p:cNvSpPr txBox="1"/>
          <p:nvPr/>
        </p:nvSpPr>
        <p:spPr>
          <a:xfrm>
            <a:off x="654685" y="1534795"/>
            <a:ext cx="425894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pPr lvl="1"/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计算             的积分：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18794" name="Object 10"/>
          <p:cNvGraphicFramePr>
            <a:graphicFrameLocks noChangeAspect="1"/>
          </p:cNvGraphicFramePr>
          <p:nvPr/>
        </p:nvGraphicFramePr>
        <p:xfrm>
          <a:off x="5461635" y="1171575"/>
          <a:ext cx="5778500" cy="1158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1" imgW="64922400" imgH="10972800" progId="Equation.DSMT4">
                  <p:embed/>
                </p:oleObj>
              </mc:Choice>
              <mc:Fallback>
                <p:oleObj name="Equation" r:id="rId1" imgW="64922400" imgH="10972800" progId="Equation.DSMT4">
                  <p:embed/>
                  <p:pic>
                    <p:nvPicPr>
                      <p:cNvPr id="0" name="图片 512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461635" y="1171575"/>
                        <a:ext cx="5778500" cy="11582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2"/>
          <p:cNvSpPr txBox="1"/>
          <p:nvPr/>
        </p:nvSpPr>
        <p:spPr>
          <a:xfrm>
            <a:off x="4231097" y="1487199"/>
            <a:ext cx="1633128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pPr lvl="1"/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其中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118795" name="Object 11"/>
          <p:cNvGraphicFramePr>
            <a:graphicFrameLocks noChangeAspect="1"/>
          </p:cNvGraphicFramePr>
          <p:nvPr/>
        </p:nvGraphicFramePr>
        <p:xfrm>
          <a:off x="11240135" y="1447165"/>
          <a:ext cx="160655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Equation" r:id="rId3" imgW="15240000" imgH="4876800" progId="Equation.DSMT4">
                  <p:embed/>
                </p:oleObj>
              </mc:Choice>
              <mc:Fallback>
                <p:oleObj name="Equation" r:id="rId3" imgW="15240000" imgH="4876800" progId="Equation.DSMT4">
                  <p:embed/>
                  <p:pic>
                    <p:nvPicPr>
                      <p:cNvPr id="0" name="图片 512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240135" y="1447165"/>
                        <a:ext cx="1606550" cy="609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796" name="Object 12"/>
          <p:cNvGraphicFramePr>
            <a:graphicFrameLocks noChangeAspect="1"/>
          </p:cNvGraphicFramePr>
          <p:nvPr/>
        </p:nvGraphicFramePr>
        <p:xfrm>
          <a:off x="4231005" y="2462530"/>
          <a:ext cx="777875" cy="568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Equation" r:id="rId5" imgW="7924800" imgH="4876800" progId="Equation.DSMT4">
                  <p:embed/>
                </p:oleObj>
              </mc:Choice>
              <mc:Fallback>
                <p:oleObj name="Equation" r:id="rId5" imgW="7924800" imgH="4876800" progId="Equation.DSMT4">
                  <p:embed/>
                  <p:pic>
                    <p:nvPicPr>
                      <p:cNvPr id="0" name="图片 512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31005" y="2462530"/>
                        <a:ext cx="777875" cy="5689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2"/>
          <p:cNvSpPr txBox="1"/>
          <p:nvPr/>
        </p:nvSpPr>
        <p:spPr>
          <a:xfrm>
            <a:off x="2074545" y="2462530"/>
            <a:ext cx="235648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pPr lvl="1"/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无公因式，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118797" name="Object 13"/>
          <p:cNvGraphicFramePr>
            <a:graphicFrameLocks noChangeAspect="1"/>
          </p:cNvGraphicFramePr>
          <p:nvPr/>
        </p:nvGraphicFramePr>
        <p:xfrm>
          <a:off x="1192530" y="2502535"/>
          <a:ext cx="1449705" cy="509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name="Equation" r:id="rId7" imgW="16459200" imgH="4876800" progId="Equation.DSMT4">
                  <p:embed/>
                </p:oleObj>
              </mc:Choice>
              <mc:Fallback>
                <p:oleObj name="Equation" r:id="rId7" imgW="16459200" imgH="4876800" progId="Equation.DSMT4">
                  <p:embed/>
                  <p:pic>
                    <p:nvPicPr>
                      <p:cNvPr id="0" name="图片 512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92530" y="2502535"/>
                        <a:ext cx="1449705" cy="5092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124"/>
          <p:cNvGraphicFramePr>
            <a:graphicFrameLocks noChangeAspect="1"/>
          </p:cNvGraphicFramePr>
          <p:nvPr/>
        </p:nvGraphicFramePr>
        <p:xfrm>
          <a:off x="1927860" y="1368425"/>
          <a:ext cx="1440815" cy="822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9" imgW="16459200" imgH="7924800" progId="Equation.DSMT4">
                  <p:embed/>
                </p:oleObj>
              </mc:Choice>
              <mc:Fallback>
                <p:oleObj name="Equation" r:id="rId9" imgW="16459200" imgH="7924800" progId="Equation.DSMT4">
                  <p:embed/>
                  <p:pic>
                    <p:nvPicPr>
                      <p:cNvPr id="0" name="图片 5121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27860" y="1368425"/>
                        <a:ext cx="1440815" cy="8229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文本框 2"/>
          <p:cNvSpPr txBox="1"/>
          <p:nvPr/>
        </p:nvSpPr>
        <p:spPr>
          <a:xfrm>
            <a:off x="653415" y="3156585"/>
            <a:ext cx="184277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pPr lvl="1"/>
            <a:r>
              <a:rPr lang="zh-CN" altLang="en-US" sz="2800" dirty="0" smtClean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</a:rPr>
              <a:t>解法：</a:t>
            </a:r>
            <a:endParaRPr lang="zh-CN" altLang="en-US" sz="2800" dirty="0" smtClean="0">
              <a:solidFill>
                <a:srgbClr val="FF0000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533650" y="3156585"/>
            <a:ext cx="8976360" cy="685800"/>
            <a:chOff x="3782" y="4603"/>
            <a:chExt cx="14136" cy="1080"/>
          </a:xfrm>
        </p:grpSpPr>
        <p:sp>
          <p:nvSpPr>
            <p:cNvPr id="63" name="文本框 2"/>
            <p:cNvSpPr txBox="1"/>
            <p:nvPr/>
          </p:nvSpPr>
          <p:spPr>
            <a:xfrm>
              <a:off x="3782" y="4738"/>
              <a:ext cx="14136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pPr lvl="1"/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假设      在上半平面的孤立奇点为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               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则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64" name="Object 12"/>
            <p:cNvGraphicFramePr>
              <a:graphicFrameLocks noChangeAspect="1"/>
            </p:cNvGraphicFramePr>
            <p:nvPr/>
          </p:nvGraphicFramePr>
          <p:xfrm>
            <a:off x="5687" y="4809"/>
            <a:ext cx="1083" cy="7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" name="Equation" r:id="rId11" imgW="7924800" imgH="4876800" progId="Equation.DSMT4">
                    <p:embed/>
                  </p:oleObj>
                </mc:Choice>
                <mc:Fallback>
                  <p:oleObj name="Equation" r:id="rId11" imgW="7924800" imgH="4876800" progId="Equation.DSMT4">
                    <p:embed/>
                    <p:pic>
                      <p:nvPicPr>
                        <p:cNvPr id="0" name="图片 512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687" y="4809"/>
                          <a:ext cx="1083" cy="7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" name="Object 15"/>
            <p:cNvGraphicFramePr>
              <a:graphicFrameLocks noChangeAspect="1"/>
            </p:cNvGraphicFramePr>
            <p:nvPr/>
          </p:nvGraphicFramePr>
          <p:xfrm>
            <a:off x="12976" y="4603"/>
            <a:ext cx="2833" cy="10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" name="Equation" r:id="rId12" imgW="17068800" imgH="5486400" progId="Equation.DSMT4">
                    <p:embed/>
                  </p:oleObj>
                </mc:Choice>
                <mc:Fallback>
                  <p:oleObj name="Equation" r:id="rId12" imgW="17068800" imgH="5486400" progId="Equation.DSMT4">
                    <p:embed/>
                    <p:pic>
                      <p:nvPicPr>
                        <p:cNvPr id="0" name="图片 512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12976" y="4603"/>
                          <a:ext cx="2833" cy="108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" name="Object 124"/>
          <p:cNvGraphicFramePr>
            <a:graphicFrameLocks noChangeAspect="1"/>
          </p:cNvGraphicFramePr>
          <p:nvPr/>
        </p:nvGraphicFramePr>
        <p:xfrm>
          <a:off x="3574415" y="4120515"/>
          <a:ext cx="1440815" cy="822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14" imgW="16459200" imgH="7924800" progId="Equation.DSMT4">
                  <p:embed/>
                </p:oleObj>
              </mc:Choice>
              <mc:Fallback>
                <p:oleObj name="Equation" r:id="rId14" imgW="16459200" imgH="7924800" progId="Equation.DSMT4">
                  <p:embed/>
                  <p:pic>
                    <p:nvPicPr>
                      <p:cNvPr id="0" name="图片 5121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574415" y="4120515"/>
                        <a:ext cx="1440815" cy="8229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5"/>
          <p:cNvGraphicFramePr>
            <a:graphicFrameLocks noChangeAspect="1"/>
          </p:cNvGraphicFramePr>
          <p:nvPr/>
        </p:nvGraphicFramePr>
        <p:xfrm>
          <a:off x="5271454" y="4022091"/>
          <a:ext cx="3100070" cy="1172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Equation" r:id="rId15" imgW="1358900" imgH="431800" progId="Equation.DSMT4">
                  <p:embed/>
                </p:oleObj>
              </mc:Choice>
              <mc:Fallback>
                <p:oleObj name="Equation" r:id="rId15" imgW="1358900" imgH="431800" progId="Equation.DSMT4">
                  <p:embed/>
                  <p:pic>
                    <p:nvPicPr>
                      <p:cNvPr id="0" name="图片 616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271454" y="4022091"/>
                        <a:ext cx="3100070" cy="11722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1277620" y="5701665"/>
            <a:ext cx="6791960" cy="1050290"/>
            <a:chOff x="1804" y="8883"/>
            <a:chExt cx="10696" cy="1654"/>
          </a:xfrm>
        </p:grpSpPr>
        <p:sp>
          <p:nvSpPr>
            <p:cNvPr id="3" name="文本框 2"/>
            <p:cNvSpPr txBox="1"/>
            <p:nvPr/>
          </p:nvSpPr>
          <p:spPr>
            <a:xfrm>
              <a:off x="1804" y="9214"/>
              <a:ext cx="4792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pPr lvl="1"/>
              <a:r>
                <a:rPr lang="zh-CN" altLang="en-US" sz="2800" b="1" dirty="0" smtClean="0">
                  <a:solidFill>
                    <a:schemeClr val="tx2">
                      <a:lumMod val="50000"/>
                    </a:schemeClr>
                  </a:solidFill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例</a:t>
              </a:r>
              <a:r>
                <a:rPr lang="en-US" altLang="zh-CN" sz="2800" b="1" dirty="0" smtClean="0">
                  <a:solidFill>
                    <a:schemeClr val="tx2">
                      <a:lumMod val="50000"/>
                    </a:schemeClr>
                  </a:solidFill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1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计算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120859" name="Object 27"/>
            <p:cNvGraphicFramePr>
              <a:graphicFrameLocks noChangeAspect="1"/>
            </p:cNvGraphicFramePr>
            <p:nvPr/>
          </p:nvGraphicFramePr>
          <p:xfrm>
            <a:off x="5032" y="8883"/>
            <a:ext cx="4982" cy="16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4" name="Equation" r:id="rId17" imgW="1574800" imgH="444500" progId="Equation.DSMT4">
                    <p:embed/>
                  </p:oleObj>
                </mc:Choice>
                <mc:Fallback>
                  <p:oleObj name="Equation" r:id="rId17" imgW="1574800" imgH="444500" progId="Equation.DSMT4">
                    <p:embed/>
                    <p:pic>
                      <p:nvPicPr>
                        <p:cNvPr id="0" name="图片 717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5032" y="8883"/>
                          <a:ext cx="4982" cy="165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Object 27"/>
            <p:cNvGraphicFramePr>
              <a:graphicFrameLocks noChangeAspect="1"/>
            </p:cNvGraphicFramePr>
            <p:nvPr/>
          </p:nvGraphicFramePr>
          <p:xfrm>
            <a:off x="10170" y="9332"/>
            <a:ext cx="2331" cy="7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Equation" r:id="rId19" imgW="736600" imgH="203200" progId="Equation.DSMT4">
                    <p:embed/>
                  </p:oleObj>
                </mc:Choice>
                <mc:Fallback>
                  <p:oleObj name="Equation" r:id="rId19" imgW="736600" imgH="203200" progId="Equation.DSMT4">
                    <p:embed/>
                    <p:pic>
                      <p:nvPicPr>
                        <p:cNvPr id="0" name="图片 717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0170" y="9332"/>
                          <a:ext cx="2331" cy="75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  <p:custDataLst>
      <p:tags r:id="rId2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/>
        </p:nvSpPr>
        <p:spPr>
          <a:xfrm>
            <a:off x="374015" y="494030"/>
            <a:ext cx="13667105" cy="87636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文本框 2"/>
          <p:cNvSpPr txBox="1"/>
          <p:nvPr/>
        </p:nvSpPr>
        <p:spPr>
          <a:xfrm>
            <a:off x="152492" y="695989"/>
            <a:ext cx="3042828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pPr lvl="1"/>
            <a:r>
              <a:rPr lang="zh-CN" altLang="en-US" sz="2800" b="1" dirty="0" smtClean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</a:t>
            </a:r>
            <a:r>
              <a:rPr lang="en-US" altLang="zh-CN" sz="2800" b="1" dirty="0" smtClean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计算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20859" name="Object 27"/>
          <p:cNvGraphicFramePr>
            <a:graphicFrameLocks noChangeAspect="1"/>
          </p:cNvGraphicFramePr>
          <p:nvPr/>
        </p:nvGraphicFramePr>
        <p:xfrm>
          <a:off x="2202180" y="485775"/>
          <a:ext cx="3163570" cy="1050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" name="Equation" r:id="rId1" imgW="1574800" imgH="444500" progId="Equation.DSMT4">
                  <p:embed/>
                </p:oleObj>
              </mc:Choice>
              <mc:Fallback>
                <p:oleObj name="Equation" r:id="rId1" imgW="1574800" imgH="4445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02180" y="485775"/>
                        <a:ext cx="3163570" cy="10502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60" name="Object 28"/>
          <p:cNvGraphicFramePr>
            <a:graphicFrameLocks noChangeAspect="1"/>
          </p:cNvGraphicFramePr>
          <p:nvPr/>
        </p:nvGraphicFramePr>
        <p:xfrm>
          <a:off x="4929505" y="3677920"/>
          <a:ext cx="3228975" cy="1203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" name="Equation" r:id="rId3" imgW="1409700" imgH="444500" progId="Equation.DSMT4">
                  <p:embed/>
                </p:oleObj>
              </mc:Choice>
              <mc:Fallback>
                <p:oleObj name="Equation" r:id="rId3" imgW="1409700" imgH="444500" progId="Equation.DSMT4">
                  <p:embed/>
                  <p:pic>
                    <p:nvPicPr>
                      <p:cNvPr id="0" name="图片 717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29505" y="3677920"/>
                        <a:ext cx="3228975" cy="12039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61" name="Object 29"/>
          <p:cNvGraphicFramePr>
            <a:graphicFrameLocks noChangeAspect="1"/>
          </p:cNvGraphicFramePr>
          <p:nvPr/>
        </p:nvGraphicFramePr>
        <p:xfrm>
          <a:off x="1033463" y="3613150"/>
          <a:ext cx="3895725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" name="Equation" r:id="rId5" imgW="36880800" imgH="10668000" progId="Equation.DSMT4">
                  <p:embed/>
                </p:oleObj>
              </mc:Choice>
              <mc:Fallback>
                <p:oleObj name="Equation" r:id="rId5" imgW="36880800" imgH="10668000" progId="Equation.DSMT4">
                  <p:embed/>
                  <p:pic>
                    <p:nvPicPr>
                      <p:cNvPr id="0" name="图片 717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33463" y="3613150"/>
                        <a:ext cx="3895725" cy="1333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2"/>
          <p:cNvSpPr txBox="1"/>
          <p:nvPr/>
        </p:nvSpPr>
        <p:spPr>
          <a:xfrm>
            <a:off x="152400" y="1650365"/>
            <a:ext cx="131826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pPr lvl="1"/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解：</a:t>
            </a:r>
            <a:endParaRPr lang="zh-CN" altLang="en-US" sz="2800" b="1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" name="Object 27"/>
          <p:cNvGraphicFramePr>
            <a:graphicFrameLocks noChangeAspect="1"/>
          </p:cNvGraphicFramePr>
          <p:nvPr/>
        </p:nvGraphicFramePr>
        <p:xfrm>
          <a:off x="1282700" y="1536065"/>
          <a:ext cx="2401570" cy="1127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7" imgW="1117600" imgH="444500" progId="Equation.DSMT4">
                  <p:embed/>
                </p:oleObj>
              </mc:Choice>
              <mc:Fallback>
                <p:oleObj name="Equation" r:id="rId7" imgW="1117600" imgH="4445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82700" y="1536065"/>
                        <a:ext cx="2401570" cy="11277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7"/>
          <p:cNvGraphicFramePr>
            <a:graphicFrameLocks noChangeAspect="1"/>
          </p:cNvGraphicFramePr>
          <p:nvPr/>
        </p:nvGraphicFramePr>
        <p:xfrm>
          <a:off x="5464493" y="770573"/>
          <a:ext cx="1480185" cy="480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9" imgW="736600" imgH="203200" progId="Equation.DSMT4">
                  <p:embed/>
                </p:oleObj>
              </mc:Choice>
              <mc:Fallback>
                <p:oleObj name="Equation" r:id="rId9" imgW="736600" imgH="2032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464493" y="770573"/>
                        <a:ext cx="1480185" cy="4806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2"/>
          <p:cNvSpPr txBox="1"/>
          <p:nvPr/>
        </p:nvSpPr>
        <p:spPr>
          <a:xfrm>
            <a:off x="3684270" y="1835150"/>
            <a:ext cx="548259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pPr lvl="1"/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在有限复平面内的孤立奇点为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8" name="Object 27"/>
          <p:cNvGraphicFramePr>
            <a:graphicFrameLocks noChangeAspect="1"/>
          </p:cNvGraphicFramePr>
          <p:nvPr/>
        </p:nvGraphicFramePr>
        <p:xfrm>
          <a:off x="8908415" y="1849120"/>
          <a:ext cx="1310640" cy="515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1" imgW="609600" imgH="203200" progId="Equation.DSMT4">
                  <p:embed/>
                </p:oleObj>
              </mc:Choice>
              <mc:Fallback>
                <p:oleObj name="Equation" r:id="rId11" imgW="609600" imgH="2032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908415" y="1849120"/>
                        <a:ext cx="1310640" cy="5156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2"/>
          <p:cNvSpPr txBox="1"/>
          <p:nvPr/>
        </p:nvSpPr>
        <p:spPr>
          <a:xfrm>
            <a:off x="9812655" y="1835150"/>
            <a:ext cx="402145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pPr lvl="1"/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不在实轴上，且其在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1" name="文本框 2"/>
          <p:cNvSpPr txBox="1"/>
          <p:nvPr/>
        </p:nvSpPr>
        <p:spPr>
          <a:xfrm>
            <a:off x="599440" y="2881630"/>
            <a:ext cx="402145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pPr lvl="1"/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上半平面的奇点为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2" name="Object 27"/>
          <p:cNvGraphicFramePr>
            <a:graphicFrameLocks noChangeAspect="1"/>
          </p:cNvGraphicFramePr>
          <p:nvPr/>
        </p:nvGraphicFramePr>
        <p:xfrm>
          <a:off x="3985260" y="2881630"/>
          <a:ext cx="819150" cy="515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13" imgW="381000" imgH="203200" progId="Equation.DSMT4">
                  <p:embed/>
                </p:oleObj>
              </mc:Choice>
              <mc:Fallback>
                <p:oleObj name="Equation" r:id="rId13" imgW="381000" imgH="2032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985260" y="2881630"/>
                        <a:ext cx="819150" cy="5156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2"/>
          <p:cNvSpPr txBox="1"/>
          <p:nvPr/>
        </p:nvSpPr>
        <p:spPr>
          <a:xfrm>
            <a:off x="4415155" y="2867660"/>
            <a:ext cx="402145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pPr lvl="1"/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作简单正向闭曲线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5" name="Object 27"/>
          <p:cNvGraphicFramePr>
            <a:graphicFrameLocks noChangeAspect="1"/>
          </p:cNvGraphicFramePr>
          <p:nvPr/>
        </p:nvGraphicFramePr>
        <p:xfrm>
          <a:off x="7953058" y="2867660"/>
          <a:ext cx="1556385" cy="580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15" imgW="723900" imgH="228600" progId="Equation.DSMT4">
                  <p:embed/>
                </p:oleObj>
              </mc:Choice>
              <mc:Fallback>
                <p:oleObj name="Equation" r:id="rId15" imgW="723900" imgH="2286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953058" y="2867660"/>
                        <a:ext cx="1556385" cy="5803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" name="流程图: 联系 67"/>
          <p:cNvSpPr/>
          <p:nvPr/>
        </p:nvSpPr>
        <p:spPr>
          <a:xfrm>
            <a:off x="9509760" y="3769995"/>
            <a:ext cx="4000500" cy="4019550"/>
          </a:xfrm>
          <a:prstGeom prst="flowChartConnector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cxnSp>
        <p:nvCxnSpPr>
          <p:cNvPr id="69" name="直接箭头连接符 68"/>
          <p:cNvCxnSpPr/>
          <p:nvPr/>
        </p:nvCxnSpPr>
        <p:spPr>
          <a:xfrm flipV="1">
            <a:off x="8881110" y="5826760"/>
            <a:ext cx="4944110" cy="508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0" name="Object 16"/>
          <p:cNvGraphicFramePr>
            <a:graphicFrameLocks noChangeAspect="1"/>
          </p:cNvGraphicFramePr>
          <p:nvPr/>
        </p:nvGraphicFramePr>
        <p:xfrm>
          <a:off x="10912158" y="3044190"/>
          <a:ext cx="354012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" name="Equation" r:id="rId17" imgW="3352800" imgH="3962400" progId="Equation.DSMT4">
                  <p:embed/>
                </p:oleObj>
              </mc:Choice>
              <mc:Fallback>
                <p:oleObj name="Equation" r:id="rId17" imgW="3352800" imgH="3962400" progId="Equation.DSMT4">
                  <p:embed/>
                  <p:pic>
                    <p:nvPicPr>
                      <p:cNvPr id="0" name="图片 5128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0912158" y="3044190"/>
                        <a:ext cx="354012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" name="矩形 96"/>
          <p:cNvSpPr/>
          <p:nvPr/>
        </p:nvSpPr>
        <p:spPr>
          <a:xfrm>
            <a:off x="9166860" y="5847715"/>
            <a:ext cx="4695190" cy="1955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4" name="直接箭头连接符 93"/>
          <p:cNvCxnSpPr/>
          <p:nvPr/>
        </p:nvCxnSpPr>
        <p:spPr>
          <a:xfrm flipV="1">
            <a:off x="11487785" y="2959735"/>
            <a:ext cx="23495" cy="336804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/>
          <p:cNvCxnSpPr/>
          <p:nvPr/>
        </p:nvCxnSpPr>
        <p:spPr>
          <a:xfrm flipH="1" flipV="1">
            <a:off x="12767310" y="4186555"/>
            <a:ext cx="164465" cy="18542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箭头连接符 95"/>
          <p:cNvCxnSpPr/>
          <p:nvPr/>
        </p:nvCxnSpPr>
        <p:spPr>
          <a:xfrm>
            <a:off x="11939270" y="5805805"/>
            <a:ext cx="392430" cy="127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Object 27"/>
          <p:cNvGraphicFramePr>
            <a:graphicFrameLocks noChangeAspect="1"/>
          </p:cNvGraphicFramePr>
          <p:nvPr/>
        </p:nvGraphicFramePr>
        <p:xfrm>
          <a:off x="11645583" y="5124450"/>
          <a:ext cx="35496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19" imgW="165100" imgH="165100" progId="Equation.DSMT4">
                  <p:embed/>
                </p:oleObj>
              </mc:Choice>
              <mc:Fallback>
                <p:oleObj name="Equation" r:id="rId19" imgW="165100" imgH="1651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1645583" y="5124450"/>
                        <a:ext cx="354965" cy="419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7"/>
          <p:cNvGraphicFramePr>
            <a:graphicFrameLocks noChangeAspect="1"/>
          </p:cNvGraphicFramePr>
          <p:nvPr/>
        </p:nvGraphicFramePr>
        <p:xfrm>
          <a:off x="10912158" y="4075430"/>
          <a:ext cx="354965" cy="449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21" imgW="165100" imgH="177165" progId="Equation.DSMT4">
                  <p:embed/>
                </p:oleObj>
              </mc:Choice>
              <mc:Fallback>
                <p:oleObj name="Equation" r:id="rId21" imgW="165100" imgH="177165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0912158" y="4075430"/>
                        <a:ext cx="354965" cy="4495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椭圆 20"/>
          <p:cNvSpPr/>
          <p:nvPr/>
        </p:nvSpPr>
        <p:spPr>
          <a:xfrm>
            <a:off x="11424285" y="4262755"/>
            <a:ext cx="123190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11448415" y="5295900"/>
            <a:ext cx="123190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72" name="Object 17"/>
          <p:cNvGraphicFramePr>
            <a:graphicFrameLocks noChangeAspect="1"/>
          </p:cNvGraphicFramePr>
          <p:nvPr/>
        </p:nvGraphicFramePr>
        <p:xfrm>
          <a:off x="13824903" y="5591175"/>
          <a:ext cx="3206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" name="Equation" r:id="rId23" imgW="3048000" imgH="3352800" progId="Equation.DSMT4">
                  <p:embed/>
                </p:oleObj>
              </mc:Choice>
              <mc:Fallback>
                <p:oleObj name="Equation" r:id="rId23" imgW="3048000" imgH="3352800" progId="Equation.DSMT4">
                  <p:embed/>
                  <p:pic>
                    <p:nvPicPr>
                      <p:cNvPr id="0" name="图片 5129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3824903" y="5591175"/>
                        <a:ext cx="320675" cy="419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62" name="Object 30"/>
          <p:cNvGraphicFramePr>
            <a:graphicFrameLocks noChangeAspect="1"/>
          </p:cNvGraphicFramePr>
          <p:nvPr/>
        </p:nvGraphicFramePr>
        <p:xfrm>
          <a:off x="1282383" y="4881880"/>
          <a:ext cx="4531360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7" name="Equation" r:id="rId25" imgW="1981200" imgH="444500" progId="Equation.DSMT4">
                  <p:embed/>
                </p:oleObj>
              </mc:Choice>
              <mc:Fallback>
                <p:oleObj name="Equation" r:id="rId25" imgW="1981200" imgH="444500" progId="Equation.DSMT4">
                  <p:embed/>
                  <p:pic>
                    <p:nvPicPr>
                      <p:cNvPr id="0" name="图片 7176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282383" y="4881880"/>
                        <a:ext cx="4531360" cy="12096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30"/>
          <p:cNvGraphicFramePr>
            <a:graphicFrameLocks noChangeAspect="1"/>
          </p:cNvGraphicFramePr>
          <p:nvPr/>
        </p:nvGraphicFramePr>
        <p:xfrm>
          <a:off x="1470660" y="5989320"/>
          <a:ext cx="4444365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" name="Equation" r:id="rId27" imgW="1943100" imgH="444500" progId="Equation.DSMT4">
                  <p:embed/>
                </p:oleObj>
              </mc:Choice>
              <mc:Fallback>
                <p:oleObj name="Equation" r:id="rId27" imgW="1943100" imgH="444500" progId="Equation.DSMT4">
                  <p:embed/>
                  <p:pic>
                    <p:nvPicPr>
                      <p:cNvPr id="0" name="图片 7176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470660" y="5989320"/>
                        <a:ext cx="4444365" cy="12096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30"/>
          <p:cNvGraphicFramePr>
            <a:graphicFrameLocks noChangeAspect="1"/>
          </p:cNvGraphicFramePr>
          <p:nvPr/>
        </p:nvGraphicFramePr>
        <p:xfrm>
          <a:off x="1282383" y="7198995"/>
          <a:ext cx="3689350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Equation" r:id="rId29" imgW="1612900" imgH="444500" progId="Equation.DSMT4">
                  <p:embed/>
                </p:oleObj>
              </mc:Choice>
              <mc:Fallback>
                <p:oleObj name="Equation" r:id="rId29" imgW="1612900" imgH="444500" progId="Equation.DSMT4">
                  <p:embed/>
                  <p:pic>
                    <p:nvPicPr>
                      <p:cNvPr id="0" name="图片 7176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282383" y="7198995"/>
                        <a:ext cx="3689350" cy="12096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30"/>
          <p:cNvGraphicFramePr>
            <a:graphicFrameLocks noChangeAspect="1"/>
          </p:cNvGraphicFramePr>
          <p:nvPr/>
        </p:nvGraphicFramePr>
        <p:xfrm>
          <a:off x="5095240" y="7198995"/>
          <a:ext cx="3602355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Equation" r:id="rId31" imgW="1574800" imgH="444500" progId="Equation.DSMT4">
                  <p:embed/>
                </p:oleObj>
              </mc:Choice>
              <mc:Fallback>
                <p:oleObj name="Equation" r:id="rId31" imgW="1574800" imgH="444500" progId="Equation.DSMT4">
                  <p:embed/>
                  <p:pic>
                    <p:nvPicPr>
                      <p:cNvPr id="0" name="图片 7176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5095240" y="7198995"/>
                        <a:ext cx="3602355" cy="12096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30"/>
          <p:cNvGraphicFramePr>
            <a:graphicFrameLocks noChangeAspect="1"/>
          </p:cNvGraphicFramePr>
          <p:nvPr/>
        </p:nvGraphicFramePr>
        <p:xfrm>
          <a:off x="8809355" y="7336473"/>
          <a:ext cx="2701925" cy="1071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" name="Equation" r:id="rId33" imgW="1181100" imgH="393700" progId="Equation.DSMT4">
                  <p:embed/>
                </p:oleObj>
              </mc:Choice>
              <mc:Fallback>
                <p:oleObj name="Equation" r:id="rId33" imgW="1181100" imgH="393700" progId="Equation.DSMT4">
                  <p:embed/>
                  <p:pic>
                    <p:nvPicPr>
                      <p:cNvPr id="0" name="图片 7176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8809355" y="7336473"/>
                        <a:ext cx="2701925" cy="10718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0"/>
          <p:cNvGraphicFramePr>
            <a:graphicFrameLocks noChangeAspect="1"/>
          </p:cNvGraphicFramePr>
          <p:nvPr/>
        </p:nvGraphicFramePr>
        <p:xfrm>
          <a:off x="11583670" y="7336473"/>
          <a:ext cx="1104265" cy="1071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" name="Equation" r:id="rId35" imgW="482600" imgH="393700" progId="Equation.DSMT4">
                  <p:embed/>
                </p:oleObj>
              </mc:Choice>
              <mc:Fallback>
                <p:oleObj name="Equation" r:id="rId35" imgW="482600" imgH="393700" progId="Equation.DSMT4">
                  <p:embed/>
                  <p:pic>
                    <p:nvPicPr>
                      <p:cNvPr id="0" name="图片 7176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1583670" y="7336473"/>
                        <a:ext cx="1104265" cy="10718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20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20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120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10" grpId="0"/>
      <p:bldP spid="11" grpId="0"/>
      <p:bldP spid="21" grpId="0" bldLvl="0" animBg="1"/>
      <p:bldP spid="22" grpId="0" bldLvl="0" animBg="1"/>
      <p:bldP spid="14" grpId="0"/>
      <p:bldP spid="68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>
            <p:custDataLst>
              <p:tags r:id="rId1"/>
            </p:custDataLst>
          </p:nvPr>
        </p:nvSpPr>
        <p:spPr>
          <a:xfrm>
            <a:off x="8601100" y="2805994"/>
            <a:ext cx="1826331" cy="1862242"/>
          </a:xfrm>
          <a:prstGeom prst="rect">
            <a:avLst/>
          </a:prstGeom>
          <a:noFill/>
        </p:spPr>
        <p:txBody>
          <a:bodyPr wrap="square" lIns="90008" tIns="46804" rIns="90008" bIns="0" rtlCol="0" anchor="b" anchorCtr="0">
            <a:normAutofit/>
          </a:bodyPr>
          <a:lstStyle/>
          <a:p>
            <a:pPr algn="ctr"/>
            <a:r>
              <a:rPr lang="en-US" altLang="zh-CN" sz="11500" b="1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02</a:t>
            </a:r>
            <a:endParaRPr lang="en-US" altLang="zh-CN" sz="11500" b="1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7" name="矩形 36"/>
          <p:cNvSpPr/>
          <p:nvPr>
            <p:custDataLst>
              <p:tags r:id="rId2"/>
            </p:custDataLst>
          </p:nvPr>
        </p:nvSpPr>
        <p:spPr>
          <a:xfrm>
            <a:off x="7767842" y="4140433"/>
            <a:ext cx="962799" cy="36937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/>
            <a:r>
              <a:rPr lang="en-US" altLang="zh-CN" b="1" spc="2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PART.</a:t>
            </a:r>
            <a:endParaRPr lang="en-US" altLang="zh-CN" b="1" spc="200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7" name="文本框 2"/>
          <p:cNvSpPr txBox="1"/>
          <p:nvPr/>
        </p:nvSpPr>
        <p:spPr>
          <a:xfrm>
            <a:off x="6262462" y="4772055"/>
            <a:ext cx="7843428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pPr lvl="1" indent="0">
              <a:buFont typeface="Arial" panose="020B0604020202020204" pitchFamily="34" charset="0"/>
              <a:buNone/>
            </a:pP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形如                          的积分计算</a:t>
            </a:r>
            <a:endParaRPr lang="zh-CN" altLang="en-US" sz="2800" b="1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7295" name="Object 127"/>
          <p:cNvGraphicFramePr>
            <a:graphicFrameLocks noChangeAspect="1"/>
          </p:cNvGraphicFramePr>
          <p:nvPr/>
        </p:nvGraphicFramePr>
        <p:xfrm>
          <a:off x="7749540" y="4603750"/>
          <a:ext cx="2921635" cy="866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3" imgW="31699200" imgH="7924800" progId="Equation.DSMT4">
                  <p:embed/>
                </p:oleObj>
              </mc:Choice>
              <mc:Fallback>
                <p:oleObj name="Equation" r:id="rId3" imgW="31699200" imgH="7924800" progId="Equation.DSMT4">
                  <p:embed/>
                  <p:pic>
                    <p:nvPicPr>
                      <p:cNvPr id="0" name="图片 102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749540" y="4603750"/>
                        <a:ext cx="2921635" cy="8661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374015" y="503555"/>
            <a:ext cx="13667105" cy="87541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2"/>
          <p:cNvSpPr txBox="1"/>
          <p:nvPr/>
        </p:nvSpPr>
        <p:spPr>
          <a:xfrm>
            <a:off x="133442" y="1560859"/>
            <a:ext cx="7176678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pPr lvl="1"/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计算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          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18794" name="Object 10"/>
          <p:cNvGraphicFramePr>
            <a:graphicFrameLocks noChangeAspect="1"/>
          </p:cNvGraphicFramePr>
          <p:nvPr/>
        </p:nvGraphicFramePr>
        <p:xfrm>
          <a:off x="4386898" y="1209040"/>
          <a:ext cx="6348412" cy="12723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Equation" r:id="rId1" imgW="64922400" imgH="10972800" progId="Equation.DSMT4">
                  <p:embed/>
                </p:oleObj>
              </mc:Choice>
              <mc:Fallback>
                <p:oleObj name="Equation" r:id="rId1" imgW="64922400" imgH="10972800" progId="Equation.DSMT4">
                  <p:embed/>
                  <p:pic>
                    <p:nvPicPr>
                      <p:cNvPr id="0" name="图片 8193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386898" y="1209040"/>
                        <a:ext cx="6348412" cy="127233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文本框 2"/>
          <p:cNvSpPr txBox="1"/>
          <p:nvPr/>
        </p:nvSpPr>
        <p:spPr>
          <a:xfrm>
            <a:off x="3088097" y="1550064"/>
            <a:ext cx="1633128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pPr lvl="1"/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</a:rPr>
              <a:t>其中</a:t>
            </a:r>
            <a:endParaRPr lang="zh-CN" altLang="en-US" sz="2800" b="1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118795" name="Object 11"/>
          <p:cNvGraphicFramePr>
            <a:graphicFrameLocks noChangeAspect="1"/>
          </p:cNvGraphicFramePr>
          <p:nvPr/>
        </p:nvGraphicFramePr>
        <p:xfrm>
          <a:off x="10857230" y="1577340"/>
          <a:ext cx="154146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" name="Equation" r:id="rId3" imgW="14630400" imgH="4876800" progId="Equation.DSMT4">
                  <p:embed/>
                </p:oleObj>
              </mc:Choice>
              <mc:Fallback>
                <p:oleObj name="Equation" r:id="rId3" imgW="14630400" imgH="4876800" progId="Equation.DSMT4">
                  <p:embed/>
                  <p:pic>
                    <p:nvPicPr>
                      <p:cNvPr id="0" name="图片 819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857230" y="1577340"/>
                        <a:ext cx="1541463" cy="609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796" name="Object 12"/>
          <p:cNvGraphicFramePr>
            <a:graphicFrameLocks noChangeAspect="1"/>
          </p:cNvGraphicFramePr>
          <p:nvPr/>
        </p:nvGraphicFramePr>
        <p:xfrm>
          <a:off x="3088005" y="2481580"/>
          <a:ext cx="83343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Equation" r:id="rId5" imgW="7924800" imgH="4876800" progId="Equation.DSMT4">
                  <p:embed/>
                </p:oleObj>
              </mc:Choice>
              <mc:Fallback>
                <p:oleObj name="Equation" r:id="rId5" imgW="7924800" imgH="4876800" progId="Equation.DSMT4">
                  <p:embed/>
                  <p:pic>
                    <p:nvPicPr>
                      <p:cNvPr id="0" name="图片 819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88005" y="2481580"/>
                        <a:ext cx="833438" cy="609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文本框 2"/>
          <p:cNvSpPr txBox="1"/>
          <p:nvPr/>
        </p:nvSpPr>
        <p:spPr>
          <a:xfrm>
            <a:off x="710657" y="2481609"/>
            <a:ext cx="2712628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pPr lvl="1"/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无公因式，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118797" name="Object 13"/>
          <p:cNvGraphicFramePr>
            <a:graphicFrameLocks noChangeAspect="1"/>
          </p:cNvGraphicFramePr>
          <p:nvPr/>
        </p:nvGraphicFramePr>
        <p:xfrm>
          <a:off x="12399010" y="1616075"/>
          <a:ext cx="1514475" cy="532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name="Equation" r:id="rId7" imgW="16459200" imgH="4876800" progId="Equation.DSMT4">
                  <p:embed/>
                </p:oleObj>
              </mc:Choice>
              <mc:Fallback>
                <p:oleObj name="Equation" r:id="rId7" imgW="16459200" imgH="4876800" progId="Equation.DSMT4">
                  <p:embed/>
                  <p:pic>
                    <p:nvPicPr>
                      <p:cNvPr id="0" name="图片 819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399010" y="1616075"/>
                        <a:ext cx="1514475" cy="5320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文本框 2"/>
          <p:cNvSpPr txBox="1"/>
          <p:nvPr/>
        </p:nvSpPr>
        <p:spPr>
          <a:xfrm>
            <a:off x="3423377" y="2481385"/>
            <a:ext cx="5817778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pPr lvl="1"/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的孤立奇点都不在实轴上。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129046" name="Object 22"/>
          <p:cNvGraphicFramePr>
            <a:graphicFrameLocks noChangeAspect="1"/>
          </p:cNvGraphicFramePr>
          <p:nvPr/>
        </p:nvGraphicFramePr>
        <p:xfrm>
          <a:off x="1336040" y="1425575"/>
          <a:ext cx="2153285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2" name="Equation" r:id="rId9" imgW="1282700" imgH="330200" progId="Equation.DSMT4">
                  <p:embed/>
                </p:oleObj>
              </mc:Choice>
              <mc:Fallback>
                <p:oleObj name="Equation" r:id="rId9" imgW="1282700" imgH="330200" progId="Equation.DSMT4">
                  <p:embed/>
                  <p:pic>
                    <p:nvPicPr>
                      <p:cNvPr id="0" name="图片 8211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36040" y="1425575"/>
                        <a:ext cx="2153285" cy="800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" name="文本框 2"/>
          <p:cNvSpPr txBox="1"/>
          <p:nvPr/>
        </p:nvSpPr>
        <p:spPr>
          <a:xfrm>
            <a:off x="133350" y="3011170"/>
            <a:ext cx="184277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pPr lvl="1"/>
            <a:r>
              <a:rPr lang="zh-CN" altLang="en-US" sz="2800" b="1" dirty="0" smtClean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</a:rPr>
              <a:t>解法：</a:t>
            </a:r>
            <a:endParaRPr lang="zh-CN" altLang="en-US" sz="2800" b="1" dirty="0" smtClean="0">
              <a:solidFill>
                <a:srgbClr val="FF0000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710565" y="3859530"/>
            <a:ext cx="9104630" cy="685800"/>
            <a:chOff x="1119" y="4590"/>
            <a:chExt cx="14338" cy="1080"/>
          </a:xfrm>
        </p:grpSpPr>
        <p:sp>
          <p:nvSpPr>
            <p:cNvPr id="83" name="文本框 2"/>
            <p:cNvSpPr txBox="1"/>
            <p:nvPr/>
          </p:nvSpPr>
          <p:spPr>
            <a:xfrm>
              <a:off x="1119" y="4747"/>
              <a:ext cx="14338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pPr lvl="1"/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假设      在上半平面的孤立奇点为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               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则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84" name="Object 12"/>
            <p:cNvGraphicFramePr>
              <a:graphicFrameLocks noChangeAspect="1"/>
            </p:cNvGraphicFramePr>
            <p:nvPr/>
          </p:nvGraphicFramePr>
          <p:xfrm>
            <a:off x="3225" y="4822"/>
            <a:ext cx="1083" cy="7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" name="Equation" r:id="rId11" imgW="7924800" imgH="4876800" progId="Equation.DSMT4">
                    <p:embed/>
                  </p:oleObj>
                </mc:Choice>
                <mc:Fallback>
                  <p:oleObj name="Equation" r:id="rId11" imgW="7924800" imgH="4876800" progId="Equation.DSMT4">
                    <p:embed/>
                    <p:pic>
                      <p:nvPicPr>
                        <p:cNvPr id="0" name="图片 512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225" y="4822"/>
                          <a:ext cx="1083" cy="7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6" name="Object 15"/>
            <p:cNvGraphicFramePr>
              <a:graphicFrameLocks noChangeAspect="1"/>
            </p:cNvGraphicFramePr>
            <p:nvPr/>
          </p:nvGraphicFramePr>
          <p:xfrm>
            <a:off x="10333" y="4590"/>
            <a:ext cx="2833" cy="10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" name="Equation" r:id="rId12" imgW="17068800" imgH="5486400" progId="Equation.DSMT4">
                    <p:embed/>
                  </p:oleObj>
                </mc:Choice>
                <mc:Fallback>
                  <p:oleObj name="Equation" r:id="rId12" imgW="17068800" imgH="5486400" progId="Equation.DSMT4">
                    <p:embed/>
                    <p:pic>
                      <p:nvPicPr>
                        <p:cNvPr id="0" name="图片 512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10333" y="4590"/>
                          <a:ext cx="2833" cy="108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2"/>
          <p:cNvGrpSpPr/>
          <p:nvPr/>
        </p:nvGrpSpPr>
        <p:grpSpPr>
          <a:xfrm>
            <a:off x="2727960" y="4750435"/>
            <a:ext cx="7392670" cy="1482090"/>
            <a:chOff x="4308" y="6300"/>
            <a:chExt cx="11642" cy="2334"/>
          </a:xfrm>
          <a:solidFill>
            <a:schemeClr val="bg1"/>
          </a:solidFill>
        </p:grpSpPr>
        <p:sp>
          <p:nvSpPr>
            <p:cNvPr id="2" name="矩形 1"/>
            <p:cNvSpPr/>
            <p:nvPr/>
          </p:nvSpPr>
          <p:spPr>
            <a:xfrm>
              <a:off x="4308" y="6300"/>
              <a:ext cx="11643" cy="2335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aphicFrame>
          <p:nvGraphicFramePr>
            <p:cNvPr id="236" name="Object 22"/>
            <p:cNvGraphicFramePr>
              <a:graphicFrameLocks noChangeAspect="1"/>
            </p:cNvGraphicFramePr>
            <p:nvPr/>
          </p:nvGraphicFramePr>
          <p:xfrm>
            <a:off x="5796" y="6594"/>
            <a:ext cx="3584" cy="14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" name="Equation" r:id="rId14" imgW="990600" imgH="330200" progId="Equation.DSMT4">
                    <p:embed/>
                  </p:oleObj>
                </mc:Choice>
                <mc:Fallback>
                  <p:oleObj name="Equation" r:id="rId14" imgW="990600" imgH="330200" progId="Equation.DSMT4">
                    <p:embed/>
                    <p:pic>
                      <p:nvPicPr>
                        <p:cNvPr id="0" name="图片 821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5796" y="6594"/>
                          <a:ext cx="3584" cy="144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8" name="Object 15"/>
            <p:cNvGraphicFramePr>
              <a:graphicFrameLocks noChangeAspect="1"/>
            </p:cNvGraphicFramePr>
            <p:nvPr/>
          </p:nvGraphicFramePr>
          <p:xfrm>
            <a:off x="9487" y="6465"/>
            <a:ext cx="5157" cy="18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9" name="Equation" r:id="rId16" imgW="1435100" imgH="431800" progId="Equation.DSMT4">
                    <p:embed/>
                  </p:oleObj>
                </mc:Choice>
                <mc:Fallback>
                  <p:oleObj name="Equation" r:id="rId16" imgW="1435100" imgH="431800" progId="Equation.DSMT4">
                    <p:embed/>
                    <p:pic>
                      <p:nvPicPr>
                        <p:cNvPr id="0" name="图片 616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9487" y="6465"/>
                          <a:ext cx="5157" cy="184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482340" y="7324090"/>
          <a:ext cx="7785735" cy="11817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r:id="rId18" imgW="2844800" imgH="431800" progId="Equation.KSEE3">
                  <p:embed/>
                </p:oleObj>
              </mc:Choice>
              <mc:Fallback>
                <p:oleObj name="" r:id="rId18" imgW="2844800" imgH="4318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482340" y="7324090"/>
                        <a:ext cx="7785735" cy="11817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412490" y="6027420"/>
          <a:ext cx="7855585" cy="11817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20" imgW="2870200" imgH="431800" progId="Equation.KSEE3">
                  <p:embed/>
                </p:oleObj>
              </mc:Choice>
              <mc:Fallback>
                <p:oleObj name="" r:id="rId20" imgW="2870200" imgH="4318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412490" y="6027420"/>
                        <a:ext cx="7855585" cy="11817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374015" y="606425"/>
            <a:ext cx="13667105" cy="86512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文本框 2"/>
          <p:cNvSpPr txBox="1"/>
          <p:nvPr/>
        </p:nvSpPr>
        <p:spPr>
          <a:xfrm>
            <a:off x="152492" y="695989"/>
            <a:ext cx="3042828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pPr lvl="1"/>
            <a:r>
              <a:rPr lang="zh-CN" altLang="en-US" sz="2800" b="1" dirty="0" smtClean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</a:t>
            </a:r>
            <a:r>
              <a:rPr lang="en-US" altLang="zh-CN" sz="2800" b="1" dirty="0" smtClean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计算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20859" name="Object 27"/>
          <p:cNvGraphicFramePr>
            <a:graphicFrameLocks noChangeAspect="1"/>
          </p:cNvGraphicFramePr>
          <p:nvPr/>
        </p:nvGraphicFramePr>
        <p:xfrm>
          <a:off x="2092643" y="494983"/>
          <a:ext cx="2322195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" name="Equation" r:id="rId1" imgW="1155700" imgH="393700" progId="Equation.DSMT4">
                  <p:embed/>
                </p:oleObj>
              </mc:Choice>
              <mc:Fallback>
                <p:oleObj name="Equation" r:id="rId1" imgW="1155700" imgH="3937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92643" y="494983"/>
                        <a:ext cx="2322195" cy="9302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60" name="Object 28"/>
          <p:cNvGraphicFramePr>
            <a:graphicFrameLocks noChangeAspect="1"/>
          </p:cNvGraphicFramePr>
          <p:nvPr/>
        </p:nvGraphicFramePr>
        <p:xfrm>
          <a:off x="3661728" y="3454400"/>
          <a:ext cx="2269490" cy="1135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" name="Equation" r:id="rId3" imgW="990600" imgH="419100" progId="Equation.DSMT4">
                  <p:embed/>
                </p:oleObj>
              </mc:Choice>
              <mc:Fallback>
                <p:oleObj name="Equation" r:id="rId3" imgW="990600" imgH="419100" progId="Equation.DSMT4">
                  <p:embed/>
                  <p:pic>
                    <p:nvPicPr>
                      <p:cNvPr id="0" name="图片 717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61728" y="3454400"/>
                        <a:ext cx="2269490" cy="11353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61" name="Object 29"/>
          <p:cNvGraphicFramePr>
            <a:graphicFrameLocks noChangeAspect="1"/>
          </p:cNvGraphicFramePr>
          <p:nvPr/>
        </p:nvGraphicFramePr>
        <p:xfrm>
          <a:off x="1360170" y="3465195"/>
          <a:ext cx="2043430" cy="1124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" name="Equation" r:id="rId5" imgW="901700" imgH="419100" progId="Equation.DSMT4">
                  <p:embed/>
                </p:oleObj>
              </mc:Choice>
              <mc:Fallback>
                <p:oleObj name="Equation" r:id="rId5" imgW="901700" imgH="419100" progId="Equation.DSMT4">
                  <p:embed/>
                  <p:pic>
                    <p:nvPicPr>
                      <p:cNvPr id="0" name="图片 717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60170" y="3465195"/>
                        <a:ext cx="2043430" cy="11245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2"/>
          <p:cNvSpPr txBox="1"/>
          <p:nvPr/>
        </p:nvSpPr>
        <p:spPr>
          <a:xfrm>
            <a:off x="152400" y="1650365"/>
            <a:ext cx="131826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pPr lvl="1"/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解：</a:t>
            </a:r>
            <a:endParaRPr lang="zh-CN" altLang="en-US" sz="2800" b="1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" name="Object 27"/>
          <p:cNvGraphicFramePr>
            <a:graphicFrameLocks noChangeAspect="1"/>
          </p:cNvGraphicFramePr>
          <p:nvPr/>
        </p:nvGraphicFramePr>
        <p:xfrm>
          <a:off x="1470343" y="1425575"/>
          <a:ext cx="1528445" cy="999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7" imgW="711200" imgH="393700" progId="Equation.DSMT4">
                  <p:embed/>
                </p:oleObj>
              </mc:Choice>
              <mc:Fallback>
                <p:oleObj name="Equation" r:id="rId7" imgW="711200" imgH="3937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70343" y="1425575"/>
                        <a:ext cx="1528445" cy="9994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2"/>
          <p:cNvSpPr txBox="1"/>
          <p:nvPr/>
        </p:nvSpPr>
        <p:spPr>
          <a:xfrm>
            <a:off x="2675890" y="1660525"/>
            <a:ext cx="548259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pPr lvl="1"/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在有限复平面内的孤立奇点为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8" name="Object 27"/>
          <p:cNvGraphicFramePr>
            <a:graphicFrameLocks noChangeAspect="1"/>
          </p:cNvGraphicFramePr>
          <p:nvPr/>
        </p:nvGraphicFramePr>
        <p:xfrm>
          <a:off x="8095933" y="1674495"/>
          <a:ext cx="901065" cy="515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9" imgW="419100" imgH="203200" progId="Equation.DSMT4">
                  <p:embed/>
                </p:oleObj>
              </mc:Choice>
              <mc:Fallback>
                <p:oleObj name="Equation" r:id="rId9" imgW="419100" imgH="2032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095933" y="1674495"/>
                        <a:ext cx="901065" cy="5156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2"/>
          <p:cNvSpPr txBox="1"/>
          <p:nvPr/>
        </p:nvSpPr>
        <p:spPr>
          <a:xfrm>
            <a:off x="8666480" y="1650365"/>
            <a:ext cx="548005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pPr lvl="1"/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不在实轴上，且其在上半平面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1" name="文本框 2"/>
          <p:cNvSpPr txBox="1"/>
          <p:nvPr/>
        </p:nvSpPr>
        <p:spPr>
          <a:xfrm>
            <a:off x="559435" y="2636520"/>
            <a:ext cx="211709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pPr lvl="1"/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的奇点为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4" name="文本框 2"/>
          <p:cNvSpPr txBox="1"/>
          <p:nvPr/>
        </p:nvSpPr>
        <p:spPr>
          <a:xfrm>
            <a:off x="3088640" y="2643505"/>
            <a:ext cx="402145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pPr lvl="1"/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作简单正向闭曲线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5" name="Object 27"/>
          <p:cNvGraphicFramePr>
            <a:graphicFrameLocks noChangeAspect="1"/>
          </p:cNvGraphicFramePr>
          <p:nvPr/>
        </p:nvGraphicFramePr>
        <p:xfrm>
          <a:off x="6601778" y="2643505"/>
          <a:ext cx="1556385" cy="580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11" imgW="723900" imgH="228600" progId="Equation.DSMT4">
                  <p:embed/>
                </p:oleObj>
              </mc:Choice>
              <mc:Fallback>
                <p:oleObj name="Equation" r:id="rId11" imgW="723900" imgH="2286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601778" y="2643505"/>
                        <a:ext cx="1556385" cy="5803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" name="流程图: 联系 67"/>
          <p:cNvSpPr/>
          <p:nvPr/>
        </p:nvSpPr>
        <p:spPr>
          <a:xfrm>
            <a:off x="9509760" y="3769995"/>
            <a:ext cx="4000500" cy="4019550"/>
          </a:xfrm>
          <a:prstGeom prst="flowChartConnector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cxnSp>
        <p:nvCxnSpPr>
          <p:cNvPr id="69" name="直接箭头连接符 68"/>
          <p:cNvCxnSpPr/>
          <p:nvPr/>
        </p:nvCxnSpPr>
        <p:spPr>
          <a:xfrm flipV="1">
            <a:off x="8881110" y="5805805"/>
            <a:ext cx="4944110" cy="508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0" name="Object 16"/>
          <p:cNvGraphicFramePr>
            <a:graphicFrameLocks noChangeAspect="1"/>
          </p:cNvGraphicFramePr>
          <p:nvPr/>
        </p:nvGraphicFramePr>
        <p:xfrm>
          <a:off x="10912158" y="3023235"/>
          <a:ext cx="354012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" name="Equation" r:id="rId13" imgW="3352800" imgH="3962400" progId="Equation.DSMT4">
                  <p:embed/>
                </p:oleObj>
              </mc:Choice>
              <mc:Fallback>
                <p:oleObj name="Equation" r:id="rId13" imgW="3352800" imgH="3962400" progId="Equation.DSMT4">
                  <p:embed/>
                  <p:pic>
                    <p:nvPicPr>
                      <p:cNvPr id="0" name="图片 512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0912158" y="3023235"/>
                        <a:ext cx="354012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" name="矩形 96"/>
          <p:cNvSpPr/>
          <p:nvPr/>
        </p:nvSpPr>
        <p:spPr>
          <a:xfrm>
            <a:off x="9162415" y="5833745"/>
            <a:ext cx="4695190" cy="195580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4" name="直接箭头连接符 93"/>
          <p:cNvCxnSpPr/>
          <p:nvPr/>
        </p:nvCxnSpPr>
        <p:spPr>
          <a:xfrm flipV="1">
            <a:off x="11487785" y="2938780"/>
            <a:ext cx="23495" cy="336804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/>
          <p:cNvCxnSpPr/>
          <p:nvPr/>
        </p:nvCxnSpPr>
        <p:spPr>
          <a:xfrm flipH="1" flipV="1">
            <a:off x="12767310" y="4186555"/>
            <a:ext cx="164465" cy="18542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箭头连接符 95"/>
          <p:cNvCxnSpPr/>
          <p:nvPr/>
        </p:nvCxnSpPr>
        <p:spPr>
          <a:xfrm>
            <a:off x="11939270" y="5805805"/>
            <a:ext cx="392430" cy="127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/>
          <p:cNvSpPr/>
          <p:nvPr/>
        </p:nvSpPr>
        <p:spPr>
          <a:xfrm>
            <a:off x="10099040" y="4881880"/>
            <a:ext cx="123190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72" name="Object 17"/>
          <p:cNvGraphicFramePr>
            <a:graphicFrameLocks noChangeAspect="1"/>
          </p:cNvGraphicFramePr>
          <p:nvPr/>
        </p:nvGraphicFramePr>
        <p:xfrm>
          <a:off x="13824903" y="5570220"/>
          <a:ext cx="3206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" name="Equation" r:id="rId15" imgW="3048000" imgH="3352800" progId="Equation.DSMT4">
                  <p:embed/>
                </p:oleObj>
              </mc:Choice>
              <mc:Fallback>
                <p:oleObj name="Equation" r:id="rId15" imgW="3048000" imgH="3352800" progId="Equation.DSMT4">
                  <p:embed/>
                  <p:pic>
                    <p:nvPicPr>
                      <p:cNvPr id="0" name="图片 512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3824903" y="5570220"/>
                        <a:ext cx="320675" cy="419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62" name="Object 30"/>
          <p:cNvGraphicFramePr>
            <a:graphicFrameLocks noChangeAspect="1"/>
          </p:cNvGraphicFramePr>
          <p:nvPr/>
        </p:nvGraphicFramePr>
        <p:xfrm>
          <a:off x="1282383" y="4589780"/>
          <a:ext cx="4095750" cy="1141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7" name="Equation" r:id="rId17" imgW="1790700" imgH="419100" progId="Equation.DSMT4">
                  <p:embed/>
                </p:oleObj>
              </mc:Choice>
              <mc:Fallback>
                <p:oleObj name="Equation" r:id="rId17" imgW="1790700" imgH="419100" progId="Equation.DSMT4">
                  <p:embed/>
                  <p:pic>
                    <p:nvPicPr>
                      <p:cNvPr id="0" name="图片 717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282383" y="4589780"/>
                        <a:ext cx="4095750" cy="11410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30"/>
          <p:cNvGraphicFramePr>
            <a:graphicFrameLocks noChangeAspect="1"/>
          </p:cNvGraphicFramePr>
          <p:nvPr/>
        </p:nvGraphicFramePr>
        <p:xfrm>
          <a:off x="1282383" y="5805805"/>
          <a:ext cx="2788920" cy="1141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Equation" r:id="rId19" imgW="1219200" imgH="419100" progId="Equation.DSMT4">
                  <p:embed/>
                </p:oleObj>
              </mc:Choice>
              <mc:Fallback>
                <p:oleObj name="Equation" r:id="rId19" imgW="1219200" imgH="419100" progId="Equation.DSMT4">
                  <p:embed/>
                  <p:pic>
                    <p:nvPicPr>
                      <p:cNvPr id="0" name="图片 7176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282383" y="5805805"/>
                        <a:ext cx="2788920" cy="11410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27"/>
          <p:cNvGraphicFramePr>
            <a:graphicFrameLocks noChangeAspect="1"/>
          </p:cNvGraphicFramePr>
          <p:nvPr/>
        </p:nvGraphicFramePr>
        <p:xfrm>
          <a:off x="2530793" y="2643505"/>
          <a:ext cx="901065" cy="515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" name="Equation" r:id="rId21" imgW="419100" imgH="203200" progId="Equation.DSMT4">
                  <p:embed/>
                </p:oleObj>
              </mc:Choice>
              <mc:Fallback>
                <p:oleObj name="Equation" r:id="rId21" imgW="419100" imgH="2032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530793" y="2643505"/>
                        <a:ext cx="901065" cy="5156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27"/>
          <p:cNvGraphicFramePr>
            <a:graphicFrameLocks noChangeAspect="1"/>
          </p:cNvGraphicFramePr>
          <p:nvPr/>
        </p:nvGraphicFramePr>
        <p:xfrm>
          <a:off x="10262870" y="4219575"/>
          <a:ext cx="819150" cy="449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Equation" r:id="rId23" imgW="381000" imgH="177165" progId="Equation.DSMT4">
                  <p:embed/>
                </p:oleObj>
              </mc:Choice>
              <mc:Fallback>
                <p:oleObj name="Equation" r:id="rId23" imgW="381000" imgH="177165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0262870" y="4219575"/>
                        <a:ext cx="819150" cy="4495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30"/>
          <p:cNvGraphicFramePr>
            <a:graphicFrameLocks noChangeAspect="1"/>
          </p:cNvGraphicFramePr>
          <p:nvPr/>
        </p:nvGraphicFramePr>
        <p:xfrm>
          <a:off x="4114801" y="5864860"/>
          <a:ext cx="2701925" cy="10725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" name="Equation" r:id="rId25" imgW="1181100" imgH="393700" progId="Equation.DSMT4">
                  <p:embed/>
                </p:oleObj>
              </mc:Choice>
              <mc:Fallback>
                <p:oleObj name="Equation" r:id="rId25" imgW="1181100" imgH="393700" progId="Equation.DSMT4">
                  <p:embed/>
                  <p:pic>
                    <p:nvPicPr>
                      <p:cNvPr id="0" name="图片 7176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114801" y="5864860"/>
                        <a:ext cx="2701925" cy="10725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27"/>
          <p:cNvGraphicFramePr>
            <a:graphicFrameLocks noChangeAspect="1"/>
          </p:cNvGraphicFramePr>
          <p:nvPr/>
        </p:nvGraphicFramePr>
        <p:xfrm>
          <a:off x="1081088" y="7421563"/>
          <a:ext cx="2322195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" name="Equation" r:id="rId27" imgW="1155700" imgH="393700" progId="Equation.DSMT4">
                  <p:embed/>
                </p:oleObj>
              </mc:Choice>
              <mc:Fallback>
                <p:oleObj name="Equation" r:id="rId27" imgW="1155700" imgH="3937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81088" y="7421563"/>
                        <a:ext cx="2322195" cy="9302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30"/>
          <p:cNvGraphicFramePr>
            <a:graphicFrameLocks noChangeAspect="1"/>
          </p:cNvGraphicFramePr>
          <p:nvPr/>
        </p:nvGraphicFramePr>
        <p:xfrm>
          <a:off x="3403283" y="7350760"/>
          <a:ext cx="3312160" cy="10725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" name="Equation" r:id="rId28" imgW="1447800" imgH="393700" progId="Equation.DSMT4">
                  <p:embed/>
                </p:oleObj>
              </mc:Choice>
              <mc:Fallback>
                <p:oleObj name="Equation" r:id="rId28" imgW="1447800" imgH="393700" progId="Equation.DSMT4">
                  <p:embed/>
                  <p:pic>
                    <p:nvPicPr>
                      <p:cNvPr id="0" name="图片 7176"/>
                      <p:cNvPicPr>
                        <a:picLocks noChangeAspect="1"/>
                      </p:cNvPicPr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3403283" y="7350760"/>
                        <a:ext cx="3312160" cy="10725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30"/>
          <p:cNvGraphicFramePr>
            <a:graphicFrameLocks noChangeAspect="1"/>
          </p:cNvGraphicFramePr>
          <p:nvPr/>
        </p:nvGraphicFramePr>
        <p:xfrm>
          <a:off x="6816726" y="7350760"/>
          <a:ext cx="1395095" cy="10725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" name="Equation" r:id="rId30" imgW="609600" imgH="393700" progId="Equation.DSMT4">
                  <p:embed/>
                </p:oleObj>
              </mc:Choice>
              <mc:Fallback>
                <p:oleObj name="Equation" r:id="rId30" imgW="609600" imgH="393700" progId="Equation.DSMT4">
                  <p:embed/>
                  <p:pic>
                    <p:nvPicPr>
                      <p:cNvPr id="0" name="图片 7176"/>
                      <p:cNvPicPr>
                        <a:picLocks noChangeAspect="1"/>
                      </p:cNvPicPr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6816726" y="7350760"/>
                        <a:ext cx="1395095" cy="10725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20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20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20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10" grpId="0"/>
      <p:bldP spid="11" grpId="0"/>
      <p:bldP spid="14" grpId="0"/>
      <p:bldP spid="68" grpId="0" animBg="1"/>
      <p:bldP spid="97" grpId="0" bldLvl="0" animBg="1"/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>
            <p:custDataLst>
              <p:tags r:id="rId1"/>
            </p:custDataLst>
          </p:nvPr>
        </p:nvSpPr>
        <p:spPr>
          <a:xfrm>
            <a:off x="8601100" y="2805994"/>
            <a:ext cx="1826331" cy="1862242"/>
          </a:xfrm>
          <a:prstGeom prst="rect">
            <a:avLst/>
          </a:prstGeom>
          <a:noFill/>
        </p:spPr>
        <p:txBody>
          <a:bodyPr wrap="square" lIns="90008" tIns="46804" rIns="90008" bIns="0" rtlCol="0" anchor="b" anchorCtr="0">
            <a:normAutofit/>
          </a:bodyPr>
          <a:lstStyle/>
          <a:p>
            <a:pPr algn="ctr"/>
            <a:r>
              <a:rPr lang="en-US" altLang="zh-CN" sz="11500" b="1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03</a:t>
            </a:r>
            <a:endParaRPr lang="en-US" altLang="zh-CN" sz="11500" b="1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7" name="矩形 36"/>
          <p:cNvSpPr/>
          <p:nvPr>
            <p:custDataLst>
              <p:tags r:id="rId2"/>
            </p:custDataLst>
          </p:nvPr>
        </p:nvSpPr>
        <p:spPr>
          <a:xfrm>
            <a:off x="7767842" y="4140433"/>
            <a:ext cx="962799" cy="36937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/>
            <a:r>
              <a:rPr lang="en-US" altLang="zh-CN" b="1" spc="2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PART.</a:t>
            </a:r>
            <a:endParaRPr lang="en-US" altLang="zh-CN" b="1" spc="200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" name="文本框 2"/>
          <p:cNvSpPr txBox="1"/>
          <p:nvPr/>
        </p:nvSpPr>
        <p:spPr>
          <a:xfrm>
            <a:off x="5982427" y="5064155"/>
            <a:ext cx="7843428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pPr lvl="1" indent="0">
              <a:buFont typeface="Arial" panose="020B0604020202020204" pitchFamily="34" charset="0"/>
              <a:buNone/>
            </a:pP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</a:t>
            </a: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形如                           的积分计算</a:t>
            </a:r>
            <a:endParaRPr lang="zh-CN" altLang="en-US" sz="2800" b="1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7292" name="Object 124"/>
          <p:cNvGraphicFramePr>
            <a:graphicFrameLocks noChangeAspect="1"/>
          </p:cNvGraphicFramePr>
          <p:nvPr/>
        </p:nvGraphicFramePr>
        <p:xfrm>
          <a:off x="7540625" y="4904740"/>
          <a:ext cx="2921000" cy="890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Equation" r:id="rId3" imgW="30784800" imgH="7924800" progId="Equation.DSMT4">
                  <p:embed/>
                </p:oleObj>
              </mc:Choice>
              <mc:Fallback>
                <p:oleObj name="Equation" r:id="rId3" imgW="30784800" imgH="7924800" progId="Equation.DSMT4">
                  <p:embed/>
                  <p:pic>
                    <p:nvPicPr>
                      <p:cNvPr id="0" name="图片 102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540625" y="4904740"/>
                        <a:ext cx="2921000" cy="8909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74015" y="461010"/>
            <a:ext cx="13667105" cy="8796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2"/>
          <p:cNvSpPr txBox="1"/>
          <p:nvPr/>
        </p:nvSpPr>
        <p:spPr>
          <a:xfrm>
            <a:off x="227422" y="611534"/>
            <a:ext cx="7843428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pPr lvl="1"/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</a:rPr>
              <a:t>计算积分</a:t>
            </a:r>
            <a:endParaRPr lang="zh-CN" altLang="en-US" sz="2800" b="1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7292" name="Object 124"/>
          <p:cNvGraphicFramePr>
            <a:graphicFrameLocks noChangeAspect="1"/>
          </p:cNvGraphicFramePr>
          <p:nvPr/>
        </p:nvGraphicFramePr>
        <p:xfrm>
          <a:off x="2141220" y="461010"/>
          <a:ext cx="2797810" cy="830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1" imgW="1308100" imgH="330200" progId="Equation.DSMT4">
                  <p:embed/>
                </p:oleObj>
              </mc:Choice>
              <mc:Fallback>
                <p:oleObj name="Equation" r:id="rId1" imgW="1308100" imgH="3302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41220" y="461010"/>
                        <a:ext cx="2797810" cy="8305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2"/>
          <p:cNvSpPr txBox="1"/>
          <p:nvPr/>
        </p:nvSpPr>
        <p:spPr>
          <a:xfrm>
            <a:off x="4627880" y="607060"/>
            <a:ext cx="721042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pPr lvl="1"/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其中                 为             的有理函数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7" name="Object 124"/>
          <p:cNvGraphicFramePr>
            <a:graphicFrameLocks noChangeAspect="1"/>
          </p:cNvGraphicFramePr>
          <p:nvPr/>
        </p:nvGraphicFramePr>
        <p:xfrm>
          <a:off x="5842000" y="666115"/>
          <a:ext cx="1929765" cy="515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Equation" r:id="rId3" imgW="21640800" imgH="4876800" progId="Equation.DSMT4">
                  <p:embed/>
                </p:oleObj>
              </mc:Choice>
              <mc:Fallback>
                <p:oleObj name="Equation" r:id="rId3" imgW="21640800" imgH="4876800" progId="Equation.DSMT4">
                  <p:embed/>
                  <p:pic>
                    <p:nvPicPr>
                      <p:cNvPr id="0" name="图片 205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42000" y="666115"/>
                        <a:ext cx="1929765" cy="5156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19" name="Object 7"/>
          <p:cNvGraphicFramePr>
            <a:graphicFrameLocks noChangeAspect="1"/>
          </p:cNvGraphicFramePr>
          <p:nvPr/>
        </p:nvGraphicFramePr>
        <p:xfrm>
          <a:off x="8158480" y="666115"/>
          <a:ext cx="1495425" cy="515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Equation" r:id="rId5" imgW="16764000" imgH="4876800" progId="Equation.DSMT4">
                  <p:embed/>
                </p:oleObj>
              </mc:Choice>
              <mc:Fallback>
                <p:oleObj name="Equation" r:id="rId5" imgW="16764000" imgH="4876800" progId="Equation.DSMT4">
                  <p:embed/>
                  <p:pic>
                    <p:nvPicPr>
                      <p:cNvPr id="0" name="图片 205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158480" y="666115"/>
                        <a:ext cx="1495425" cy="5156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2"/>
          <p:cNvSpPr txBox="1"/>
          <p:nvPr/>
        </p:nvSpPr>
        <p:spPr>
          <a:xfrm>
            <a:off x="1673952" y="1358929"/>
            <a:ext cx="1214028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pPr lvl="1"/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令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15720" name="Object 8"/>
          <p:cNvGraphicFramePr>
            <a:graphicFrameLocks noChangeAspect="1"/>
          </p:cNvGraphicFramePr>
          <p:nvPr/>
        </p:nvGraphicFramePr>
        <p:xfrm>
          <a:off x="2721293" y="1285875"/>
          <a:ext cx="11906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Equation" r:id="rId7" imgW="11277600" imgH="5486400" progId="Equation.DSMT4">
                  <p:embed/>
                </p:oleObj>
              </mc:Choice>
              <mc:Fallback>
                <p:oleObj name="Equation" r:id="rId7" imgW="11277600" imgH="5486400" progId="Equation.DSMT4">
                  <p:embed/>
                  <p:pic>
                    <p:nvPicPr>
                      <p:cNvPr id="0" name="图片 205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21293" y="1285875"/>
                        <a:ext cx="1190625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21" name="Object 9"/>
          <p:cNvGraphicFramePr>
            <a:graphicFrameLocks noChangeAspect="1"/>
          </p:cNvGraphicFramePr>
          <p:nvPr/>
        </p:nvGraphicFramePr>
        <p:xfrm>
          <a:off x="3974465" y="1181735"/>
          <a:ext cx="964565" cy="918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Equation" r:id="rId9" imgW="545465" imgH="393700" progId="Equation.DSMT4">
                  <p:embed/>
                </p:oleObj>
              </mc:Choice>
              <mc:Fallback>
                <p:oleObj name="Equation" r:id="rId9" imgW="545465" imgH="393700" progId="Equation.DSMT4">
                  <p:embed/>
                  <p:pic>
                    <p:nvPicPr>
                      <p:cNvPr id="0" name="图片 205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974465" y="1181735"/>
                        <a:ext cx="964565" cy="9182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2"/>
          <p:cNvSpPr txBox="1"/>
          <p:nvPr/>
        </p:nvSpPr>
        <p:spPr>
          <a:xfrm>
            <a:off x="5085807" y="1466880"/>
            <a:ext cx="1214028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pPr lvl="1"/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则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15722" name="Object 10"/>
          <p:cNvGraphicFramePr>
            <a:graphicFrameLocks noChangeAspect="1"/>
          </p:cNvGraphicFramePr>
          <p:nvPr/>
        </p:nvGraphicFramePr>
        <p:xfrm>
          <a:off x="1021715" y="2277110"/>
          <a:ext cx="459105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Equation" r:id="rId11" imgW="2260600" imgH="419100" progId="Equation.DSMT4">
                  <p:embed/>
                </p:oleObj>
              </mc:Choice>
              <mc:Fallback>
                <p:oleObj name="Equation" r:id="rId11" imgW="2260600" imgH="419100" progId="Equation.DSMT4">
                  <p:embed/>
                  <p:pic>
                    <p:nvPicPr>
                      <p:cNvPr id="0" name="图片 205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21715" y="2277110"/>
                        <a:ext cx="4591050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23" name="Object 11"/>
          <p:cNvGraphicFramePr>
            <a:graphicFrameLocks noChangeAspect="1"/>
          </p:cNvGraphicFramePr>
          <p:nvPr/>
        </p:nvGraphicFramePr>
        <p:xfrm>
          <a:off x="5876925" y="2322195"/>
          <a:ext cx="4636135" cy="1034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Equation" r:id="rId13" imgW="2234565" imgH="419100" progId="Equation.DSMT4">
                  <p:embed/>
                </p:oleObj>
              </mc:Choice>
              <mc:Fallback>
                <p:oleObj name="Equation" r:id="rId13" imgW="2234565" imgH="419100" progId="Equation.DSMT4">
                  <p:embed/>
                  <p:pic>
                    <p:nvPicPr>
                      <p:cNvPr id="0" name="图片 205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876925" y="2322195"/>
                        <a:ext cx="4636135" cy="10344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24" name="Object 12"/>
          <p:cNvGraphicFramePr>
            <a:graphicFrameLocks noChangeAspect="1"/>
          </p:cNvGraphicFramePr>
          <p:nvPr/>
        </p:nvGraphicFramePr>
        <p:xfrm>
          <a:off x="6238240" y="1141095"/>
          <a:ext cx="1512888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Equation" r:id="rId15" imgW="14325600" imgH="9448800" progId="Equation.DSMT4">
                  <p:embed/>
                </p:oleObj>
              </mc:Choice>
              <mc:Fallback>
                <p:oleObj name="Equation" r:id="rId15" imgW="14325600" imgH="9448800" progId="Equation.DSMT4">
                  <p:embed/>
                  <p:pic>
                    <p:nvPicPr>
                      <p:cNvPr id="0" name="图片 205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238240" y="1141095"/>
                        <a:ext cx="1512888" cy="1181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26" name="Object 14"/>
          <p:cNvGraphicFramePr>
            <a:graphicFrameLocks noChangeAspect="1"/>
          </p:cNvGraphicFramePr>
          <p:nvPr/>
        </p:nvGraphicFramePr>
        <p:xfrm>
          <a:off x="1269365" y="3455035"/>
          <a:ext cx="2854325" cy="870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Equation" r:id="rId17" imgW="30784800" imgH="7924800" progId="Equation.DSMT4">
                  <p:embed/>
                </p:oleObj>
              </mc:Choice>
              <mc:Fallback>
                <p:oleObj name="Equation" r:id="rId17" imgW="30784800" imgH="7924800" progId="Equation.DSMT4">
                  <p:embed/>
                  <p:pic>
                    <p:nvPicPr>
                      <p:cNvPr id="0" name="图片 2059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269365" y="3455035"/>
                        <a:ext cx="2854325" cy="8705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右箭头 22"/>
          <p:cNvSpPr/>
          <p:nvPr/>
        </p:nvSpPr>
        <p:spPr>
          <a:xfrm>
            <a:off x="525780" y="3514725"/>
            <a:ext cx="742950" cy="247650"/>
          </a:xfrm>
          <a:prstGeom prst="rightArrow">
            <a:avLst/>
          </a:prstGeom>
          <a:blipFill>
            <a:blip r:embed="rId19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80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115727" name="Object 15"/>
          <p:cNvGraphicFramePr>
            <a:graphicFrameLocks noChangeAspect="1"/>
          </p:cNvGraphicFramePr>
          <p:nvPr/>
        </p:nvGraphicFramePr>
        <p:xfrm>
          <a:off x="4221480" y="3356610"/>
          <a:ext cx="3218180" cy="1008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name="Equation" r:id="rId20" imgW="1587500" imgH="419100" progId="Equation.DSMT4">
                  <p:embed/>
                </p:oleObj>
              </mc:Choice>
              <mc:Fallback>
                <p:oleObj name="Equation" r:id="rId20" imgW="1587500" imgH="419100" progId="Equation.DSMT4">
                  <p:embed/>
                  <p:pic>
                    <p:nvPicPr>
                      <p:cNvPr id="0" name="图片 2060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221480" y="3356610"/>
                        <a:ext cx="3218180" cy="10083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2"/>
          <p:cNvSpPr txBox="1"/>
          <p:nvPr/>
        </p:nvSpPr>
        <p:spPr>
          <a:xfrm>
            <a:off x="180340" y="1358900"/>
            <a:ext cx="184277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pPr lvl="1"/>
            <a:r>
              <a:rPr lang="zh-CN" altLang="en-US" sz="2800" dirty="0" smtClean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</a:rPr>
              <a:t>解法：</a:t>
            </a:r>
            <a:endParaRPr lang="zh-CN" altLang="en-US" sz="2800" dirty="0" smtClean="0">
              <a:solidFill>
                <a:srgbClr val="FF0000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941070" y="4443730"/>
            <a:ext cx="6896735" cy="1029970"/>
            <a:chOff x="1482" y="6998"/>
            <a:chExt cx="10861" cy="1622"/>
          </a:xfrm>
        </p:grpSpPr>
        <p:sp>
          <p:nvSpPr>
            <p:cNvPr id="16" name="文本框 2"/>
            <p:cNvSpPr txBox="1"/>
            <p:nvPr/>
          </p:nvSpPr>
          <p:spPr>
            <a:xfrm>
              <a:off x="1482" y="7241"/>
              <a:ext cx="4432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pPr lvl="1"/>
              <a:r>
                <a:rPr lang="zh-CN" altLang="en-US" sz="2800" b="1" dirty="0" smtClean="0">
                  <a:solidFill>
                    <a:schemeClr val="tx2">
                      <a:lumMod val="50000"/>
                    </a:schemeClr>
                  </a:solidFill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例</a:t>
              </a:r>
              <a:r>
                <a:rPr lang="en-US" altLang="zh-CN" sz="2800" b="1" dirty="0" smtClean="0">
                  <a:solidFill>
                    <a:schemeClr val="tx2">
                      <a:lumMod val="50000"/>
                    </a:schemeClr>
                  </a:solidFill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3</a:t>
              </a:r>
              <a:r>
                <a:rPr lang="en-US" altLang="zh-CN" sz="2800" b="1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</a:t>
              </a:r>
              <a:r>
                <a:rPr lang="zh-CN" altLang="en-US" sz="2800" b="1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计算</a:t>
              </a:r>
              <a:endParaRPr lang="zh-CN" altLang="en-US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17" name="Object 124"/>
            <p:cNvGraphicFramePr>
              <a:graphicFrameLocks noChangeAspect="1"/>
            </p:cNvGraphicFramePr>
            <p:nvPr/>
          </p:nvGraphicFramePr>
          <p:xfrm>
            <a:off x="4880" y="6998"/>
            <a:ext cx="7463" cy="16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3" name="Equation" r:id="rId22" imgW="54864000" imgH="10058400" progId="Equation.DSMT4">
                    <p:embed/>
                  </p:oleObj>
                </mc:Choice>
                <mc:Fallback>
                  <p:oleObj name="Equation" r:id="rId22" imgW="54864000" imgH="10058400" progId="Equation.DSMT4">
                    <p:embed/>
                    <p:pic>
                      <p:nvPicPr>
                        <p:cNvPr id="0" name="图片 307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4880" y="6998"/>
                          <a:ext cx="7463" cy="162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6752" name="Object 16"/>
          <p:cNvGraphicFramePr>
            <a:graphicFrameLocks noChangeAspect="1"/>
          </p:cNvGraphicFramePr>
          <p:nvPr/>
        </p:nvGraphicFramePr>
        <p:xfrm>
          <a:off x="7773035" y="5324475"/>
          <a:ext cx="2159000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Equation" r:id="rId24" imgW="23469600" imgH="10058400" progId="Equation.DSMT4">
                  <p:embed/>
                </p:oleObj>
              </mc:Choice>
              <mc:Fallback>
                <p:oleObj name="Equation" r:id="rId24" imgW="23469600" imgH="10058400" progId="Equation.DSMT4">
                  <p:embed/>
                  <p:pic>
                    <p:nvPicPr>
                      <p:cNvPr id="0" name="图片 3074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7773035" y="5324475"/>
                        <a:ext cx="2159000" cy="10953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53" name="Object 17"/>
          <p:cNvGraphicFramePr>
            <a:graphicFrameLocks noChangeAspect="1"/>
          </p:cNvGraphicFramePr>
          <p:nvPr/>
        </p:nvGraphicFramePr>
        <p:xfrm>
          <a:off x="10112375" y="5287010"/>
          <a:ext cx="2477135" cy="1151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Equation" r:id="rId26" imgW="25603200" imgH="10058400" progId="Equation.DSMT4">
                  <p:embed/>
                </p:oleObj>
              </mc:Choice>
              <mc:Fallback>
                <p:oleObj name="Equation" r:id="rId26" imgW="25603200" imgH="10058400" progId="Equation.DSMT4">
                  <p:embed/>
                  <p:pic>
                    <p:nvPicPr>
                      <p:cNvPr id="0" name="图片 3075"/>
                      <p:cNvPicPr>
                        <a:picLocks noChangeAspect="1"/>
                      </p:cNvPicPr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0112375" y="5287010"/>
                        <a:ext cx="2477135" cy="11518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54" name="Object 18"/>
          <p:cNvGraphicFramePr>
            <a:graphicFrameLocks noChangeAspect="1"/>
          </p:cNvGraphicFramePr>
          <p:nvPr/>
        </p:nvGraphicFramePr>
        <p:xfrm>
          <a:off x="2023110" y="6419850"/>
          <a:ext cx="3424555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28" imgW="39928800" imgH="10058400" progId="Equation.DSMT4">
                  <p:embed/>
                </p:oleObj>
              </mc:Choice>
              <mc:Fallback>
                <p:oleObj name="Equation" r:id="rId28" imgW="39928800" imgH="10058400" progId="Equation.DSMT4">
                  <p:embed/>
                  <p:pic>
                    <p:nvPicPr>
                      <p:cNvPr id="0" name="图片 3076"/>
                      <p:cNvPicPr>
                        <a:picLocks noChangeAspect="1"/>
                      </p:cNvPicPr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2023110" y="6419850"/>
                        <a:ext cx="3424555" cy="1022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文本框 2"/>
          <p:cNvSpPr txBox="1"/>
          <p:nvPr/>
        </p:nvSpPr>
        <p:spPr>
          <a:xfrm>
            <a:off x="1021807" y="5513734"/>
            <a:ext cx="1461678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pPr lvl="1"/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</a:rPr>
              <a:t>解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：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22" name="Object 15"/>
          <p:cNvGraphicFramePr>
            <a:graphicFrameLocks noChangeAspect="1"/>
          </p:cNvGraphicFramePr>
          <p:nvPr/>
        </p:nvGraphicFramePr>
        <p:xfrm>
          <a:off x="5612765" y="6392545"/>
          <a:ext cx="3794125" cy="1049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Equation" r:id="rId30" imgW="1905000" imgH="444500" progId="Equation.DSMT4">
                  <p:embed/>
                </p:oleObj>
              </mc:Choice>
              <mc:Fallback>
                <p:oleObj name="Equation" r:id="rId30" imgW="1905000" imgH="444500" progId="Equation.DSMT4">
                  <p:embed/>
                  <p:pic>
                    <p:nvPicPr>
                      <p:cNvPr id="0" name="图片 3077"/>
                      <p:cNvPicPr>
                        <a:picLocks noChangeAspect="1"/>
                      </p:cNvPicPr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5612765" y="6392545"/>
                        <a:ext cx="3794125" cy="10496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15"/>
          <p:cNvGraphicFramePr>
            <a:graphicFrameLocks noChangeAspect="1"/>
          </p:cNvGraphicFramePr>
          <p:nvPr/>
        </p:nvGraphicFramePr>
        <p:xfrm>
          <a:off x="9525635" y="6426835"/>
          <a:ext cx="3453130" cy="1055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Equation" r:id="rId32" imgW="1727200" imgH="444500" progId="Equation.DSMT4">
                  <p:embed/>
                </p:oleObj>
              </mc:Choice>
              <mc:Fallback>
                <p:oleObj name="Equation" r:id="rId32" imgW="1727200" imgH="444500" progId="Equation.DSMT4">
                  <p:embed/>
                  <p:pic>
                    <p:nvPicPr>
                      <p:cNvPr id="0" name="图片 3078"/>
                      <p:cNvPicPr>
                        <a:picLocks noChangeAspect="1"/>
                      </p:cNvPicPr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9525635" y="6426835"/>
                        <a:ext cx="3453130" cy="10553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文本框 2"/>
          <p:cNvSpPr txBox="1"/>
          <p:nvPr/>
        </p:nvSpPr>
        <p:spPr>
          <a:xfrm>
            <a:off x="1908902" y="5542309"/>
            <a:ext cx="1214028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pPr lvl="1"/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令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41" name="Object 8"/>
          <p:cNvGraphicFramePr>
            <a:graphicFrameLocks noChangeAspect="1"/>
          </p:cNvGraphicFramePr>
          <p:nvPr/>
        </p:nvGraphicFramePr>
        <p:xfrm>
          <a:off x="2956243" y="5469255"/>
          <a:ext cx="11906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" name="Equation" r:id="rId34" imgW="11277600" imgH="5486400" progId="Equation.DSMT4">
                  <p:embed/>
                </p:oleObj>
              </mc:Choice>
              <mc:Fallback>
                <p:oleObj name="Equation" r:id="rId34" imgW="11277600" imgH="5486400" progId="Equation.DSMT4">
                  <p:embed/>
                  <p:pic>
                    <p:nvPicPr>
                      <p:cNvPr id="0" name="图片 205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56243" y="5469255"/>
                        <a:ext cx="1190625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9"/>
          <p:cNvGraphicFramePr>
            <a:graphicFrameLocks noChangeAspect="1"/>
          </p:cNvGraphicFramePr>
          <p:nvPr/>
        </p:nvGraphicFramePr>
        <p:xfrm>
          <a:off x="4398645" y="5469255"/>
          <a:ext cx="1062990" cy="911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" name="Equation" r:id="rId35" imgW="545465" imgH="393700" progId="Equation.DSMT4">
                  <p:embed/>
                </p:oleObj>
              </mc:Choice>
              <mc:Fallback>
                <p:oleObj name="Equation" r:id="rId35" imgW="545465" imgH="393700" progId="Equation.DSMT4">
                  <p:embed/>
                  <p:pic>
                    <p:nvPicPr>
                      <p:cNvPr id="0" name="图片 2054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4398645" y="5469255"/>
                        <a:ext cx="1062990" cy="9118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文本框 2"/>
          <p:cNvSpPr txBox="1"/>
          <p:nvPr/>
        </p:nvSpPr>
        <p:spPr>
          <a:xfrm>
            <a:off x="5223602" y="5547390"/>
            <a:ext cx="1214028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pPr lvl="1"/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则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55" name="Object 12"/>
          <p:cNvGraphicFramePr>
            <a:graphicFrameLocks noChangeAspect="1"/>
          </p:cNvGraphicFramePr>
          <p:nvPr/>
        </p:nvGraphicFramePr>
        <p:xfrm>
          <a:off x="6079490" y="5324475"/>
          <a:ext cx="1512888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" name="Equation" r:id="rId37" imgW="14325600" imgH="9448800" progId="Equation.DSMT4">
                  <p:embed/>
                </p:oleObj>
              </mc:Choice>
              <mc:Fallback>
                <p:oleObj name="Equation" r:id="rId37" imgW="14325600" imgH="9448800" progId="Equation.DSMT4">
                  <p:embed/>
                  <p:pic>
                    <p:nvPicPr>
                      <p:cNvPr id="0" name="图片 205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079490" y="5324475"/>
                        <a:ext cx="1512888" cy="1181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矩形 56"/>
          <p:cNvSpPr/>
          <p:nvPr/>
        </p:nvSpPr>
        <p:spPr>
          <a:xfrm>
            <a:off x="531495" y="7815580"/>
            <a:ext cx="13140055" cy="1440180"/>
          </a:xfrm>
          <a:prstGeom prst="rect">
            <a:avLst/>
          </a:prstGeom>
          <a:solidFill>
            <a:schemeClr val="tx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58" name="Object 15"/>
          <p:cNvGraphicFramePr>
            <a:graphicFrameLocks noChangeAspect="1"/>
          </p:cNvGraphicFramePr>
          <p:nvPr/>
        </p:nvGraphicFramePr>
        <p:xfrm>
          <a:off x="1087121" y="7955915"/>
          <a:ext cx="12419965" cy="1049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" name="Equation" r:id="rId38" imgW="6235700" imgH="444500" progId="Equation.DSMT4">
                  <p:embed/>
                </p:oleObj>
              </mc:Choice>
              <mc:Fallback>
                <p:oleObj name="Equation" r:id="rId38" imgW="6235700" imgH="444500" progId="Equation.DSMT4">
                  <p:embed/>
                  <p:pic>
                    <p:nvPicPr>
                      <p:cNvPr id="0" name="图片 3077"/>
                      <p:cNvPicPr>
                        <a:picLocks noChangeAspect="1"/>
                      </p:cNvPicPr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1087121" y="7955915"/>
                        <a:ext cx="12419965" cy="10496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2"/>
          <p:cNvGraphicFramePr>
            <a:graphicFrameLocks noChangeAspect="1"/>
          </p:cNvGraphicFramePr>
          <p:nvPr/>
        </p:nvGraphicFramePr>
        <p:xfrm>
          <a:off x="7905115" y="1512570"/>
          <a:ext cx="901700" cy="506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40" imgW="431800" imgH="203200" progId="Equation.DSMT4">
                  <p:embed/>
                </p:oleObj>
              </mc:Choice>
              <mc:Fallback>
                <p:oleObj name="Equation" r:id="rId40" imgW="431800" imgH="203200" progId="Equation.DSMT4">
                  <p:embed/>
                  <p:pic>
                    <p:nvPicPr>
                      <p:cNvPr id="0" name="图片 2057"/>
                      <p:cNvPicPr>
                        <a:picLocks noChangeAspect="1"/>
                      </p:cNvPicPr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7905115" y="1512570"/>
                        <a:ext cx="901700" cy="5067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4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5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5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5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5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5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15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15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16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116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16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  <p:bldP spid="19" grpId="0"/>
      <p:bldP spid="23" grpId="0" animBg="1"/>
      <p:bldP spid="57" grpId="0" animBg="1"/>
      <p:bldP spid="29" grpId="0"/>
      <p:bldP spid="40" grpId="0"/>
      <p:bldP spid="4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374015" y="606425"/>
            <a:ext cx="13667105" cy="86512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2"/>
          <p:cNvSpPr txBox="1"/>
          <p:nvPr/>
        </p:nvSpPr>
        <p:spPr>
          <a:xfrm>
            <a:off x="600802" y="638204"/>
            <a:ext cx="2814228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pPr lvl="1"/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计算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7" name="Object 124"/>
          <p:cNvGraphicFramePr>
            <a:graphicFrameLocks noChangeAspect="1"/>
          </p:cNvGraphicFramePr>
          <p:nvPr/>
        </p:nvGraphicFramePr>
        <p:xfrm>
          <a:off x="2758440" y="483870"/>
          <a:ext cx="4739005" cy="1029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Equation" r:id="rId1" imgW="54864000" imgH="10058400" progId="Equation.DSMT4">
                  <p:embed/>
                </p:oleObj>
              </mc:Choice>
              <mc:Fallback>
                <p:oleObj name="Equation" r:id="rId1" imgW="54864000" imgH="10058400" progId="Equation.DSMT4">
                  <p:embed/>
                  <p:pic>
                    <p:nvPicPr>
                      <p:cNvPr id="0" name="图片 307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58440" y="483870"/>
                        <a:ext cx="4739005" cy="10299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52" name="Object 16"/>
          <p:cNvGraphicFramePr>
            <a:graphicFrameLocks noChangeAspect="1"/>
          </p:cNvGraphicFramePr>
          <p:nvPr/>
        </p:nvGraphicFramePr>
        <p:xfrm>
          <a:off x="7432675" y="1364615"/>
          <a:ext cx="2159000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Equation" r:id="rId3" imgW="23469600" imgH="10058400" progId="Equation.DSMT4">
                  <p:embed/>
                </p:oleObj>
              </mc:Choice>
              <mc:Fallback>
                <p:oleObj name="Equation" r:id="rId3" imgW="23469600" imgH="10058400" progId="Equation.DSMT4">
                  <p:embed/>
                  <p:pic>
                    <p:nvPicPr>
                      <p:cNvPr id="0" name="图片 307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432675" y="1364615"/>
                        <a:ext cx="2159000" cy="10953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53" name="Object 17"/>
          <p:cNvGraphicFramePr>
            <a:graphicFrameLocks noChangeAspect="1"/>
          </p:cNvGraphicFramePr>
          <p:nvPr/>
        </p:nvGraphicFramePr>
        <p:xfrm>
          <a:off x="9772015" y="1327150"/>
          <a:ext cx="2477135" cy="1151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Equation" r:id="rId5" imgW="25603200" imgH="10058400" progId="Equation.DSMT4">
                  <p:embed/>
                </p:oleObj>
              </mc:Choice>
              <mc:Fallback>
                <p:oleObj name="Equation" r:id="rId5" imgW="25603200" imgH="10058400" progId="Equation.DSMT4">
                  <p:embed/>
                  <p:pic>
                    <p:nvPicPr>
                      <p:cNvPr id="0" name="图片 307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772015" y="1327150"/>
                        <a:ext cx="2477135" cy="11518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54" name="Object 18"/>
          <p:cNvGraphicFramePr>
            <a:graphicFrameLocks noChangeAspect="1"/>
          </p:cNvGraphicFramePr>
          <p:nvPr/>
        </p:nvGraphicFramePr>
        <p:xfrm>
          <a:off x="1682750" y="2459990"/>
          <a:ext cx="3424555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7" imgW="39928800" imgH="10058400" progId="Equation.DSMT4">
                  <p:embed/>
                </p:oleObj>
              </mc:Choice>
              <mc:Fallback>
                <p:oleObj name="Equation" r:id="rId7" imgW="39928800" imgH="10058400" progId="Equation.DSMT4">
                  <p:embed/>
                  <p:pic>
                    <p:nvPicPr>
                      <p:cNvPr id="0" name="图片 307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82750" y="2459990"/>
                        <a:ext cx="3424555" cy="1022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文本框 2"/>
          <p:cNvSpPr txBox="1"/>
          <p:nvPr/>
        </p:nvSpPr>
        <p:spPr>
          <a:xfrm>
            <a:off x="681447" y="1553874"/>
            <a:ext cx="1461678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pPr lvl="1"/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</a:rPr>
              <a:t>解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：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22" name="Object 15"/>
          <p:cNvGraphicFramePr>
            <a:graphicFrameLocks noChangeAspect="1"/>
          </p:cNvGraphicFramePr>
          <p:nvPr/>
        </p:nvGraphicFramePr>
        <p:xfrm>
          <a:off x="5272405" y="2432685"/>
          <a:ext cx="3794125" cy="1049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Equation" r:id="rId9" imgW="1905000" imgH="444500" progId="Equation.DSMT4">
                  <p:embed/>
                </p:oleObj>
              </mc:Choice>
              <mc:Fallback>
                <p:oleObj name="Equation" r:id="rId9" imgW="1905000" imgH="444500" progId="Equation.DSMT4">
                  <p:embed/>
                  <p:pic>
                    <p:nvPicPr>
                      <p:cNvPr id="0" name="图片 3077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272405" y="2432685"/>
                        <a:ext cx="3794125" cy="10496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15"/>
          <p:cNvGraphicFramePr>
            <a:graphicFrameLocks noChangeAspect="1"/>
          </p:cNvGraphicFramePr>
          <p:nvPr/>
        </p:nvGraphicFramePr>
        <p:xfrm>
          <a:off x="9185275" y="2466975"/>
          <a:ext cx="3453130" cy="1055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Equation" r:id="rId11" imgW="1727200" imgH="444500" progId="Equation.DSMT4">
                  <p:embed/>
                </p:oleObj>
              </mc:Choice>
              <mc:Fallback>
                <p:oleObj name="Equation" r:id="rId11" imgW="1727200" imgH="444500" progId="Equation.DSMT4">
                  <p:embed/>
                  <p:pic>
                    <p:nvPicPr>
                      <p:cNvPr id="0" name="图片 3078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185275" y="2466975"/>
                        <a:ext cx="3453130" cy="10553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文本框 2"/>
          <p:cNvSpPr txBox="1"/>
          <p:nvPr/>
        </p:nvSpPr>
        <p:spPr>
          <a:xfrm>
            <a:off x="1568542" y="1582449"/>
            <a:ext cx="1214028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pPr lvl="1"/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令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41" name="Object 8"/>
          <p:cNvGraphicFramePr>
            <a:graphicFrameLocks noChangeAspect="1"/>
          </p:cNvGraphicFramePr>
          <p:nvPr/>
        </p:nvGraphicFramePr>
        <p:xfrm>
          <a:off x="2615883" y="1509395"/>
          <a:ext cx="11906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" name="Equation" r:id="rId13" imgW="11277600" imgH="5486400" progId="Equation.DSMT4">
                  <p:embed/>
                </p:oleObj>
              </mc:Choice>
              <mc:Fallback>
                <p:oleObj name="Equation" r:id="rId13" imgW="11277600" imgH="5486400" progId="Equation.DSMT4">
                  <p:embed/>
                  <p:pic>
                    <p:nvPicPr>
                      <p:cNvPr id="0" name="图片 2053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615883" y="1509395"/>
                        <a:ext cx="1190625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9"/>
          <p:cNvGraphicFramePr>
            <a:graphicFrameLocks noChangeAspect="1"/>
          </p:cNvGraphicFramePr>
          <p:nvPr/>
        </p:nvGraphicFramePr>
        <p:xfrm>
          <a:off x="3837940" y="1553845"/>
          <a:ext cx="13843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" name="Equation" r:id="rId15" imgW="13106400" imgH="5486400" progId="Equation.DSMT4">
                  <p:embed/>
                </p:oleObj>
              </mc:Choice>
              <mc:Fallback>
                <p:oleObj name="Equation" r:id="rId15" imgW="13106400" imgH="5486400" progId="Equation.DSMT4">
                  <p:embed/>
                  <p:pic>
                    <p:nvPicPr>
                      <p:cNvPr id="0" name="图片 2054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837940" y="1553845"/>
                        <a:ext cx="13843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文本框 2"/>
          <p:cNvSpPr txBox="1"/>
          <p:nvPr/>
        </p:nvSpPr>
        <p:spPr>
          <a:xfrm>
            <a:off x="4763862" y="1690400"/>
            <a:ext cx="1214028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pPr lvl="1"/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则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55" name="Object 12"/>
          <p:cNvGraphicFramePr>
            <a:graphicFrameLocks noChangeAspect="1"/>
          </p:cNvGraphicFramePr>
          <p:nvPr/>
        </p:nvGraphicFramePr>
        <p:xfrm>
          <a:off x="5739130" y="1364615"/>
          <a:ext cx="1512888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" name="Equation" r:id="rId17" imgW="14325600" imgH="9448800" progId="Equation.DSMT4">
                  <p:embed/>
                </p:oleObj>
              </mc:Choice>
              <mc:Fallback>
                <p:oleObj name="Equation" r:id="rId17" imgW="14325600" imgH="9448800" progId="Equation.DSMT4">
                  <p:embed/>
                  <p:pic>
                    <p:nvPicPr>
                      <p:cNvPr id="0" name="图片 2057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739130" y="1364615"/>
                        <a:ext cx="1512888" cy="1181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2"/>
          <p:cNvSpPr txBox="1"/>
          <p:nvPr/>
        </p:nvSpPr>
        <p:spPr>
          <a:xfrm>
            <a:off x="3586572" y="3733829"/>
            <a:ext cx="8052978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pPr lvl="1"/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       内有二级极点       与一级极点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17769" name="Object 9"/>
          <p:cNvGraphicFramePr>
            <a:graphicFrameLocks noChangeAspect="1"/>
          </p:cNvGraphicFramePr>
          <p:nvPr/>
        </p:nvGraphicFramePr>
        <p:xfrm>
          <a:off x="1697990" y="3423285"/>
          <a:ext cx="24511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Equation" r:id="rId19" imgW="28346400" imgH="10668000" progId="Equation.DSMT4">
                  <p:embed/>
                </p:oleObj>
              </mc:Choice>
              <mc:Fallback>
                <p:oleObj name="Equation" r:id="rId19" imgW="28346400" imgH="10668000" progId="Equation.DSMT4">
                  <p:embed/>
                  <p:pic>
                    <p:nvPicPr>
                      <p:cNvPr id="0" name="图片 4099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697990" y="3423285"/>
                        <a:ext cx="2451100" cy="1092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70" name="Object 10"/>
          <p:cNvGraphicFramePr>
            <a:graphicFrameLocks noChangeAspect="1"/>
          </p:cNvGraphicFramePr>
          <p:nvPr/>
        </p:nvGraphicFramePr>
        <p:xfrm>
          <a:off x="4497705" y="3774440"/>
          <a:ext cx="826770" cy="580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Equation" r:id="rId21" imgW="8229600" imgH="4876800" progId="Equation.DSMT4">
                  <p:embed/>
                </p:oleObj>
              </mc:Choice>
              <mc:Fallback>
                <p:oleObj name="Equation" r:id="rId21" imgW="8229600" imgH="4876800" progId="Equation.DSMT4">
                  <p:embed/>
                  <p:pic>
                    <p:nvPicPr>
                      <p:cNvPr id="0" name="图片 4100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497705" y="3774440"/>
                        <a:ext cx="826770" cy="5803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71" name="Object 11"/>
          <p:cNvGraphicFramePr>
            <a:graphicFrameLocks noChangeAspect="1"/>
          </p:cNvGraphicFramePr>
          <p:nvPr/>
        </p:nvGraphicFramePr>
        <p:xfrm>
          <a:off x="7404100" y="3733800"/>
          <a:ext cx="885190" cy="608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Equation" r:id="rId23" imgW="9448800" imgH="5486400" progId="Equation.DSMT4">
                  <p:embed/>
                </p:oleObj>
              </mc:Choice>
              <mc:Fallback>
                <p:oleObj name="Equation" r:id="rId23" imgW="9448800" imgH="5486400" progId="Equation.DSMT4">
                  <p:embed/>
                  <p:pic>
                    <p:nvPicPr>
                      <p:cNvPr id="0" name="图片 4101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404100" y="3733800"/>
                        <a:ext cx="885190" cy="6089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72" name="Object 12"/>
          <p:cNvGraphicFramePr>
            <a:graphicFrameLocks noChangeAspect="1"/>
          </p:cNvGraphicFramePr>
          <p:nvPr/>
        </p:nvGraphicFramePr>
        <p:xfrm>
          <a:off x="10132060" y="3733800"/>
          <a:ext cx="948690" cy="595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Equation" r:id="rId25" imgW="10363200" imgH="5486400" progId="Equation.DSMT4">
                  <p:embed/>
                </p:oleObj>
              </mc:Choice>
              <mc:Fallback>
                <p:oleObj name="Equation" r:id="rId25" imgW="10363200" imgH="5486400" progId="Equation.DSMT4">
                  <p:embed/>
                  <p:pic>
                    <p:nvPicPr>
                      <p:cNvPr id="0" name="图片 4102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0132060" y="3733800"/>
                        <a:ext cx="948690" cy="5956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2"/>
          <p:cNvSpPr txBox="1"/>
          <p:nvPr/>
        </p:nvSpPr>
        <p:spPr>
          <a:xfrm>
            <a:off x="10690860" y="3757295"/>
            <a:ext cx="319278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pPr lvl="1"/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两个孤立奇点。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117773" name="Object 13"/>
          <p:cNvGraphicFramePr>
            <a:graphicFrameLocks noChangeAspect="1"/>
          </p:cNvGraphicFramePr>
          <p:nvPr/>
        </p:nvGraphicFramePr>
        <p:xfrm>
          <a:off x="1703705" y="5657215"/>
          <a:ext cx="3403600" cy="1085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name="Equation" r:id="rId27" imgW="39624000" imgH="10668000" progId="Equation.DSMT4">
                  <p:embed/>
                </p:oleObj>
              </mc:Choice>
              <mc:Fallback>
                <p:oleObj name="Equation" r:id="rId27" imgW="39624000" imgH="10668000" progId="Equation.DSMT4">
                  <p:embed/>
                  <p:pic>
                    <p:nvPicPr>
                      <p:cNvPr id="0" name="图片 4103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703705" y="5657215"/>
                        <a:ext cx="3403600" cy="10852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74" name="Object 14"/>
          <p:cNvGraphicFramePr>
            <a:graphicFrameLocks noChangeAspect="1"/>
          </p:cNvGraphicFramePr>
          <p:nvPr/>
        </p:nvGraphicFramePr>
        <p:xfrm>
          <a:off x="1699895" y="4533900"/>
          <a:ext cx="3407410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Equation" r:id="rId29" imgW="40233600" imgH="10668000" progId="Equation.DSMT4">
                  <p:embed/>
                </p:oleObj>
              </mc:Choice>
              <mc:Fallback>
                <p:oleObj name="Equation" r:id="rId29" imgW="40233600" imgH="10668000" progId="Equation.DSMT4">
                  <p:embed/>
                  <p:pic>
                    <p:nvPicPr>
                      <p:cNvPr id="0" name="图片 4104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699895" y="4533900"/>
                        <a:ext cx="3407410" cy="10699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76" name="Object 16"/>
          <p:cNvGraphicFramePr>
            <a:graphicFrameLocks noChangeAspect="1"/>
          </p:cNvGraphicFramePr>
          <p:nvPr/>
        </p:nvGraphicFramePr>
        <p:xfrm>
          <a:off x="7562850" y="4533900"/>
          <a:ext cx="1898650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" name="Equation" r:id="rId31" imgW="21640800" imgH="10668000" progId="Equation.DSMT4">
                  <p:embed/>
                </p:oleObj>
              </mc:Choice>
              <mc:Fallback>
                <p:oleObj name="Equation" r:id="rId31" imgW="21640800" imgH="106680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7562850" y="4533900"/>
                        <a:ext cx="1898650" cy="11080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4"/>
          <p:cNvGraphicFramePr>
            <a:graphicFrameLocks noChangeAspect="1"/>
          </p:cNvGraphicFramePr>
          <p:nvPr/>
        </p:nvGraphicFramePr>
        <p:xfrm>
          <a:off x="5222240" y="4550410"/>
          <a:ext cx="2275205" cy="1091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33" imgW="1104900" imgH="444500" progId="Equation.DSMT4">
                  <p:embed/>
                </p:oleObj>
              </mc:Choice>
              <mc:Fallback>
                <p:oleObj name="Equation" r:id="rId33" imgW="1104900" imgH="444500" progId="Equation.DSMT4">
                  <p:embed/>
                  <p:pic>
                    <p:nvPicPr>
                      <p:cNvPr id="0" name="图片 4104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5222240" y="4550410"/>
                        <a:ext cx="2275205" cy="10915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3"/>
          <p:cNvGraphicFramePr>
            <a:graphicFrameLocks noChangeAspect="1"/>
          </p:cNvGraphicFramePr>
          <p:nvPr/>
        </p:nvGraphicFramePr>
        <p:xfrm>
          <a:off x="5221923" y="5757545"/>
          <a:ext cx="3267075" cy="885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35" imgW="1955800" imgH="444500" progId="Equation.DSMT4">
                  <p:embed/>
                </p:oleObj>
              </mc:Choice>
              <mc:Fallback>
                <p:oleObj name="Equation" r:id="rId35" imgW="1955800" imgH="444500" progId="Equation.DSMT4">
                  <p:embed/>
                  <p:pic>
                    <p:nvPicPr>
                      <p:cNvPr id="0" name="图片 4103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5221923" y="5757545"/>
                        <a:ext cx="3267075" cy="8851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24"/>
          <p:cNvGraphicFramePr>
            <a:graphicFrameLocks noChangeAspect="1"/>
          </p:cNvGraphicFramePr>
          <p:nvPr/>
        </p:nvGraphicFramePr>
        <p:xfrm>
          <a:off x="1370965" y="6986905"/>
          <a:ext cx="3413760" cy="1022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37" imgW="1663700" imgH="419100" progId="Equation.DSMT4">
                  <p:embed/>
                </p:oleObj>
              </mc:Choice>
              <mc:Fallback>
                <p:oleObj name="Equation" r:id="rId37" imgW="1663700" imgH="419100" progId="Equation.DSMT4">
                  <p:embed/>
                  <p:pic>
                    <p:nvPicPr>
                      <p:cNvPr id="0" name="图片 3072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370965" y="6986905"/>
                        <a:ext cx="3413760" cy="10229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5"/>
          <p:cNvGraphicFramePr>
            <a:graphicFrameLocks noChangeAspect="1"/>
          </p:cNvGraphicFramePr>
          <p:nvPr/>
        </p:nvGraphicFramePr>
        <p:xfrm>
          <a:off x="4784725" y="6836410"/>
          <a:ext cx="3839210" cy="117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39" imgW="1727200" imgH="444500" progId="Equation.DSMT4">
                  <p:embed/>
                </p:oleObj>
              </mc:Choice>
              <mc:Fallback>
                <p:oleObj name="Equation" r:id="rId39" imgW="1727200" imgH="444500" progId="Equation.DSMT4">
                  <p:embed/>
                  <p:pic>
                    <p:nvPicPr>
                      <p:cNvPr id="0" name="图片 3078"/>
                      <p:cNvPicPr>
                        <a:picLocks noChangeAspect="1"/>
                      </p:cNvPicPr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4784725" y="6836410"/>
                        <a:ext cx="3839210" cy="117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511223" y="5757545"/>
          <a:ext cx="1703705" cy="1156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41" imgW="673100" imgH="457200" progId="Equation.KSEE3">
                  <p:embed/>
                </p:oleObj>
              </mc:Choice>
              <mc:Fallback>
                <p:oleObj name="" r:id="rId41" imgW="673100" imgH="457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8511223" y="5757545"/>
                        <a:ext cx="1703705" cy="11569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750118" y="7942580"/>
          <a:ext cx="3761105" cy="1156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43" imgW="1485900" imgH="457200" progId="Equation.KSEE3">
                  <p:embed/>
                </p:oleObj>
              </mc:Choice>
              <mc:Fallback>
                <p:oleObj name="" r:id="rId43" imgW="1485900" imgH="457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4750118" y="7942580"/>
                        <a:ext cx="3761105" cy="11569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623936" y="7942580"/>
          <a:ext cx="1414780" cy="1156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" r:id="rId45" imgW="558800" imgH="457200" progId="Equation.KSEE3">
                  <p:embed/>
                </p:oleObj>
              </mc:Choice>
              <mc:Fallback>
                <p:oleObj name="" r:id="rId45" imgW="558800" imgH="457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8623936" y="7942580"/>
                        <a:ext cx="1414780" cy="11569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47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>
            <p:custDataLst>
              <p:tags r:id="rId1"/>
            </p:custDataLst>
          </p:nvPr>
        </p:nvGrpSpPr>
        <p:grpSpPr>
          <a:xfrm>
            <a:off x="2133053" y="4384363"/>
            <a:ext cx="486634" cy="475665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27" name="矩形 26"/>
            <p:cNvSpPr/>
            <p:nvPr>
              <p:custDataLst>
                <p:tags r:id="rId2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3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4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3" name="文本框 32"/>
          <p:cNvSpPr txBox="1"/>
          <p:nvPr>
            <p:custDataLst>
              <p:tags r:id="rId5"/>
            </p:custDataLst>
          </p:nvPr>
        </p:nvSpPr>
        <p:spPr>
          <a:xfrm>
            <a:off x="2814955" y="4126230"/>
            <a:ext cx="2084705" cy="768350"/>
          </a:xfrm>
          <a:prstGeom prst="rect">
            <a:avLst/>
          </a:prstGeom>
          <a:noFill/>
        </p:spPr>
        <p:txBody>
          <a:bodyPr wrap="square" lIns="90008" tIns="46804" rIns="90008" bIns="0" rtlCol="0" anchor="b" anchorCtr="0">
            <a:normAutofit/>
          </a:bodyPr>
          <a:lstStyle/>
          <a:p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  <a:sym typeface="Arial" panose="020B0604020202020204" pitchFamily="34" charset="0"/>
              </a:rPr>
              <a:t>作</a:t>
            </a:r>
            <a:r>
              <a:rPr lang="en-US" altLang="zh-CN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  <a:sym typeface="Arial" panose="020B0604020202020204" pitchFamily="34" charset="0"/>
              </a:rPr>
              <a:t>  </a:t>
            </a:r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  <a:sym typeface="Arial" panose="020B0604020202020204" pitchFamily="34" charset="0"/>
              </a:rPr>
              <a:t>业</a:t>
            </a:r>
            <a:endParaRPr lang="zh-CN" altLang="en-US" sz="44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汉仪旗黑-85S" panose="00020600040101010101" pitchFamily="18" charset="-122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6"/>
            </p:custDataLst>
          </p:nvPr>
        </p:nvCxnSpPr>
        <p:spPr>
          <a:xfrm>
            <a:off x="5448947" y="1574513"/>
            <a:ext cx="14607" cy="6137279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6163945" y="3808730"/>
            <a:ext cx="479615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习题</a:t>
            </a:r>
            <a:r>
              <a:rPr lang="en-US" altLang="zh-CN" sz="3600"/>
              <a:t>5:</a:t>
            </a:r>
            <a:endParaRPr lang="en-US" altLang="zh-CN" sz="3600"/>
          </a:p>
          <a:p>
            <a:endParaRPr lang="en-US" altLang="zh-CN" sz="3600"/>
          </a:p>
          <a:p>
            <a:r>
              <a:rPr lang="en-US" altLang="zh-CN" sz="3600"/>
              <a:t> 5 (3) (4) (6)</a:t>
            </a:r>
            <a:endParaRPr lang="zh-CN" altLang="en-US" sz="3600"/>
          </a:p>
        </p:txBody>
      </p:sp>
    </p:spTree>
    <p:custDataLst>
      <p:tags r:id="rId7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  <p:tag name="REFSHAPE" val="221305628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  <p:tag name="REFSHAPE" val="221305084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  <p:tag name="REFSHAPE" val="221305356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  <p:tag name="REFSHAPE" val="221305492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  <p:tag name="REFSHAPE" val="221307124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  <p:tag name="REFSHAPE" val="221308212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  <p:tag name="REFSHAPE" val="221306580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  <p:tag name="REFSHAPE" val="221305764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  <p:tag name="REFSHAPE" val="221307260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  <p:tag name="REFSHAPE" val="221306308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  <p:tag name="REFSHAPE" val="221306036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  <p:tag name="REFSHAPE" val="221306444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  <p:tag name="REFSHAPE" val="221306716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  <p:tag name="REFSHAPE" val="221306852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  <p:tag name="REFSHAPE" val="219666124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  <p:tag name="REFSHAPE" val="221306988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  <p:tag name="REFSHAPE" val="221307532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  <p:tag name="REFSHAPE" val="221307668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  <p:tag name="REFSHAPE" val="221304948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  <p:tag name="REFSHAPE" val="222845940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  <p:tag name="REFSHAPE" val="222844580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  <p:tag name="REFSHAPE" val="222844172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  <p:tag name="REFSHAPE" val="222843764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  <p:tag name="REFSHAPE" val="222843900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  <p:tag name="REFSHAPE" val="222846892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  <p:tag name="REFSHAPE" val="222844716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  <p:tag name="REFSHAPE" val="222846484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  <p:tag name="REFSHAPE" val="222845532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  <p:tag name="REFSHAPE" val="222846620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  <p:tag name="REFSHAPE" val="222844036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  <p:tag name="REFSHAPE" val="222846212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  <p:tag name="REFSHAPE" val="222845124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  <p:tag name="REFSHAPE" val="222846756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  <p:tag name="REFSHAPE" val="222843084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  <p:tag name="REFSHAPE" val="222844444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  <p:tag name="REFSHAPE" val="222843220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  <p:tag name="REFSHAPE" val="222843356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  <p:tag name="REFSHAPE" val="222843492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  <p:tag name="REFSHAPE" val="222844852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  <p:tag name="REFSHAPE" val="221307396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  <p:tag name="REFSHAPE" val="222844988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  <p:tag name="REFSHAPE" val="221307804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  <p:tag name="REFSHAPE" val="222845668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  <p:tag name="REFSHAPE" val="222845804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  <p:tag name="REFSHAPE" val="221304676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  <p:tag name="REFSHAPE" val="222846348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  <p:tag name="REFSHAPE" val="223604996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  <p:tag name="REFSHAPE" val="223604860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  <p:tag name="REFSHAPE" val="223606628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  <p:tag name="REFSHAPE" val="223607308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  <p:tag name="REFSHAPE" val="223605268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  <p:tag name="REFSHAPE" val="223608668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  <p:tag name="REFSHAPE" val="223607172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  <p:tag name="REFSHAPE" val="223605404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  <p:tag name="REFSHAPE" val="223606084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  <p:tag name="REFSHAPE" val="223608396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REFSHAPE" val="223606356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REFSHAPE" val="223605132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REFSHAPE" val="223605812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REFSHAPE" val="223605948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REFSHAPE" val="223606492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REFSHAPE" val="223607444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REFSHAPE" val="223607580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REFSHAPE" val="223606900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REFSHAPE" val="223607036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REFSHAPE" val="222845396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REFSHAPE" val="223608124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  <p:tag name="REFSHAPE" val="223608260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  <p:tag name="REFSHAPE" val="222843628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  <p:tag name="REFSHAPE" val="223608532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  <p:tag name="REFSHAPE" val="223607852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  <p:tag name="REFSHAPE" val="223608964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  <p:tag name="REFSHAPE" val="223610460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  <p:tag name="REFSHAPE" val="223610052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  <p:tag name="REFSHAPE" val="223609100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  <p:tag name="REFSHAPE" val="223610732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REFSHAPE" val="223609780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REFSHAPE" val="223605676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REFSHAPE" val="223609236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REFSHAPE" val="223610324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REFSHAPE" val="223607716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REFSHAPE" val="223609644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REFSHAPE" val="223606764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REFSHAPE" val="223983244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REFSHAPE" val="223979980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REFSHAPE" val="223980388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REFSHAPE" val="223982428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REFSHAPE" val="223981612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REFSHAPE" val="223979844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REFSHAPE" val="223980116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REFSHAPE" val="223981748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REFSHAPE" val="223983516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REFSHAPE" val="223980252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REFSHAPE" val="223980932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REFSHAPE" val="223983652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REFSHAPE" val="223981476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REFSHAPE" val="223981884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REFSHAPE" val="223982020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REFSHAPE" val="223982972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REFSHAPE" val="223980524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REFSHAPE" val="223982564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REFSHAPE" val="223982700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REFSHAPE" val="223983108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REFSHAPE" val="223609372"/>
</p:tagLst>
</file>

<file path=ppt/tags/tag11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REFSHAPE" val="223610596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REFSHAPE" val="223981340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REFSHAPE" val="223983380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REFSHAPE" val="223981068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REFSHAPE" val="22398229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REFSHAPE" val="223609508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2"/>
  <p:tag name="KSO_WM_UNIT_BK_DARK_LIGHT" val="2"/>
  <p:tag name="REFSHAPE" val="223980660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  <p:tag name="REFSHAPE" val="504383908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  <p:tag name="REFSHAPE" val="504384996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  <p:tag name="REFSHAPE" val="504384044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  <p:tag name="REFSHAPE" val="504384860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  <p:tag name="REFSHAPE" val="504382140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  <p:tag name="REFSHAPE" val="504381732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  <p:tag name="REFSHAPE" val="504385132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  <p:tag name="REFSHAPE" val="504382548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  <p:tag name="REFSHAPE" val="504381596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  <p:tag name="REFSHAPE" val="504381868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2"/>
  <p:tag name="KSO_WM_UNIT_BK_DARK_LIGHT" val="2"/>
  <p:tag name="REFSHAPE" val="504382956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  <p:tag name="REFSHAPE" val="504382276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  <p:tag name="REFSHAPE" val="504382412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  <p:tag name="REFSHAPE" val="504382684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  <p:tag name="REFSHAPE" val="504384316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  <p:tag name="REFSHAPE" val="504382820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  <p:tag name="REFSHAPE" val="504383092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  <p:tag name="REFSHAPE" val="504383500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  <p:tag name="REFSHAPE" val="504383636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  <p:tag name="REFSHAPE" val="504383772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2"/>
  <p:tag name="KSO_WM_UNIT_BK_DARK_LIGHT" val="2"/>
  <p:tag name="REFSHAPE" val="504384588"/>
</p:tagLst>
</file>

<file path=ppt/tags/tag14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REFSHAPE" val="504382004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REFSHAPE" val="223980796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REFSHAPE" val="504383364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REFSHAPE" val="504384724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REFSHAPE" val="223982156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REFSHAPE" val="504385268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REFSHAPE" val="223982836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REFSHAPE" val="504385404"/>
</p:tagLst>
</file>

<file path=ppt/tags/tag15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  <p:tag name="REFSHAPE" val="505926364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  <p:tag name="REFSHAPE" val="505923508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SLIDE_BK_DARK_LIGHT" val="2"/>
  <p:tag name="KSO_WM_UNIT_BK_DARK_LIGHT" val="2"/>
  <p:tag name="REFSHAPE" val="505922964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  <p:tag name="REFSHAPE" val="505924052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  <p:tag name="REFSHAPE" val="505925140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  <p:tag name="REFSHAPE" val="505923100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  <p:tag name="REFSHAPE" val="505925276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  <p:tag name="REFSHAPE" val="505924188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  <p:tag name="REFSHAPE" val="505924868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REFSHAPE" val="505924324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  <p:tag name="REFSHAPE" val="505925684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  <p:tag name="REFSHAPE" val="505923916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  <p:tag name="REFSHAPE" val="505923236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  <p:tag name="REFSHAPE" val="505923372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  <p:tag name="REFSHAPE" val="505923780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  <p:tag name="REFSHAPE" val="505924460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  <p:tag name="REFSHAPE" val="505925412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  <p:tag name="REFSHAPE" val="505924596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  <p:tag name="REFSHAPE" val="505925004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  <p:tag name="REFSHAPE" val="505925548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  <p:tag name="REFSHAPE" val="505922828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  <p:tag name="REFSHAPE" val="504383228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2"/>
  <p:tag name="KSO_WM_UNIT_BK_DARK_LIGHT" val="2"/>
  <p:tag name="REFSHAPE" val="505926092"/>
</p:tagLst>
</file>

<file path=ppt/tags/tag1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  <p:tag name="REFSHAPE" val="505926228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  <p:tag name="REFSHAPE" val="505926500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  <p:tag name="REFSHAPE" val="505923644"/>
</p:tagLst>
</file>

<file path=ppt/tags/tag18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  <p:tag name="REFSHAPE" val="504384180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  <p:tag name="REFSHAPE" val="505926636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  <p:tag name="REFSHAPE" val="504384452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  <p:tag name="REFSHAPE" val="506303388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  <p:tag name="REFSHAPE" val="506304340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  <p:tag name="REFSHAPE" val="506302844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  <p:tag name="REFSHAPE" val="506303796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  <p:tag name="REFSHAPE" val="506300940"/>
</p:tagLst>
</file>

<file path=ppt/tags/tag195.xml><?xml version="1.0" encoding="utf-8"?>
<p:tagLst xmlns:p="http://schemas.openxmlformats.org/presentationml/2006/main">
  <p:tag name="REFSHAPE" val="506303660"/>
</p:tagLst>
</file>

<file path=ppt/tags/tag196.xml><?xml version="1.0" encoding="utf-8"?>
<p:tagLst xmlns:p="http://schemas.openxmlformats.org/presentationml/2006/main">
  <p:tag name="REFSHAPE" val="506300668"/>
</p:tagLst>
</file>

<file path=ppt/tags/tag197.xml><?xml version="1.0" encoding="utf-8"?>
<p:tagLst xmlns:p="http://schemas.openxmlformats.org/presentationml/2006/main">
  <p:tag name="REFSHAPE" val="506303116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973"/>
  <p:tag name="REFSHAPE" val="221305900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973"/>
  <p:tag name="REFSHAPE" val="221304540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REFSHAPE" val="221304404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REFSHAPE" val="221305220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REFSHAPE" val="221306172"/>
</p:tagLst>
</file>

<file path=ppt/tags/tag203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TEMPLATE_SUBCATEGORY" val="0"/>
  <p:tag name="KSO_WM_TEMPLATE_MASTER_TYPE" val="1"/>
  <p:tag name="KSO_WM_TEMPLATE_COLOR_TYPE" val="1"/>
  <p:tag name="KSO_WM_TAG_VERSION" val="1.0"/>
  <p:tag name="KSO_WM_TEMPLATE_THUMBS_INDEX" val="1、4、7、10、13、15、17、18、19、20、22"/>
  <p:tag name="REFSHAPE" val="221308076"/>
</p:tagLst>
</file>

<file path=ppt/tags/tag204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05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06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04973_7*e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i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b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VALUE" val="69"/>
  <p:tag name="KSO_WM_UNIT_TYPE" val="b"/>
  <p:tag name="KSO_WM_UNIT_INDEX" val="1"/>
  <p:tag name="KSO_WM_UNIT_PRESET_TEXT" val="单击此处添加文本具体内容"/>
</p:tagLst>
</file>

<file path=ppt/tags/tag209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7"/>
  <p:tag name="KSO_WM_TEMPLATE_SUBCATEGORY" val="0"/>
  <p:tag name="KSO_WM_TEMPLATE_MASTER_TYPE" val="1"/>
  <p:tag name="KSO_WM_TEMPLATE_COLOR_TYPE" val="1"/>
  <p:tag name="KSO_WM_SLIDE_ITEM_CNT" val="0"/>
  <p:tag name="KSO_WM_SLIDE_INDEX" val="7"/>
  <p:tag name="KSO_WM_TAG_VERSION" val="1.0"/>
  <p:tag name="KSO_WM_SLIDE_TYPE" val="sectionTitle"/>
  <p:tag name="KSO_WM_SLIDE_SUBTYPE" val="pureTxt"/>
  <p:tag name="KSO_WM_SLIDE_LAYOUT" val="a_b_e"/>
  <p:tag name="KSO_WM_SLIDE_LAYOUT_CNT" val="1_1_1"/>
  <p:tag name="KSO_WM_SPECIAL_SOURCE" val="bdnull"/>
</p:tagLst>
</file>

<file path=ppt/tags/tag210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11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12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13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9"/>
  <p:tag name="KSO_WM_UNIT_ID" val="custom20204973_4*i*9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USESOURCEFORMAT_APPLY" val="1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0"/>
  <p:tag name="KSO_WM_UNIT_ID" val="custom20204973_4*i*10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1"/>
  <p:tag name="KSO_WM_UNIT_ID" val="custom20204973_4*i*1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2"/>
  <p:tag name="KSO_WM_UNIT_ID" val="custom20204973_4*i*12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3"/>
  <p:tag name="KSO_WM_UNIT_ID" val="custom20204973_4*i*13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LINE_FORE_SCHEMECOLOR_INDEX" val="5"/>
  <p:tag name="KSO_WM_UNIT_LINE_FILL_TYPE" val="2"/>
  <p:tag name="KSO_WM_UNIT_USESOURCEFORMAT_APPLY" val="1"/>
</p:tagLst>
</file>

<file path=ppt/tags/tag219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20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4973_4*a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PRESET_TEXT" val="目录"/>
  <p:tag name="KSO_WM_UNIT_TEXT_FILL_FORE_SCHEMECOLOR_INDEX" val="13"/>
  <p:tag name="KSO_WM_UNIT_TEXT_FILL_TYPE" val="1"/>
  <p:tag name="KSO_WM_UNIT_USESOURCEFORMAT_APPLY" val="1"/>
</p:tagLst>
</file>

<file path=ppt/tags/tag221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22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23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24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25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26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27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28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4"/>
  <p:tag name="KSO_WM_TEMPLATE_SUBCATEGORY" val="0"/>
  <p:tag name="KSO_WM_TEMPLATE_MASTER_TYPE" val="1"/>
  <p:tag name="KSO_WM_TEMPLATE_COLOR_TYPE" val="1"/>
  <p:tag name="KSO_WM_SLIDE_ITEM_CNT" val="4"/>
  <p:tag name="KSO_WM_SLIDE_INDEX" val="4"/>
  <p:tag name="KSO_WM_DIAGRAM_GROUP_CODE" val="l1-1"/>
  <p:tag name="KSO_WM_SLIDE_DIAGTYPE" val="l"/>
  <p:tag name="KSO_WM_TAG_VERSION" val="1.0"/>
  <p:tag name="KSO_WM_SLIDE_LAYOUT" val="a_b_l"/>
  <p:tag name="KSO_WM_SLIDE_LAYOUT_CNT" val="1_1_1"/>
  <p:tag name="KSO_WM_SLIDE_TYPE" val="contents"/>
  <p:tag name="KSO_WM_SLIDE_SUBTYPE" val="diag"/>
  <p:tag name="KSO_WM_SPECIAL_SOURCE" val="bdnull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9"/>
  <p:tag name="KSO_WM_UNIT_ID" val="custom20204973_4*i*9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USESOURCEFORMAT_APPLY" val="1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0"/>
  <p:tag name="KSO_WM_UNIT_ID" val="custom20204973_4*i*10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1"/>
  <p:tag name="KSO_WM_UNIT_ID" val="custom20204973_4*i*1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2"/>
  <p:tag name="KSO_WM_UNIT_ID" val="custom20204973_4*i*12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33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4973_4*a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PRESET_TEXT" val="目录"/>
  <p:tag name="KSO_WM_UNIT_TEXT_FILL_FORE_SCHEMECOLOR_INDEX" val="13"/>
  <p:tag name="KSO_WM_UNIT_TEXT_FILL_TYPE" val="1"/>
  <p:tag name="KSO_WM_UNIT_USESOURCEFORMAT_APPLY" val="1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3"/>
  <p:tag name="KSO_WM_UNIT_ID" val="custom20204973_4*i*13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LINE_FORE_SCHEMECOLOR_INDEX" val="5"/>
  <p:tag name="KSO_WM_UNIT_LINE_FILL_TYPE" val="2"/>
  <p:tag name="KSO_WM_UNIT_USESOURCEFORMAT_APPLY" val="1"/>
</p:tagLst>
</file>

<file path=ppt/tags/tag235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4"/>
  <p:tag name="KSO_WM_TEMPLATE_SUBCATEGORY" val="0"/>
  <p:tag name="KSO_WM_TEMPLATE_MASTER_TYPE" val="1"/>
  <p:tag name="KSO_WM_TEMPLATE_COLOR_TYPE" val="1"/>
  <p:tag name="KSO_WM_SLIDE_ITEM_CNT" val="4"/>
  <p:tag name="KSO_WM_SLIDE_INDEX" val="4"/>
  <p:tag name="KSO_WM_DIAGRAM_GROUP_CODE" val="l1-1"/>
  <p:tag name="KSO_WM_SLIDE_DIAGTYPE" val="l"/>
  <p:tag name="KSO_WM_TAG_VERSION" val="1.0"/>
  <p:tag name="KSO_WM_SLIDE_LAYOUT" val="a_b_l"/>
  <p:tag name="KSO_WM_SLIDE_LAYOUT_CNT" val="1_1_1"/>
  <p:tag name="KSO_WM_SLIDE_TYPE" val="contents"/>
  <p:tag name="KSO_WM_SLIDE_SUBTYPE" val="diag"/>
  <p:tag name="KSO_WM_SPECIAL_SOURCE" val="bdnull"/>
</p:tagLst>
</file>

<file path=ppt/tags/tag236.xml><?xml version="1.0" encoding="utf-8"?>
<p:tagLst xmlns:p="http://schemas.openxmlformats.org/presentationml/2006/main">
  <p:tag name="REFSHAPE" val="507073100"/>
</p:tagLst>
</file>

<file path=ppt/tags/tag237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1"/>
  <p:tag name="KSO_WM_TEMPLATE_SUBCATEGORY" val="0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SLIDE_LAYOUT" val="a_b"/>
  <p:tag name="KSO_WM_SLIDE_LAYOUT_CNT" val="1_1"/>
  <p:tag name="KSO_WM_TEMPLATE_THUMBS_INDEX" val="1、4、7、10、13、15、17、18、19、20、22"/>
  <p:tag name="KSO_WM_TEMPLATE_MASTER_THUMB_INDEX" val="12"/>
  <p:tag name="KSO_WM_SPECIAL_SOURCE" val="bdnull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9"/>
  <p:tag name="KSO_WM_UNIT_ID" val="custom20204973_4*i*9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USESOURCEFORMAT_APPLY" val="1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0"/>
  <p:tag name="KSO_WM_UNIT_ID" val="custom20204973_4*i*10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1"/>
  <p:tag name="KSO_WM_UNIT_ID" val="custom20204973_4*i*1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2"/>
  <p:tag name="KSO_WM_UNIT_ID" val="custom20204973_4*i*12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3"/>
  <p:tag name="KSO_WM_UNIT_ID" val="custom20204973_4*i*13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LINE_FORE_SCHEMECOLOR_INDEX" val="5"/>
  <p:tag name="KSO_WM_UNIT_LINE_FILL_TYPE" val="2"/>
  <p:tag name="KSO_WM_UNIT_USESOURCEFORMAT_APPLY" val="1"/>
</p:tagLst>
</file>

<file path=ppt/tags/tag243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4973_4*a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PRESET_TEXT" val="目录"/>
  <p:tag name="KSO_WM_UNIT_TEXT_FILL_FORE_SCHEMECOLOR_INDEX" val="13"/>
  <p:tag name="KSO_WM_UNIT_TEXT_FILL_TYPE" val="1"/>
  <p:tag name="KSO_WM_UNIT_USESOURCEFORMAT_APPLY" val="1"/>
</p:tagLst>
</file>

<file path=ppt/tags/tag244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4"/>
  <p:tag name="KSO_WM_TEMPLATE_SUBCATEGORY" val="0"/>
  <p:tag name="KSO_WM_TEMPLATE_MASTER_TYPE" val="1"/>
  <p:tag name="KSO_WM_TEMPLATE_COLOR_TYPE" val="1"/>
  <p:tag name="KSO_WM_SLIDE_ITEM_CNT" val="4"/>
  <p:tag name="KSO_WM_SLIDE_INDEX" val="4"/>
  <p:tag name="KSO_WM_DIAGRAM_GROUP_CODE" val="l1-1"/>
  <p:tag name="KSO_WM_SLIDE_DIAGTYPE" val="l"/>
  <p:tag name="KSO_WM_TAG_VERSION" val="1.0"/>
  <p:tag name="KSO_WM_SLIDE_LAYOUT" val="a_b_l"/>
  <p:tag name="KSO_WM_SLIDE_LAYOUT_CNT" val="1_1_1"/>
  <p:tag name="KSO_WM_SLIDE_TYPE" val="contents"/>
  <p:tag name="KSO_WM_SLIDE_SUBTYPE" val="diag"/>
  <p:tag name="KSO_WM_SPECIAL_SOURCE" val="bdnull"/>
</p:tagLst>
</file>

<file path=ppt/tags/tag245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04973_7*e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i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247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7"/>
  <p:tag name="KSO_WM_TEMPLATE_SUBCATEGORY" val="0"/>
  <p:tag name="KSO_WM_TEMPLATE_MASTER_TYPE" val="1"/>
  <p:tag name="KSO_WM_TEMPLATE_COLOR_TYPE" val="1"/>
  <p:tag name="KSO_WM_SLIDE_ITEM_CNT" val="0"/>
  <p:tag name="KSO_WM_SLIDE_INDEX" val="7"/>
  <p:tag name="KSO_WM_TAG_VERSION" val="1.0"/>
  <p:tag name="KSO_WM_SLIDE_TYPE" val="sectionTitle"/>
  <p:tag name="KSO_WM_SLIDE_SUBTYPE" val="pureTxt"/>
  <p:tag name="KSO_WM_SLIDE_LAYOUT" val="a_b_e"/>
  <p:tag name="KSO_WM_SLIDE_LAYOUT_CNT" val="1_1_1"/>
  <p:tag name="KSO_WM_SPECIAL_SOURCE" val="bdnull"/>
</p:tagLst>
</file>

<file path=ppt/tags/tag248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49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50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04973_7*e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i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252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7"/>
  <p:tag name="KSO_WM_TEMPLATE_SUBCATEGORY" val="0"/>
  <p:tag name="KSO_WM_TEMPLATE_MASTER_TYPE" val="1"/>
  <p:tag name="KSO_WM_TEMPLATE_COLOR_TYPE" val="1"/>
  <p:tag name="KSO_WM_SLIDE_ITEM_CNT" val="0"/>
  <p:tag name="KSO_WM_SLIDE_INDEX" val="7"/>
  <p:tag name="KSO_WM_TAG_VERSION" val="1.0"/>
  <p:tag name="KSO_WM_SLIDE_TYPE" val="sectionTitle"/>
  <p:tag name="KSO_WM_SLIDE_SUBTYPE" val="pureTxt"/>
  <p:tag name="KSO_WM_SLIDE_LAYOUT" val="a_b_e"/>
  <p:tag name="KSO_WM_SLIDE_LAYOUT_CNT" val="1_1_1"/>
  <p:tag name="KSO_WM_SPECIAL_SOURCE" val="bdnull"/>
</p:tagLst>
</file>

<file path=ppt/tags/tag253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54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55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04973_7*e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i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257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7"/>
  <p:tag name="KSO_WM_TEMPLATE_SUBCATEGORY" val="0"/>
  <p:tag name="KSO_WM_TEMPLATE_MASTER_TYPE" val="1"/>
  <p:tag name="KSO_WM_TEMPLATE_COLOR_TYPE" val="1"/>
  <p:tag name="KSO_WM_SLIDE_ITEM_CNT" val="0"/>
  <p:tag name="KSO_WM_SLIDE_INDEX" val="7"/>
  <p:tag name="KSO_WM_TAG_VERSION" val="1.0"/>
  <p:tag name="KSO_WM_SLIDE_TYPE" val="sectionTitle"/>
  <p:tag name="KSO_WM_SLIDE_SUBTYPE" val="pureTxt"/>
  <p:tag name="KSO_WM_SLIDE_LAYOUT" val="a_b_e"/>
  <p:tag name="KSO_WM_SLIDE_LAYOUT_CNT" val="1_1_1"/>
  <p:tag name="KSO_WM_SPECIAL_SOURCE" val="bdnull"/>
</p:tagLst>
</file>

<file path=ppt/tags/tag258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59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9"/>
  <p:tag name="KSO_WM_UNIT_ID" val="custom20204973_4*i*9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USESOURCEFORMAT_APPLY" val="1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0"/>
  <p:tag name="KSO_WM_UNIT_ID" val="custom20204973_4*i*10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1"/>
  <p:tag name="KSO_WM_UNIT_ID" val="custom20204973_4*i*1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2"/>
  <p:tag name="KSO_WM_UNIT_ID" val="custom20204973_4*i*12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64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4973_4*a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PRESET_TEXT" val="目录"/>
  <p:tag name="KSO_WM_UNIT_TEXT_FILL_FORE_SCHEMECOLOR_INDEX" val="13"/>
  <p:tag name="KSO_WM_UNIT_TEXT_FILL_TYPE" val="1"/>
  <p:tag name="KSO_WM_UNIT_USESOURCEFORMAT_APPLY" val="1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3"/>
  <p:tag name="KSO_WM_UNIT_ID" val="custom20204973_4*i*13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LINE_FORE_SCHEMECOLOR_INDEX" val="5"/>
  <p:tag name="KSO_WM_UNIT_LINE_FILL_TYPE" val="2"/>
  <p:tag name="KSO_WM_UNIT_USESOURCEFORMAT_APPLY" val="1"/>
</p:tagLst>
</file>

<file path=ppt/tags/tag266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4"/>
  <p:tag name="KSO_WM_TEMPLATE_SUBCATEGORY" val="0"/>
  <p:tag name="KSO_WM_TEMPLATE_MASTER_TYPE" val="1"/>
  <p:tag name="KSO_WM_TEMPLATE_COLOR_TYPE" val="1"/>
  <p:tag name="KSO_WM_SLIDE_ITEM_CNT" val="4"/>
  <p:tag name="KSO_WM_SLIDE_INDEX" val="4"/>
  <p:tag name="KSO_WM_DIAGRAM_GROUP_CODE" val="l1-1"/>
  <p:tag name="KSO_WM_SLIDE_DIAGTYPE" val="l"/>
  <p:tag name="KSO_WM_TAG_VERSION" val="1.0"/>
  <p:tag name="KSO_WM_SLIDE_LAYOUT" val="a_b_l"/>
  <p:tag name="KSO_WM_SLIDE_LAYOUT_CNT" val="1_1_1"/>
  <p:tag name="KSO_WM_SLIDE_TYPE" val="contents"/>
  <p:tag name="KSO_WM_SLIDE_SUBTYPE" val="diag"/>
  <p:tag name="KSO_WM_SPECIAL_SOURCE" val="bdnull"/>
</p:tagLst>
</file>

<file path=ppt/theme/theme1.xml><?xml version="1.0" encoding="utf-8"?>
<a:theme xmlns:a="http://schemas.openxmlformats.org/drawingml/2006/main" name="2_Office 主题​​">
  <a:themeElements>
    <a:clrScheme name="2-12-26">
      <a:dk1>
        <a:sysClr val="windowText" lastClr="000000"/>
      </a:dk1>
      <a:lt1>
        <a:sysClr val="window" lastClr="FFFFFF"/>
      </a:lt1>
      <a:dk2>
        <a:srgbClr val="EAF4FD"/>
      </a:dk2>
      <a:lt2>
        <a:srgbClr val="FFFFFF"/>
      </a:lt2>
      <a:accent1>
        <a:srgbClr val="5BAAEB"/>
      </a:accent1>
      <a:accent2>
        <a:srgbClr val="5FB3EB"/>
      </a:accent2>
      <a:accent3>
        <a:srgbClr val="63BBEB"/>
      </a:accent3>
      <a:accent4>
        <a:srgbClr val="68C4EA"/>
      </a:accent4>
      <a:accent5>
        <a:srgbClr val="6CCCEA"/>
      </a:accent5>
      <a:accent6>
        <a:srgbClr val="70D5EA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0</TotalTime>
  <Words>1524</Words>
  <Application>WPS 演示</Application>
  <PresentationFormat>自定义</PresentationFormat>
  <Paragraphs>270</Paragraphs>
  <Slides>21</Slides>
  <Notes>0</Notes>
  <HiddenSlides>2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212</vt:i4>
      </vt:variant>
      <vt:variant>
        <vt:lpstr>幻灯片标题</vt:lpstr>
      </vt:variant>
      <vt:variant>
        <vt:i4>21</vt:i4>
      </vt:variant>
    </vt:vector>
  </HeadingPairs>
  <TitlesOfParts>
    <vt:vector size="244" baseType="lpstr">
      <vt:lpstr>Arial</vt:lpstr>
      <vt:lpstr>宋体</vt:lpstr>
      <vt:lpstr>Wingdings</vt:lpstr>
      <vt:lpstr>微软雅黑</vt:lpstr>
      <vt:lpstr>汉仪旗黑-85S</vt:lpstr>
      <vt:lpstr>黑体</vt:lpstr>
      <vt:lpstr>华文中宋</vt:lpstr>
      <vt:lpstr>Times New Roman</vt:lpstr>
      <vt:lpstr>Arial Unicode MS</vt:lpstr>
      <vt:lpstr>Calibri</vt:lpstr>
      <vt:lpstr>2_Office 主题​​</vt:lpstr>
      <vt:lpstr>Equation.DSMT4</vt:lpstr>
      <vt:lpstr>Equation.KSEE3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Equation.KSEE3</vt:lpstr>
      <vt:lpstr>Equation.KSEE3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Equation.KSEE3</vt:lpstr>
      <vt:lpstr>Equation.KSEE3</vt:lpstr>
      <vt:lpstr>Equation.KSEE3</vt:lpstr>
      <vt:lpstr>Equation.DSMT4</vt:lpstr>
      <vt:lpstr>Equation.DSMT4</vt:lpstr>
      <vt:lpstr>Equation.DSMT4</vt:lpstr>
      <vt:lpstr>Equation.KSEE3</vt:lpstr>
      <vt:lpstr>Equation.KSEE3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Equation.KSEE3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Equation.KSEE3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Equation.KSEE3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apple</dc:creator>
  <cp:lastModifiedBy>吴君</cp:lastModifiedBy>
  <cp:revision>432</cp:revision>
  <dcterms:created xsi:type="dcterms:W3CDTF">2018-03-03T11:57:00Z</dcterms:created>
  <dcterms:modified xsi:type="dcterms:W3CDTF">2025-05-31T03:15:18Z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2052-12.1.0.21171</vt:lpwstr>
  </property>
  <property fmtid="{D5CDD505-2E9C-101B-9397-08002B2CF9AE}" pid="3" name="ICV">
    <vt:lpwstr>A17D7CD439ED41D5B2A2A79DF02A2CC3_12</vt:lpwstr>
  </property>
</Properties>
</file>