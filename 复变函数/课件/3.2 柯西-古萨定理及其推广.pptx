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0"/>
  </p:notesMasterIdLst>
  <p:sldIdLst>
    <p:sldId id="622" r:id="rId3"/>
    <p:sldId id="623" r:id="rId4"/>
    <p:sldId id="624" r:id="rId5"/>
    <p:sldId id="625" r:id="rId6"/>
    <p:sldId id="626" r:id="rId7"/>
    <p:sldId id="627" r:id="rId8"/>
    <p:sldId id="628" r:id="rId9"/>
    <p:sldId id="411" r:id="rId10"/>
    <p:sldId id="414" r:id="rId11"/>
    <p:sldId id="418" r:id="rId12"/>
    <p:sldId id="489" r:id="rId13"/>
    <p:sldId id="490" r:id="rId14"/>
    <p:sldId id="529" r:id="rId15"/>
    <p:sldId id="421" r:id="rId16"/>
    <p:sldId id="530" r:id="rId17"/>
    <p:sldId id="580" r:id="rId18"/>
    <p:sldId id="618" r:id="rId19"/>
    <p:sldId id="616" r:id="rId20"/>
    <p:sldId id="422" r:id="rId21"/>
    <p:sldId id="457" r:id="rId22"/>
    <p:sldId id="456" r:id="rId23"/>
    <p:sldId id="582" r:id="rId24"/>
    <p:sldId id="458" r:id="rId25"/>
    <p:sldId id="461" r:id="rId26"/>
    <p:sldId id="583" r:id="rId27"/>
    <p:sldId id="462" r:id="rId28"/>
    <p:sldId id="604" r:id="rId29"/>
    <p:sldId id="463" r:id="rId30"/>
    <p:sldId id="605" r:id="rId31"/>
    <p:sldId id="620" r:id="rId32"/>
    <p:sldId id="465" r:id="rId33"/>
    <p:sldId id="477" r:id="rId34"/>
    <p:sldId id="607" r:id="rId35"/>
    <p:sldId id="606" r:id="rId36"/>
    <p:sldId id="617" r:id="rId37"/>
    <p:sldId id="619" r:id="rId38"/>
    <p:sldId id="487" r:id="rId39"/>
  </p:sldIdLst>
  <p:sldSz cx="12192000" cy="8208645"/>
  <p:notesSz cx="6858000" cy="9144000"/>
  <p:custDataLst>
    <p:tags r:id="rId4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714" userDrawn="1">
          <p15:clr>
            <a:srgbClr val="A4A3A4"/>
          </p15:clr>
        </p15:guide>
        <p15:guide id="2" pos="374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F4FD"/>
    <a:srgbClr val="66FF33"/>
    <a:srgbClr val="FF33CC"/>
    <a:srgbClr val="FFCC00"/>
    <a:srgbClr val="FF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29706" autoAdjust="0"/>
    <p:restoredTop sz="94414" autoAdjust="0"/>
  </p:normalViewPr>
  <p:slideViewPr>
    <p:cSldViewPr snapToGrid="0" showGuides="1">
      <p:cViewPr varScale="1">
        <p:scale>
          <a:sx n="55" d="100"/>
          <a:sy n="55" d="100"/>
        </p:scale>
        <p:origin x="-234" y="-96"/>
      </p:cViewPr>
      <p:guideLst>
        <p:guide orient="horz" pos="2714"/>
        <p:guide pos="374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5" Type="http://schemas.openxmlformats.org/officeDocument/2006/relationships/tags" Target="tags/tag357.xml"/><Relationship Id="rId44" Type="http://schemas.openxmlformats.org/officeDocument/2006/relationships/commentAuthors" Target="commentAuthors.xml"/><Relationship Id="rId43" Type="http://schemas.openxmlformats.org/officeDocument/2006/relationships/tableStyles" Target="tableStyles.xml"/><Relationship Id="rId42" Type="http://schemas.openxmlformats.org/officeDocument/2006/relationships/viewProps" Target="viewProps.xml"/><Relationship Id="rId41" Type="http://schemas.openxmlformats.org/officeDocument/2006/relationships/presProps" Target="presProps.xml"/><Relationship Id="rId4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7" Type="http://schemas.openxmlformats.org/officeDocument/2006/relationships/image" Target="../media/image8.wmf"/><Relationship Id="rId6" Type="http://schemas.openxmlformats.org/officeDocument/2006/relationships/image" Target="../media/image7.wmf"/><Relationship Id="rId5" Type="http://schemas.openxmlformats.org/officeDocument/2006/relationships/image" Target="../media/image6.wmf"/><Relationship Id="rId4" Type="http://schemas.openxmlformats.org/officeDocument/2006/relationships/image" Target="../media/image5.wmf"/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9" Type="http://schemas.openxmlformats.org/officeDocument/2006/relationships/image" Target="../media/image18.wmf"/><Relationship Id="rId8" Type="http://schemas.openxmlformats.org/officeDocument/2006/relationships/image" Target="../media/image17.wmf"/><Relationship Id="rId7" Type="http://schemas.openxmlformats.org/officeDocument/2006/relationships/image" Target="../media/image16.wmf"/><Relationship Id="rId6" Type="http://schemas.openxmlformats.org/officeDocument/2006/relationships/image" Target="../media/image15.wmf"/><Relationship Id="rId5" Type="http://schemas.openxmlformats.org/officeDocument/2006/relationships/image" Target="../media/image14.wmf"/><Relationship Id="rId4" Type="http://schemas.openxmlformats.org/officeDocument/2006/relationships/image" Target="../media/image13.wmf"/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6" Type="http://schemas.openxmlformats.org/officeDocument/2006/relationships/image" Target="../media/image25.wmf"/><Relationship Id="rId15" Type="http://schemas.openxmlformats.org/officeDocument/2006/relationships/image" Target="../media/image24.wmf"/><Relationship Id="rId14" Type="http://schemas.openxmlformats.org/officeDocument/2006/relationships/image" Target="../media/image23.wmf"/><Relationship Id="rId13" Type="http://schemas.openxmlformats.org/officeDocument/2006/relationships/image" Target="../media/image22.wmf"/><Relationship Id="rId12" Type="http://schemas.openxmlformats.org/officeDocument/2006/relationships/image" Target="../media/image21.wmf"/><Relationship Id="rId11" Type="http://schemas.openxmlformats.org/officeDocument/2006/relationships/image" Target="../media/image20.wmf"/><Relationship Id="rId10" Type="http://schemas.openxmlformats.org/officeDocument/2006/relationships/image" Target="../media/image19.wmf"/><Relationship Id="rId1" Type="http://schemas.openxmlformats.org/officeDocument/2006/relationships/image" Target="../media/image10.wmf"/></Relationships>
</file>

<file path=ppt/drawings/_rels/vmlDrawing3.vml.rels><?xml version="1.0" encoding="UTF-8" standalone="yes"?>
<Relationships xmlns="http://schemas.openxmlformats.org/package/2006/relationships"><Relationship Id="rId9" Type="http://schemas.openxmlformats.org/officeDocument/2006/relationships/image" Target="../media/image33.wmf"/><Relationship Id="rId8" Type="http://schemas.openxmlformats.org/officeDocument/2006/relationships/image" Target="../media/image32.wmf"/><Relationship Id="rId7" Type="http://schemas.openxmlformats.org/officeDocument/2006/relationships/image" Target="../media/image31.wmf"/><Relationship Id="rId6" Type="http://schemas.openxmlformats.org/officeDocument/2006/relationships/image" Target="../media/image30.wmf"/><Relationship Id="rId5" Type="http://schemas.openxmlformats.org/officeDocument/2006/relationships/image" Target="../media/image29.wmf"/><Relationship Id="rId4" Type="http://schemas.openxmlformats.org/officeDocument/2006/relationships/image" Target="../media/image28.wmf"/><Relationship Id="rId3" Type="http://schemas.openxmlformats.org/officeDocument/2006/relationships/image" Target="../media/image16.wmf"/><Relationship Id="rId2" Type="http://schemas.openxmlformats.org/officeDocument/2006/relationships/image" Target="../media/image27.wmf"/><Relationship Id="rId17" Type="http://schemas.openxmlformats.org/officeDocument/2006/relationships/image" Target="../media/image25.wmf"/><Relationship Id="rId16" Type="http://schemas.openxmlformats.org/officeDocument/2006/relationships/image" Target="../media/image37.wmf"/><Relationship Id="rId15" Type="http://schemas.openxmlformats.org/officeDocument/2006/relationships/image" Target="../media/image36.wmf"/><Relationship Id="rId14" Type="http://schemas.openxmlformats.org/officeDocument/2006/relationships/image" Target="../media/image24.wmf"/><Relationship Id="rId13" Type="http://schemas.openxmlformats.org/officeDocument/2006/relationships/image" Target="../media/image23.wmf"/><Relationship Id="rId12" Type="http://schemas.openxmlformats.org/officeDocument/2006/relationships/image" Target="../media/image22.wmf"/><Relationship Id="rId11" Type="http://schemas.openxmlformats.org/officeDocument/2006/relationships/image" Target="../media/image35.wmf"/><Relationship Id="rId10" Type="http://schemas.openxmlformats.org/officeDocument/2006/relationships/image" Target="../media/image34.wmf"/><Relationship Id="rId1" Type="http://schemas.openxmlformats.org/officeDocument/2006/relationships/image" Target="../media/image26.wmf"/></Relationships>
</file>

<file path=ppt/drawings/_rels/vmlDrawing4.vml.rels><?xml version="1.0" encoding="UTF-8" standalone="yes"?>
<Relationships xmlns="http://schemas.openxmlformats.org/package/2006/relationships"><Relationship Id="rId9" Type="http://schemas.openxmlformats.org/officeDocument/2006/relationships/image" Target="../media/image46.wmf"/><Relationship Id="rId8" Type="http://schemas.openxmlformats.org/officeDocument/2006/relationships/image" Target="../media/image45.wmf"/><Relationship Id="rId7" Type="http://schemas.openxmlformats.org/officeDocument/2006/relationships/image" Target="../media/image44.wmf"/><Relationship Id="rId6" Type="http://schemas.openxmlformats.org/officeDocument/2006/relationships/image" Target="../media/image43.wmf"/><Relationship Id="rId5" Type="http://schemas.openxmlformats.org/officeDocument/2006/relationships/image" Target="../media/image42.wmf"/><Relationship Id="rId4" Type="http://schemas.openxmlformats.org/officeDocument/2006/relationships/image" Target="../media/image41.wmf"/><Relationship Id="rId3" Type="http://schemas.openxmlformats.org/officeDocument/2006/relationships/image" Target="../media/image40.wmf"/><Relationship Id="rId2" Type="http://schemas.openxmlformats.org/officeDocument/2006/relationships/image" Target="../media/image39.wmf"/><Relationship Id="rId15" Type="http://schemas.openxmlformats.org/officeDocument/2006/relationships/image" Target="../media/image52.wmf"/><Relationship Id="rId14" Type="http://schemas.openxmlformats.org/officeDocument/2006/relationships/image" Target="../media/image51.wmf"/><Relationship Id="rId13" Type="http://schemas.openxmlformats.org/officeDocument/2006/relationships/image" Target="../media/image50.wmf"/><Relationship Id="rId12" Type="http://schemas.openxmlformats.org/officeDocument/2006/relationships/image" Target="../media/image49.wmf"/><Relationship Id="rId11" Type="http://schemas.openxmlformats.org/officeDocument/2006/relationships/image" Target="../media/image48.wmf"/><Relationship Id="rId10" Type="http://schemas.openxmlformats.org/officeDocument/2006/relationships/image" Target="../media/image47.wmf"/><Relationship Id="rId1" Type="http://schemas.openxmlformats.org/officeDocument/2006/relationships/image" Target="../media/image38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wmf"/></Relationships>
</file>

<file path=ppt/drawings/_rels/vmlDrawing6.vml.rels><?xml version="1.0" encoding="UTF-8" standalone="yes"?>
<Relationships xmlns="http://schemas.openxmlformats.org/package/2006/relationships"><Relationship Id="rId9" Type="http://schemas.openxmlformats.org/officeDocument/2006/relationships/image" Target="../media/image58.wmf"/><Relationship Id="rId8" Type="http://schemas.openxmlformats.org/officeDocument/2006/relationships/image" Target="../media/image57.wmf"/><Relationship Id="rId7" Type="http://schemas.openxmlformats.org/officeDocument/2006/relationships/image" Target="../media/image56.wmf"/><Relationship Id="rId6" Type="http://schemas.openxmlformats.org/officeDocument/2006/relationships/image" Target="../media/image55.wmf"/><Relationship Id="rId5" Type="http://schemas.openxmlformats.org/officeDocument/2006/relationships/image" Target="../media/image54.wmf"/><Relationship Id="rId4" Type="http://schemas.openxmlformats.org/officeDocument/2006/relationships/image" Target="../media/image24.wmf"/><Relationship Id="rId3" Type="http://schemas.openxmlformats.org/officeDocument/2006/relationships/image" Target="../media/image23.wmf"/><Relationship Id="rId24" Type="http://schemas.openxmlformats.org/officeDocument/2006/relationships/image" Target="../media/image74.wmf"/><Relationship Id="rId23" Type="http://schemas.openxmlformats.org/officeDocument/2006/relationships/image" Target="../media/image72.wmf"/><Relationship Id="rId22" Type="http://schemas.openxmlformats.org/officeDocument/2006/relationships/image" Target="../media/image71.wmf"/><Relationship Id="rId21" Type="http://schemas.openxmlformats.org/officeDocument/2006/relationships/image" Target="../media/image70.wmf"/><Relationship Id="rId20" Type="http://schemas.openxmlformats.org/officeDocument/2006/relationships/image" Target="../media/image69.wmf"/><Relationship Id="rId2" Type="http://schemas.openxmlformats.org/officeDocument/2006/relationships/image" Target="../media/image22.wmf"/><Relationship Id="rId19" Type="http://schemas.openxmlformats.org/officeDocument/2006/relationships/image" Target="../media/image68.wmf"/><Relationship Id="rId18" Type="http://schemas.openxmlformats.org/officeDocument/2006/relationships/image" Target="../media/image67.wmf"/><Relationship Id="rId17" Type="http://schemas.openxmlformats.org/officeDocument/2006/relationships/image" Target="../media/image66.wmf"/><Relationship Id="rId16" Type="http://schemas.openxmlformats.org/officeDocument/2006/relationships/image" Target="../media/image65.wmf"/><Relationship Id="rId15" Type="http://schemas.openxmlformats.org/officeDocument/2006/relationships/image" Target="../media/image64.wmf"/><Relationship Id="rId14" Type="http://schemas.openxmlformats.org/officeDocument/2006/relationships/image" Target="../media/image63.wmf"/><Relationship Id="rId13" Type="http://schemas.openxmlformats.org/officeDocument/2006/relationships/image" Target="../media/image62.wmf"/><Relationship Id="rId12" Type="http://schemas.openxmlformats.org/officeDocument/2006/relationships/image" Target="../media/image61.wmf"/><Relationship Id="rId11" Type="http://schemas.openxmlformats.org/officeDocument/2006/relationships/image" Target="../media/image60.wmf"/><Relationship Id="rId10" Type="http://schemas.openxmlformats.org/officeDocument/2006/relationships/image" Target="../media/image59.wmf"/><Relationship Id="rId1" Type="http://schemas.openxmlformats.org/officeDocument/2006/relationships/image" Target="../media/image53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83.wmf"/><Relationship Id="rId7" Type="http://schemas.openxmlformats.org/officeDocument/2006/relationships/image" Target="../media/image82.wmf"/><Relationship Id="rId6" Type="http://schemas.openxmlformats.org/officeDocument/2006/relationships/image" Target="../media/image81.wmf"/><Relationship Id="rId5" Type="http://schemas.openxmlformats.org/officeDocument/2006/relationships/image" Target="../media/image80.wmf"/><Relationship Id="rId4" Type="http://schemas.openxmlformats.org/officeDocument/2006/relationships/image" Target="../media/image79.wmf"/><Relationship Id="rId3" Type="http://schemas.openxmlformats.org/officeDocument/2006/relationships/image" Target="../media/image78.wmf"/><Relationship Id="rId2" Type="http://schemas.openxmlformats.org/officeDocument/2006/relationships/image" Target="../media/image76.wmf"/><Relationship Id="rId1" Type="http://schemas.openxmlformats.org/officeDocument/2006/relationships/image" Target="../media/image75.wmf"/></Relationships>
</file>

<file path=ppt/drawings/_rels/vmlDrawing8.vml.rels><?xml version="1.0" encoding="UTF-8" standalone="yes"?>
<Relationships xmlns="http://schemas.openxmlformats.org/package/2006/relationships"><Relationship Id="rId9" Type="http://schemas.openxmlformats.org/officeDocument/2006/relationships/image" Target="../media/image91.wmf"/><Relationship Id="rId8" Type="http://schemas.openxmlformats.org/officeDocument/2006/relationships/image" Target="../media/image76.wmf"/><Relationship Id="rId7" Type="http://schemas.openxmlformats.org/officeDocument/2006/relationships/image" Target="../media/image90.wmf"/><Relationship Id="rId6" Type="http://schemas.openxmlformats.org/officeDocument/2006/relationships/image" Target="../media/image89.wmf"/><Relationship Id="rId5" Type="http://schemas.openxmlformats.org/officeDocument/2006/relationships/image" Target="../media/image88.wmf"/><Relationship Id="rId4" Type="http://schemas.openxmlformats.org/officeDocument/2006/relationships/image" Target="../media/image87.wmf"/><Relationship Id="rId3" Type="http://schemas.openxmlformats.org/officeDocument/2006/relationships/image" Target="../media/image86.wmf"/><Relationship Id="rId2" Type="http://schemas.openxmlformats.org/officeDocument/2006/relationships/image" Target="../media/image85.wmf"/><Relationship Id="rId11" Type="http://schemas.openxmlformats.org/officeDocument/2006/relationships/image" Target="../media/image92.wmf"/><Relationship Id="rId10" Type="http://schemas.openxmlformats.org/officeDocument/2006/relationships/image" Target="../media/image75.wmf"/><Relationship Id="rId1" Type="http://schemas.openxmlformats.org/officeDocument/2006/relationships/image" Target="../media/image84.wmf"/></Relationships>
</file>

<file path=ppt/drawings/_rels/vmlDrawing9.vml.rels><?xml version="1.0" encoding="UTF-8" standalone="yes"?>
<Relationships xmlns="http://schemas.openxmlformats.org/package/2006/relationships"><Relationship Id="rId9" Type="http://schemas.openxmlformats.org/officeDocument/2006/relationships/image" Target="../media/image24.wmf"/><Relationship Id="rId8" Type="http://schemas.openxmlformats.org/officeDocument/2006/relationships/image" Target="../media/image23.wmf"/><Relationship Id="rId7" Type="http://schemas.openxmlformats.org/officeDocument/2006/relationships/image" Target="../media/image22.wmf"/><Relationship Id="rId6" Type="http://schemas.openxmlformats.org/officeDocument/2006/relationships/image" Target="../media/image98.wmf"/><Relationship Id="rId5" Type="http://schemas.openxmlformats.org/officeDocument/2006/relationships/image" Target="../media/image97.wmf"/><Relationship Id="rId4" Type="http://schemas.openxmlformats.org/officeDocument/2006/relationships/image" Target="../media/image96.wmf"/><Relationship Id="rId3" Type="http://schemas.openxmlformats.org/officeDocument/2006/relationships/image" Target="../media/image95.wmf"/><Relationship Id="rId2" Type="http://schemas.openxmlformats.org/officeDocument/2006/relationships/image" Target="../media/image94.wmf"/><Relationship Id="rId12" Type="http://schemas.openxmlformats.org/officeDocument/2006/relationships/image" Target="../media/image101.wmf"/><Relationship Id="rId11" Type="http://schemas.openxmlformats.org/officeDocument/2006/relationships/image" Target="../media/image100.wmf"/><Relationship Id="rId10" Type="http://schemas.openxmlformats.org/officeDocument/2006/relationships/image" Target="../media/image99.wmf"/><Relationship Id="rId1" Type="http://schemas.openxmlformats.org/officeDocument/2006/relationships/image" Target="../media/image93.wmf"/></Relationships>
</file>

<file path=ppt/drawings/_rels/vmlDrawing10.vml.rels><?xml version="1.0" encoding="UTF-8" standalone="yes"?>
<Relationships xmlns="http://schemas.openxmlformats.org/package/2006/relationships"><Relationship Id="rId9" Type="http://schemas.openxmlformats.org/officeDocument/2006/relationships/image" Target="../media/image24.wmf"/><Relationship Id="rId8" Type="http://schemas.openxmlformats.org/officeDocument/2006/relationships/image" Target="../media/image23.wmf"/><Relationship Id="rId7" Type="http://schemas.openxmlformats.org/officeDocument/2006/relationships/image" Target="../media/image22.wmf"/><Relationship Id="rId6" Type="http://schemas.openxmlformats.org/officeDocument/2006/relationships/image" Target="../media/image108.wmf"/><Relationship Id="rId5" Type="http://schemas.openxmlformats.org/officeDocument/2006/relationships/image" Target="../media/image107.wmf"/><Relationship Id="rId4" Type="http://schemas.openxmlformats.org/officeDocument/2006/relationships/image" Target="../media/image106.wmf"/><Relationship Id="rId3" Type="http://schemas.openxmlformats.org/officeDocument/2006/relationships/image" Target="../media/image105.wmf"/><Relationship Id="rId2" Type="http://schemas.openxmlformats.org/officeDocument/2006/relationships/image" Target="../media/image104.wmf"/><Relationship Id="rId15" Type="http://schemas.openxmlformats.org/officeDocument/2006/relationships/image" Target="../media/image113.wmf"/><Relationship Id="rId14" Type="http://schemas.openxmlformats.org/officeDocument/2006/relationships/image" Target="../media/image112.wmf"/><Relationship Id="rId13" Type="http://schemas.openxmlformats.org/officeDocument/2006/relationships/image" Target="../media/image111.wmf"/><Relationship Id="rId12" Type="http://schemas.openxmlformats.org/officeDocument/2006/relationships/image" Target="../media/image110.wmf"/><Relationship Id="rId11" Type="http://schemas.openxmlformats.org/officeDocument/2006/relationships/image" Target="../media/image100.wmf"/><Relationship Id="rId10" Type="http://schemas.openxmlformats.org/officeDocument/2006/relationships/image" Target="../media/image109.wmf"/><Relationship Id="rId1" Type="http://schemas.openxmlformats.org/officeDocument/2006/relationships/image" Target="../media/image103.wmf"/></Relationships>
</file>

<file path=ppt/drawings/_rels/vmlDrawing11.vml.rels><?xml version="1.0" encoding="UTF-8" standalone="yes"?>
<Relationships xmlns="http://schemas.openxmlformats.org/package/2006/relationships"><Relationship Id="rId9" Type="http://schemas.openxmlformats.org/officeDocument/2006/relationships/image" Target="../media/image121.wmf"/><Relationship Id="rId8" Type="http://schemas.openxmlformats.org/officeDocument/2006/relationships/image" Target="../media/image120.wmf"/><Relationship Id="rId7" Type="http://schemas.openxmlformats.org/officeDocument/2006/relationships/image" Target="../media/image119.wmf"/><Relationship Id="rId6" Type="http://schemas.openxmlformats.org/officeDocument/2006/relationships/image" Target="../media/image118.wmf"/><Relationship Id="rId5" Type="http://schemas.openxmlformats.org/officeDocument/2006/relationships/image" Target="../media/image117.wmf"/><Relationship Id="rId4" Type="http://schemas.openxmlformats.org/officeDocument/2006/relationships/image" Target="../media/image116.wmf"/><Relationship Id="rId3" Type="http://schemas.openxmlformats.org/officeDocument/2006/relationships/image" Target="../media/image115.wmf"/><Relationship Id="rId2" Type="http://schemas.openxmlformats.org/officeDocument/2006/relationships/image" Target="../media/image114.wmf"/><Relationship Id="rId15" Type="http://schemas.openxmlformats.org/officeDocument/2006/relationships/image" Target="../media/image127.wmf"/><Relationship Id="rId14" Type="http://schemas.openxmlformats.org/officeDocument/2006/relationships/image" Target="../media/image126.wmf"/><Relationship Id="rId13" Type="http://schemas.openxmlformats.org/officeDocument/2006/relationships/image" Target="../media/image125.wmf"/><Relationship Id="rId12" Type="http://schemas.openxmlformats.org/officeDocument/2006/relationships/image" Target="../media/image124.wmf"/><Relationship Id="rId11" Type="http://schemas.openxmlformats.org/officeDocument/2006/relationships/image" Target="../media/image123.wmf"/><Relationship Id="rId10" Type="http://schemas.openxmlformats.org/officeDocument/2006/relationships/image" Target="../media/image122.wmf"/><Relationship Id="rId1" Type="http://schemas.openxmlformats.org/officeDocument/2006/relationships/image" Target="../media/image76.wmf"/></Relationships>
</file>

<file path=ppt/drawings/_rels/vmlDrawing12.vml.rels><?xml version="1.0" encoding="UTF-8" standalone="yes"?>
<Relationships xmlns="http://schemas.openxmlformats.org/package/2006/relationships"><Relationship Id="rId9" Type="http://schemas.openxmlformats.org/officeDocument/2006/relationships/image" Target="../media/image131.wmf"/><Relationship Id="rId8" Type="http://schemas.openxmlformats.org/officeDocument/2006/relationships/image" Target="../media/image100.wmf"/><Relationship Id="rId7" Type="http://schemas.openxmlformats.org/officeDocument/2006/relationships/image" Target="../media/image130.wmf"/><Relationship Id="rId6" Type="http://schemas.openxmlformats.org/officeDocument/2006/relationships/image" Target="../media/image99.wmf"/><Relationship Id="rId5" Type="http://schemas.openxmlformats.org/officeDocument/2006/relationships/image" Target="../media/image24.wmf"/><Relationship Id="rId4" Type="http://schemas.openxmlformats.org/officeDocument/2006/relationships/image" Target="../media/image23.wmf"/><Relationship Id="rId3" Type="http://schemas.openxmlformats.org/officeDocument/2006/relationships/image" Target="../media/image22.wmf"/><Relationship Id="rId2" Type="http://schemas.openxmlformats.org/officeDocument/2006/relationships/image" Target="../media/image129.wmf"/><Relationship Id="rId13" Type="http://schemas.openxmlformats.org/officeDocument/2006/relationships/image" Target="../media/image135.wmf"/><Relationship Id="rId12" Type="http://schemas.openxmlformats.org/officeDocument/2006/relationships/image" Target="../media/image134.wmf"/><Relationship Id="rId11" Type="http://schemas.openxmlformats.org/officeDocument/2006/relationships/image" Target="../media/image133.wmf"/><Relationship Id="rId10" Type="http://schemas.openxmlformats.org/officeDocument/2006/relationships/image" Target="../media/image132.wmf"/><Relationship Id="rId1" Type="http://schemas.openxmlformats.org/officeDocument/2006/relationships/image" Target="../media/image128.wmf"/></Relationships>
</file>

<file path=ppt/drawings/_rels/vmlDrawing13.vml.rels><?xml version="1.0" encoding="UTF-8" standalone="yes"?>
<Relationships xmlns="http://schemas.openxmlformats.org/package/2006/relationships"><Relationship Id="rId7" Type="http://schemas.openxmlformats.org/officeDocument/2006/relationships/image" Target="../media/image143.wmf"/><Relationship Id="rId6" Type="http://schemas.openxmlformats.org/officeDocument/2006/relationships/image" Target="../media/image142.wmf"/><Relationship Id="rId5" Type="http://schemas.openxmlformats.org/officeDocument/2006/relationships/image" Target="../media/image141.wmf"/><Relationship Id="rId4" Type="http://schemas.openxmlformats.org/officeDocument/2006/relationships/image" Target="../media/image140.wmf"/><Relationship Id="rId3" Type="http://schemas.openxmlformats.org/officeDocument/2006/relationships/image" Target="../media/image139.wmf"/><Relationship Id="rId2" Type="http://schemas.openxmlformats.org/officeDocument/2006/relationships/image" Target="../media/image138.wmf"/><Relationship Id="rId1" Type="http://schemas.openxmlformats.org/officeDocument/2006/relationships/image" Target="../media/image137.wmf"/></Relationships>
</file>

<file path=ppt/drawings/_rels/vmlDrawing14.vml.rels><?xml version="1.0" encoding="UTF-8" standalone="yes"?>
<Relationships xmlns="http://schemas.openxmlformats.org/package/2006/relationships"><Relationship Id="rId9" Type="http://schemas.openxmlformats.org/officeDocument/2006/relationships/image" Target="../media/image138.wmf"/><Relationship Id="rId8" Type="http://schemas.openxmlformats.org/officeDocument/2006/relationships/image" Target="../media/image149.wmf"/><Relationship Id="rId7" Type="http://schemas.openxmlformats.org/officeDocument/2006/relationships/image" Target="../media/image148.wmf"/><Relationship Id="rId6" Type="http://schemas.openxmlformats.org/officeDocument/2006/relationships/image" Target="../media/image147.wmf"/><Relationship Id="rId5" Type="http://schemas.openxmlformats.org/officeDocument/2006/relationships/image" Target="../media/image146.wmf"/><Relationship Id="rId4" Type="http://schemas.openxmlformats.org/officeDocument/2006/relationships/image" Target="../media/image137.wmf"/><Relationship Id="rId3" Type="http://schemas.openxmlformats.org/officeDocument/2006/relationships/image" Target="../media/image145.wmf"/><Relationship Id="rId2" Type="http://schemas.openxmlformats.org/officeDocument/2006/relationships/image" Target="../media/image144.wmf"/><Relationship Id="rId10" Type="http://schemas.openxmlformats.org/officeDocument/2006/relationships/image" Target="../media/image150.wmf"/><Relationship Id="rId1" Type="http://schemas.openxmlformats.org/officeDocument/2006/relationships/image" Target="../media/image76.wmf"/></Relationships>
</file>

<file path=ppt/drawings/_rels/vmlDrawing15.vml.rels><?xml version="1.0" encoding="UTF-8" standalone="yes"?>
<Relationships xmlns="http://schemas.openxmlformats.org/package/2006/relationships"><Relationship Id="rId7" Type="http://schemas.openxmlformats.org/officeDocument/2006/relationships/image" Target="../media/image157.wmf"/><Relationship Id="rId6" Type="http://schemas.openxmlformats.org/officeDocument/2006/relationships/image" Target="../media/image156.wmf"/><Relationship Id="rId5" Type="http://schemas.openxmlformats.org/officeDocument/2006/relationships/image" Target="../media/image155.wmf"/><Relationship Id="rId4" Type="http://schemas.openxmlformats.org/officeDocument/2006/relationships/image" Target="../media/image154.wmf"/><Relationship Id="rId3" Type="http://schemas.openxmlformats.org/officeDocument/2006/relationships/image" Target="../media/image153.wmf"/><Relationship Id="rId2" Type="http://schemas.openxmlformats.org/officeDocument/2006/relationships/image" Target="../media/image152.wmf"/><Relationship Id="rId1" Type="http://schemas.openxmlformats.org/officeDocument/2006/relationships/image" Target="../media/image151.wmf"/></Relationships>
</file>

<file path=ppt/drawings/_rels/vmlDrawing16.vml.rels><?xml version="1.0" encoding="UTF-8" standalone="yes"?>
<Relationships xmlns="http://schemas.openxmlformats.org/package/2006/relationships"><Relationship Id="rId7" Type="http://schemas.openxmlformats.org/officeDocument/2006/relationships/image" Target="../media/image164.wmf"/><Relationship Id="rId6" Type="http://schemas.openxmlformats.org/officeDocument/2006/relationships/image" Target="../media/image163.wmf"/><Relationship Id="rId5" Type="http://schemas.openxmlformats.org/officeDocument/2006/relationships/image" Target="../media/image162.wmf"/><Relationship Id="rId4" Type="http://schemas.openxmlformats.org/officeDocument/2006/relationships/image" Target="../media/image161.wmf"/><Relationship Id="rId3" Type="http://schemas.openxmlformats.org/officeDocument/2006/relationships/image" Target="../media/image160.wmf"/><Relationship Id="rId2" Type="http://schemas.openxmlformats.org/officeDocument/2006/relationships/image" Target="../media/image159.wmf"/><Relationship Id="rId1" Type="http://schemas.openxmlformats.org/officeDocument/2006/relationships/image" Target="../media/image158.wmf"/></Relationships>
</file>

<file path=ppt/drawings/_rels/vmlDrawing17.vml.rels><?xml version="1.0" encoding="UTF-8" standalone="yes"?>
<Relationships xmlns="http://schemas.openxmlformats.org/package/2006/relationships"><Relationship Id="rId9" Type="http://schemas.openxmlformats.org/officeDocument/2006/relationships/image" Target="../media/image173.wmf"/><Relationship Id="rId8" Type="http://schemas.openxmlformats.org/officeDocument/2006/relationships/image" Target="../media/image172.wmf"/><Relationship Id="rId7" Type="http://schemas.openxmlformats.org/officeDocument/2006/relationships/image" Target="../media/image171.wmf"/><Relationship Id="rId6" Type="http://schemas.openxmlformats.org/officeDocument/2006/relationships/image" Target="../media/image170.wmf"/><Relationship Id="rId5" Type="http://schemas.openxmlformats.org/officeDocument/2006/relationships/image" Target="../media/image169.wmf"/><Relationship Id="rId4" Type="http://schemas.openxmlformats.org/officeDocument/2006/relationships/image" Target="../media/image168.wmf"/><Relationship Id="rId3" Type="http://schemas.openxmlformats.org/officeDocument/2006/relationships/image" Target="../media/image167.wmf"/><Relationship Id="rId27" Type="http://schemas.openxmlformats.org/officeDocument/2006/relationships/image" Target="../media/image191.wmf"/><Relationship Id="rId26" Type="http://schemas.openxmlformats.org/officeDocument/2006/relationships/image" Target="../media/image190.wmf"/><Relationship Id="rId25" Type="http://schemas.openxmlformats.org/officeDocument/2006/relationships/image" Target="../media/image189.wmf"/><Relationship Id="rId24" Type="http://schemas.openxmlformats.org/officeDocument/2006/relationships/image" Target="../media/image188.wmf"/><Relationship Id="rId23" Type="http://schemas.openxmlformats.org/officeDocument/2006/relationships/image" Target="../media/image187.wmf"/><Relationship Id="rId22" Type="http://schemas.openxmlformats.org/officeDocument/2006/relationships/image" Target="../media/image186.wmf"/><Relationship Id="rId21" Type="http://schemas.openxmlformats.org/officeDocument/2006/relationships/image" Target="../media/image185.wmf"/><Relationship Id="rId20" Type="http://schemas.openxmlformats.org/officeDocument/2006/relationships/image" Target="../media/image184.wmf"/><Relationship Id="rId2" Type="http://schemas.openxmlformats.org/officeDocument/2006/relationships/image" Target="../media/image166.wmf"/><Relationship Id="rId19" Type="http://schemas.openxmlformats.org/officeDocument/2006/relationships/image" Target="../media/image183.wmf"/><Relationship Id="rId18" Type="http://schemas.openxmlformats.org/officeDocument/2006/relationships/image" Target="../media/image182.wmf"/><Relationship Id="rId17" Type="http://schemas.openxmlformats.org/officeDocument/2006/relationships/image" Target="../media/image181.wmf"/><Relationship Id="rId16" Type="http://schemas.openxmlformats.org/officeDocument/2006/relationships/image" Target="../media/image180.wmf"/><Relationship Id="rId15" Type="http://schemas.openxmlformats.org/officeDocument/2006/relationships/image" Target="../media/image179.wmf"/><Relationship Id="rId14" Type="http://schemas.openxmlformats.org/officeDocument/2006/relationships/image" Target="../media/image178.wmf"/><Relationship Id="rId13" Type="http://schemas.openxmlformats.org/officeDocument/2006/relationships/image" Target="../media/image177.wmf"/><Relationship Id="rId12" Type="http://schemas.openxmlformats.org/officeDocument/2006/relationships/image" Target="../media/image176.wmf"/><Relationship Id="rId11" Type="http://schemas.openxmlformats.org/officeDocument/2006/relationships/image" Target="../media/image175.wmf"/><Relationship Id="rId10" Type="http://schemas.openxmlformats.org/officeDocument/2006/relationships/image" Target="../media/image174.wmf"/><Relationship Id="rId1" Type="http://schemas.openxmlformats.org/officeDocument/2006/relationships/image" Target="../media/image165.wmf"/></Relationships>
</file>

<file path=ppt/drawings/_rels/vmlDrawing18.vml.rels><?xml version="1.0" encoding="UTF-8" standalone="yes"?>
<Relationships xmlns="http://schemas.openxmlformats.org/package/2006/relationships"><Relationship Id="rId9" Type="http://schemas.openxmlformats.org/officeDocument/2006/relationships/image" Target="../media/image196.wmf"/><Relationship Id="rId8" Type="http://schemas.openxmlformats.org/officeDocument/2006/relationships/image" Target="../media/image195.wmf"/><Relationship Id="rId7" Type="http://schemas.openxmlformats.org/officeDocument/2006/relationships/image" Target="../media/image194.wmf"/><Relationship Id="rId6" Type="http://schemas.openxmlformats.org/officeDocument/2006/relationships/image" Target="../media/image193.wmf"/><Relationship Id="rId5" Type="http://schemas.openxmlformats.org/officeDocument/2006/relationships/image" Target="../media/image192.wmf"/><Relationship Id="rId4" Type="http://schemas.openxmlformats.org/officeDocument/2006/relationships/image" Target="../media/image168.wmf"/><Relationship Id="rId3" Type="http://schemas.openxmlformats.org/officeDocument/2006/relationships/image" Target="../media/image167.wmf"/><Relationship Id="rId2" Type="http://schemas.openxmlformats.org/officeDocument/2006/relationships/image" Target="../media/image166.wmf"/><Relationship Id="rId19" Type="http://schemas.openxmlformats.org/officeDocument/2006/relationships/image" Target="../media/image206.wmf"/><Relationship Id="rId18" Type="http://schemas.openxmlformats.org/officeDocument/2006/relationships/image" Target="../media/image205.wmf"/><Relationship Id="rId17" Type="http://schemas.openxmlformats.org/officeDocument/2006/relationships/image" Target="../media/image204.wmf"/><Relationship Id="rId16" Type="http://schemas.openxmlformats.org/officeDocument/2006/relationships/image" Target="../media/image203.wmf"/><Relationship Id="rId15" Type="http://schemas.openxmlformats.org/officeDocument/2006/relationships/image" Target="../media/image202.wmf"/><Relationship Id="rId14" Type="http://schemas.openxmlformats.org/officeDocument/2006/relationships/image" Target="../media/image201.wmf"/><Relationship Id="rId13" Type="http://schemas.openxmlformats.org/officeDocument/2006/relationships/image" Target="../media/image200.wmf"/><Relationship Id="rId12" Type="http://schemas.openxmlformats.org/officeDocument/2006/relationships/image" Target="../media/image199.wmf"/><Relationship Id="rId11" Type="http://schemas.openxmlformats.org/officeDocument/2006/relationships/image" Target="../media/image198.wmf"/><Relationship Id="rId10" Type="http://schemas.openxmlformats.org/officeDocument/2006/relationships/image" Target="../media/image197.wmf"/><Relationship Id="rId1" Type="http://schemas.openxmlformats.org/officeDocument/2006/relationships/image" Target="../media/image165.wmf"/></Relationships>
</file>

<file path=ppt/drawings/_rels/vmlDrawing19.vml.rels><?xml version="1.0" encoding="UTF-8" standalone="yes"?>
<Relationships xmlns="http://schemas.openxmlformats.org/package/2006/relationships"><Relationship Id="rId9" Type="http://schemas.openxmlformats.org/officeDocument/2006/relationships/image" Target="../media/image215.wmf"/><Relationship Id="rId8" Type="http://schemas.openxmlformats.org/officeDocument/2006/relationships/image" Target="../media/image214.wmf"/><Relationship Id="rId7" Type="http://schemas.openxmlformats.org/officeDocument/2006/relationships/image" Target="../media/image213.wmf"/><Relationship Id="rId6" Type="http://schemas.openxmlformats.org/officeDocument/2006/relationships/image" Target="../media/image212.wmf"/><Relationship Id="rId5" Type="http://schemas.openxmlformats.org/officeDocument/2006/relationships/image" Target="../media/image211.wmf"/><Relationship Id="rId4" Type="http://schemas.openxmlformats.org/officeDocument/2006/relationships/image" Target="../media/image210.wmf"/><Relationship Id="rId3" Type="http://schemas.openxmlformats.org/officeDocument/2006/relationships/image" Target="../media/image209.wmf"/><Relationship Id="rId2" Type="http://schemas.openxmlformats.org/officeDocument/2006/relationships/image" Target="../media/image208.wmf"/><Relationship Id="rId14" Type="http://schemas.openxmlformats.org/officeDocument/2006/relationships/image" Target="../media/image220.wmf"/><Relationship Id="rId13" Type="http://schemas.openxmlformats.org/officeDocument/2006/relationships/image" Target="../media/image219.wmf"/><Relationship Id="rId12" Type="http://schemas.openxmlformats.org/officeDocument/2006/relationships/image" Target="../media/image218.wmf"/><Relationship Id="rId11" Type="http://schemas.openxmlformats.org/officeDocument/2006/relationships/image" Target="../media/image217.wmf"/><Relationship Id="rId10" Type="http://schemas.openxmlformats.org/officeDocument/2006/relationships/image" Target="../media/image216.wmf"/><Relationship Id="rId1" Type="http://schemas.openxmlformats.org/officeDocument/2006/relationships/image" Target="../media/image207.wmf"/></Relationships>
</file>

<file path=ppt/drawings/_rels/vmlDrawing20.vml.rels><?xml version="1.0" encoding="UTF-8" standalone="yes"?>
<Relationships xmlns="http://schemas.openxmlformats.org/package/2006/relationships"><Relationship Id="rId9" Type="http://schemas.openxmlformats.org/officeDocument/2006/relationships/image" Target="../media/image225.wmf"/><Relationship Id="rId8" Type="http://schemas.openxmlformats.org/officeDocument/2006/relationships/image" Target="../media/image224.wmf"/><Relationship Id="rId7" Type="http://schemas.openxmlformats.org/officeDocument/2006/relationships/image" Target="../media/image223.wmf"/><Relationship Id="rId6" Type="http://schemas.openxmlformats.org/officeDocument/2006/relationships/image" Target="../media/image222.wmf"/><Relationship Id="rId5" Type="http://schemas.openxmlformats.org/officeDocument/2006/relationships/image" Target="../media/image221.wmf"/><Relationship Id="rId4" Type="http://schemas.openxmlformats.org/officeDocument/2006/relationships/image" Target="../media/image100.wmf"/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2" Type="http://schemas.openxmlformats.org/officeDocument/2006/relationships/image" Target="../media/image228.wmf"/><Relationship Id="rId11" Type="http://schemas.openxmlformats.org/officeDocument/2006/relationships/image" Target="../media/image227.wmf"/><Relationship Id="rId10" Type="http://schemas.openxmlformats.org/officeDocument/2006/relationships/image" Target="../media/image226.wmf"/><Relationship Id="rId1" Type="http://schemas.openxmlformats.org/officeDocument/2006/relationships/image" Target="../media/image22.wmf"/></Relationships>
</file>

<file path=ppt/drawings/_rels/vmlDrawing21.vml.rels><?xml version="1.0" encoding="UTF-8" standalone="yes"?>
<Relationships xmlns="http://schemas.openxmlformats.org/package/2006/relationships"><Relationship Id="rId9" Type="http://schemas.openxmlformats.org/officeDocument/2006/relationships/image" Target="../media/image22.wmf"/><Relationship Id="rId8" Type="http://schemas.openxmlformats.org/officeDocument/2006/relationships/image" Target="../media/image236.wmf"/><Relationship Id="rId7" Type="http://schemas.openxmlformats.org/officeDocument/2006/relationships/image" Target="../media/image235.wmf"/><Relationship Id="rId6" Type="http://schemas.openxmlformats.org/officeDocument/2006/relationships/image" Target="../media/image234.wmf"/><Relationship Id="rId5" Type="http://schemas.openxmlformats.org/officeDocument/2006/relationships/image" Target="../media/image233.wmf"/><Relationship Id="rId4" Type="http://schemas.openxmlformats.org/officeDocument/2006/relationships/image" Target="../media/image232.wmf"/><Relationship Id="rId3" Type="http://schemas.openxmlformats.org/officeDocument/2006/relationships/image" Target="../media/image231.wmf"/><Relationship Id="rId2" Type="http://schemas.openxmlformats.org/officeDocument/2006/relationships/image" Target="../media/image230.wmf"/><Relationship Id="rId14" Type="http://schemas.openxmlformats.org/officeDocument/2006/relationships/image" Target="../media/image238.wmf"/><Relationship Id="rId13" Type="http://schemas.openxmlformats.org/officeDocument/2006/relationships/image" Target="../media/image237.wmf"/><Relationship Id="rId12" Type="http://schemas.openxmlformats.org/officeDocument/2006/relationships/image" Target="../media/image100.wmf"/><Relationship Id="rId11" Type="http://schemas.openxmlformats.org/officeDocument/2006/relationships/image" Target="../media/image24.wmf"/><Relationship Id="rId10" Type="http://schemas.openxmlformats.org/officeDocument/2006/relationships/image" Target="../media/image23.wmf"/><Relationship Id="rId1" Type="http://schemas.openxmlformats.org/officeDocument/2006/relationships/image" Target="../media/image229.wmf"/></Relationships>
</file>

<file path=ppt/drawings/_rels/vmlDrawing22.vml.rels><?xml version="1.0" encoding="UTF-8" standalone="yes"?>
<Relationships xmlns="http://schemas.openxmlformats.org/package/2006/relationships"><Relationship Id="rId9" Type="http://schemas.openxmlformats.org/officeDocument/2006/relationships/image" Target="../media/image23.wmf"/><Relationship Id="rId8" Type="http://schemas.openxmlformats.org/officeDocument/2006/relationships/image" Target="../media/image22.wmf"/><Relationship Id="rId7" Type="http://schemas.openxmlformats.org/officeDocument/2006/relationships/image" Target="../media/image244.wmf"/><Relationship Id="rId6" Type="http://schemas.openxmlformats.org/officeDocument/2006/relationships/image" Target="../media/image243.wmf"/><Relationship Id="rId5" Type="http://schemas.openxmlformats.org/officeDocument/2006/relationships/image" Target="../media/image242.wmf"/><Relationship Id="rId4" Type="http://schemas.openxmlformats.org/officeDocument/2006/relationships/image" Target="../media/image241.wmf"/><Relationship Id="rId3" Type="http://schemas.openxmlformats.org/officeDocument/2006/relationships/image" Target="../media/image240.wmf"/><Relationship Id="rId2" Type="http://schemas.openxmlformats.org/officeDocument/2006/relationships/image" Target="../media/image239.wmf"/><Relationship Id="rId17" Type="http://schemas.openxmlformats.org/officeDocument/2006/relationships/image" Target="../media/image248.wmf"/><Relationship Id="rId16" Type="http://schemas.openxmlformats.org/officeDocument/2006/relationships/image" Target="../media/image247.wmf"/><Relationship Id="rId15" Type="http://schemas.openxmlformats.org/officeDocument/2006/relationships/image" Target="../media/image246.wmf"/><Relationship Id="rId14" Type="http://schemas.openxmlformats.org/officeDocument/2006/relationships/image" Target="../media/image245.wmf"/><Relationship Id="rId13" Type="http://schemas.openxmlformats.org/officeDocument/2006/relationships/image" Target="../media/image238.wmf"/><Relationship Id="rId12" Type="http://schemas.openxmlformats.org/officeDocument/2006/relationships/image" Target="../media/image237.wmf"/><Relationship Id="rId11" Type="http://schemas.openxmlformats.org/officeDocument/2006/relationships/image" Target="../media/image100.wmf"/><Relationship Id="rId10" Type="http://schemas.openxmlformats.org/officeDocument/2006/relationships/image" Target="../media/image24.wmf"/><Relationship Id="rId1" Type="http://schemas.openxmlformats.org/officeDocument/2006/relationships/image" Target="../media/image229.w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9.wmf"/></Relationships>
</file>

<file path=ppt/drawings/_rels/vmlDrawing24.vml.rels><?xml version="1.0" encoding="UTF-8" standalone="yes"?>
<Relationships xmlns="http://schemas.openxmlformats.org/package/2006/relationships"><Relationship Id="rId9" Type="http://schemas.openxmlformats.org/officeDocument/2006/relationships/image" Target="../media/image258.wmf"/><Relationship Id="rId8" Type="http://schemas.openxmlformats.org/officeDocument/2006/relationships/image" Target="../media/image257.wmf"/><Relationship Id="rId7" Type="http://schemas.openxmlformats.org/officeDocument/2006/relationships/image" Target="../media/image256.wmf"/><Relationship Id="rId6" Type="http://schemas.openxmlformats.org/officeDocument/2006/relationships/image" Target="../media/image255.wmf"/><Relationship Id="rId5" Type="http://schemas.openxmlformats.org/officeDocument/2006/relationships/image" Target="../media/image254.wmf"/><Relationship Id="rId4" Type="http://schemas.openxmlformats.org/officeDocument/2006/relationships/image" Target="../media/image253.wmf"/><Relationship Id="rId3" Type="http://schemas.openxmlformats.org/officeDocument/2006/relationships/image" Target="../media/image252.wmf"/><Relationship Id="rId2" Type="http://schemas.openxmlformats.org/officeDocument/2006/relationships/image" Target="../media/image251.wmf"/><Relationship Id="rId16" Type="http://schemas.openxmlformats.org/officeDocument/2006/relationships/image" Target="../media/image265.wmf"/><Relationship Id="rId15" Type="http://schemas.openxmlformats.org/officeDocument/2006/relationships/image" Target="../media/image264.wmf"/><Relationship Id="rId14" Type="http://schemas.openxmlformats.org/officeDocument/2006/relationships/image" Target="../media/image263.wmf"/><Relationship Id="rId13" Type="http://schemas.openxmlformats.org/officeDocument/2006/relationships/image" Target="../media/image262.wmf"/><Relationship Id="rId12" Type="http://schemas.openxmlformats.org/officeDocument/2006/relationships/image" Target="../media/image261.wmf"/><Relationship Id="rId11" Type="http://schemas.openxmlformats.org/officeDocument/2006/relationships/image" Target="../media/image260.wmf"/><Relationship Id="rId10" Type="http://schemas.openxmlformats.org/officeDocument/2006/relationships/image" Target="../media/image259.wmf"/><Relationship Id="rId1" Type="http://schemas.openxmlformats.org/officeDocument/2006/relationships/image" Target="../media/image25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9DF81B-7435-47FF-810F-104EA4E5F61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36650" y="1143000"/>
            <a:ext cx="4584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65D60B-1BF6-4D2B-AF67-18B93172C66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5" Type="http://schemas.openxmlformats.org/officeDocument/2006/relationships/tags" Target="../tags/tag49.xml"/><Relationship Id="rId24" Type="http://schemas.openxmlformats.org/officeDocument/2006/relationships/tags" Target="../tags/tag48.xml"/><Relationship Id="rId23" Type="http://schemas.openxmlformats.org/officeDocument/2006/relationships/tags" Target="../tags/tag47.xml"/><Relationship Id="rId22" Type="http://schemas.openxmlformats.org/officeDocument/2006/relationships/tags" Target="../tags/tag46.xml"/><Relationship Id="rId21" Type="http://schemas.openxmlformats.org/officeDocument/2006/relationships/tags" Target="../tags/tag45.xml"/><Relationship Id="rId20" Type="http://schemas.openxmlformats.org/officeDocument/2006/relationships/tags" Target="../tags/tag44.xml"/><Relationship Id="rId2" Type="http://schemas.openxmlformats.org/officeDocument/2006/relationships/tags" Target="../tags/tag26.xml"/><Relationship Id="rId19" Type="http://schemas.openxmlformats.org/officeDocument/2006/relationships/tags" Target="../tags/tag43.xml"/><Relationship Id="rId18" Type="http://schemas.openxmlformats.org/officeDocument/2006/relationships/tags" Target="../tags/tag42.xml"/><Relationship Id="rId17" Type="http://schemas.openxmlformats.org/officeDocument/2006/relationships/tags" Target="../tags/tag41.xml"/><Relationship Id="rId16" Type="http://schemas.openxmlformats.org/officeDocument/2006/relationships/tags" Target="../tags/tag40.xml"/><Relationship Id="rId15" Type="http://schemas.openxmlformats.org/officeDocument/2006/relationships/tags" Target="../tags/tag39.xml"/><Relationship Id="rId14" Type="http://schemas.openxmlformats.org/officeDocument/2006/relationships/tags" Target="../tags/tag38.xml"/><Relationship Id="rId13" Type="http://schemas.openxmlformats.org/officeDocument/2006/relationships/tags" Target="../tags/tag37.xml"/><Relationship Id="rId12" Type="http://schemas.openxmlformats.org/officeDocument/2006/relationships/tags" Target="../tags/tag36.xml"/><Relationship Id="rId11" Type="http://schemas.openxmlformats.org/officeDocument/2006/relationships/tags" Target="../tags/tag35.xml"/><Relationship Id="rId10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63.xml"/><Relationship Id="rId8" Type="http://schemas.openxmlformats.org/officeDocument/2006/relationships/tags" Target="../tags/tag62.xml"/><Relationship Id="rId7" Type="http://schemas.openxmlformats.org/officeDocument/2006/relationships/tags" Target="../tags/tag61.xml"/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71.xml"/><Relationship Id="rId8" Type="http://schemas.openxmlformats.org/officeDocument/2006/relationships/tags" Target="../tags/tag70.xml"/><Relationship Id="rId7" Type="http://schemas.openxmlformats.org/officeDocument/2006/relationships/tags" Target="../tags/tag69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3" Type="http://schemas.openxmlformats.org/officeDocument/2006/relationships/tags" Target="../tags/tag75.xml"/><Relationship Id="rId12" Type="http://schemas.openxmlformats.org/officeDocument/2006/relationships/tags" Target="../tags/tag74.xml"/><Relationship Id="rId11" Type="http://schemas.openxmlformats.org/officeDocument/2006/relationships/tags" Target="../tags/tag73.xml"/><Relationship Id="rId10" Type="http://schemas.openxmlformats.org/officeDocument/2006/relationships/tags" Target="../tags/tag72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78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84.xml"/><Relationship Id="rId6" Type="http://schemas.openxmlformats.org/officeDocument/2006/relationships/tags" Target="../tags/tag83.xml"/><Relationship Id="rId5" Type="http://schemas.openxmlformats.org/officeDocument/2006/relationships/tags" Target="../tags/tag82.xml"/><Relationship Id="rId4" Type="http://schemas.openxmlformats.org/officeDocument/2006/relationships/tags" Target="../tags/tag81.xml"/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89.xml"/><Relationship Id="rId5" Type="http://schemas.openxmlformats.org/officeDocument/2006/relationships/tags" Target="../tags/tag88.xml"/><Relationship Id="rId4" Type="http://schemas.openxmlformats.org/officeDocument/2006/relationships/tags" Target="../tags/tag87.xml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93.xml"/><Relationship Id="rId4" Type="http://schemas.openxmlformats.org/officeDocument/2006/relationships/tags" Target="../tags/tag92.xml"/><Relationship Id="rId3" Type="http://schemas.openxmlformats.org/officeDocument/2006/relationships/tags" Target="../tags/tag91.xml"/><Relationship Id="rId2" Type="http://schemas.openxmlformats.org/officeDocument/2006/relationships/tags" Target="../tags/tag90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101.xml"/><Relationship Id="rId8" Type="http://schemas.openxmlformats.org/officeDocument/2006/relationships/tags" Target="../tags/tag100.xml"/><Relationship Id="rId7" Type="http://schemas.openxmlformats.org/officeDocument/2006/relationships/tags" Target="../tags/tag99.xml"/><Relationship Id="rId6" Type="http://schemas.openxmlformats.org/officeDocument/2006/relationships/tags" Target="../tags/tag98.xml"/><Relationship Id="rId5" Type="http://schemas.openxmlformats.org/officeDocument/2006/relationships/tags" Target="../tags/tag97.xml"/><Relationship Id="rId4" Type="http://schemas.openxmlformats.org/officeDocument/2006/relationships/tags" Target="../tags/tag96.xml"/><Relationship Id="rId3" Type="http://schemas.openxmlformats.org/officeDocument/2006/relationships/tags" Target="../tags/tag95.xml"/><Relationship Id="rId23" Type="http://schemas.openxmlformats.org/officeDocument/2006/relationships/tags" Target="../tags/tag115.xml"/><Relationship Id="rId22" Type="http://schemas.openxmlformats.org/officeDocument/2006/relationships/tags" Target="../tags/tag114.xml"/><Relationship Id="rId21" Type="http://schemas.openxmlformats.org/officeDocument/2006/relationships/tags" Target="../tags/tag113.xml"/><Relationship Id="rId20" Type="http://schemas.openxmlformats.org/officeDocument/2006/relationships/tags" Target="../tags/tag112.xml"/><Relationship Id="rId2" Type="http://schemas.openxmlformats.org/officeDocument/2006/relationships/tags" Target="../tags/tag94.xml"/><Relationship Id="rId19" Type="http://schemas.openxmlformats.org/officeDocument/2006/relationships/tags" Target="../tags/tag111.xml"/><Relationship Id="rId18" Type="http://schemas.openxmlformats.org/officeDocument/2006/relationships/tags" Target="../tags/tag110.xml"/><Relationship Id="rId17" Type="http://schemas.openxmlformats.org/officeDocument/2006/relationships/tags" Target="../tags/tag109.xml"/><Relationship Id="rId16" Type="http://schemas.openxmlformats.org/officeDocument/2006/relationships/tags" Target="../tags/tag108.xml"/><Relationship Id="rId15" Type="http://schemas.openxmlformats.org/officeDocument/2006/relationships/tags" Target="../tags/tag107.xml"/><Relationship Id="rId14" Type="http://schemas.openxmlformats.org/officeDocument/2006/relationships/tags" Target="../tags/tag106.xml"/><Relationship Id="rId13" Type="http://schemas.openxmlformats.org/officeDocument/2006/relationships/tags" Target="../tags/tag105.xml"/><Relationship Id="rId12" Type="http://schemas.openxmlformats.org/officeDocument/2006/relationships/tags" Target="../tags/tag104.xml"/><Relationship Id="rId11" Type="http://schemas.openxmlformats.org/officeDocument/2006/relationships/tags" Target="../tags/tag103.xml"/><Relationship Id="rId10" Type="http://schemas.openxmlformats.org/officeDocument/2006/relationships/tags" Target="../tags/tag10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tags" Target="../tags/tag122.xml"/><Relationship Id="rId7" Type="http://schemas.openxmlformats.org/officeDocument/2006/relationships/tags" Target="../tags/tag121.xml"/><Relationship Id="rId6" Type="http://schemas.openxmlformats.org/officeDocument/2006/relationships/tags" Target="../tags/tag120.xml"/><Relationship Id="rId5" Type="http://schemas.openxmlformats.org/officeDocument/2006/relationships/tags" Target="../tags/tag119.xml"/><Relationship Id="rId4" Type="http://schemas.openxmlformats.org/officeDocument/2006/relationships/tags" Target="../tags/tag118.xml"/><Relationship Id="rId3" Type="http://schemas.openxmlformats.org/officeDocument/2006/relationships/tags" Target="../tags/tag117.xml"/><Relationship Id="rId2" Type="http://schemas.openxmlformats.org/officeDocument/2006/relationships/tags" Target="../tags/tag116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130.xml"/><Relationship Id="rId8" Type="http://schemas.openxmlformats.org/officeDocument/2006/relationships/tags" Target="../tags/tag129.xml"/><Relationship Id="rId7" Type="http://schemas.openxmlformats.org/officeDocument/2006/relationships/tags" Target="../tags/tag128.xml"/><Relationship Id="rId6" Type="http://schemas.openxmlformats.org/officeDocument/2006/relationships/tags" Target="../tags/tag127.xml"/><Relationship Id="rId5" Type="http://schemas.openxmlformats.org/officeDocument/2006/relationships/tags" Target="../tags/tag126.xml"/><Relationship Id="rId4" Type="http://schemas.openxmlformats.org/officeDocument/2006/relationships/tags" Target="../tags/tag125.xml"/><Relationship Id="rId3" Type="http://schemas.openxmlformats.org/officeDocument/2006/relationships/tags" Target="../tags/tag124.xml"/><Relationship Id="rId2" Type="http://schemas.openxmlformats.org/officeDocument/2006/relationships/tags" Target="../tags/tag123.xml"/><Relationship Id="rId14" Type="http://schemas.openxmlformats.org/officeDocument/2006/relationships/tags" Target="../tags/tag135.xml"/><Relationship Id="rId13" Type="http://schemas.openxmlformats.org/officeDocument/2006/relationships/tags" Target="../tags/tag134.xml"/><Relationship Id="rId12" Type="http://schemas.openxmlformats.org/officeDocument/2006/relationships/tags" Target="../tags/tag133.xml"/><Relationship Id="rId11" Type="http://schemas.openxmlformats.org/officeDocument/2006/relationships/tags" Target="../tags/tag132.xml"/><Relationship Id="rId10" Type="http://schemas.openxmlformats.org/officeDocument/2006/relationships/tags" Target="../tags/tag131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143.xml"/><Relationship Id="rId8" Type="http://schemas.openxmlformats.org/officeDocument/2006/relationships/tags" Target="../tags/tag142.xml"/><Relationship Id="rId7" Type="http://schemas.openxmlformats.org/officeDocument/2006/relationships/tags" Target="../tags/tag141.xml"/><Relationship Id="rId6" Type="http://schemas.openxmlformats.org/officeDocument/2006/relationships/tags" Target="../tags/tag140.xml"/><Relationship Id="rId5" Type="http://schemas.openxmlformats.org/officeDocument/2006/relationships/tags" Target="../tags/tag139.xml"/><Relationship Id="rId4" Type="http://schemas.openxmlformats.org/officeDocument/2006/relationships/tags" Target="../tags/tag138.xml"/><Relationship Id="rId3" Type="http://schemas.openxmlformats.org/officeDocument/2006/relationships/tags" Target="../tags/tag137.xml"/><Relationship Id="rId2" Type="http://schemas.openxmlformats.org/officeDocument/2006/relationships/tags" Target="../tags/tag136.xml"/><Relationship Id="rId12" Type="http://schemas.openxmlformats.org/officeDocument/2006/relationships/tags" Target="../tags/tag146.xml"/><Relationship Id="rId11" Type="http://schemas.openxmlformats.org/officeDocument/2006/relationships/tags" Target="../tags/tag145.xml"/><Relationship Id="rId10" Type="http://schemas.openxmlformats.org/officeDocument/2006/relationships/tags" Target="../tags/tag144.xm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154.xml"/><Relationship Id="rId8" Type="http://schemas.openxmlformats.org/officeDocument/2006/relationships/tags" Target="../tags/tag153.xml"/><Relationship Id="rId7" Type="http://schemas.openxmlformats.org/officeDocument/2006/relationships/tags" Target="../tags/tag152.xml"/><Relationship Id="rId6" Type="http://schemas.openxmlformats.org/officeDocument/2006/relationships/tags" Target="../tags/tag151.xml"/><Relationship Id="rId5" Type="http://schemas.openxmlformats.org/officeDocument/2006/relationships/tags" Target="../tags/tag150.xml"/><Relationship Id="rId4" Type="http://schemas.openxmlformats.org/officeDocument/2006/relationships/tags" Target="../tags/tag149.xml"/><Relationship Id="rId3" Type="http://schemas.openxmlformats.org/officeDocument/2006/relationships/tags" Target="../tags/tag148.xml"/><Relationship Id="rId2" Type="http://schemas.openxmlformats.org/officeDocument/2006/relationships/tags" Target="../tags/tag147.xml"/><Relationship Id="rId11" Type="http://schemas.openxmlformats.org/officeDocument/2006/relationships/tags" Target="../tags/tag156.xml"/><Relationship Id="rId10" Type="http://schemas.openxmlformats.org/officeDocument/2006/relationships/tags" Target="../tags/tag155.xm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164.xml"/><Relationship Id="rId8" Type="http://schemas.openxmlformats.org/officeDocument/2006/relationships/tags" Target="../tags/tag163.xml"/><Relationship Id="rId7" Type="http://schemas.openxmlformats.org/officeDocument/2006/relationships/tags" Target="../tags/tag162.xml"/><Relationship Id="rId6" Type="http://schemas.openxmlformats.org/officeDocument/2006/relationships/tags" Target="../tags/tag161.xml"/><Relationship Id="rId5" Type="http://schemas.openxmlformats.org/officeDocument/2006/relationships/tags" Target="../tags/tag160.xml"/><Relationship Id="rId4" Type="http://schemas.openxmlformats.org/officeDocument/2006/relationships/tags" Target="../tags/tag159.xml"/><Relationship Id="rId3" Type="http://schemas.openxmlformats.org/officeDocument/2006/relationships/tags" Target="../tags/tag158.xml"/><Relationship Id="rId2" Type="http://schemas.openxmlformats.org/officeDocument/2006/relationships/tags" Target="../tags/tag157.xml"/><Relationship Id="rId11" Type="http://schemas.openxmlformats.org/officeDocument/2006/relationships/tags" Target="../tags/tag166.xml"/><Relationship Id="rId10" Type="http://schemas.openxmlformats.org/officeDocument/2006/relationships/tags" Target="../tags/tag165.xm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174.xml"/><Relationship Id="rId8" Type="http://schemas.openxmlformats.org/officeDocument/2006/relationships/tags" Target="../tags/tag173.xml"/><Relationship Id="rId7" Type="http://schemas.openxmlformats.org/officeDocument/2006/relationships/tags" Target="../tags/tag172.xml"/><Relationship Id="rId6" Type="http://schemas.openxmlformats.org/officeDocument/2006/relationships/tags" Target="../tags/tag171.xml"/><Relationship Id="rId5" Type="http://schemas.openxmlformats.org/officeDocument/2006/relationships/tags" Target="../tags/tag170.xml"/><Relationship Id="rId4" Type="http://schemas.openxmlformats.org/officeDocument/2006/relationships/tags" Target="../tags/tag169.xml"/><Relationship Id="rId3" Type="http://schemas.openxmlformats.org/officeDocument/2006/relationships/tags" Target="../tags/tag168.xml"/><Relationship Id="rId2" Type="http://schemas.openxmlformats.org/officeDocument/2006/relationships/tags" Target="../tags/tag167.xml"/><Relationship Id="rId15" Type="http://schemas.openxmlformats.org/officeDocument/2006/relationships/tags" Target="../tags/tag180.xml"/><Relationship Id="rId14" Type="http://schemas.openxmlformats.org/officeDocument/2006/relationships/tags" Target="../tags/tag179.xml"/><Relationship Id="rId13" Type="http://schemas.openxmlformats.org/officeDocument/2006/relationships/tags" Target="../tags/tag178.xml"/><Relationship Id="rId12" Type="http://schemas.openxmlformats.org/officeDocument/2006/relationships/tags" Target="../tags/tag177.xml"/><Relationship Id="rId11" Type="http://schemas.openxmlformats.org/officeDocument/2006/relationships/tags" Target="../tags/tag176.xml"/><Relationship Id="rId10" Type="http://schemas.openxmlformats.org/officeDocument/2006/relationships/tags" Target="../tags/tag175.xm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188.xml"/><Relationship Id="rId8" Type="http://schemas.openxmlformats.org/officeDocument/2006/relationships/tags" Target="../tags/tag187.xml"/><Relationship Id="rId7" Type="http://schemas.openxmlformats.org/officeDocument/2006/relationships/tags" Target="../tags/tag186.xml"/><Relationship Id="rId6" Type="http://schemas.openxmlformats.org/officeDocument/2006/relationships/tags" Target="../tags/tag185.xml"/><Relationship Id="rId5" Type="http://schemas.openxmlformats.org/officeDocument/2006/relationships/tags" Target="../tags/tag184.xml"/><Relationship Id="rId4" Type="http://schemas.openxmlformats.org/officeDocument/2006/relationships/tags" Target="../tags/tag183.xml"/><Relationship Id="rId3" Type="http://schemas.openxmlformats.org/officeDocument/2006/relationships/tags" Target="../tags/tag182.xml"/><Relationship Id="rId2" Type="http://schemas.openxmlformats.org/officeDocument/2006/relationships/tags" Target="../tags/tag181.xml"/><Relationship Id="rId15" Type="http://schemas.openxmlformats.org/officeDocument/2006/relationships/tags" Target="../tags/tag194.xml"/><Relationship Id="rId14" Type="http://schemas.openxmlformats.org/officeDocument/2006/relationships/tags" Target="../tags/tag193.xml"/><Relationship Id="rId13" Type="http://schemas.openxmlformats.org/officeDocument/2006/relationships/tags" Target="../tags/tag192.xml"/><Relationship Id="rId12" Type="http://schemas.openxmlformats.org/officeDocument/2006/relationships/tags" Target="../tags/tag191.xml"/><Relationship Id="rId11" Type="http://schemas.openxmlformats.org/officeDocument/2006/relationships/tags" Target="../tags/tag190.xml"/><Relationship Id="rId10" Type="http://schemas.openxmlformats.org/officeDocument/2006/relationships/tags" Target="../tags/tag189.xm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直线连接符 21"/>
          <p:cNvCxnSpPr/>
          <p:nvPr userDrawn="1">
            <p:custDataLst>
              <p:tags r:id="rId2"/>
            </p:custDataLst>
          </p:nvPr>
        </p:nvCxnSpPr>
        <p:spPr>
          <a:xfrm>
            <a:off x="1292763" y="5108088"/>
            <a:ext cx="5143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组合 37"/>
          <p:cNvGrpSpPr/>
          <p:nvPr userDrawn="1">
            <p:custDataLst>
              <p:tags r:id="rId3"/>
            </p:custDataLst>
          </p:nvPr>
        </p:nvGrpSpPr>
        <p:grpSpPr>
          <a:xfrm>
            <a:off x="1367369" y="1179656"/>
            <a:ext cx="381953" cy="446872"/>
            <a:chOff x="1100668" y="795868"/>
            <a:chExt cx="269602" cy="263525"/>
          </a:xfrm>
          <a:solidFill>
            <a:schemeClr val="accent1"/>
          </a:solidFill>
        </p:grpSpPr>
        <p:sp>
          <p:nvSpPr>
            <p:cNvPr id="39" name="矩形 38"/>
            <p:cNvSpPr/>
            <p:nvPr>
              <p:custDataLst>
                <p:tags r:id="rId4"/>
              </p:custDataLst>
            </p:nvPr>
          </p:nvSpPr>
          <p:spPr>
            <a:xfrm>
              <a:off x="1100668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矩形 39"/>
            <p:cNvSpPr/>
            <p:nvPr>
              <p:custDataLst>
                <p:tags r:id="rId5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矩形 40"/>
            <p:cNvSpPr/>
            <p:nvPr>
              <p:custDataLst>
                <p:tags r:id="rId6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矩形 41"/>
            <p:cNvSpPr/>
            <p:nvPr>
              <p:custDataLst>
                <p:tags r:id="rId7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3" name="组合 42"/>
          <p:cNvGrpSpPr/>
          <p:nvPr userDrawn="1">
            <p:custDataLst>
              <p:tags r:id="rId8"/>
            </p:custDataLst>
          </p:nvPr>
        </p:nvGrpSpPr>
        <p:grpSpPr>
          <a:xfrm>
            <a:off x="5860199" y="-6"/>
            <a:ext cx="6331801" cy="8208651"/>
            <a:chOff x="5860199" y="-5"/>
            <a:chExt cx="6331801" cy="6858005"/>
          </a:xfrm>
        </p:grpSpPr>
        <p:sp>
          <p:nvSpPr>
            <p:cNvPr id="44" name="等腰三角形 43"/>
            <p:cNvSpPr/>
            <p:nvPr>
              <p:custDataLst>
                <p:tags r:id="rId9"/>
              </p:custDataLst>
            </p:nvPr>
          </p:nvSpPr>
          <p:spPr>
            <a:xfrm>
              <a:off x="5860199" y="3429000"/>
              <a:ext cx="2916968" cy="3428999"/>
            </a:xfrm>
            <a:prstGeom prst="triangle">
              <a:avLst>
                <a:gd name="adj" fmla="val 100000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等腰三角形 44"/>
            <p:cNvSpPr/>
            <p:nvPr>
              <p:custDataLst>
                <p:tags r:id="rId10"/>
              </p:custDataLst>
            </p:nvPr>
          </p:nvSpPr>
          <p:spPr>
            <a:xfrm>
              <a:off x="6468332" y="3429000"/>
              <a:ext cx="2916968" cy="3428999"/>
            </a:xfrm>
            <a:prstGeom prst="triangle">
              <a:avLst>
                <a:gd name="adj" fmla="val 100000"/>
              </a:avLst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46" name="组合 45"/>
            <p:cNvGrpSpPr/>
            <p:nvPr/>
          </p:nvGrpSpPr>
          <p:grpSpPr>
            <a:xfrm>
              <a:off x="6468332" y="0"/>
              <a:ext cx="5723668" cy="6858000"/>
              <a:chOff x="6468332" y="0"/>
              <a:chExt cx="5723668" cy="6858000"/>
            </a:xfrm>
            <a:effectLst>
              <a:outerShdw blurRad="609600" dist="279400" dir="10800000" sx="93000" sy="93000" algn="r" rotWithShape="0">
                <a:schemeClr val="accent1">
                  <a:lumMod val="75000"/>
                  <a:alpha val="40000"/>
                </a:schemeClr>
              </a:outerShdw>
            </a:effectLst>
          </p:grpSpPr>
          <p:sp>
            <p:nvSpPr>
              <p:cNvPr id="53" name="矩形 52"/>
              <p:cNvSpPr/>
              <p:nvPr>
                <p:custDataLst>
                  <p:tags r:id="rId11"/>
                </p:custDataLst>
              </p:nvPr>
            </p:nvSpPr>
            <p:spPr>
              <a:xfrm>
                <a:off x="9385300" y="0"/>
                <a:ext cx="2806700" cy="685800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等腰三角形 53"/>
              <p:cNvSpPr/>
              <p:nvPr>
                <p:custDataLst>
                  <p:tags r:id="rId12"/>
                </p:custDataLst>
              </p:nvPr>
            </p:nvSpPr>
            <p:spPr>
              <a:xfrm rot="10800000">
                <a:off x="6468332" y="0"/>
                <a:ext cx="2916968" cy="6857996"/>
              </a:xfrm>
              <a:prstGeom prst="triangle">
                <a:avLst>
                  <a:gd name="adj" fmla="val 0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7" name="组合 46"/>
            <p:cNvGrpSpPr/>
            <p:nvPr/>
          </p:nvGrpSpPr>
          <p:grpSpPr>
            <a:xfrm>
              <a:off x="7634514" y="0"/>
              <a:ext cx="4557486" cy="6858000"/>
              <a:chOff x="6468332" y="0"/>
              <a:chExt cx="4557486" cy="6858000"/>
            </a:xfrm>
            <a:solidFill>
              <a:srgbClr val="5CABEC"/>
            </a:solidFill>
            <a:effectLst>
              <a:outerShdw blurRad="609600" dist="279400" dir="10800000" sx="93000" sy="93000" algn="r" rotWithShape="0">
                <a:schemeClr val="accent1">
                  <a:lumMod val="75000"/>
                  <a:alpha val="40000"/>
                </a:schemeClr>
              </a:outerShdw>
            </a:effectLst>
          </p:grpSpPr>
          <p:sp>
            <p:nvSpPr>
              <p:cNvPr id="51" name="矩形 50"/>
              <p:cNvSpPr/>
              <p:nvPr>
                <p:custDataLst>
                  <p:tags r:id="rId13"/>
                </p:custDataLst>
              </p:nvPr>
            </p:nvSpPr>
            <p:spPr>
              <a:xfrm>
                <a:off x="9385300" y="0"/>
                <a:ext cx="1640518" cy="68580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2" name="等腰三角形 51"/>
              <p:cNvSpPr/>
              <p:nvPr>
                <p:custDataLst>
                  <p:tags r:id="rId14"/>
                </p:custDataLst>
              </p:nvPr>
            </p:nvSpPr>
            <p:spPr>
              <a:xfrm rot="10800000">
                <a:off x="6468332" y="0"/>
                <a:ext cx="2916968" cy="6857996"/>
              </a:xfrm>
              <a:prstGeom prst="triangle">
                <a:avLst>
                  <a:gd name="adj" fmla="val 0"/>
                </a:avLst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8" name="组合 47"/>
            <p:cNvGrpSpPr/>
            <p:nvPr/>
          </p:nvGrpSpPr>
          <p:grpSpPr>
            <a:xfrm>
              <a:off x="8800695" y="-5"/>
              <a:ext cx="3391305" cy="6858001"/>
              <a:chOff x="6468332" y="-5"/>
              <a:chExt cx="3391305" cy="6858001"/>
            </a:xfrm>
            <a:solidFill>
              <a:schemeClr val="accent2"/>
            </a:solidFill>
            <a:effectLst>
              <a:outerShdw blurRad="609600" dist="279400" dir="10800000" sx="93000" sy="93000" algn="r" rotWithShape="0">
                <a:schemeClr val="accent1">
                  <a:lumMod val="75000"/>
                  <a:alpha val="15000"/>
                </a:schemeClr>
              </a:outerShdw>
            </a:effectLst>
          </p:grpSpPr>
          <p:sp>
            <p:nvSpPr>
              <p:cNvPr id="49" name="矩形 48"/>
              <p:cNvSpPr/>
              <p:nvPr>
                <p:custDataLst>
                  <p:tags r:id="rId15"/>
                </p:custDataLst>
              </p:nvPr>
            </p:nvSpPr>
            <p:spPr>
              <a:xfrm>
                <a:off x="9385300" y="-5"/>
                <a:ext cx="474337" cy="6858000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等腰三角形 49"/>
              <p:cNvSpPr/>
              <p:nvPr>
                <p:custDataLst>
                  <p:tags r:id="rId16"/>
                </p:custDataLst>
              </p:nvPr>
            </p:nvSpPr>
            <p:spPr>
              <a:xfrm rot="10800000">
                <a:off x="6468332" y="0"/>
                <a:ext cx="2916968" cy="6857996"/>
              </a:xfrm>
              <a:prstGeom prst="triangle">
                <a:avLst>
                  <a:gd name="adj" fmla="val 0"/>
                </a:avLst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7"/>
            </p:custDataLst>
          </p:nvPr>
        </p:nvSpPr>
        <p:spPr>
          <a:xfrm>
            <a:off x="1162834" y="3683040"/>
            <a:ext cx="6718424" cy="1361038"/>
          </a:xfrm>
        </p:spPr>
        <p:txBody>
          <a:bodyPr lIns="90000" tIns="46800" rIns="90000" bIns="46800" anchor="b" anchorCtr="0">
            <a:normAutofit/>
          </a:bodyPr>
          <a:lstStyle>
            <a:lvl1pPr algn="l">
              <a:defRPr sz="6465" b="0" spc="600" baseline="0">
                <a:solidFill>
                  <a:schemeClr val="tx1">
                    <a:lumMod val="85000"/>
                    <a:lumOff val="15000"/>
                  </a:schemeClr>
                </a:solidFill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8"/>
            </p:custDataLst>
          </p:nvPr>
        </p:nvSpPr>
        <p:spPr>
          <a:xfrm>
            <a:off x="1177348" y="5138291"/>
            <a:ext cx="6718424" cy="758603"/>
          </a:xfrm>
        </p:spPr>
        <p:txBody>
          <a:bodyPr lIns="101600" tIns="38100" rIns="76200" bIns="38100">
            <a:normAutofit/>
          </a:bodyPr>
          <a:lstStyle>
            <a:lvl1pPr marL="0" indent="0" algn="l" eaLnBrk="1" fontAlgn="auto" latinLnBrk="0" hangingPunct="1">
              <a:lnSpc>
                <a:spcPct val="100000"/>
              </a:lnSpc>
              <a:buNone/>
              <a:defRPr sz="335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</a:defRPr>
            </a:lvl1pPr>
            <a:lvl2pPr marL="547370" indent="0" algn="ctr">
              <a:buNone/>
              <a:defRPr sz="2395"/>
            </a:lvl2pPr>
            <a:lvl3pPr marL="1094740" indent="0" algn="ctr">
              <a:buNone/>
              <a:defRPr sz="2155"/>
            </a:lvl3pPr>
            <a:lvl4pPr marL="1641475" indent="0" algn="ctr">
              <a:buNone/>
              <a:defRPr sz="1915"/>
            </a:lvl4pPr>
            <a:lvl5pPr marL="2188845" indent="0" algn="ctr">
              <a:buNone/>
              <a:defRPr sz="1915"/>
            </a:lvl5pPr>
            <a:lvl6pPr marL="2736215" indent="0" algn="ctr">
              <a:buNone/>
              <a:defRPr sz="1915"/>
            </a:lvl6pPr>
            <a:lvl7pPr marL="3283585" indent="0" algn="ctr">
              <a:buNone/>
              <a:defRPr sz="1915"/>
            </a:lvl7pPr>
            <a:lvl8pPr marL="3830955" indent="0" algn="ctr">
              <a:buNone/>
              <a:defRPr sz="1915"/>
            </a:lvl8pPr>
            <a:lvl9pPr marL="4377690" indent="0" algn="ctr">
              <a:buNone/>
              <a:defRPr sz="1915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19"/>
            </p:custDataLst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20"/>
            </p:custDataLst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21"/>
            </p:custDataLst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530526"/>
            <a:ext cx="10852237" cy="529006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75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82" y="1140099"/>
            <a:ext cx="10852237" cy="6450222"/>
          </a:xfrm>
        </p:spPr>
        <p:txBody>
          <a:bodyPr vert="horz" lIns="101600" tIns="0" rIns="82550" bIns="0" rtlCol="0">
            <a:normAutofit/>
          </a:bodyPr>
          <a:lstStyle>
            <a:lvl1pPr marL="273685" marR="0" lvl="0" indent="-27368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915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821055" marR="0" lvl="1" indent="-27368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915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368425" marR="0" lvl="2" indent="-27368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915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915160" marR="0" lvl="3" indent="-27368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915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462530" marR="0" lvl="4" indent="-27368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915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等腰三角形 6"/>
          <p:cNvSpPr/>
          <p:nvPr userDrawn="1">
            <p:custDataLst>
              <p:tags r:id="rId2"/>
            </p:custDataLst>
          </p:nvPr>
        </p:nvSpPr>
        <p:spPr>
          <a:xfrm rot="10800000" flipV="1">
            <a:off x="3414833" y="4104322"/>
            <a:ext cx="2916968" cy="4104321"/>
          </a:xfrm>
          <a:prstGeom prst="triangle">
            <a:avLst>
              <a:gd name="adj" fmla="val 100000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8" name="等腰三角形 7"/>
          <p:cNvSpPr/>
          <p:nvPr userDrawn="1">
            <p:custDataLst>
              <p:tags r:id="rId3"/>
            </p:custDataLst>
          </p:nvPr>
        </p:nvSpPr>
        <p:spPr>
          <a:xfrm rot="10800000" flipV="1">
            <a:off x="2806700" y="4104322"/>
            <a:ext cx="2916968" cy="4104321"/>
          </a:xfrm>
          <a:prstGeom prst="triangle">
            <a:avLst>
              <a:gd name="adj" fmla="val 10000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grpSp>
        <p:nvGrpSpPr>
          <p:cNvPr id="9" name="组合 8"/>
          <p:cNvGrpSpPr/>
          <p:nvPr userDrawn="1">
            <p:custDataLst>
              <p:tags r:id="rId4"/>
            </p:custDataLst>
          </p:nvPr>
        </p:nvGrpSpPr>
        <p:grpSpPr>
          <a:xfrm rot="10800000" flipV="1">
            <a:off x="0" y="0"/>
            <a:ext cx="5723668" cy="8208645"/>
            <a:chOff x="6468332" y="0"/>
            <a:chExt cx="5723668" cy="6858000"/>
          </a:xfrm>
          <a:solidFill>
            <a:schemeClr val="accent1">
              <a:lumMod val="60000"/>
              <a:lumOff val="40000"/>
            </a:schemeClr>
          </a:solidFill>
          <a:effectLst>
            <a:outerShdw blurRad="609600" dist="279400" dir="10800000" sx="93000" sy="93000" algn="r" rotWithShape="0">
              <a:schemeClr val="accent1">
                <a:lumMod val="75000"/>
                <a:alpha val="40000"/>
              </a:schemeClr>
            </a:outerShdw>
          </a:effectLst>
        </p:grpSpPr>
        <p:sp>
          <p:nvSpPr>
            <p:cNvPr id="10" name="矩形 9"/>
            <p:cNvSpPr/>
            <p:nvPr>
              <p:custDataLst>
                <p:tags r:id="rId5"/>
              </p:custDataLst>
            </p:nvPr>
          </p:nvSpPr>
          <p:spPr>
            <a:xfrm>
              <a:off x="9385300" y="0"/>
              <a:ext cx="2806700" cy="6858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1" name="等腰三角形 10"/>
            <p:cNvSpPr/>
            <p:nvPr>
              <p:custDataLst>
                <p:tags r:id="rId6"/>
              </p:custDataLst>
            </p:nvPr>
          </p:nvSpPr>
          <p:spPr>
            <a:xfrm rot="10800000">
              <a:off x="6468332" y="0"/>
              <a:ext cx="2916968" cy="6857996"/>
            </a:xfrm>
            <a:prstGeom prst="triangle">
              <a:avLst>
                <a:gd name="adj" fmla="val 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2" name="组合 11"/>
          <p:cNvGrpSpPr/>
          <p:nvPr userDrawn="1">
            <p:custDataLst>
              <p:tags r:id="rId7"/>
            </p:custDataLst>
          </p:nvPr>
        </p:nvGrpSpPr>
        <p:grpSpPr>
          <a:xfrm rot="10800000" flipV="1">
            <a:off x="0" y="0"/>
            <a:ext cx="4557486" cy="8208645"/>
            <a:chOff x="6468332" y="0"/>
            <a:chExt cx="4557486" cy="6858000"/>
          </a:xfrm>
          <a:solidFill>
            <a:schemeClr val="accent3">
              <a:lumMod val="60000"/>
              <a:lumOff val="40000"/>
            </a:schemeClr>
          </a:solidFill>
          <a:effectLst>
            <a:outerShdw blurRad="609600" dist="279400" dir="10800000" sx="93000" sy="93000" algn="r" rotWithShape="0">
              <a:schemeClr val="accent1">
                <a:lumMod val="75000"/>
                <a:alpha val="40000"/>
              </a:schemeClr>
            </a:outerShdw>
          </a:effectLst>
        </p:grpSpPr>
        <p:sp>
          <p:nvSpPr>
            <p:cNvPr id="13" name="矩形 12"/>
            <p:cNvSpPr/>
            <p:nvPr>
              <p:custDataLst>
                <p:tags r:id="rId8"/>
              </p:custDataLst>
            </p:nvPr>
          </p:nvSpPr>
          <p:spPr>
            <a:xfrm>
              <a:off x="9385300" y="0"/>
              <a:ext cx="1640518" cy="68580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4" name="等腰三角形 13"/>
            <p:cNvSpPr/>
            <p:nvPr>
              <p:custDataLst>
                <p:tags r:id="rId9"/>
              </p:custDataLst>
            </p:nvPr>
          </p:nvSpPr>
          <p:spPr>
            <a:xfrm rot="10800000">
              <a:off x="6468332" y="0"/>
              <a:ext cx="2916968" cy="6857996"/>
            </a:xfrm>
            <a:prstGeom prst="triangle">
              <a:avLst>
                <a:gd name="adj" fmla="val 0"/>
              </a:avLst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5" name="组合 14"/>
          <p:cNvGrpSpPr/>
          <p:nvPr userDrawn="1">
            <p:custDataLst>
              <p:tags r:id="rId10"/>
            </p:custDataLst>
          </p:nvPr>
        </p:nvGrpSpPr>
        <p:grpSpPr>
          <a:xfrm rot="10800000" flipV="1">
            <a:off x="0" y="-6"/>
            <a:ext cx="3391305" cy="8208646"/>
            <a:chOff x="6468332" y="-5"/>
            <a:chExt cx="3391305" cy="6858001"/>
          </a:xfrm>
          <a:solidFill>
            <a:schemeClr val="accent3">
              <a:lumMod val="60000"/>
              <a:lumOff val="40000"/>
            </a:schemeClr>
          </a:solidFill>
          <a:effectLst>
            <a:outerShdw blurRad="609600" dist="279400" dir="10800000" sx="93000" sy="93000" algn="r" rotWithShape="0">
              <a:schemeClr val="accent1">
                <a:lumMod val="75000"/>
                <a:alpha val="15000"/>
              </a:schemeClr>
            </a:outerShdw>
          </a:effectLst>
        </p:grpSpPr>
        <p:sp>
          <p:nvSpPr>
            <p:cNvPr id="16" name="矩形 15"/>
            <p:cNvSpPr/>
            <p:nvPr>
              <p:custDataLst>
                <p:tags r:id="rId11"/>
              </p:custDataLst>
            </p:nvPr>
          </p:nvSpPr>
          <p:spPr>
            <a:xfrm>
              <a:off x="9385300" y="-5"/>
              <a:ext cx="474337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7" name="等腰三角形 16"/>
            <p:cNvSpPr/>
            <p:nvPr>
              <p:custDataLst>
                <p:tags r:id="rId12"/>
              </p:custDataLst>
            </p:nvPr>
          </p:nvSpPr>
          <p:spPr>
            <a:xfrm rot="10800000">
              <a:off x="6468332" y="0"/>
              <a:ext cx="2916968" cy="6857996"/>
            </a:xfrm>
            <a:prstGeom prst="triangle">
              <a:avLst>
                <a:gd name="adj" fmla="val 0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23" name="组合 22"/>
          <p:cNvGrpSpPr/>
          <p:nvPr userDrawn="1">
            <p:custDataLst>
              <p:tags r:id="rId13"/>
            </p:custDataLst>
          </p:nvPr>
        </p:nvGrpSpPr>
        <p:grpSpPr>
          <a:xfrm rot="10800000">
            <a:off x="1443489" y="1954112"/>
            <a:ext cx="486583" cy="569285"/>
            <a:chOff x="1100668" y="795868"/>
            <a:chExt cx="269602" cy="263525"/>
          </a:xfrm>
          <a:solidFill>
            <a:schemeClr val="bg1"/>
          </a:solidFill>
        </p:grpSpPr>
        <p:sp>
          <p:nvSpPr>
            <p:cNvPr id="24" name="矩形 23"/>
            <p:cNvSpPr/>
            <p:nvPr>
              <p:custDataLst>
                <p:tags r:id="rId14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5" name="矩形 24"/>
            <p:cNvSpPr/>
            <p:nvPr>
              <p:custDataLst>
                <p:tags r:id="rId15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6" name="矩形 25"/>
            <p:cNvSpPr/>
            <p:nvPr>
              <p:custDataLst>
                <p:tags r:id="rId16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27" name="组合 26"/>
          <p:cNvGrpSpPr/>
          <p:nvPr userDrawn="1">
            <p:custDataLst>
              <p:tags r:id="rId17"/>
            </p:custDataLst>
          </p:nvPr>
        </p:nvGrpSpPr>
        <p:grpSpPr>
          <a:xfrm>
            <a:off x="10457187" y="6156484"/>
            <a:ext cx="486583" cy="569285"/>
            <a:chOff x="1100668" y="795868"/>
            <a:chExt cx="269602" cy="263525"/>
          </a:xfrm>
          <a:solidFill>
            <a:schemeClr val="accent1"/>
          </a:solidFill>
        </p:grpSpPr>
        <p:sp>
          <p:nvSpPr>
            <p:cNvPr id="28" name="矩形 27"/>
            <p:cNvSpPr/>
            <p:nvPr>
              <p:custDataLst>
                <p:tags r:id="rId18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9" name="矩形 28"/>
            <p:cNvSpPr/>
            <p:nvPr>
              <p:custDataLst>
                <p:tags r:id="rId19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30" name="矩形 29"/>
            <p:cNvSpPr/>
            <p:nvPr>
              <p:custDataLst>
                <p:tags r:id="rId20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21"/>
            </p:custDataLst>
          </p:nvPr>
        </p:nvSpPr>
        <p:spPr>
          <a:xfrm>
            <a:off x="4581013" y="3753175"/>
            <a:ext cx="5467288" cy="920978"/>
          </a:xfrm>
        </p:spPr>
        <p:txBody>
          <a:bodyPr lIns="90000" tIns="46800" rIns="90000" bIns="46800" anchor="b" anchorCtr="0">
            <a:normAutofit/>
          </a:bodyPr>
          <a:lstStyle>
            <a:lvl1pPr algn="r">
              <a:defRPr sz="5265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 userDrawn="1">
            <p:ph type="body" idx="1" hasCustomPrompt="1"/>
            <p:custDataLst>
              <p:tags r:id="rId22"/>
            </p:custDataLst>
          </p:nvPr>
        </p:nvSpPr>
        <p:spPr>
          <a:xfrm>
            <a:off x="4581013" y="4736991"/>
            <a:ext cx="5467288" cy="1290288"/>
          </a:xfrm>
        </p:spPr>
        <p:txBody>
          <a:bodyPr lIns="101600" tIns="38100" rIns="76200" bIns="38100">
            <a:normAutofit/>
          </a:bodyPr>
          <a:lstStyle>
            <a:lvl1pPr marL="0" indent="0" algn="r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395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47370" indent="0">
              <a:buNone/>
              <a:defRPr sz="2395">
                <a:solidFill>
                  <a:schemeClr val="tx1">
                    <a:tint val="75000"/>
                  </a:schemeClr>
                </a:solidFill>
              </a:defRPr>
            </a:lvl2pPr>
            <a:lvl3pPr marL="1094740" indent="0">
              <a:buNone/>
              <a:defRPr sz="2155">
                <a:solidFill>
                  <a:schemeClr val="tx1">
                    <a:tint val="75000"/>
                  </a:schemeClr>
                </a:solidFill>
              </a:defRPr>
            </a:lvl3pPr>
            <a:lvl4pPr marL="1641475" indent="0">
              <a:buNone/>
              <a:defRPr sz="1915">
                <a:solidFill>
                  <a:schemeClr val="tx1">
                    <a:tint val="75000"/>
                  </a:schemeClr>
                </a:solidFill>
              </a:defRPr>
            </a:lvl4pPr>
            <a:lvl5pPr marL="2188845" indent="0">
              <a:buNone/>
              <a:defRPr sz="1915">
                <a:solidFill>
                  <a:schemeClr val="tx1">
                    <a:tint val="75000"/>
                  </a:schemeClr>
                </a:solidFill>
              </a:defRPr>
            </a:lvl5pPr>
            <a:lvl6pPr marL="2736215" indent="0">
              <a:buNone/>
              <a:defRPr sz="1915">
                <a:solidFill>
                  <a:schemeClr val="tx1">
                    <a:tint val="75000"/>
                  </a:schemeClr>
                </a:solidFill>
              </a:defRPr>
            </a:lvl6pPr>
            <a:lvl7pPr marL="3283585" indent="0">
              <a:buNone/>
              <a:defRPr sz="1915">
                <a:solidFill>
                  <a:schemeClr val="tx1">
                    <a:tint val="75000"/>
                  </a:schemeClr>
                </a:solidFill>
              </a:defRPr>
            </a:lvl7pPr>
            <a:lvl8pPr marL="3830955" indent="0">
              <a:buNone/>
              <a:defRPr sz="1915">
                <a:solidFill>
                  <a:schemeClr val="tx1">
                    <a:tint val="75000"/>
                  </a:schemeClr>
                </a:solidFill>
              </a:defRPr>
            </a:lvl8pPr>
            <a:lvl9pPr marL="4377690" indent="0">
              <a:buNone/>
              <a:defRPr sz="191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 userDrawn="1">
            <p:ph type="dt" sz="half" idx="10"/>
            <p:custDataLst>
              <p:tags r:id="rId23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 userDrawn="1">
            <p:ph type="ftr" sz="quarter" idx="11"/>
            <p:custDataLst>
              <p:tags r:id="rId24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 userDrawn="1">
            <p:ph type="sldNum" sz="quarter" idx="12"/>
            <p:custDataLst>
              <p:tags r:id="rId25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530526"/>
            <a:ext cx="10852237" cy="529006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75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9930" y="1140099"/>
            <a:ext cx="5283242" cy="6450222"/>
          </a:xfrm>
        </p:spPr>
        <p:txBody>
          <a:bodyPr vert="horz" lIns="101600" tIns="0" rIns="82550" bIns="0" rtlCol="0">
            <a:normAutofit/>
          </a:bodyPr>
          <a:lstStyle>
            <a:lvl1pPr marL="273685" marR="0" lvl="0" indent="-27368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915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821055" marR="0" lvl="1" indent="-27368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915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368425" marR="0" lvl="2" indent="-27368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915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915160" marR="0" lvl="3" indent="-27368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915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462530" marR="0" lvl="4" indent="-27368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915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7" y="1140099"/>
            <a:ext cx="5283242" cy="6450222"/>
          </a:xfrm>
        </p:spPr>
        <p:txBody>
          <a:bodyPr>
            <a:normAutofit/>
          </a:bodyPr>
          <a:lstStyle>
            <a:lvl1pPr>
              <a:defRPr sz="1915" baseline="0"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915" baseline="0"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915" baseline="0"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915" baseline="0"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915" baseline="0"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530526"/>
            <a:ext cx="10852237" cy="529006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75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69930" y="1140099"/>
            <a:ext cx="5283242" cy="456039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395" b="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547370" indent="0">
              <a:buNone/>
              <a:defRPr sz="2395" b="1"/>
            </a:lvl2pPr>
            <a:lvl3pPr marL="1094740" indent="0">
              <a:buNone/>
              <a:defRPr sz="2155" b="1"/>
            </a:lvl3pPr>
            <a:lvl4pPr marL="1641475" indent="0">
              <a:buNone/>
              <a:defRPr sz="1915" b="1"/>
            </a:lvl4pPr>
            <a:lvl5pPr marL="2188845" indent="0">
              <a:buNone/>
              <a:defRPr sz="1915" b="1"/>
            </a:lvl5pPr>
            <a:lvl6pPr marL="2736215" indent="0">
              <a:buNone/>
              <a:defRPr sz="1915" b="1"/>
            </a:lvl6pPr>
            <a:lvl7pPr marL="3283585" indent="0">
              <a:buNone/>
              <a:defRPr sz="1915" b="1"/>
            </a:lvl7pPr>
            <a:lvl8pPr marL="3830955" indent="0">
              <a:buNone/>
              <a:defRPr sz="1915" b="1"/>
            </a:lvl8pPr>
            <a:lvl9pPr marL="4377690" indent="0">
              <a:buNone/>
              <a:defRPr sz="1915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925" y="1683532"/>
            <a:ext cx="5283200" cy="5906624"/>
          </a:xfrm>
        </p:spPr>
        <p:txBody>
          <a:bodyPr vert="horz" lIns="101600" tIns="0" rIns="82550" bIns="0" rtlCol="0">
            <a:normAutofit/>
          </a:bodyPr>
          <a:lstStyle>
            <a:lvl1pPr marL="273685" marR="0" lvl="0" indent="-27368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915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821055" marR="0" lvl="1" indent="-27368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915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368425" marR="0" lvl="2" indent="-27368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915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915160" marR="0" lvl="3" indent="-27368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915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462530" marR="0" lvl="4" indent="-27368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915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140099"/>
            <a:ext cx="5283242" cy="456039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395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47370" indent="0">
              <a:buNone/>
              <a:defRPr sz="2395" b="1"/>
            </a:lvl2pPr>
            <a:lvl3pPr marL="1094740" indent="0">
              <a:buNone/>
              <a:defRPr sz="2155" b="1"/>
            </a:lvl3pPr>
            <a:lvl4pPr marL="1641475" indent="0">
              <a:buNone/>
              <a:defRPr sz="1915" b="1"/>
            </a:lvl4pPr>
            <a:lvl5pPr marL="2188845" indent="0">
              <a:buNone/>
              <a:defRPr sz="1915" b="1"/>
            </a:lvl5pPr>
            <a:lvl6pPr marL="2736215" indent="0">
              <a:buNone/>
              <a:defRPr sz="1915" b="1"/>
            </a:lvl6pPr>
            <a:lvl7pPr marL="3283585" indent="0">
              <a:buNone/>
              <a:defRPr sz="1915" b="1"/>
            </a:lvl7pPr>
            <a:lvl8pPr marL="3830955" indent="0">
              <a:buNone/>
              <a:defRPr sz="1915" b="1"/>
            </a:lvl8pPr>
            <a:lvl9pPr marL="4377690" indent="0">
              <a:buNone/>
              <a:defRPr sz="1915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683532"/>
            <a:ext cx="5283242" cy="5906624"/>
          </a:xfrm>
        </p:spPr>
        <p:txBody>
          <a:bodyPr vert="horz" lIns="101600" tIns="0" rIns="82550" bIns="0" rtlCol="0">
            <a:normAutofit/>
          </a:bodyPr>
          <a:lstStyle>
            <a:lvl1pPr marL="273685" marR="0" lvl="0" indent="-27368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915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821055" marR="0" lvl="1" indent="-27368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915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368425" marR="0" lvl="2" indent="-27368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915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915160" marR="0" lvl="3" indent="-27368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915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462530" marR="0" lvl="4" indent="-27368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915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>
            <p:custDataLst>
              <p:tags r:id="rId2"/>
            </p:custDataLst>
          </p:nvPr>
        </p:nvGrpSpPr>
        <p:grpSpPr>
          <a:xfrm>
            <a:off x="-7708" y="-6"/>
            <a:ext cx="12199708" cy="8208651"/>
            <a:chOff x="-7708" y="-5"/>
            <a:chExt cx="12199708" cy="6858005"/>
          </a:xfrm>
        </p:grpSpPr>
        <p:grpSp>
          <p:nvGrpSpPr>
            <p:cNvPr id="7" name="组合 6"/>
            <p:cNvGrpSpPr/>
            <p:nvPr/>
          </p:nvGrpSpPr>
          <p:grpSpPr>
            <a:xfrm>
              <a:off x="-7706" y="-5"/>
              <a:ext cx="1695321" cy="3979334"/>
              <a:chOff x="-7706" y="-5"/>
              <a:chExt cx="1695321" cy="3979334"/>
            </a:xfrm>
          </p:grpSpPr>
          <p:sp>
            <p:nvSpPr>
              <p:cNvPr id="14" name="等腰三角形 13"/>
              <p:cNvSpPr/>
              <p:nvPr>
                <p:custDataLst>
                  <p:tags r:id="rId3"/>
                </p:custDataLst>
              </p:nvPr>
            </p:nvSpPr>
            <p:spPr>
              <a:xfrm rot="10800000" flipH="1">
                <a:off x="-4946" y="0"/>
                <a:ext cx="1692561" cy="3979329"/>
              </a:xfrm>
              <a:prstGeom prst="triangle">
                <a:avLst>
                  <a:gd name="adj" fmla="val 0"/>
                </a:avLst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5" name="等腰三角形 14"/>
              <p:cNvSpPr/>
              <p:nvPr>
                <p:custDataLst>
                  <p:tags r:id="rId4"/>
                </p:custDataLst>
              </p:nvPr>
            </p:nvSpPr>
            <p:spPr>
              <a:xfrm rot="10800000" flipH="1">
                <a:off x="-7706" y="-5"/>
                <a:ext cx="1441199" cy="3388360"/>
              </a:xfrm>
              <a:prstGeom prst="triangle">
                <a:avLst>
                  <a:gd name="adj" fmla="val 0"/>
                </a:avLst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6" name="等腰三角形 15"/>
              <p:cNvSpPr/>
              <p:nvPr>
                <p:custDataLst>
                  <p:tags r:id="rId5"/>
                </p:custDataLst>
              </p:nvPr>
            </p:nvSpPr>
            <p:spPr>
              <a:xfrm rot="10800000" flipH="1">
                <a:off x="0" y="-1"/>
                <a:ext cx="1137920" cy="2675329"/>
              </a:xfrm>
              <a:prstGeom prst="triangle">
                <a:avLst>
                  <a:gd name="adj" fmla="val 0"/>
                </a:avLst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8" name="组合 7"/>
            <p:cNvGrpSpPr/>
            <p:nvPr/>
          </p:nvGrpSpPr>
          <p:grpSpPr>
            <a:xfrm>
              <a:off x="10710334" y="3374500"/>
              <a:ext cx="1481666" cy="3483500"/>
              <a:chOff x="10710334" y="3374500"/>
              <a:chExt cx="1481666" cy="3483500"/>
            </a:xfrm>
          </p:grpSpPr>
          <p:sp>
            <p:nvSpPr>
              <p:cNvPr id="12" name="等腰三角形 11"/>
              <p:cNvSpPr/>
              <p:nvPr>
                <p:custDataLst>
                  <p:tags r:id="rId6"/>
                </p:custDataLst>
              </p:nvPr>
            </p:nvSpPr>
            <p:spPr>
              <a:xfrm flipH="1">
                <a:off x="10710334" y="3374500"/>
                <a:ext cx="1481666" cy="3483500"/>
              </a:xfrm>
              <a:prstGeom prst="triangle">
                <a:avLst>
                  <a:gd name="adj" fmla="val 0"/>
                </a:avLst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406400" dist="38100" dir="10800000" sx="93000" sy="93000" algn="r" rotWithShape="0">
                  <a:schemeClr val="accent1">
                    <a:lumMod val="75000"/>
                    <a:alpha val="28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3" name="等腰三角形 12"/>
              <p:cNvSpPr/>
              <p:nvPr>
                <p:custDataLst>
                  <p:tags r:id="rId7"/>
                </p:custDataLst>
              </p:nvPr>
            </p:nvSpPr>
            <p:spPr>
              <a:xfrm flipH="1">
                <a:off x="11201399" y="4529029"/>
                <a:ext cx="990600" cy="2328970"/>
              </a:xfrm>
              <a:prstGeom prst="triangle">
                <a:avLst>
                  <a:gd name="adj" fmla="val 0"/>
                </a:avLst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-7708" y="6149280"/>
              <a:ext cx="2410683" cy="708720"/>
              <a:chOff x="-7708" y="6149280"/>
              <a:chExt cx="2410683" cy="708720"/>
            </a:xfrm>
          </p:grpSpPr>
          <p:sp>
            <p:nvSpPr>
              <p:cNvPr id="10" name="等腰三角形 9"/>
              <p:cNvSpPr/>
              <p:nvPr>
                <p:custDataLst>
                  <p:tags r:id="rId8"/>
                </p:custDataLst>
              </p:nvPr>
            </p:nvSpPr>
            <p:spPr>
              <a:xfrm rot="5400000" flipH="1">
                <a:off x="843274" y="5298298"/>
                <a:ext cx="708720" cy="2410683"/>
              </a:xfrm>
              <a:prstGeom prst="triangle">
                <a:avLst>
                  <a:gd name="adj" fmla="val 0"/>
                </a:avLst>
              </a:prstGeom>
              <a:solidFill>
                <a:schemeClr val="accent2"/>
              </a:solidFill>
              <a:ln>
                <a:noFill/>
              </a:ln>
              <a:effectLst>
                <a:outerShdw blurRad="228600" dist="38100" dir="16200000" rotWithShape="0">
                  <a:schemeClr val="accent1">
                    <a:lumMod val="75000"/>
                    <a:alpha val="17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1" name="等腰三角形 10"/>
              <p:cNvSpPr/>
              <p:nvPr>
                <p:custDataLst>
                  <p:tags r:id="rId9"/>
                </p:custDataLst>
              </p:nvPr>
            </p:nvSpPr>
            <p:spPr>
              <a:xfrm rot="5400000" flipH="1">
                <a:off x="478765" y="5670515"/>
                <a:ext cx="708720" cy="1666249"/>
              </a:xfrm>
              <a:prstGeom prst="triangle">
                <a:avLst>
                  <a:gd name="adj" fmla="val 0"/>
                </a:avLst>
              </a:prstGeom>
              <a:gradFill>
                <a:gsLst>
                  <a:gs pos="0">
                    <a:schemeClr val="accent3">
                      <a:lumMod val="60000"/>
                      <a:lumOff val="40000"/>
                    </a:schemeClr>
                  </a:gs>
                  <a:gs pos="100000">
                    <a:schemeClr val="accent6">
                      <a:lumMod val="75000"/>
                    </a:schemeClr>
                  </a:gs>
                </a:gsLst>
                <a:lin ang="648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/>
        <p:txBody>
          <a:bodyPr vert="horz" lIns="101600" tIns="38100" rIns="76200" bIns="381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75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30" y="530526"/>
            <a:ext cx="10852237" cy="529006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75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69930" y="1140099"/>
            <a:ext cx="5283242" cy="6450222"/>
          </a:xfrm>
        </p:spPr>
        <p:txBody>
          <a:bodyPr vert="horz" lIns="101600" tIns="0" rIns="82550" bIns="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915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821055" marR="0" lvl="1" indent="-27368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915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368425" marR="0" lvl="2" indent="-27368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915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915160" marR="0" lvl="3" indent="-27368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915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462530" marR="0" lvl="4" indent="-27368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915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6238925" y="1140099"/>
            <a:ext cx="5283242" cy="6450222"/>
          </a:xfrm>
        </p:spPr>
        <p:txBody>
          <a:bodyPr vert="horz" lIns="101600" tIns="0" rIns="82550" bIns="0" rtlCol="0">
            <a:normAutofit/>
          </a:bodyPr>
          <a:lstStyle>
            <a:lvl1pPr marL="273685" marR="0" lvl="0" indent="-27368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915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71135" y="1140099"/>
            <a:ext cx="950984" cy="6450222"/>
          </a:xfrm>
        </p:spPr>
        <p:txBody>
          <a:bodyPr vert="eaVert" lIns="101600" tIns="38100" rIns="76200" bIns="381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75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925" y="1140090"/>
            <a:ext cx="9828101" cy="6450222"/>
          </a:xfrm>
        </p:spPr>
        <p:txBody>
          <a:bodyPr vert="eaVert">
            <a:normAutofit/>
          </a:bodyPr>
          <a:lstStyle>
            <a:lvl1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69930" y="1140099"/>
            <a:ext cx="10852237" cy="6450222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等腰三角形 5"/>
          <p:cNvSpPr/>
          <p:nvPr userDrawn="1">
            <p:custDataLst>
              <p:tags r:id="rId2"/>
            </p:custDataLst>
          </p:nvPr>
        </p:nvSpPr>
        <p:spPr>
          <a:xfrm rot="10800000" flipV="1">
            <a:off x="-4334" y="4839661"/>
            <a:ext cx="2394358" cy="3368983"/>
          </a:xfrm>
          <a:prstGeom prst="triangle">
            <a:avLst>
              <a:gd name="adj" fmla="val 100000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7" name="等腰三角形 6"/>
          <p:cNvSpPr/>
          <p:nvPr userDrawn="1">
            <p:custDataLst>
              <p:tags r:id="rId3"/>
            </p:custDataLst>
          </p:nvPr>
        </p:nvSpPr>
        <p:spPr>
          <a:xfrm rot="10800000" flipV="1">
            <a:off x="-1" y="5259613"/>
            <a:ext cx="2095895" cy="2949031"/>
          </a:xfrm>
          <a:prstGeom prst="triangle">
            <a:avLst>
              <a:gd name="adj" fmla="val 100000"/>
            </a:avLst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100000">
                <a:schemeClr val="accent6">
                  <a:lumMod val="75000"/>
                </a:schemeClr>
              </a:gs>
            </a:gsLst>
            <a:lin ang="64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grpSp>
        <p:nvGrpSpPr>
          <p:cNvPr id="8" name="组合 7"/>
          <p:cNvGrpSpPr/>
          <p:nvPr userDrawn="1">
            <p:custDataLst>
              <p:tags r:id="rId4"/>
            </p:custDataLst>
          </p:nvPr>
        </p:nvGrpSpPr>
        <p:grpSpPr>
          <a:xfrm rot="10800000" flipV="1">
            <a:off x="1" y="0"/>
            <a:ext cx="3465166" cy="8208645"/>
            <a:chOff x="6468332" y="0"/>
            <a:chExt cx="3465166" cy="6858000"/>
          </a:xfrm>
          <a:effectLst>
            <a:outerShdw blurRad="609600" dist="279400" dir="10800000" sx="93000" sy="93000" algn="r" rotWithShape="0">
              <a:schemeClr val="accent1">
                <a:lumMod val="75000"/>
                <a:alpha val="40000"/>
              </a:schemeClr>
            </a:outerShdw>
          </a:effectLst>
        </p:grpSpPr>
        <p:sp>
          <p:nvSpPr>
            <p:cNvPr id="9" name="矩形 8"/>
            <p:cNvSpPr/>
            <p:nvPr>
              <p:custDataLst>
                <p:tags r:id="rId5"/>
              </p:custDataLst>
            </p:nvPr>
          </p:nvSpPr>
          <p:spPr>
            <a:xfrm>
              <a:off x="9385300" y="0"/>
              <a:ext cx="548198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0" name="等腰三角形 9"/>
            <p:cNvSpPr/>
            <p:nvPr>
              <p:custDataLst>
                <p:tags r:id="rId6"/>
              </p:custDataLst>
            </p:nvPr>
          </p:nvSpPr>
          <p:spPr>
            <a:xfrm rot="10800000">
              <a:off x="6468332" y="0"/>
              <a:ext cx="2916968" cy="6857996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1" name="等腰三角形 10"/>
          <p:cNvSpPr/>
          <p:nvPr userDrawn="1">
            <p:custDataLst>
              <p:tags r:id="rId7"/>
            </p:custDataLst>
          </p:nvPr>
        </p:nvSpPr>
        <p:spPr>
          <a:xfrm flipV="1">
            <a:off x="0" y="0"/>
            <a:ext cx="2916968" cy="8208640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2" name="等腰三角形 11"/>
          <p:cNvSpPr/>
          <p:nvPr userDrawn="1">
            <p:custDataLst>
              <p:tags r:id="rId8"/>
            </p:custDataLst>
          </p:nvPr>
        </p:nvSpPr>
        <p:spPr>
          <a:xfrm flipV="1">
            <a:off x="0" y="0"/>
            <a:ext cx="2390024" cy="6725768"/>
          </a:xfrm>
          <a:prstGeom prst="triangle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 userDrawn="1">
            <p:custDataLst>
              <p:tags r:id="rId9"/>
            </p:custDataLst>
          </p:nvPr>
        </p:nvGrpSpPr>
        <p:grpSpPr>
          <a:xfrm rot="10800000">
            <a:off x="1443489" y="1954112"/>
            <a:ext cx="486583" cy="569285"/>
            <a:chOff x="1100668" y="795868"/>
            <a:chExt cx="269602" cy="263525"/>
          </a:xfrm>
          <a:solidFill>
            <a:schemeClr val="bg1"/>
          </a:solidFill>
        </p:grpSpPr>
        <p:sp>
          <p:nvSpPr>
            <p:cNvPr id="14" name="矩形 13"/>
            <p:cNvSpPr/>
            <p:nvPr>
              <p:custDataLst>
                <p:tags r:id="rId10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5" name="矩形 14"/>
            <p:cNvSpPr/>
            <p:nvPr>
              <p:custDataLst>
                <p:tags r:id="rId11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6" name="矩形 15"/>
            <p:cNvSpPr/>
            <p:nvPr>
              <p:custDataLst>
                <p:tags r:id="rId12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7" name="组合 16"/>
          <p:cNvGrpSpPr/>
          <p:nvPr userDrawn="1">
            <p:custDataLst>
              <p:tags r:id="rId13"/>
            </p:custDataLst>
          </p:nvPr>
        </p:nvGrpSpPr>
        <p:grpSpPr>
          <a:xfrm>
            <a:off x="10457187" y="6156484"/>
            <a:ext cx="486583" cy="569285"/>
            <a:chOff x="1100668" y="795868"/>
            <a:chExt cx="269602" cy="263525"/>
          </a:xfrm>
          <a:solidFill>
            <a:schemeClr val="accent1"/>
          </a:solidFill>
        </p:grpSpPr>
        <p:sp>
          <p:nvSpPr>
            <p:cNvPr id="18" name="矩形 17"/>
            <p:cNvSpPr/>
            <p:nvPr>
              <p:custDataLst>
                <p:tags r:id="rId14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9" name="矩形 18"/>
            <p:cNvSpPr/>
            <p:nvPr>
              <p:custDataLst>
                <p:tags r:id="rId15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0" name="矩形 19"/>
            <p:cNvSpPr/>
            <p:nvPr>
              <p:custDataLst>
                <p:tags r:id="rId16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cxnSp>
        <p:nvCxnSpPr>
          <p:cNvPr id="24" name="直接连接符 23"/>
          <p:cNvCxnSpPr/>
          <p:nvPr userDrawn="1">
            <p:custDataLst>
              <p:tags r:id="rId17"/>
            </p:custDataLst>
          </p:nvPr>
        </p:nvCxnSpPr>
        <p:spPr>
          <a:xfrm>
            <a:off x="3365974" y="4805858"/>
            <a:ext cx="559435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8"/>
            </p:custDataLst>
          </p:nvPr>
        </p:nvSpPr>
        <p:spPr>
          <a:xfrm>
            <a:off x="3226833" y="3488683"/>
            <a:ext cx="6374368" cy="1271847"/>
          </a:xfrm>
        </p:spPr>
        <p:txBody>
          <a:bodyPr vert="horz" lIns="90000" tIns="46800" rIns="90000" bIns="46800" rtlCol="0" anchor="b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65" b="0" i="0" u="none" strike="noStrike" kern="1200" cap="none" spc="6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9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0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1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6" name="文本占位符 25"/>
          <p:cNvSpPr>
            <a:spLocks noGrp="1"/>
          </p:cNvSpPr>
          <p:nvPr>
            <p:ph type="body" sz="quarter" idx="13" hasCustomPrompt="1"/>
            <p:custDataLst>
              <p:tags r:id="rId22"/>
            </p:custDataLst>
          </p:nvPr>
        </p:nvSpPr>
        <p:spPr>
          <a:xfrm>
            <a:off x="3227388" y="4839681"/>
            <a:ext cx="6374335" cy="1162891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2875"/>
            </a:lvl1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22" name="文本占位符 21"/>
          <p:cNvSpPr>
            <a:spLocks noGrp="1"/>
          </p:cNvSpPr>
          <p:nvPr>
            <p:ph type="body" sz="quarter" idx="14" hasCustomPrompt="1"/>
            <p:custDataLst>
              <p:tags r:id="rId23"/>
            </p:custDataLst>
          </p:nvPr>
        </p:nvSpPr>
        <p:spPr>
          <a:xfrm>
            <a:off x="3226833" y="2442911"/>
            <a:ext cx="3330721" cy="976836"/>
          </a:xfrm>
        </p:spPr>
        <p:txBody>
          <a:bodyPr lIns="90000" tIns="46800" rIns="90000" anchor="b" anchorCtr="0">
            <a:normAutofit/>
          </a:bodyPr>
          <a:lstStyle>
            <a:lvl1pPr marL="0" indent="0">
              <a:buNone/>
              <a:defRPr sz="5265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>
            <p:custDataLst>
              <p:tags r:id="rId2"/>
            </p:custDataLst>
          </p:nvPr>
        </p:nvGrpSpPr>
        <p:grpSpPr>
          <a:xfrm rot="5400000" flipH="1">
            <a:off x="10488168" y="6169253"/>
            <a:ext cx="1016888" cy="2861625"/>
            <a:chOff x="0" y="0"/>
            <a:chExt cx="2916968" cy="6857996"/>
          </a:xfrm>
        </p:grpSpPr>
        <p:sp>
          <p:nvSpPr>
            <p:cNvPr id="6" name="等腰三角形 5"/>
            <p:cNvSpPr/>
            <p:nvPr userDrawn="1">
              <p:custDataLst>
                <p:tags r:id="rId3"/>
              </p:custDataLst>
            </p:nvPr>
          </p:nvSpPr>
          <p:spPr>
            <a:xfrm flipV="1">
              <a:off x="0" y="0"/>
              <a:ext cx="2916968" cy="6857996"/>
            </a:xfrm>
            <a:prstGeom prst="triangle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7" name="等腰三角形 6"/>
            <p:cNvSpPr/>
            <p:nvPr userDrawn="1">
              <p:custDataLst>
                <p:tags r:id="rId4"/>
              </p:custDataLst>
            </p:nvPr>
          </p:nvSpPr>
          <p:spPr>
            <a:xfrm flipV="1">
              <a:off x="0" y="0"/>
              <a:ext cx="2390024" cy="5619115"/>
            </a:xfrm>
            <a:prstGeom prst="triangle">
              <a:avLst>
                <a:gd name="adj" fmla="val 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292800" y="364111"/>
            <a:ext cx="11606400" cy="74804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3"/>
            </p:custDataLst>
          </p:nvPr>
        </p:nvSpPr>
        <p:spPr>
          <a:xfrm>
            <a:off x="1281113" y="2589709"/>
            <a:ext cx="9626600" cy="4123713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9" name="组合 8"/>
          <p:cNvGrpSpPr/>
          <p:nvPr userDrawn="1">
            <p:custDataLst>
              <p:tags r:id="rId7"/>
            </p:custDataLst>
          </p:nvPr>
        </p:nvGrpSpPr>
        <p:grpSpPr>
          <a:xfrm>
            <a:off x="11211736" y="7059613"/>
            <a:ext cx="786329" cy="919976"/>
            <a:chOff x="1100668" y="795868"/>
            <a:chExt cx="269602" cy="263525"/>
          </a:xfrm>
          <a:solidFill>
            <a:schemeClr val="accent1"/>
          </a:solidFill>
        </p:grpSpPr>
        <p:sp>
          <p:nvSpPr>
            <p:cNvPr id="10" name="矩形 9"/>
            <p:cNvSpPr/>
            <p:nvPr>
              <p:custDataLst>
                <p:tags r:id="rId8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1" name="矩形 10"/>
            <p:cNvSpPr/>
            <p:nvPr>
              <p:custDataLst>
                <p:tags r:id="rId9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2" name="矩形 11"/>
            <p:cNvSpPr/>
            <p:nvPr>
              <p:custDataLst>
                <p:tags r:id="rId10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3" name="组合 12"/>
          <p:cNvGrpSpPr/>
          <p:nvPr userDrawn="1">
            <p:custDataLst>
              <p:tags r:id="rId11"/>
            </p:custDataLst>
          </p:nvPr>
        </p:nvGrpSpPr>
        <p:grpSpPr>
          <a:xfrm rot="10800000">
            <a:off x="184410" y="240457"/>
            <a:ext cx="786329" cy="919976"/>
            <a:chOff x="1100668" y="795868"/>
            <a:chExt cx="269602" cy="263525"/>
          </a:xfrm>
          <a:solidFill>
            <a:schemeClr val="accent1"/>
          </a:solidFill>
        </p:grpSpPr>
        <p:sp>
          <p:nvSpPr>
            <p:cNvPr id="14" name="矩形 13"/>
            <p:cNvSpPr/>
            <p:nvPr>
              <p:custDataLst>
                <p:tags r:id="rId12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5" name="矩形 14"/>
            <p:cNvSpPr/>
            <p:nvPr>
              <p:custDataLst>
                <p:tags r:id="rId13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6" name="矩形 15"/>
            <p:cNvSpPr/>
            <p:nvPr>
              <p:custDataLst>
                <p:tags r:id="rId14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8218526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83200" y="922126"/>
            <a:ext cx="3960000" cy="1055705"/>
          </a:xfrm>
        </p:spPr>
        <p:txBody>
          <a:bodyPr anchor="ctr"/>
          <a:lstStyle>
            <a:lvl1pPr>
              <a:defRPr sz="431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7"/>
            </p:custDataLst>
          </p:nvPr>
        </p:nvSpPr>
        <p:spPr>
          <a:xfrm>
            <a:off x="586800" y="2111410"/>
            <a:ext cx="3956400" cy="4899333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5101200" y="921573"/>
            <a:ext cx="6480000" cy="6089978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grpSp>
        <p:nvGrpSpPr>
          <p:cNvPr id="14" name="组合 13"/>
          <p:cNvGrpSpPr/>
          <p:nvPr userDrawn="1">
            <p:custDataLst>
              <p:tags r:id="rId9"/>
            </p:custDataLst>
          </p:nvPr>
        </p:nvGrpSpPr>
        <p:grpSpPr>
          <a:xfrm rot="5400000">
            <a:off x="184410" y="7001503"/>
            <a:ext cx="786329" cy="919976"/>
            <a:chOff x="1100668" y="795868"/>
            <a:chExt cx="269602" cy="263525"/>
          </a:xfrm>
          <a:solidFill>
            <a:schemeClr val="accent1"/>
          </a:solidFill>
        </p:grpSpPr>
        <p:sp>
          <p:nvSpPr>
            <p:cNvPr id="15" name="矩形 14"/>
            <p:cNvSpPr/>
            <p:nvPr>
              <p:custDataLst>
                <p:tags r:id="rId10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6" name="矩形 15"/>
            <p:cNvSpPr/>
            <p:nvPr>
              <p:custDataLst>
                <p:tags r:id="rId11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7" name="矩形 16"/>
            <p:cNvSpPr/>
            <p:nvPr>
              <p:custDataLst>
                <p:tags r:id="rId12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318866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grpSp>
        <p:nvGrpSpPr>
          <p:cNvPr id="11" name="组合 10"/>
          <p:cNvGrpSpPr/>
          <p:nvPr userDrawn="1">
            <p:custDataLst>
              <p:tags r:id="rId3"/>
            </p:custDataLst>
          </p:nvPr>
        </p:nvGrpSpPr>
        <p:grpSpPr>
          <a:xfrm rot="16200000" flipH="1">
            <a:off x="1128151" y="-1351679"/>
            <a:ext cx="1181103" cy="4117074"/>
            <a:chOff x="0" y="0"/>
            <a:chExt cx="2916968" cy="6857996"/>
          </a:xfrm>
        </p:grpSpPr>
        <p:sp>
          <p:nvSpPr>
            <p:cNvPr id="12" name="等腰三角形 11"/>
            <p:cNvSpPr/>
            <p:nvPr userDrawn="1">
              <p:custDataLst>
                <p:tags r:id="rId4"/>
              </p:custDataLst>
            </p:nvPr>
          </p:nvSpPr>
          <p:spPr>
            <a:xfrm flipV="1">
              <a:off x="0" y="0"/>
              <a:ext cx="2916968" cy="6857996"/>
            </a:xfrm>
            <a:prstGeom prst="triangle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3" name="等腰三角形 12"/>
            <p:cNvSpPr/>
            <p:nvPr userDrawn="1">
              <p:custDataLst>
                <p:tags r:id="rId5"/>
              </p:custDataLst>
            </p:nvPr>
          </p:nvSpPr>
          <p:spPr>
            <a:xfrm flipV="1">
              <a:off x="0" y="0"/>
              <a:ext cx="2390024" cy="5619115"/>
            </a:xfrm>
            <a:prstGeom prst="triangle">
              <a:avLst>
                <a:gd name="adj" fmla="val 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612000" y="935053"/>
            <a:ext cx="10976400" cy="749766"/>
          </a:xfrm>
        </p:spPr>
        <p:txBody>
          <a:bodyPr anchor="ctr"/>
          <a:lstStyle>
            <a:lvl1pPr algn="ctr">
              <a:defRPr sz="431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0"/>
            </p:custDataLst>
          </p:nvPr>
        </p:nvSpPr>
        <p:spPr>
          <a:xfrm>
            <a:off x="612000" y="1986449"/>
            <a:ext cx="10975975" cy="99107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1"/>
            </p:custDataLst>
          </p:nvPr>
        </p:nvSpPr>
        <p:spPr>
          <a:xfrm>
            <a:off x="612775" y="3361020"/>
            <a:ext cx="10965600" cy="4106477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>
            <p:custDataLst>
              <p:tags r:id="rId2"/>
            </p:custDataLst>
          </p:nvPr>
        </p:nvGrpSpPr>
        <p:grpSpPr>
          <a:xfrm rot="16200000" flipH="1">
            <a:off x="1128151" y="-1351679"/>
            <a:ext cx="1181103" cy="4117074"/>
            <a:chOff x="0" y="0"/>
            <a:chExt cx="2916968" cy="6857996"/>
          </a:xfrm>
        </p:grpSpPr>
        <p:sp>
          <p:nvSpPr>
            <p:cNvPr id="11" name="等腰三角形 10"/>
            <p:cNvSpPr/>
            <p:nvPr userDrawn="1">
              <p:custDataLst>
                <p:tags r:id="rId3"/>
              </p:custDataLst>
            </p:nvPr>
          </p:nvSpPr>
          <p:spPr>
            <a:xfrm flipV="1">
              <a:off x="0" y="0"/>
              <a:ext cx="2916968" cy="6857996"/>
            </a:xfrm>
            <a:prstGeom prst="triangle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2" name="等腰三角形 11"/>
            <p:cNvSpPr/>
            <p:nvPr userDrawn="1">
              <p:custDataLst>
                <p:tags r:id="rId4"/>
              </p:custDataLst>
            </p:nvPr>
          </p:nvSpPr>
          <p:spPr>
            <a:xfrm flipV="1">
              <a:off x="0" y="0"/>
              <a:ext cx="2390024" cy="5619115"/>
            </a:xfrm>
            <a:prstGeom prst="triangle">
              <a:avLst>
                <a:gd name="adj" fmla="val 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8" name="矩形 7"/>
          <p:cNvSpPr/>
          <p:nvPr userDrawn="1">
            <p:custDataLst>
              <p:tags r:id="rId5"/>
            </p:custDataLst>
          </p:nvPr>
        </p:nvSpPr>
        <p:spPr>
          <a:xfrm>
            <a:off x="0" y="6019674"/>
            <a:ext cx="12192000" cy="2188971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604800" y="801474"/>
            <a:ext cx="10976400" cy="676513"/>
          </a:xfrm>
        </p:spPr>
        <p:txBody>
          <a:bodyPr anchor="ctr"/>
          <a:lstStyle>
            <a:lvl1pPr algn="ctr">
              <a:defRPr sz="3830"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0"/>
            </p:custDataLst>
          </p:nvPr>
        </p:nvSpPr>
        <p:spPr>
          <a:xfrm>
            <a:off x="604837" y="2012303"/>
            <a:ext cx="10990800" cy="3843628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1"/>
            </p:custDataLst>
          </p:nvPr>
        </p:nvSpPr>
        <p:spPr>
          <a:xfrm>
            <a:off x="594000" y="6200651"/>
            <a:ext cx="11001600" cy="1210829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1094486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79600" y="284394"/>
            <a:ext cx="11037600" cy="529006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579600" y="1990758"/>
            <a:ext cx="5342400" cy="3464436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6242400" y="1990758"/>
            <a:ext cx="5367600" cy="3464436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9"/>
            </p:custDataLst>
          </p:nvPr>
        </p:nvSpPr>
        <p:spPr>
          <a:xfrm>
            <a:off x="572400" y="5765442"/>
            <a:ext cx="5342400" cy="93505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0"/>
            </p:custDataLst>
          </p:nvPr>
        </p:nvSpPr>
        <p:spPr>
          <a:xfrm>
            <a:off x="6253200" y="5761133"/>
            <a:ext cx="5367600" cy="93505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grpSp>
        <p:nvGrpSpPr>
          <p:cNvPr id="12" name="组合 11"/>
          <p:cNvGrpSpPr/>
          <p:nvPr userDrawn="1">
            <p:custDataLst>
              <p:tags r:id="rId11"/>
            </p:custDataLst>
          </p:nvPr>
        </p:nvGrpSpPr>
        <p:grpSpPr>
          <a:xfrm>
            <a:off x="11463247" y="7376961"/>
            <a:ext cx="381953" cy="446872"/>
            <a:chOff x="1100668" y="795868"/>
            <a:chExt cx="269602" cy="263525"/>
          </a:xfrm>
          <a:solidFill>
            <a:schemeClr val="accent1"/>
          </a:solidFill>
        </p:grpSpPr>
        <p:sp>
          <p:nvSpPr>
            <p:cNvPr id="14" name="矩形 13"/>
            <p:cNvSpPr/>
            <p:nvPr>
              <p:custDataLst>
                <p:tags r:id="rId12"/>
              </p:custDataLst>
            </p:nvPr>
          </p:nvSpPr>
          <p:spPr>
            <a:xfrm>
              <a:off x="1100668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>
              <p:custDataLst>
                <p:tags r:id="rId13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>
              <p:custDataLst>
                <p:tags r:id="rId14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/>
            <p:nvPr>
              <p:custDataLst>
                <p:tags r:id="rId15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1148138"/>
            <a:ext cx="12192000" cy="5912371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grpSp>
        <p:nvGrpSpPr>
          <p:cNvPr id="8" name="组合 7"/>
          <p:cNvGrpSpPr/>
          <p:nvPr userDrawn="1">
            <p:custDataLst>
              <p:tags r:id="rId3"/>
            </p:custDataLst>
          </p:nvPr>
        </p:nvGrpSpPr>
        <p:grpSpPr>
          <a:xfrm rot="16200000" flipH="1">
            <a:off x="1818075" y="-2179010"/>
            <a:ext cx="2266950" cy="7071429"/>
            <a:chOff x="0" y="-1532"/>
            <a:chExt cx="3368984" cy="7916555"/>
          </a:xfrm>
        </p:grpSpPr>
        <p:sp>
          <p:nvSpPr>
            <p:cNvPr id="12" name="等腰三角形 11"/>
            <p:cNvSpPr/>
            <p:nvPr userDrawn="1">
              <p:custDataLst>
                <p:tags r:id="rId4"/>
              </p:custDataLst>
            </p:nvPr>
          </p:nvSpPr>
          <p:spPr>
            <a:xfrm flipV="1">
              <a:off x="1770" y="-1532"/>
              <a:ext cx="3367214" cy="7916555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9" name="等腰三角形 8"/>
            <p:cNvSpPr/>
            <p:nvPr userDrawn="1">
              <p:custDataLst>
                <p:tags r:id="rId5"/>
              </p:custDataLst>
            </p:nvPr>
          </p:nvSpPr>
          <p:spPr>
            <a:xfrm flipV="1">
              <a:off x="0" y="0"/>
              <a:ext cx="2916968" cy="6857996"/>
            </a:xfrm>
            <a:prstGeom prst="triangle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1" name="等腰三角形 10"/>
            <p:cNvSpPr/>
            <p:nvPr userDrawn="1">
              <p:custDataLst>
                <p:tags r:id="rId6"/>
              </p:custDataLst>
            </p:nvPr>
          </p:nvSpPr>
          <p:spPr>
            <a:xfrm flipV="1">
              <a:off x="0" y="0"/>
              <a:ext cx="2390024" cy="5619115"/>
            </a:xfrm>
            <a:prstGeom prst="triangle">
              <a:avLst>
                <a:gd name="adj" fmla="val 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3" name="组合 12"/>
          <p:cNvGrpSpPr/>
          <p:nvPr userDrawn="1">
            <p:custDataLst>
              <p:tags r:id="rId7"/>
            </p:custDataLst>
          </p:nvPr>
        </p:nvGrpSpPr>
        <p:grpSpPr>
          <a:xfrm rot="5400000" flipH="1">
            <a:off x="8104574" y="3316223"/>
            <a:ext cx="2266950" cy="7071429"/>
            <a:chOff x="0" y="-1532"/>
            <a:chExt cx="3368984" cy="7916555"/>
          </a:xfrm>
        </p:grpSpPr>
        <p:sp>
          <p:nvSpPr>
            <p:cNvPr id="14" name="等腰三角形 13"/>
            <p:cNvSpPr/>
            <p:nvPr userDrawn="1">
              <p:custDataLst>
                <p:tags r:id="rId8"/>
              </p:custDataLst>
            </p:nvPr>
          </p:nvSpPr>
          <p:spPr>
            <a:xfrm flipV="1">
              <a:off x="1770" y="-1532"/>
              <a:ext cx="3367214" cy="7916555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5" name="等腰三角形 14"/>
            <p:cNvSpPr/>
            <p:nvPr userDrawn="1">
              <p:custDataLst>
                <p:tags r:id="rId9"/>
              </p:custDataLst>
            </p:nvPr>
          </p:nvSpPr>
          <p:spPr>
            <a:xfrm flipV="1">
              <a:off x="0" y="0"/>
              <a:ext cx="2916968" cy="6857996"/>
            </a:xfrm>
            <a:prstGeom prst="triangle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6" name="等腰三角形 15"/>
            <p:cNvSpPr/>
            <p:nvPr userDrawn="1">
              <p:custDataLst>
                <p:tags r:id="rId10"/>
              </p:custDataLst>
            </p:nvPr>
          </p:nvSpPr>
          <p:spPr>
            <a:xfrm flipV="1">
              <a:off x="0" y="0"/>
              <a:ext cx="2390024" cy="5619115"/>
            </a:xfrm>
            <a:prstGeom prst="triangle">
              <a:avLst>
                <a:gd name="adj" fmla="val 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1"/>
            </p:custDataLst>
          </p:nvPr>
        </p:nvSpPr>
        <p:spPr>
          <a:xfrm>
            <a:off x="1522800" y="1602948"/>
            <a:ext cx="9144000" cy="2856867"/>
          </a:xfrm>
        </p:spPr>
        <p:txBody>
          <a:bodyPr anchor="b"/>
          <a:lstStyle>
            <a:lvl1pPr algn="ctr">
              <a:defRPr sz="718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5"/>
            </p:custDataLst>
          </p:nvPr>
        </p:nvSpPr>
        <p:spPr>
          <a:xfrm>
            <a:off x="1522413" y="4623557"/>
            <a:ext cx="9144000" cy="198214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rgbClr val="2D2D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590551" cy="5700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bg>
      <p:bgPr>
        <a:solidFill>
          <a:srgbClr val="2D2D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590551" cy="5700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bg>
      <p:bgPr>
        <a:solidFill>
          <a:srgbClr val="2D2D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590551" cy="5700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和内容">
    <p:bg>
      <p:bgPr>
        <a:solidFill>
          <a:srgbClr val="2D2D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590551" cy="5700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9" Type="http://schemas.openxmlformats.org/officeDocument/2006/relationships/theme" Target="../theme/theme1.xml"/><Relationship Id="rId28" Type="http://schemas.openxmlformats.org/officeDocument/2006/relationships/tags" Target="../tags/tag200.xml"/><Relationship Id="rId27" Type="http://schemas.openxmlformats.org/officeDocument/2006/relationships/tags" Target="../tags/tag199.xml"/><Relationship Id="rId26" Type="http://schemas.openxmlformats.org/officeDocument/2006/relationships/tags" Target="../tags/tag198.xml"/><Relationship Id="rId25" Type="http://schemas.openxmlformats.org/officeDocument/2006/relationships/tags" Target="../tags/tag197.xml"/><Relationship Id="rId24" Type="http://schemas.openxmlformats.org/officeDocument/2006/relationships/tags" Target="../tags/tag196.xml"/><Relationship Id="rId23" Type="http://schemas.openxmlformats.org/officeDocument/2006/relationships/tags" Target="../tags/tag195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3"/>
            </p:custDataLst>
          </p:nvPr>
        </p:nvSpPr>
        <p:spPr>
          <a:xfrm>
            <a:off x="669882" y="530522"/>
            <a:ext cx="10852237" cy="529006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4"/>
            </p:custDataLst>
          </p:nvPr>
        </p:nvSpPr>
        <p:spPr>
          <a:xfrm>
            <a:off x="669882" y="1140099"/>
            <a:ext cx="10852237" cy="6450222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5"/>
            </p:custDataLst>
          </p:nvPr>
        </p:nvSpPr>
        <p:spPr>
          <a:xfrm>
            <a:off x="879742" y="7600397"/>
            <a:ext cx="2700000" cy="379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435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6"/>
            </p:custDataLst>
          </p:nvPr>
        </p:nvSpPr>
        <p:spPr>
          <a:xfrm>
            <a:off x="4116000" y="7600397"/>
            <a:ext cx="3960000" cy="379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435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7"/>
            </p:custDataLst>
          </p:nvPr>
        </p:nvSpPr>
        <p:spPr>
          <a:xfrm>
            <a:off x="8610600" y="7600397"/>
            <a:ext cx="2700000" cy="379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435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txStyles>
    <p:titleStyle>
      <a:lvl1pPr algn="l" defTabSz="1094740" rtl="0" eaLnBrk="1" fontAlgn="auto" latinLnBrk="0" hangingPunct="1">
        <a:lnSpc>
          <a:spcPct val="100000"/>
        </a:lnSpc>
        <a:spcBef>
          <a:spcPct val="0"/>
        </a:spcBef>
        <a:buNone/>
        <a:defRPr sz="2875" b="1" u="none" strike="noStrike" kern="1200" cap="none" spc="2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73685" indent="-273685" algn="l" defTabSz="109474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915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821055" indent="-273685" algn="l" defTabSz="109474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926590" algn="l"/>
        </a:tabLst>
        <a:defRPr sz="1915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368425" indent="-273685" algn="l" defTabSz="109474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915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915160" indent="-273685" algn="l" defTabSz="109474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915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462530" indent="-273685" algn="l" defTabSz="109474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915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3009900" indent="-273685" algn="l" defTabSz="1094740" rtl="0" eaLnBrk="1" latinLnBrk="0" hangingPunct="1">
        <a:lnSpc>
          <a:spcPct val="90000"/>
        </a:lnSpc>
        <a:spcBef>
          <a:spcPct val="120000"/>
        </a:spcBef>
        <a:buFont typeface="Arial" panose="020B0604020202020204" pitchFamily="34" charset="0"/>
        <a:buChar char="•"/>
        <a:defRPr sz="2155" kern="1200">
          <a:solidFill>
            <a:schemeClr val="tx1"/>
          </a:solidFill>
          <a:latin typeface="+mn-lt"/>
          <a:ea typeface="+mn-ea"/>
          <a:cs typeface="+mn-cs"/>
        </a:defRPr>
      </a:lvl6pPr>
      <a:lvl7pPr marL="3557270" indent="-273685" algn="l" defTabSz="1094740" rtl="0" eaLnBrk="1" latinLnBrk="0" hangingPunct="1">
        <a:lnSpc>
          <a:spcPct val="90000"/>
        </a:lnSpc>
        <a:spcBef>
          <a:spcPct val="120000"/>
        </a:spcBef>
        <a:buFont typeface="Arial" panose="020B0604020202020204" pitchFamily="34" charset="0"/>
        <a:buChar char="•"/>
        <a:defRPr sz="2155" kern="1200">
          <a:solidFill>
            <a:schemeClr val="tx1"/>
          </a:solidFill>
          <a:latin typeface="+mn-lt"/>
          <a:ea typeface="+mn-ea"/>
          <a:cs typeface="+mn-cs"/>
        </a:defRPr>
      </a:lvl7pPr>
      <a:lvl8pPr marL="4104640" indent="-273685" algn="l" defTabSz="1094740" rtl="0" eaLnBrk="1" latinLnBrk="0" hangingPunct="1">
        <a:lnSpc>
          <a:spcPct val="90000"/>
        </a:lnSpc>
        <a:spcBef>
          <a:spcPct val="120000"/>
        </a:spcBef>
        <a:buFont typeface="Arial" panose="020B0604020202020204" pitchFamily="34" charset="0"/>
        <a:buChar char="•"/>
        <a:defRPr sz="2155" kern="1200">
          <a:solidFill>
            <a:schemeClr val="tx1"/>
          </a:solidFill>
          <a:latin typeface="+mn-lt"/>
          <a:ea typeface="+mn-ea"/>
          <a:cs typeface="+mn-cs"/>
        </a:defRPr>
      </a:lvl8pPr>
      <a:lvl9pPr marL="4651375" indent="-273685" algn="l" defTabSz="1094740" rtl="0" eaLnBrk="1" latinLnBrk="0" hangingPunct="1">
        <a:lnSpc>
          <a:spcPct val="90000"/>
        </a:lnSpc>
        <a:spcBef>
          <a:spcPct val="120000"/>
        </a:spcBef>
        <a:buFont typeface="Arial" panose="020B0604020202020204" pitchFamily="34" charset="0"/>
        <a:buChar char="•"/>
        <a:defRPr sz="215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94740" rtl="0" eaLnBrk="1" latinLnBrk="0" hangingPunct="1">
        <a:defRPr sz="2155" kern="1200">
          <a:solidFill>
            <a:schemeClr val="tx1"/>
          </a:solidFill>
          <a:latin typeface="+mn-lt"/>
          <a:ea typeface="+mn-ea"/>
          <a:cs typeface="+mn-cs"/>
        </a:defRPr>
      </a:lvl1pPr>
      <a:lvl2pPr marL="547370" algn="l" defTabSz="1094740" rtl="0" eaLnBrk="1" latinLnBrk="0" hangingPunct="1">
        <a:defRPr sz="2155" kern="1200">
          <a:solidFill>
            <a:schemeClr val="tx1"/>
          </a:solidFill>
          <a:latin typeface="+mn-lt"/>
          <a:ea typeface="+mn-ea"/>
          <a:cs typeface="+mn-cs"/>
        </a:defRPr>
      </a:lvl2pPr>
      <a:lvl3pPr marL="1094740" algn="l" defTabSz="1094740" rtl="0" eaLnBrk="1" latinLnBrk="0" hangingPunct="1">
        <a:defRPr sz="2155" kern="1200">
          <a:solidFill>
            <a:schemeClr val="tx1"/>
          </a:solidFill>
          <a:latin typeface="+mn-lt"/>
          <a:ea typeface="+mn-ea"/>
          <a:cs typeface="+mn-cs"/>
        </a:defRPr>
      </a:lvl3pPr>
      <a:lvl4pPr marL="1641475" algn="l" defTabSz="1094740" rtl="0" eaLnBrk="1" latinLnBrk="0" hangingPunct="1">
        <a:defRPr sz="2155" kern="1200">
          <a:solidFill>
            <a:schemeClr val="tx1"/>
          </a:solidFill>
          <a:latin typeface="+mn-lt"/>
          <a:ea typeface="+mn-ea"/>
          <a:cs typeface="+mn-cs"/>
        </a:defRPr>
      </a:lvl4pPr>
      <a:lvl5pPr marL="2188845" algn="l" defTabSz="1094740" rtl="0" eaLnBrk="1" latinLnBrk="0" hangingPunct="1">
        <a:defRPr sz="2155" kern="1200">
          <a:solidFill>
            <a:schemeClr val="tx1"/>
          </a:solidFill>
          <a:latin typeface="+mn-lt"/>
          <a:ea typeface="+mn-ea"/>
          <a:cs typeface="+mn-cs"/>
        </a:defRPr>
      </a:lvl5pPr>
      <a:lvl6pPr marL="2736215" algn="l" defTabSz="1094740" rtl="0" eaLnBrk="1" latinLnBrk="0" hangingPunct="1">
        <a:defRPr sz="2155" kern="1200">
          <a:solidFill>
            <a:schemeClr val="tx1"/>
          </a:solidFill>
          <a:latin typeface="+mn-lt"/>
          <a:ea typeface="+mn-ea"/>
          <a:cs typeface="+mn-cs"/>
        </a:defRPr>
      </a:lvl6pPr>
      <a:lvl7pPr marL="3283585" algn="l" defTabSz="1094740" rtl="0" eaLnBrk="1" latinLnBrk="0" hangingPunct="1">
        <a:defRPr sz="2155" kern="1200">
          <a:solidFill>
            <a:schemeClr val="tx1"/>
          </a:solidFill>
          <a:latin typeface="+mn-lt"/>
          <a:ea typeface="+mn-ea"/>
          <a:cs typeface="+mn-cs"/>
        </a:defRPr>
      </a:lvl7pPr>
      <a:lvl8pPr marL="3830955" algn="l" defTabSz="1094740" rtl="0" eaLnBrk="1" latinLnBrk="0" hangingPunct="1">
        <a:defRPr sz="2155" kern="1200">
          <a:solidFill>
            <a:schemeClr val="tx1"/>
          </a:solidFill>
          <a:latin typeface="+mn-lt"/>
          <a:ea typeface="+mn-ea"/>
          <a:cs typeface="+mn-cs"/>
        </a:defRPr>
      </a:lvl8pPr>
      <a:lvl9pPr marL="4377690" algn="l" defTabSz="1094740" rtl="0" eaLnBrk="1" latinLnBrk="0" hangingPunct="1">
        <a:defRPr sz="215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.bin"/><Relationship Id="rId8" Type="http://schemas.openxmlformats.org/officeDocument/2006/relationships/image" Target="../media/image5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4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3.wmf"/><Relationship Id="rId30" Type="http://schemas.openxmlformats.org/officeDocument/2006/relationships/vmlDrawing" Target="../drawings/vmlDrawing1.vml"/><Relationship Id="rId3" Type="http://schemas.openxmlformats.org/officeDocument/2006/relationships/oleObject" Target="../embeddings/oleObject2.bin"/><Relationship Id="rId29" Type="http://schemas.openxmlformats.org/officeDocument/2006/relationships/slideLayout" Target="../slideLayouts/slideLayout13.xml"/><Relationship Id="rId28" Type="http://schemas.openxmlformats.org/officeDocument/2006/relationships/tags" Target="../tags/tag212.xml"/><Relationship Id="rId27" Type="http://schemas.openxmlformats.org/officeDocument/2006/relationships/tags" Target="../tags/tag211.xml"/><Relationship Id="rId26" Type="http://schemas.openxmlformats.org/officeDocument/2006/relationships/tags" Target="../tags/tag210.xml"/><Relationship Id="rId25" Type="http://schemas.openxmlformats.org/officeDocument/2006/relationships/tags" Target="../tags/tag209.xml"/><Relationship Id="rId24" Type="http://schemas.openxmlformats.org/officeDocument/2006/relationships/tags" Target="../tags/tag208.xml"/><Relationship Id="rId23" Type="http://schemas.openxmlformats.org/officeDocument/2006/relationships/image" Target="../media/image9.wmf"/><Relationship Id="rId22" Type="http://schemas.openxmlformats.org/officeDocument/2006/relationships/oleObject" Target="../embeddings/oleObject8.bin"/><Relationship Id="rId21" Type="http://schemas.openxmlformats.org/officeDocument/2006/relationships/tags" Target="../tags/tag207.xml"/><Relationship Id="rId20" Type="http://schemas.openxmlformats.org/officeDocument/2006/relationships/tags" Target="../tags/tag206.xml"/><Relationship Id="rId2" Type="http://schemas.openxmlformats.org/officeDocument/2006/relationships/image" Target="../media/image2.wmf"/><Relationship Id="rId19" Type="http://schemas.openxmlformats.org/officeDocument/2006/relationships/image" Target="../media/image8.wmf"/><Relationship Id="rId18" Type="http://schemas.openxmlformats.org/officeDocument/2006/relationships/oleObject" Target="../embeddings/oleObject7.bin"/><Relationship Id="rId17" Type="http://schemas.openxmlformats.org/officeDocument/2006/relationships/tags" Target="../tags/tag205.xml"/><Relationship Id="rId16" Type="http://schemas.openxmlformats.org/officeDocument/2006/relationships/tags" Target="../tags/tag204.xml"/><Relationship Id="rId15" Type="http://schemas.openxmlformats.org/officeDocument/2006/relationships/tags" Target="../tags/tag203.xml"/><Relationship Id="rId14" Type="http://schemas.openxmlformats.org/officeDocument/2006/relationships/image" Target="../media/image7.wmf"/><Relationship Id="rId13" Type="http://schemas.openxmlformats.org/officeDocument/2006/relationships/oleObject" Target="../embeddings/oleObject6.bin"/><Relationship Id="rId12" Type="http://schemas.openxmlformats.org/officeDocument/2006/relationships/tags" Target="../tags/tag202.xml"/><Relationship Id="rId11" Type="http://schemas.openxmlformats.org/officeDocument/2006/relationships/tags" Target="../tags/tag201.xml"/><Relationship Id="rId10" Type="http://schemas.openxmlformats.org/officeDocument/2006/relationships/image" Target="../media/image6.wmf"/><Relationship Id="rId1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3.bin"/><Relationship Id="rId8" Type="http://schemas.openxmlformats.org/officeDocument/2006/relationships/image" Target="../media/image13.wmf"/><Relationship Id="rId7" Type="http://schemas.openxmlformats.org/officeDocument/2006/relationships/oleObject" Target="../embeddings/oleObject12.bin"/><Relationship Id="rId6" Type="http://schemas.openxmlformats.org/officeDocument/2006/relationships/image" Target="../media/image12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11.wmf"/><Relationship Id="rId35" Type="http://schemas.openxmlformats.org/officeDocument/2006/relationships/vmlDrawing" Target="../drawings/vmlDrawing2.vml"/><Relationship Id="rId34" Type="http://schemas.openxmlformats.org/officeDocument/2006/relationships/slideLayout" Target="../slideLayouts/slideLayout13.xml"/><Relationship Id="rId33" Type="http://schemas.openxmlformats.org/officeDocument/2006/relationships/tags" Target="../tags/tag213.xml"/><Relationship Id="rId32" Type="http://schemas.openxmlformats.org/officeDocument/2006/relationships/image" Target="../media/image25.wmf"/><Relationship Id="rId31" Type="http://schemas.openxmlformats.org/officeDocument/2006/relationships/oleObject" Target="../embeddings/oleObject24.bin"/><Relationship Id="rId30" Type="http://schemas.openxmlformats.org/officeDocument/2006/relationships/image" Target="../media/image24.wmf"/><Relationship Id="rId3" Type="http://schemas.openxmlformats.org/officeDocument/2006/relationships/oleObject" Target="../embeddings/oleObject10.bin"/><Relationship Id="rId29" Type="http://schemas.openxmlformats.org/officeDocument/2006/relationships/oleObject" Target="../embeddings/oleObject23.bin"/><Relationship Id="rId28" Type="http://schemas.openxmlformats.org/officeDocument/2006/relationships/image" Target="../media/image23.wmf"/><Relationship Id="rId27" Type="http://schemas.openxmlformats.org/officeDocument/2006/relationships/oleObject" Target="../embeddings/oleObject22.bin"/><Relationship Id="rId26" Type="http://schemas.openxmlformats.org/officeDocument/2006/relationships/image" Target="../media/image22.wmf"/><Relationship Id="rId25" Type="http://schemas.openxmlformats.org/officeDocument/2006/relationships/oleObject" Target="../embeddings/oleObject21.bin"/><Relationship Id="rId24" Type="http://schemas.openxmlformats.org/officeDocument/2006/relationships/image" Target="../media/image21.wmf"/><Relationship Id="rId23" Type="http://schemas.openxmlformats.org/officeDocument/2006/relationships/oleObject" Target="../embeddings/oleObject20.bin"/><Relationship Id="rId22" Type="http://schemas.openxmlformats.org/officeDocument/2006/relationships/image" Target="../media/image20.wmf"/><Relationship Id="rId21" Type="http://schemas.openxmlformats.org/officeDocument/2006/relationships/oleObject" Target="../embeddings/oleObject19.bin"/><Relationship Id="rId20" Type="http://schemas.openxmlformats.org/officeDocument/2006/relationships/image" Target="../media/image19.wmf"/><Relationship Id="rId2" Type="http://schemas.openxmlformats.org/officeDocument/2006/relationships/image" Target="../media/image10.wmf"/><Relationship Id="rId19" Type="http://schemas.openxmlformats.org/officeDocument/2006/relationships/oleObject" Target="../embeddings/oleObject18.bin"/><Relationship Id="rId18" Type="http://schemas.openxmlformats.org/officeDocument/2006/relationships/image" Target="../media/image18.wmf"/><Relationship Id="rId17" Type="http://schemas.openxmlformats.org/officeDocument/2006/relationships/oleObject" Target="../embeddings/oleObject17.bin"/><Relationship Id="rId16" Type="http://schemas.openxmlformats.org/officeDocument/2006/relationships/image" Target="../media/image17.wmf"/><Relationship Id="rId15" Type="http://schemas.openxmlformats.org/officeDocument/2006/relationships/oleObject" Target="../embeddings/oleObject16.bin"/><Relationship Id="rId14" Type="http://schemas.openxmlformats.org/officeDocument/2006/relationships/image" Target="../media/image16.wmf"/><Relationship Id="rId13" Type="http://schemas.openxmlformats.org/officeDocument/2006/relationships/oleObject" Target="../embeddings/oleObject15.bin"/><Relationship Id="rId12" Type="http://schemas.openxmlformats.org/officeDocument/2006/relationships/image" Target="../media/image15.wmf"/><Relationship Id="rId11" Type="http://schemas.openxmlformats.org/officeDocument/2006/relationships/oleObject" Target="../embeddings/oleObject14.bin"/><Relationship Id="rId10" Type="http://schemas.openxmlformats.org/officeDocument/2006/relationships/image" Target="../media/image14.wmf"/><Relationship Id="rId1" Type="http://schemas.openxmlformats.org/officeDocument/2006/relationships/oleObject" Target="../embeddings/oleObject9.bin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9.bin"/><Relationship Id="rId8" Type="http://schemas.openxmlformats.org/officeDocument/2006/relationships/image" Target="../media/image28.wmf"/><Relationship Id="rId7" Type="http://schemas.openxmlformats.org/officeDocument/2006/relationships/oleObject" Target="../embeddings/oleObject28.bin"/><Relationship Id="rId6" Type="http://schemas.openxmlformats.org/officeDocument/2006/relationships/image" Target="../media/image16.wmf"/><Relationship Id="rId5" Type="http://schemas.openxmlformats.org/officeDocument/2006/relationships/oleObject" Target="../embeddings/oleObject27.bin"/><Relationship Id="rId4" Type="http://schemas.openxmlformats.org/officeDocument/2006/relationships/image" Target="../media/image27.wmf"/><Relationship Id="rId37" Type="http://schemas.openxmlformats.org/officeDocument/2006/relationships/vmlDrawing" Target="../drawings/vmlDrawing3.vml"/><Relationship Id="rId36" Type="http://schemas.openxmlformats.org/officeDocument/2006/relationships/slideLayout" Target="../slideLayouts/slideLayout13.xml"/><Relationship Id="rId35" Type="http://schemas.openxmlformats.org/officeDocument/2006/relationships/tags" Target="../tags/tag214.xml"/><Relationship Id="rId34" Type="http://schemas.openxmlformats.org/officeDocument/2006/relationships/image" Target="../media/image25.wmf"/><Relationship Id="rId33" Type="http://schemas.openxmlformats.org/officeDocument/2006/relationships/oleObject" Target="../embeddings/oleObject41.bin"/><Relationship Id="rId32" Type="http://schemas.openxmlformats.org/officeDocument/2006/relationships/image" Target="../media/image37.wmf"/><Relationship Id="rId31" Type="http://schemas.openxmlformats.org/officeDocument/2006/relationships/oleObject" Target="../embeddings/oleObject40.bin"/><Relationship Id="rId30" Type="http://schemas.openxmlformats.org/officeDocument/2006/relationships/image" Target="../media/image36.wmf"/><Relationship Id="rId3" Type="http://schemas.openxmlformats.org/officeDocument/2006/relationships/oleObject" Target="../embeddings/oleObject26.bin"/><Relationship Id="rId29" Type="http://schemas.openxmlformats.org/officeDocument/2006/relationships/oleObject" Target="../embeddings/oleObject39.bin"/><Relationship Id="rId28" Type="http://schemas.openxmlformats.org/officeDocument/2006/relationships/image" Target="../media/image24.wmf"/><Relationship Id="rId27" Type="http://schemas.openxmlformats.org/officeDocument/2006/relationships/oleObject" Target="../embeddings/oleObject38.bin"/><Relationship Id="rId26" Type="http://schemas.openxmlformats.org/officeDocument/2006/relationships/image" Target="../media/image23.wmf"/><Relationship Id="rId25" Type="http://schemas.openxmlformats.org/officeDocument/2006/relationships/oleObject" Target="../embeddings/oleObject37.bin"/><Relationship Id="rId24" Type="http://schemas.openxmlformats.org/officeDocument/2006/relationships/image" Target="../media/image22.wmf"/><Relationship Id="rId23" Type="http://schemas.openxmlformats.org/officeDocument/2006/relationships/oleObject" Target="../embeddings/oleObject36.bin"/><Relationship Id="rId22" Type="http://schemas.openxmlformats.org/officeDocument/2006/relationships/image" Target="../media/image35.wmf"/><Relationship Id="rId21" Type="http://schemas.openxmlformats.org/officeDocument/2006/relationships/oleObject" Target="../embeddings/oleObject35.bin"/><Relationship Id="rId20" Type="http://schemas.openxmlformats.org/officeDocument/2006/relationships/image" Target="../media/image34.wmf"/><Relationship Id="rId2" Type="http://schemas.openxmlformats.org/officeDocument/2006/relationships/image" Target="../media/image26.wmf"/><Relationship Id="rId19" Type="http://schemas.openxmlformats.org/officeDocument/2006/relationships/oleObject" Target="../embeddings/oleObject34.bin"/><Relationship Id="rId18" Type="http://schemas.openxmlformats.org/officeDocument/2006/relationships/image" Target="../media/image33.wmf"/><Relationship Id="rId17" Type="http://schemas.openxmlformats.org/officeDocument/2006/relationships/oleObject" Target="../embeddings/oleObject33.bin"/><Relationship Id="rId16" Type="http://schemas.openxmlformats.org/officeDocument/2006/relationships/image" Target="../media/image32.wmf"/><Relationship Id="rId15" Type="http://schemas.openxmlformats.org/officeDocument/2006/relationships/oleObject" Target="../embeddings/oleObject32.bin"/><Relationship Id="rId14" Type="http://schemas.openxmlformats.org/officeDocument/2006/relationships/image" Target="../media/image31.wmf"/><Relationship Id="rId13" Type="http://schemas.openxmlformats.org/officeDocument/2006/relationships/oleObject" Target="../embeddings/oleObject31.bin"/><Relationship Id="rId12" Type="http://schemas.openxmlformats.org/officeDocument/2006/relationships/image" Target="../media/image30.wmf"/><Relationship Id="rId11" Type="http://schemas.openxmlformats.org/officeDocument/2006/relationships/oleObject" Target="../embeddings/oleObject30.bin"/><Relationship Id="rId10" Type="http://schemas.openxmlformats.org/officeDocument/2006/relationships/image" Target="../media/image29.wmf"/><Relationship Id="rId1" Type="http://schemas.openxmlformats.org/officeDocument/2006/relationships/oleObject" Target="../embeddings/oleObject25.bin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6.bin"/><Relationship Id="rId8" Type="http://schemas.openxmlformats.org/officeDocument/2006/relationships/image" Target="../media/image41.wmf"/><Relationship Id="rId7" Type="http://schemas.openxmlformats.org/officeDocument/2006/relationships/oleObject" Target="../embeddings/oleObject45.bin"/><Relationship Id="rId6" Type="http://schemas.openxmlformats.org/officeDocument/2006/relationships/image" Target="../media/image40.wmf"/><Relationship Id="rId5" Type="http://schemas.openxmlformats.org/officeDocument/2006/relationships/oleObject" Target="../embeddings/oleObject44.bin"/><Relationship Id="rId4" Type="http://schemas.openxmlformats.org/officeDocument/2006/relationships/image" Target="../media/image39.wmf"/><Relationship Id="rId35" Type="http://schemas.openxmlformats.org/officeDocument/2006/relationships/vmlDrawing" Target="../drawings/vmlDrawing4.vml"/><Relationship Id="rId34" Type="http://schemas.openxmlformats.org/officeDocument/2006/relationships/slideLayout" Target="../slideLayouts/slideLayout13.xml"/><Relationship Id="rId33" Type="http://schemas.openxmlformats.org/officeDocument/2006/relationships/tags" Target="../tags/tag215.xml"/><Relationship Id="rId32" Type="http://schemas.openxmlformats.org/officeDocument/2006/relationships/image" Target="../media/image52.wmf"/><Relationship Id="rId31" Type="http://schemas.openxmlformats.org/officeDocument/2006/relationships/oleObject" Target="../embeddings/oleObject58.bin"/><Relationship Id="rId30" Type="http://schemas.openxmlformats.org/officeDocument/2006/relationships/image" Target="../media/image51.wmf"/><Relationship Id="rId3" Type="http://schemas.openxmlformats.org/officeDocument/2006/relationships/oleObject" Target="../embeddings/oleObject43.bin"/><Relationship Id="rId29" Type="http://schemas.openxmlformats.org/officeDocument/2006/relationships/oleObject" Target="../embeddings/oleObject57.bin"/><Relationship Id="rId28" Type="http://schemas.openxmlformats.org/officeDocument/2006/relationships/image" Target="../media/image50.wmf"/><Relationship Id="rId27" Type="http://schemas.openxmlformats.org/officeDocument/2006/relationships/oleObject" Target="../embeddings/oleObject56.bin"/><Relationship Id="rId26" Type="http://schemas.openxmlformats.org/officeDocument/2006/relationships/image" Target="../media/image49.wmf"/><Relationship Id="rId25" Type="http://schemas.openxmlformats.org/officeDocument/2006/relationships/oleObject" Target="../embeddings/oleObject55.bin"/><Relationship Id="rId24" Type="http://schemas.openxmlformats.org/officeDocument/2006/relationships/image" Target="../media/image48.wmf"/><Relationship Id="rId23" Type="http://schemas.openxmlformats.org/officeDocument/2006/relationships/oleObject" Target="../embeddings/oleObject54.bin"/><Relationship Id="rId22" Type="http://schemas.openxmlformats.org/officeDocument/2006/relationships/image" Target="../media/image47.wmf"/><Relationship Id="rId21" Type="http://schemas.openxmlformats.org/officeDocument/2006/relationships/oleObject" Target="../embeddings/oleObject53.bin"/><Relationship Id="rId20" Type="http://schemas.openxmlformats.org/officeDocument/2006/relationships/oleObject" Target="../embeddings/oleObject52.bin"/><Relationship Id="rId2" Type="http://schemas.openxmlformats.org/officeDocument/2006/relationships/image" Target="../media/image38.wmf"/><Relationship Id="rId19" Type="http://schemas.openxmlformats.org/officeDocument/2006/relationships/image" Target="../media/image46.wmf"/><Relationship Id="rId18" Type="http://schemas.openxmlformats.org/officeDocument/2006/relationships/oleObject" Target="../embeddings/oleObject51.bin"/><Relationship Id="rId17" Type="http://schemas.openxmlformats.org/officeDocument/2006/relationships/oleObject" Target="../embeddings/oleObject50.bin"/><Relationship Id="rId16" Type="http://schemas.openxmlformats.org/officeDocument/2006/relationships/image" Target="../media/image45.wmf"/><Relationship Id="rId15" Type="http://schemas.openxmlformats.org/officeDocument/2006/relationships/oleObject" Target="../embeddings/oleObject49.bin"/><Relationship Id="rId14" Type="http://schemas.openxmlformats.org/officeDocument/2006/relationships/image" Target="../media/image44.wmf"/><Relationship Id="rId13" Type="http://schemas.openxmlformats.org/officeDocument/2006/relationships/oleObject" Target="../embeddings/oleObject48.bin"/><Relationship Id="rId12" Type="http://schemas.openxmlformats.org/officeDocument/2006/relationships/image" Target="../media/image43.wmf"/><Relationship Id="rId11" Type="http://schemas.openxmlformats.org/officeDocument/2006/relationships/oleObject" Target="../embeddings/oleObject47.bin"/><Relationship Id="rId10" Type="http://schemas.openxmlformats.org/officeDocument/2006/relationships/image" Target="../media/image42.wmf"/><Relationship Id="rId1" Type="http://schemas.openxmlformats.org/officeDocument/2006/relationships/oleObject" Target="../embeddings/oleObject42.bin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224.xml"/><Relationship Id="rId8" Type="http://schemas.openxmlformats.org/officeDocument/2006/relationships/tags" Target="../tags/tag223.xml"/><Relationship Id="rId7" Type="http://schemas.openxmlformats.org/officeDocument/2006/relationships/tags" Target="../tags/tag222.xml"/><Relationship Id="rId6" Type="http://schemas.openxmlformats.org/officeDocument/2006/relationships/tags" Target="../tags/tag221.xml"/><Relationship Id="rId5" Type="http://schemas.openxmlformats.org/officeDocument/2006/relationships/tags" Target="../tags/tag220.xml"/><Relationship Id="rId4" Type="http://schemas.openxmlformats.org/officeDocument/2006/relationships/tags" Target="../tags/tag219.xml"/><Relationship Id="rId3" Type="http://schemas.openxmlformats.org/officeDocument/2006/relationships/tags" Target="../tags/tag218.xml"/><Relationship Id="rId22" Type="http://schemas.openxmlformats.org/officeDocument/2006/relationships/vmlDrawing" Target="../drawings/vmlDrawing5.vml"/><Relationship Id="rId21" Type="http://schemas.openxmlformats.org/officeDocument/2006/relationships/slideLayout" Target="../slideLayouts/slideLayout6.xml"/><Relationship Id="rId20" Type="http://schemas.openxmlformats.org/officeDocument/2006/relationships/tags" Target="../tags/tag233.xml"/><Relationship Id="rId2" Type="http://schemas.openxmlformats.org/officeDocument/2006/relationships/tags" Target="../tags/tag217.xml"/><Relationship Id="rId19" Type="http://schemas.openxmlformats.org/officeDocument/2006/relationships/image" Target="../media/image39.wmf"/><Relationship Id="rId18" Type="http://schemas.openxmlformats.org/officeDocument/2006/relationships/oleObject" Target="../embeddings/oleObject59.bin"/><Relationship Id="rId17" Type="http://schemas.openxmlformats.org/officeDocument/2006/relationships/tags" Target="../tags/tag232.xml"/><Relationship Id="rId16" Type="http://schemas.openxmlformats.org/officeDocument/2006/relationships/tags" Target="../tags/tag231.xml"/><Relationship Id="rId15" Type="http://schemas.openxmlformats.org/officeDocument/2006/relationships/tags" Target="../tags/tag230.xml"/><Relationship Id="rId14" Type="http://schemas.openxmlformats.org/officeDocument/2006/relationships/tags" Target="../tags/tag229.xml"/><Relationship Id="rId13" Type="http://schemas.openxmlformats.org/officeDocument/2006/relationships/tags" Target="../tags/tag228.xml"/><Relationship Id="rId12" Type="http://schemas.openxmlformats.org/officeDocument/2006/relationships/tags" Target="../tags/tag227.xml"/><Relationship Id="rId11" Type="http://schemas.openxmlformats.org/officeDocument/2006/relationships/tags" Target="../tags/tag226.xml"/><Relationship Id="rId10" Type="http://schemas.openxmlformats.org/officeDocument/2006/relationships/tags" Target="../tags/tag225.xml"/><Relationship Id="rId1" Type="http://schemas.openxmlformats.org/officeDocument/2006/relationships/tags" Target="../tags/tag216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242.xml"/><Relationship Id="rId8" Type="http://schemas.openxmlformats.org/officeDocument/2006/relationships/tags" Target="../tags/tag241.xml"/><Relationship Id="rId7" Type="http://schemas.openxmlformats.org/officeDocument/2006/relationships/tags" Target="../tags/tag240.xml"/><Relationship Id="rId6" Type="http://schemas.openxmlformats.org/officeDocument/2006/relationships/tags" Target="../tags/tag239.xml"/><Relationship Id="rId5" Type="http://schemas.openxmlformats.org/officeDocument/2006/relationships/tags" Target="../tags/tag238.xml"/><Relationship Id="rId4" Type="http://schemas.openxmlformats.org/officeDocument/2006/relationships/tags" Target="../tags/tag237.xml"/><Relationship Id="rId3" Type="http://schemas.openxmlformats.org/officeDocument/2006/relationships/tags" Target="../tags/tag236.xml"/><Relationship Id="rId2" Type="http://schemas.openxmlformats.org/officeDocument/2006/relationships/tags" Target="../tags/tag235.xml"/><Relationship Id="rId10" Type="http://schemas.openxmlformats.org/officeDocument/2006/relationships/slideLayout" Target="../slideLayouts/slideLayout6.xml"/><Relationship Id="rId1" Type="http://schemas.openxmlformats.org/officeDocument/2006/relationships/tags" Target="../tags/tag234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.xml"/><Relationship Id="rId8" Type="http://schemas.openxmlformats.org/officeDocument/2006/relationships/tags" Target="../tags/tag250.xml"/><Relationship Id="rId7" Type="http://schemas.openxmlformats.org/officeDocument/2006/relationships/tags" Target="../tags/tag249.xml"/><Relationship Id="rId6" Type="http://schemas.openxmlformats.org/officeDocument/2006/relationships/tags" Target="../tags/tag248.xml"/><Relationship Id="rId5" Type="http://schemas.openxmlformats.org/officeDocument/2006/relationships/tags" Target="../tags/tag247.xml"/><Relationship Id="rId4" Type="http://schemas.openxmlformats.org/officeDocument/2006/relationships/tags" Target="../tags/tag246.xml"/><Relationship Id="rId3" Type="http://schemas.openxmlformats.org/officeDocument/2006/relationships/tags" Target="../tags/tag245.xml"/><Relationship Id="rId2" Type="http://schemas.openxmlformats.org/officeDocument/2006/relationships/tags" Target="../tags/tag244.xml"/><Relationship Id="rId1" Type="http://schemas.openxmlformats.org/officeDocument/2006/relationships/tags" Target="../tags/tag24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51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260.xml"/><Relationship Id="rId8" Type="http://schemas.openxmlformats.org/officeDocument/2006/relationships/tags" Target="../tags/tag259.xml"/><Relationship Id="rId7" Type="http://schemas.openxmlformats.org/officeDocument/2006/relationships/tags" Target="../tags/tag258.xml"/><Relationship Id="rId6" Type="http://schemas.openxmlformats.org/officeDocument/2006/relationships/tags" Target="../tags/tag257.xml"/><Relationship Id="rId5" Type="http://schemas.openxmlformats.org/officeDocument/2006/relationships/tags" Target="../tags/tag256.xml"/><Relationship Id="rId4" Type="http://schemas.openxmlformats.org/officeDocument/2006/relationships/tags" Target="../tags/tag255.xml"/><Relationship Id="rId3" Type="http://schemas.openxmlformats.org/officeDocument/2006/relationships/tags" Target="../tags/tag254.xml"/><Relationship Id="rId2" Type="http://schemas.openxmlformats.org/officeDocument/2006/relationships/tags" Target="../tags/tag253.xml"/><Relationship Id="rId17" Type="http://schemas.openxmlformats.org/officeDocument/2006/relationships/slideLayout" Target="../slideLayouts/slideLayout6.xml"/><Relationship Id="rId16" Type="http://schemas.openxmlformats.org/officeDocument/2006/relationships/tags" Target="../tags/tag267.xml"/><Relationship Id="rId15" Type="http://schemas.openxmlformats.org/officeDocument/2006/relationships/tags" Target="../tags/tag266.xml"/><Relationship Id="rId14" Type="http://schemas.openxmlformats.org/officeDocument/2006/relationships/tags" Target="../tags/tag265.xml"/><Relationship Id="rId13" Type="http://schemas.openxmlformats.org/officeDocument/2006/relationships/tags" Target="../tags/tag264.xml"/><Relationship Id="rId12" Type="http://schemas.openxmlformats.org/officeDocument/2006/relationships/tags" Target="../tags/tag263.xml"/><Relationship Id="rId11" Type="http://schemas.openxmlformats.org/officeDocument/2006/relationships/tags" Target="../tags/tag262.xml"/><Relationship Id="rId10" Type="http://schemas.openxmlformats.org/officeDocument/2006/relationships/tags" Target="../tags/tag261.xml"/><Relationship Id="rId1" Type="http://schemas.openxmlformats.org/officeDocument/2006/relationships/tags" Target="../tags/tag252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tags" Target="../tags/tag271.xml"/><Relationship Id="rId3" Type="http://schemas.openxmlformats.org/officeDocument/2006/relationships/tags" Target="../tags/tag270.xml"/><Relationship Id="rId2" Type="http://schemas.openxmlformats.org/officeDocument/2006/relationships/tags" Target="../tags/tag269.xml"/><Relationship Id="rId1" Type="http://schemas.openxmlformats.org/officeDocument/2006/relationships/tags" Target="../tags/tag268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tags" Target="../tags/tag275.xml"/><Relationship Id="rId3" Type="http://schemas.openxmlformats.org/officeDocument/2006/relationships/tags" Target="../tags/tag274.xml"/><Relationship Id="rId2" Type="http://schemas.openxmlformats.org/officeDocument/2006/relationships/tags" Target="../tags/tag273.xml"/><Relationship Id="rId1" Type="http://schemas.openxmlformats.org/officeDocument/2006/relationships/tags" Target="../tags/tag272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4.bin"/><Relationship Id="rId8" Type="http://schemas.openxmlformats.org/officeDocument/2006/relationships/image" Target="../media/image24.wmf"/><Relationship Id="rId7" Type="http://schemas.openxmlformats.org/officeDocument/2006/relationships/oleObject" Target="../embeddings/oleObject63.bin"/><Relationship Id="rId6" Type="http://schemas.openxmlformats.org/officeDocument/2006/relationships/image" Target="../media/image23.wmf"/><Relationship Id="rId53" Type="http://schemas.openxmlformats.org/officeDocument/2006/relationships/vmlDrawing" Target="../drawings/vmlDrawing6.vml"/><Relationship Id="rId52" Type="http://schemas.openxmlformats.org/officeDocument/2006/relationships/slideLayout" Target="../slideLayouts/slideLayout13.xml"/><Relationship Id="rId51" Type="http://schemas.openxmlformats.org/officeDocument/2006/relationships/tags" Target="../tags/tag276.xml"/><Relationship Id="rId50" Type="http://schemas.openxmlformats.org/officeDocument/2006/relationships/image" Target="../media/image74.wmf"/><Relationship Id="rId5" Type="http://schemas.openxmlformats.org/officeDocument/2006/relationships/oleObject" Target="../embeddings/oleObject62.bin"/><Relationship Id="rId49" Type="http://schemas.openxmlformats.org/officeDocument/2006/relationships/oleObject" Target="../embeddings/oleObject84.bin"/><Relationship Id="rId48" Type="http://schemas.openxmlformats.org/officeDocument/2006/relationships/image" Target="../media/image73.wmf"/><Relationship Id="rId47" Type="http://schemas.openxmlformats.org/officeDocument/2006/relationships/image" Target="../media/image72.wmf"/><Relationship Id="rId46" Type="http://schemas.openxmlformats.org/officeDocument/2006/relationships/oleObject" Target="../embeddings/oleObject83.bin"/><Relationship Id="rId45" Type="http://schemas.openxmlformats.org/officeDocument/2006/relationships/image" Target="../media/image71.wmf"/><Relationship Id="rId44" Type="http://schemas.openxmlformats.org/officeDocument/2006/relationships/oleObject" Target="../embeddings/oleObject82.bin"/><Relationship Id="rId43" Type="http://schemas.openxmlformats.org/officeDocument/2006/relationships/oleObject" Target="../embeddings/oleObject81.bin"/><Relationship Id="rId42" Type="http://schemas.openxmlformats.org/officeDocument/2006/relationships/image" Target="../media/image70.wmf"/><Relationship Id="rId41" Type="http://schemas.openxmlformats.org/officeDocument/2006/relationships/oleObject" Target="../embeddings/oleObject80.bin"/><Relationship Id="rId40" Type="http://schemas.openxmlformats.org/officeDocument/2006/relationships/image" Target="../media/image69.wmf"/><Relationship Id="rId4" Type="http://schemas.openxmlformats.org/officeDocument/2006/relationships/image" Target="../media/image22.wmf"/><Relationship Id="rId39" Type="http://schemas.openxmlformats.org/officeDocument/2006/relationships/oleObject" Target="../embeddings/oleObject79.bin"/><Relationship Id="rId38" Type="http://schemas.openxmlformats.org/officeDocument/2006/relationships/image" Target="../media/image68.wmf"/><Relationship Id="rId37" Type="http://schemas.openxmlformats.org/officeDocument/2006/relationships/oleObject" Target="../embeddings/oleObject78.bin"/><Relationship Id="rId36" Type="http://schemas.openxmlformats.org/officeDocument/2006/relationships/image" Target="../media/image67.wmf"/><Relationship Id="rId35" Type="http://schemas.openxmlformats.org/officeDocument/2006/relationships/oleObject" Target="../embeddings/oleObject77.bin"/><Relationship Id="rId34" Type="http://schemas.openxmlformats.org/officeDocument/2006/relationships/image" Target="../media/image66.wmf"/><Relationship Id="rId33" Type="http://schemas.openxmlformats.org/officeDocument/2006/relationships/oleObject" Target="../embeddings/oleObject76.bin"/><Relationship Id="rId32" Type="http://schemas.openxmlformats.org/officeDocument/2006/relationships/image" Target="../media/image65.wmf"/><Relationship Id="rId31" Type="http://schemas.openxmlformats.org/officeDocument/2006/relationships/oleObject" Target="../embeddings/oleObject75.bin"/><Relationship Id="rId30" Type="http://schemas.openxmlformats.org/officeDocument/2006/relationships/image" Target="../media/image64.wmf"/><Relationship Id="rId3" Type="http://schemas.openxmlformats.org/officeDocument/2006/relationships/oleObject" Target="../embeddings/oleObject61.bin"/><Relationship Id="rId29" Type="http://schemas.openxmlformats.org/officeDocument/2006/relationships/oleObject" Target="../embeddings/oleObject74.bin"/><Relationship Id="rId28" Type="http://schemas.openxmlformats.org/officeDocument/2006/relationships/image" Target="../media/image63.wmf"/><Relationship Id="rId27" Type="http://schemas.openxmlformats.org/officeDocument/2006/relationships/oleObject" Target="../embeddings/oleObject73.bin"/><Relationship Id="rId26" Type="http://schemas.openxmlformats.org/officeDocument/2006/relationships/image" Target="../media/image62.wmf"/><Relationship Id="rId25" Type="http://schemas.openxmlformats.org/officeDocument/2006/relationships/oleObject" Target="../embeddings/oleObject72.bin"/><Relationship Id="rId24" Type="http://schemas.openxmlformats.org/officeDocument/2006/relationships/image" Target="../media/image61.wmf"/><Relationship Id="rId23" Type="http://schemas.openxmlformats.org/officeDocument/2006/relationships/oleObject" Target="../embeddings/oleObject71.bin"/><Relationship Id="rId22" Type="http://schemas.openxmlformats.org/officeDocument/2006/relationships/image" Target="../media/image60.wmf"/><Relationship Id="rId21" Type="http://schemas.openxmlformats.org/officeDocument/2006/relationships/oleObject" Target="../embeddings/oleObject70.bin"/><Relationship Id="rId20" Type="http://schemas.openxmlformats.org/officeDocument/2006/relationships/image" Target="../media/image59.wmf"/><Relationship Id="rId2" Type="http://schemas.openxmlformats.org/officeDocument/2006/relationships/image" Target="../media/image53.wmf"/><Relationship Id="rId19" Type="http://schemas.openxmlformats.org/officeDocument/2006/relationships/oleObject" Target="../embeddings/oleObject69.bin"/><Relationship Id="rId18" Type="http://schemas.openxmlformats.org/officeDocument/2006/relationships/image" Target="../media/image58.wmf"/><Relationship Id="rId17" Type="http://schemas.openxmlformats.org/officeDocument/2006/relationships/oleObject" Target="../embeddings/oleObject68.bin"/><Relationship Id="rId16" Type="http://schemas.openxmlformats.org/officeDocument/2006/relationships/image" Target="../media/image57.wmf"/><Relationship Id="rId15" Type="http://schemas.openxmlformats.org/officeDocument/2006/relationships/oleObject" Target="../embeddings/oleObject67.bin"/><Relationship Id="rId14" Type="http://schemas.openxmlformats.org/officeDocument/2006/relationships/image" Target="../media/image56.wmf"/><Relationship Id="rId13" Type="http://schemas.openxmlformats.org/officeDocument/2006/relationships/oleObject" Target="../embeddings/oleObject66.bin"/><Relationship Id="rId12" Type="http://schemas.openxmlformats.org/officeDocument/2006/relationships/image" Target="../media/image55.wmf"/><Relationship Id="rId11" Type="http://schemas.openxmlformats.org/officeDocument/2006/relationships/oleObject" Target="../embeddings/oleObject65.bin"/><Relationship Id="rId10" Type="http://schemas.openxmlformats.org/officeDocument/2006/relationships/image" Target="../media/image54.wmf"/><Relationship Id="rId1" Type="http://schemas.openxmlformats.org/officeDocument/2006/relationships/oleObject" Target="../embeddings/oleObject60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278.xml"/><Relationship Id="rId1" Type="http://schemas.openxmlformats.org/officeDocument/2006/relationships/tags" Target="../tags/tag277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79.wmf"/><Relationship Id="rId8" Type="http://schemas.openxmlformats.org/officeDocument/2006/relationships/oleObject" Target="../embeddings/oleObject88.bin"/><Relationship Id="rId7" Type="http://schemas.openxmlformats.org/officeDocument/2006/relationships/image" Target="../media/image78.wmf"/><Relationship Id="rId6" Type="http://schemas.openxmlformats.org/officeDocument/2006/relationships/oleObject" Target="../embeddings/oleObject87.bin"/><Relationship Id="rId5" Type="http://schemas.openxmlformats.org/officeDocument/2006/relationships/image" Target="../media/image77.jpeg"/><Relationship Id="rId4" Type="http://schemas.openxmlformats.org/officeDocument/2006/relationships/image" Target="../media/image76.wmf"/><Relationship Id="rId3" Type="http://schemas.openxmlformats.org/officeDocument/2006/relationships/oleObject" Target="../embeddings/oleObject86.bin"/><Relationship Id="rId20" Type="http://schemas.openxmlformats.org/officeDocument/2006/relationships/vmlDrawing" Target="../drawings/vmlDrawing7.vml"/><Relationship Id="rId2" Type="http://schemas.openxmlformats.org/officeDocument/2006/relationships/image" Target="../media/image75.wmf"/><Relationship Id="rId19" Type="http://schemas.openxmlformats.org/officeDocument/2006/relationships/slideLayout" Target="../slideLayouts/slideLayout13.xml"/><Relationship Id="rId18" Type="http://schemas.openxmlformats.org/officeDocument/2006/relationships/tags" Target="../tags/tag279.xml"/><Relationship Id="rId17" Type="http://schemas.openxmlformats.org/officeDocument/2006/relationships/image" Target="../media/image83.wmf"/><Relationship Id="rId16" Type="http://schemas.openxmlformats.org/officeDocument/2006/relationships/oleObject" Target="../embeddings/oleObject92.bin"/><Relationship Id="rId15" Type="http://schemas.openxmlformats.org/officeDocument/2006/relationships/image" Target="../media/image82.wmf"/><Relationship Id="rId14" Type="http://schemas.openxmlformats.org/officeDocument/2006/relationships/oleObject" Target="../embeddings/oleObject91.bin"/><Relationship Id="rId13" Type="http://schemas.openxmlformats.org/officeDocument/2006/relationships/image" Target="../media/image81.wmf"/><Relationship Id="rId12" Type="http://schemas.openxmlformats.org/officeDocument/2006/relationships/oleObject" Target="../embeddings/oleObject90.bin"/><Relationship Id="rId11" Type="http://schemas.openxmlformats.org/officeDocument/2006/relationships/image" Target="../media/image80.wmf"/><Relationship Id="rId10" Type="http://schemas.openxmlformats.org/officeDocument/2006/relationships/oleObject" Target="../embeddings/oleObject89.bin"/><Relationship Id="rId1" Type="http://schemas.openxmlformats.org/officeDocument/2006/relationships/oleObject" Target="../embeddings/oleObject85.bin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7.bin"/><Relationship Id="rId8" Type="http://schemas.openxmlformats.org/officeDocument/2006/relationships/image" Target="../media/image87.wmf"/><Relationship Id="rId7" Type="http://schemas.openxmlformats.org/officeDocument/2006/relationships/oleObject" Target="../embeddings/oleObject96.bin"/><Relationship Id="rId6" Type="http://schemas.openxmlformats.org/officeDocument/2006/relationships/image" Target="../media/image86.wmf"/><Relationship Id="rId5" Type="http://schemas.openxmlformats.org/officeDocument/2006/relationships/oleObject" Target="../embeddings/oleObject95.bin"/><Relationship Id="rId4" Type="http://schemas.openxmlformats.org/officeDocument/2006/relationships/image" Target="../media/image85.wmf"/><Relationship Id="rId3" Type="http://schemas.openxmlformats.org/officeDocument/2006/relationships/oleObject" Target="../embeddings/oleObject94.bin"/><Relationship Id="rId25" Type="http://schemas.openxmlformats.org/officeDocument/2006/relationships/vmlDrawing" Target="../drawings/vmlDrawing8.vml"/><Relationship Id="rId24" Type="http://schemas.openxmlformats.org/officeDocument/2006/relationships/slideLayout" Target="../slideLayouts/slideLayout13.xml"/><Relationship Id="rId23" Type="http://schemas.openxmlformats.org/officeDocument/2006/relationships/tags" Target="../tags/tag280.xml"/><Relationship Id="rId22" Type="http://schemas.openxmlformats.org/officeDocument/2006/relationships/image" Target="../media/image92.wmf"/><Relationship Id="rId21" Type="http://schemas.openxmlformats.org/officeDocument/2006/relationships/oleObject" Target="../embeddings/oleObject103.bin"/><Relationship Id="rId20" Type="http://schemas.openxmlformats.org/officeDocument/2006/relationships/image" Target="../media/image75.wmf"/><Relationship Id="rId2" Type="http://schemas.openxmlformats.org/officeDocument/2006/relationships/image" Target="../media/image84.wmf"/><Relationship Id="rId19" Type="http://schemas.openxmlformats.org/officeDocument/2006/relationships/oleObject" Target="../embeddings/oleObject102.bin"/><Relationship Id="rId18" Type="http://schemas.openxmlformats.org/officeDocument/2006/relationships/image" Target="../media/image91.wmf"/><Relationship Id="rId17" Type="http://schemas.openxmlformats.org/officeDocument/2006/relationships/oleObject" Target="../embeddings/oleObject101.bin"/><Relationship Id="rId16" Type="http://schemas.openxmlformats.org/officeDocument/2006/relationships/image" Target="../media/image76.wmf"/><Relationship Id="rId15" Type="http://schemas.openxmlformats.org/officeDocument/2006/relationships/oleObject" Target="../embeddings/oleObject100.bin"/><Relationship Id="rId14" Type="http://schemas.openxmlformats.org/officeDocument/2006/relationships/image" Target="../media/image90.wmf"/><Relationship Id="rId13" Type="http://schemas.openxmlformats.org/officeDocument/2006/relationships/oleObject" Target="../embeddings/oleObject99.bin"/><Relationship Id="rId12" Type="http://schemas.openxmlformats.org/officeDocument/2006/relationships/image" Target="../media/image89.wmf"/><Relationship Id="rId11" Type="http://schemas.openxmlformats.org/officeDocument/2006/relationships/oleObject" Target="../embeddings/oleObject98.bin"/><Relationship Id="rId10" Type="http://schemas.openxmlformats.org/officeDocument/2006/relationships/image" Target="../media/image88.wmf"/><Relationship Id="rId1" Type="http://schemas.openxmlformats.org/officeDocument/2006/relationships/oleObject" Target="../embeddings/oleObject93.bin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8.bin"/><Relationship Id="rId8" Type="http://schemas.openxmlformats.org/officeDocument/2006/relationships/image" Target="../media/image96.wmf"/><Relationship Id="rId7" Type="http://schemas.openxmlformats.org/officeDocument/2006/relationships/oleObject" Target="../embeddings/oleObject107.bin"/><Relationship Id="rId6" Type="http://schemas.openxmlformats.org/officeDocument/2006/relationships/image" Target="../media/image95.wmf"/><Relationship Id="rId5" Type="http://schemas.openxmlformats.org/officeDocument/2006/relationships/oleObject" Target="../embeddings/oleObject106.bin"/><Relationship Id="rId4" Type="http://schemas.openxmlformats.org/officeDocument/2006/relationships/image" Target="../media/image94.wmf"/><Relationship Id="rId3" Type="http://schemas.openxmlformats.org/officeDocument/2006/relationships/oleObject" Target="../embeddings/oleObject105.bin"/><Relationship Id="rId28" Type="http://schemas.openxmlformats.org/officeDocument/2006/relationships/vmlDrawing" Target="../drawings/vmlDrawing9.vml"/><Relationship Id="rId27" Type="http://schemas.openxmlformats.org/officeDocument/2006/relationships/slideLayout" Target="../slideLayouts/slideLayout13.xml"/><Relationship Id="rId26" Type="http://schemas.openxmlformats.org/officeDocument/2006/relationships/tags" Target="../tags/tag281.xml"/><Relationship Id="rId25" Type="http://schemas.openxmlformats.org/officeDocument/2006/relationships/image" Target="../media/image102.png"/><Relationship Id="rId24" Type="http://schemas.openxmlformats.org/officeDocument/2006/relationships/image" Target="../media/image101.wmf"/><Relationship Id="rId23" Type="http://schemas.openxmlformats.org/officeDocument/2006/relationships/oleObject" Target="../embeddings/oleObject115.bin"/><Relationship Id="rId22" Type="http://schemas.openxmlformats.org/officeDocument/2006/relationships/image" Target="../media/image100.wmf"/><Relationship Id="rId21" Type="http://schemas.openxmlformats.org/officeDocument/2006/relationships/oleObject" Target="../embeddings/oleObject114.bin"/><Relationship Id="rId20" Type="http://schemas.openxmlformats.org/officeDocument/2006/relationships/image" Target="../media/image99.wmf"/><Relationship Id="rId2" Type="http://schemas.openxmlformats.org/officeDocument/2006/relationships/image" Target="../media/image93.wmf"/><Relationship Id="rId19" Type="http://schemas.openxmlformats.org/officeDocument/2006/relationships/oleObject" Target="../embeddings/oleObject113.bin"/><Relationship Id="rId18" Type="http://schemas.openxmlformats.org/officeDocument/2006/relationships/image" Target="../media/image24.wmf"/><Relationship Id="rId17" Type="http://schemas.openxmlformats.org/officeDocument/2006/relationships/oleObject" Target="../embeddings/oleObject112.bin"/><Relationship Id="rId16" Type="http://schemas.openxmlformats.org/officeDocument/2006/relationships/image" Target="../media/image23.wmf"/><Relationship Id="rId15" Type="http://schemas.openxmlformats.org/officeDocument/2006/relationships/oleObject" Target="../embeddings/oleObject111.bin"/><Relationship Id="rId14" Type="http://schemas.openxmlformats.org/officeDocument/2006/relationships/image" Target="../media/image22.wmf"/><Relationship Id="rId13" Type="http://schemas.openxmlformats.org/officeDocument/2006/relationships/oleObject" Target="../embeddings/oleObject110.bin"/><Relationship Id="rId12" Type="http://schemas.openxmlformats.org/officeDocument/2006/relationships/image" Target="../media/image98.wmf"/><Relationship Id="rId11" Type="http://schemas.openxmlformats.org/officeDocument/2006/relationships/oleObject" Target="../embeddings/oleObject109.bin"/><Relationship Id="rId10" Type="http://schemas.openxmlformats.org/officeDocument/2006/relationships/image" Target="../media/image97.wmf"/><Relationship Id="rId1" Type="http://schemas.openxmlformats.org/officeDocument/2006/relationships/oleObject" Target="../embeddings/oleObject104.bin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20.bin"/><Relationship Id="rId8" Type="http://schemas.openxmlformats.org/officeDocument/2006/relationships/image" Target="../media/image106.wmf"/><Relationship Id="rId7" Type="http://schemas.openxmlformats.org/officeDocument/2006/relationships/oleObject" Target="../embeddings/oleObject119.bin"/><Relationship Id="rId6" Type="http://schemas.openxmlformats.org/officeDocument/2006/relationships/image" Target="../media/image105.wmf"/><Relationship Id="rId5" Type="http://schemas.openxmlformats.org/officeDocument/2006/relationships/oleObject" Target="../embeddings/oleObject118.bin"/><Relationship Id="rId4" Type="http://schemas.openxmlformats.org/officeDocument/2006/relationships/image" Target="../media/image104.wmf"/><Relationship Id="rId34" Type="http://schemas.openxmlformats.org/officeDocument/2006/relationships/vmlDrawing" Target="../drawings/vmlDrawing10.vml"/><Relationship Id="rId33" Type="http://schemas.openxmlformats.org/officeDocument/2006/relationships/slideLayout" Target="../slideLayouts/slideLayout13.xml"/><Relationship Id="rId32" Type="http://schemas.openxmlformats.org/officeDocument/2006/relationships/tags" Target="../tags/tag282.xml"/><Relationship Id="rId31" Type="http://schemas.openxmlformats.org/officeDocument/2006/relationships/image" Target="../media/image113.wmf"/><Relationship Id="rId30" Type="http://schemas.openxmlformats.org/officeDocument/2006/relationships/oleObject" Target="../embeddings/oleObject131.bin"/><Relationship Id="rId3" Type="http://schemas.openxmlformats.org/officeDocument/2006/relationships/oleObject" Target="../embeddings/oleObject117.bin"/><Relationship Id="rId29" Type="http://schemas.openxmlformats.org/officeDocument/2006/relationships/image" Target="../media/image112.wmf"/><Relationship Id="rId28" Type="http://schemas.openxmlformats.org/officeDocument/2006/relationships/oleObject" Target="../embeddings/oleObject130.bin"/><Relationship Id="rId27" Type="http://schemas.openxmlformats.org/officeDocument/2006/relationships/image" Target="../media/image111.wmf"/><Relationship Id="rId26" Type="http://schemas.openxmlformats.org/officeDocument/2006/relationships/oleObject" Target="../embeddings/oleObject129.bin"/><Relationship Id="rId25" Type="http://schemas.openxmlformats.org/officeDocument/2006/relationships/image" Target="../media/image110.wmf"/><Relationship Id="rId24" Type="http://schemas.openxmlformats.org/officeDocument/2006/relationships/oleObject" Target="../embeddings/oleObject128.bin"/><Relationship Id="rId23" Type="http://schemas.openxmlformats.org/officeDocument/2006/relationships/image" Target="../media/image100.wmf"/><Relationship Id="rId22" Type="http://schemas.openxmlformats.org/officeDocument/2006/relationships/oleObject" Target="../embeddings/oleObject127.bin"/><Relationship Id="rId21" Type="http://schemas.openxmlformats.org/officeDocument/2006/relationships/image" Target="../media/image109.wmf"/><Relationship Id="rId20" Type="http://schemas.openxmlformats.org/officeDocument/2006/relationships/oleObject" Target="../embeddings/oleObject126.bin"/><Relationship Id="rId2" Type="http://schemas.openxmlformats.org/officeDocument/2006/relationships/image" Target="../media/image103.wmf"/><Relationship Id="rId19" Type="http://schemas.openxmlformats.org/officeDocument/2006/relationships/image" Target="../media/image24.wmf"/><Relationship Id="rId18" Type="http://schemas.openxmlformats.org/officeDocument/2006/relationships/oleObject" Target="../embeddings/oleObject125.bin"/><Relationship Id="rId17" Type="http://schemas.openxmlformats.org/officeDocument/2006/relationships/image" Target="../media/image23.wmf"/><Relationship Id="rId16" Type="http://schemas.openxmlformats.org/officeDocument/2006/relationships/oleObject" Target="../embeddings/oleObject124.bin"/><Relationship Id="rId15" Type="http://schemas.openxmlformats.org/officeDocument/2006/relationships/image" Target="../media/image22.wmf"/><Relationship Id="rId14" Type="http://schemas.openxmlformats.org/officeDocument/2006/relationships/oleObject" Target="../embeddings/oleObject123.bin"/><Relationship Id="rId13" Type="http://schemas.openxmlformats.org/officeDocument/2006/relationships/image" Target="../media/image108.wmf"/><Relationship Id="rId12" Type="http://schemas.openxmlformats.org/officeDocument/2006/relationships/oleObject" Target="../embeddings/oleObject122.bin"/><Relationship Id="rId11" Type="http://schemas.openxmlformats.org/officeDocument/2006/relationships/image" Target="../media/image107.wmf"/><Relationship Id="rId10" Type="http://schemas.openxmlformats.org/officeDocument/2006/relationships/oleObject" Target="../embeddings/oleObject121.bin"/><Relationship Id="rId1" Type="http://schemas.openxmlformats.org/officeDocument/2006/relationships/oleObject" Target="../embeddings/oleObject116.bin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6.wmf"/><Relationship Id="rId8" Type="http://schemas.openxmlformats.org/officeDocument/2006/relationships/oleObject" Target="../embeddings/oleObject136.bin"/><Relationship Id="rId7" Type="http://schemas.openxmlformats.org/officeDocument/2006/relationships/image" Target="../media/image115.wmf"/><Relationship Id="rId6" Type="http://schemas.openxmlformats.org/officeDocument/2006/relationships/oleObject" Target="../embeddings/oleObject135.bin"/><Relationship Id="rId5" Type="http://schemas.openxmlformats.org/officeDocument/2006/relationships/image" Target="../media/image114.wmf"/><Relationship Id="rId4" Type="http://schemas.openxmlformats.org/officeDocument/2006/relationships/oleObject" Target="../embeddings/oleObject134.bin"/><Relationship Id="rId37" Type="http://schemas.openxmlformats.org/officeDocument/2006/relationships/vmlDrawing" Target="../drawings/vmlDrawing11.vml"/><Relationship Id="rId36" Type="http://schemas.openxmlformats.org/officeDocument/2006/relationships/slideLayout" Target="../slideLayouts/slideLayout13.xml"/><Relationship Id="rId35" Type="http://schemas.openxmlformats.org/officeDocument/2006/relationships/tags" Target="../tags/tag283.xml"/><Relationship Id="rId34" Type="http://schemas.openxmlformats.org/officeDocument/2006/relationships/oleObject" Target="../embeddings/oleObject150.bin"/><Relationship Id="rId33" Type="http://schemas.openxmlformats.org/officeDocument/2006/relationships/image" Target="../media/image127.wmf"/><Relationship Id="rId32" Type="http://schemas.openxmlformats.org/officeDocument/2006/relationships/oleObject" Target="../embeddings/oleObject149.bin"/><Relationship Id="rId31" Type="http://schemas.openxmlformats.org/officeDocument/2006/relationships/oleObject" Target="../embeddings/oleObject148.bin"/><Relationship Id="rId30" Type="http://schemas.openxmlformats.org/officeDocument/2006/relationships/image" Target="../media/image126.wmf"/><Relationship Id="rId3" Type="http://schemas.openxmlformats.org/officeDocument/2006/relationships/oleObject" Target="../embeddings/oleObject133.bin"/><Relationship Id="rId29" Type="http://schemas.openxmlformats.org/officeDocument/2006/relationships/oleObject" Target="../embeddings/oleObject147.bin"/><Relationship Id="rId28" Type="http://schemas.openxmlformats.org/officeDocument/2006/relationships/image" Target="../media/image125.wmf"/><Relationship Id="rId27" Type="http://schemas.openxmlformats.org/officeDocument/2006/relationships/oleObject" Target="../embeddings/oleObject146.bin"/><Relationship Id="rId26" Type="http://schemas.openxmlformats.org/officeDocument/2006/relationships/oleObject" Target="../embeddings/oleObject145.bin"/><Relationship Id="rId25" Type="http://schemas.openxmlformats.org/officeDocument/2006/relationships/image" Target="../media/image124.wmf"/><Relationship Id="rId24" Type="http://schemas.openxmlformats.org/officeDocument/2006/relationships/oleObject" Target="../embeddings/oleObject144.bin"/><Relationship Id="rId23" Type="http://schemas.openxmlformats.org/officeDocument/2006/relationships/image" Target="../media/image123.wmf"/><Relationship Id="rId22" Type="http://schemas.openxmlformats.org/officeDocument/2006/relationships/oleObject" Target="../embeddings/oleObject143.bin"/><Relationship Id="rId21" Type="http://schemas.openxmlformats.org/officeDocument/2006/relationships/image" Target="../media/image122.wmf"/><Relationship Id="rId20" Type="http://schemas.openxmlformats.org/officeDocument/2006/relationships/oleObject" Target="../embeddings/oleObject142.bin"/><Relationship Id="rId2" Type="http://schemas.openxmlformats.org/officeDocument/2006/relationships/image" Target="../media/image76.wmf"/><Relationship Id="rId19" Type="http://schemas.openxmlformats.org/officeDocument/2006/relationships/image" Target="../media/image121.wmf"/><Relationship Id="rId18" Type="http://schemas.openxmlformats.org/officeDocument/2006/relationships/oleObject" Target="../embeddings/oleObject141.bin"/><Relationship Id="rId17" Type="http://schemas.openxmlformats.org/officeDocument/2006/relationships/image" Target="../media/image120.wmf"/><Relationship Id="rId16" Type="http://schemas.openxmlformats.org/officeDocument/2006/relationships/oleObject" Target="../embeddings/oleObject140.bin"/><Relationship Id="rId15" Type="http://schemas.openxmlformats.org/officeDocument/2006/relationships/image" Target="../media/image119.wmf"/><Relationship Id="rId14" Type="http://schemas.openxmlformats.org/officeDocument/2006/relationships/oleObject" Target="../embeddings/oleObject139.bin"/><Relationship Id="rId13" Type="http://schemas.openxmlformats.org/officeDocument/2006/relationships/image" Target="../media/image118.wmf"/><Relationship Id="rId12" Type="http://schemas.openxmlformats.org/officeDocument/2006/relationships/oleObject" Target="../embeddings/oleObject138.bin"/><Relationship Id="rId11" Type="http://schemas.openxmlformats.org/officeDocument/2006/relationships/image" Target="../media/image117.wmf"/><Relationship Id="rId10" Type="http://schemas.openxmlformats.org/officeDocument/2006/relationships/oleObject" Target="../embeddings/oleObject137.bin"/><Relationship Id="rId1" Type="http://schemas.openxmlformats.org/officeDocument/2006/relationships/oleObject" Target="../embeddings/oleObject132.bin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55.bin"/><Relationship Id="rId8" Type="http://schemas.openxmlformats.org/officeDocument/2006/relationships/image" Target="../media/image23.wmf"/><Relationship Id="rId7" Type="http://schemas.openxmlformats.org/officeDocument/2006/relationships/oleObject" Target="../embeddings/oleObject154.bin"/><Relationship Id="rId6" Type="http://schemas.openxmlformats.org/officeDocument/2006/relationships/image" Target="../media/image22.wmf"/><Relationship Id="rId5" Type="http://schemas.openxmlformats.org/officeDocument/2006/relationships/oleObject" Target="../embeddings/oleObject153.bin"/><Relationship Id="rId4" Type="http://schemas.openxmlformats.org/officeDocument/2006/relationships/image" Target="../media/image129.wmf"/><Relationship Id="rId30" Type="http://schemas.openxmlformats.org/officeDocument/2006/relationships/vmlDrawing" Target="../drawings/vmlDrawing12.vml"/><Relationship Id="rId3" Type="http://schemas.openxmlformats.org/officeDocument/2006/relationships/oleObject" Target="../embeddings/oleObject152.bin"/><Relationship Id="rId29" Type="http://schemas.openxmlformats.org/officeDocument/2006/relationships/slideLayout" Target="../slideLayouts/slideLayout13.xml"/><Relationship Id="rId28" Type="http://schemas.openxmlformats.org/officeDocument/2006/relationships/tags" Target="../tags/tag284.xml"/><Relationship Id="rId27" Type="http://schemas.openxmlformats.org/officeDocument/2006/relationships/image" Target="../media/image136.png"/><Relationship Id="rId26" Type="http://schemas.openxmlformats.org/officeDocument/2006/relationships/image" Target="../media/image135.wmf"/><Relationship Id="rId25" Type="http://schemas.openxmlformats.org/officeDocument/2006/relationships/oleObject" Target="../embeddings/oleObject163.bin"/><Relationship Id="rId24" Type="http://schemas.openxmlformats.org/officeDocument/2006/relationships/image" Target="../media/image134.wmf"/><Relationship Id="rId23" Type="http://schemas.openxmlformats.org/officeDocument/2006/relationships/oleObject" Target="../embeddings/oleObject162.bin"/><Relationship Id="rId22" Type="http://schemas.openxmlformats.org/officeDocument/2006/relationships/image" Target="../media/image133.wmf"/><Relationship Id="rId21" Type="http://schemas.openxmlformats.org/officeDocument/2006/relationships/oleObject" Target="../embeddings/oleObject161.bin"/><Relationship Id="rId20" Type="http://schemas.openxmlformats.org/officeDocument/2006/relationships/image" Target="../media/image132.wmf"/><Relationship Id="rId2" Type="http://schemas.openxmlformats.org/officeDocument/2006/relationships/image" Target="../media/image128.wmf"/><Relationship Id="rId19" Type="http://schemas.openxmlformats.org/officeDocument/2006/relationships/oleObject" Target="../embeddings/oleObject160.bin"/><Relationship Id="rId18" Type="http://schemas.openxmlformats.org/officeDocument/2006/relationships/image" Target="../media/image131.wmf"/><Relationship Id="rId17" Type="http://schemas.openxmlformats.org/officeDocument/2006/relationships/oleObject" Target="../embeddings/oleObject159.bin"/><Relationship Id="rId16" Type="http://schemas.openxmlformats.org/officeDocument/2006/relationships/image" Target="../media/image100.wmf"/><Relationship Id="rId15" Type="http://schemas.openxmlformats.org/officeDocument/2006/relationships/oleObject" Target="../embeddings/oleObject158.bin"/><Relationship Id="rId14" Type="http://schemas.openxmlformats.org/officeDocument/2006/relationships/image" Target="../media/image130.wmf"/><Relationship Id="rId13" Type="http://schemas.openxmlformats.org/officeDocument/2006/relationships/oleObject" Target="../embeddings/oleObject157.bin"/><Relationship Id="rId12" Type="http://schemas.openxmlformats.org/officeDocument/2006/relationships/image" Target="../media/image99.wmf"/><Relationship Id="rId11" Type="http://schemas.openxmlformats.org/officeDocument/2006/relationships/oleObject" Target="../embeddings/oleObject156.bin"/><Relationship Id="rId10" Type="http://schemas.openxmlformats.org/officeDocument/2006/relationships/image" Target="../media/image24.wmf"/><Relationship Id="rId1" Type="http://schemas.openxmlformats.org/officeDocument/2006/relationships/oleObject" Target="../embeddings/oleObject151.bin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tags" Target="../tags/tag288.xml"/><Relationship Id="rId3" Type="http://schemas.openxmlformats.org/officeDocument/2006/relationships/tags" Target="../tags/tag287.xml"/><Relationship Id="rId2" Type="http://schemas.openxmlformats.org/officeDocument/2006/relationships/tags" Target="../tags/tag286.xml"/><Relationship Id="rId1" Type="http://schemas.openxmlformats.org/officeDocument/2006/relationships/tags" Target="../tags/tag285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68.bin"/><Relationship Id="rId8" Type="http://schemas.openxmlformats.org/officeDocument/2006/relationships/image" Target="../media/image140.wmf"/><Relationship Id="rId7" Type="http://schemas.openxmlformats.org/officeDocument/2006/relationships/oleObject" Target="../embeddings/oleObject167.bin"/><Relationship Id="rId6" Type="http://schemas.openxmlformats.org/officeDocument/2006/relationships/image" Target="../media/image139.wmf"/><Relationship Id="rId5" Type="http://schemas.openxmlformats.org/officeDocument/2006/relationships/oleObject" Target="../embeddings/oleObject166.bin"/><Relationship Id="rId4" Type="http://schemas.openxmlformats.org/officeDocument/2006/relationships/image" Target="../media/image138.wmf"/><Relationship Id="rId3" Type="http://schemas.openxmlformats.org/officeDocument/2006/relationships/oleObject" Target="../embeddings/oleObject165.bin"/><Relationship Id="rId2" Type="http://schemas.openxmlformats.org/officeDocument/2006/relationships/image" Target="../media/image137.wmf"/><Relationship Id="rId18" Type="http://schemas.openxmlformats.org/officeDocument/2006/relationships/vmlDrawing" Target="../drawings/vmlDrawing13.vml"/><Relationship Id="rId17" Type="http://schemas.openxmlformats.org/officeDocument/2006/relationships/slideLayout" Target="../slideLayouts/slideLayout13.xml"/><Relationship Id="rId16" Type="http://schemas.openxmlformats.org/officeDocument/2006/relationships/tags" Target="../tags/tag290.xml"/><Relationship Id="rId15" Type="http://schemas.openxmlformats.org/officeDocument/2006/relationships/tags" Target="../tags/tag289.xml"/><Relationship Id="rId14" Type="http://schemas.openxmlformats.org/officeDocument/2006/relationships/image" Target="../media/image143.wmf"/><Relationship Id="rId13" Type="http://schemas.openxmlformats.org/officeDocument/2006/relationships/oleObject" Target="../embeddings/oleObject170.bin"/><Relationship Id="rId12" Type="http://schemas.openxmlformats.org/officeDocument/2006/relationships/image" Target="../media/image142.wmf"/><Relationship Id="rId11" Type="http://schemas.openxmlformats.org/officeDocument/2006/relationships/oleObject" Target="../embeddings/oleObject169.bin"/><Relationship Id="rId10" Type="http://schemas.openxmlformats.org/officeDocument/2006/relationships/image" Target="../media/image141.wmf"/><Relationship Id="rId1" Type="http://schemas.openxmlformats.org/officeDocument/2006/relationships/oleObject" Target="../embeddings/oleObject164.bin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75.bin"/><Relationship Id="rId8" Type="http://schemas.openxmlformats.org/officeDocument/2006/relationships/image" Target="../media/image137.wmf"/><Relationship Id="rId7" Type="http://schemas.openxmlformats.org/officeDocument/2006/relationships/oleObject" Target="../embeddings/oleObject174.bin"/><Relationship Id="rId6" Type="http://schemas.openxmlformats.org/officeDocument/2006/relationships/image" Target="../media/image145.wmf"/><Relationship Id="rId5" Type="http://schemas.openxmlformats.org/officeDocument/2006/relationships/oleObject" Target="../embeddings/oleObject173.bin"/><Relationship Id="rId4" Type="http://schemas.openxmlformats.org/officeDocument/2006/relationships/image" Target="../media/image144.wmf"/><Relationship Id="rId34" Type="http://schemas.openxmlformats.org/officeDocument/2006/relationships/vmlDrawing" Target="../drawings/vmlDrawing14.vml"/><Relationship Id="rId33" Type="http://schemas.openxmlformats.org/officeDocument/2006/relationships/slideLayout" Target="../slideLayouts/slideLayout13.xml"/><Relationship Id="rId32" Type="http://schemas.openxmlformats.org/officeDocument/2006/relationships/tags" Target="../tags/tag298.xml"/><Relationship Id="rId31" Type="http://schemas.openxmlformats.org/officeDocument/2006/relationships/tags" Target="../tags/tag297.xml"/><Relationship Id="rId30" Type="http://schemas.openxmlformats.org/officeDocument/2006/relationships/tags" Target="../tags/tag296.xml"/><Relationship Id="rId3" Type="http://schemas.openxmlformats.org/officeDocument/2006/relationships/oleObject" Target="../embeddings/oleObject172.bin"/><Relationship Id="rId29" Type="http://schemas.openxmlformats.org/officeDocument/2006/relationships/tags" Target="../tags/tag295.xml"/><Relationship Id="rId28" Type="http://schemas.openxmlformats.org/officeDocument/2006/relationships/tags" Target="../tags/tag294.xml"/><Relationship Id="rId27" Type="http://schemas.openxmlformats.org/officeDocument/2006/relationships/tags" Target="../tags/tag293.xml"/><Relationship Id="rId26" Type="http://schemas.openxmlformats.org/officeDocument/2006/relationships/image" Target="../media/image150.wmf"/><Relationship Id="rId25" Type="http://schemas.openxmlformats.org/officeDocument/2006/relationships/oleObject" Target="../embeddings/oleObject184.bin"/><Relationship Id="rId24" Type="http://schemas.openxmlformats.org/officeDocument/2006/relationships/tags" Target="../tags/tag292.xml"/><Relationship Id="rId23" Type="http://schemas.openxmlformats.org/officeDocument/2006/relationships/image" Target="../media/image138.wmf"/><Relationship Id="rId22" Type="http://schemas.openxmlformats.org/officeDocument/2006/relationships/oleObject" Target="../embeddings/oleObject183.bin"/><Relationship Id="rId21" Type="http://schemas.openxmlformats.org/officeDocument/2006/relationships/tags" Target="../tags/tag291.xml"/><Relationship Id="rId20" Type="http://schemas.openxmlformats.org/officeDocument/2006/relationships/image" Target="../media/image149.wmf"/><Relationship Id="rId2" Type="http://schemas.openxmlformats.org/officeDocument/2006/relationships/image" Target="../media/image76.wmf"/><Relationship Id="rId19" Type="http://schemas.openxmlformats.org/officeDocument/2006/relationships/oleObject" Target="../embeddings/oleObject182.bin"/><Relationship Id="rId18" Type="http://schemas.openxmlformats.org/officeDocument/2006/relationships/image" Target="../media/image148.wmf"/><Relationship Id="rId17" Type="http://schemas.openxmlformats.org/officeDocument/2006/relationships/oleObject" Target="../embeddings/oleObject181.bin"/><Relationship Id="rId16" Type="http://schemas.openxmlformats.org/officeDocument/2006/relationships/image" Target="../media/image147.wmf"/><Relationship Id="rId15" Type="http://schemas.openxmlformats.org/officeDocument/2006/relationships/oleObject" Target="../embeddings/oleObject180.bin"/><Relationship Id="rId14" Type="http://schemas.openxmlformats.org/officeDocument/2006/relationships/image" Target="../media/image146.wmf"/><Relationship Id="rId13" Type="http://schemas.openxmlformats.org/officeDocument/2006/relationships/oleObject" Target="../embeddings/oleObject179.bin"/><Relationship Id="rId12" Type="http://schemas.openxmlformats.org/officeDocument/2006/relationships/oleObject" Target="../embeddings/oleObject178.bin"/><Relationship Id="rId11" Type="http://schemas.openxmlformats.org/officeDocument/2006/relationships/oleObject" Target="../embeddings/oleObject177.bin"/><Relationship Id="rId10" Type="http://schemas.openxmlformats.org/officeDocument/2006/relationships/oleObject" Target="../embeddings/oleObject176.bin"/><Relationship Id="rId1" Type="http://schemas.openxmlformats.org/officeDocument/2006/relationships/oleObject" Target="../embeddings/oleObject171.bin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89.bin"/><Relationship Id="rId8" Type="http://schemas.openxmlformats.org/officeDocument/2006/relationships/image" Target="../media/image154.wmf"/><Relationship Id="rId7" Type="http://schemas.openxmlformats.org/officeDocument/2006/relationships/oleObject" Target="../embeddings/oleObject188.bin"/><Relationship Id="rId6" Type="http://schemas.openxmlformats.org/officeDocument/2006/relationships/image" Target="../media/image153.wmf"/><Relationship Id="rId5" Type="http://schemas.openxmlformats.org/officeDocument/2006/relationships/oleObject" Target="../embeddings/oleObject187.bin"/><Relationship Id="rId4" Type="http://schemas.openxmlformats.org/officeDocument/2006/relationships/image" Target="../media/image152.wmf"/><Relationship Id="rId3" Type="http://schemas.openxmlformats.org/officeDocument/2006/relationships/oleObject" Target="../embeddings/oleObject186.bin"/><Relationship Id="rId2" Type="http://schemas.openxmlformats.org/officeDocument/2006/relationships/image" Target="../media/image151.wmf"/><Relationship Id="rId17" Type="http://schemas.openxmlformats.org/officeDocument/2006/relationships/vmlDrawing" Target="../drawings/vmlDrawing15.vml"/><Relationship Id="rId16" Type="http://schemas.openxmlformats.org/officeDocument/2006/relationships/slideLayout" Target="../slideLayouts/slideLayout13.xml"/><Relationship Id="rId15" Type="http://schemas.openxmlformats.org/officeDocument/2006/relationships/tags" Target="../tags/tag299.xml"/><Relationship Id="rId14" Type="http://schemas.openxmlformats.org/officeDocument/2006/relationships/image" Target="../media/image157.wmf"/><Relationship Id="rId13" Type="http://schemas.openxmlformats.org/officeDocument/2006/relationships/oleObject" Target="../embeddings/oleObject191.bin"/><Relationship Id="rId12" Type="http://schemas.openxmlformats.org/officeDocument/2006/relationships/image" Target="../media/image156.wmf"/><Relationship Id="rId11" Type="http://schemas.openxmlformats.org/officeDocument/2006/relationships/oleObject" Target="../embeddings/oleObject190.bin"/><Relationship Id="rId10" Type="http://schemas.openxmlformats.org/officeDocument/2006/relationships/image" Target="../media/image155.wmf"/><Relationship Id="rId1" Type="http://schemas.openxmlformats.org/officeDocument/2006/relationships/oleObject" Target="../embeddings/oleObject185.bin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tags" Target="../tags/tag303.xml"/><Relationship Id="rId3" Type="http://schemas.openxmlformats.org/officeDocument/2006/relationships/tags" Target="../tags/tag302.xml"/><Relationship Id="rId2" Type="http://schemas.openxmlformats.org/officeDocument/2006/relationships/tags" Target="../tags/tag301.xml"/><Relationship Id="rId1" Type="http://schemas.openxmlformats.org/officeDocument/2006/relationships/tags" Target="../tags/tag30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305.xml"/><Relationship Id="rId1" Type="http://schemas.openxmlformats.org/officeDocument/2006/relationships/tags" Target="../tags/tag304.xml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1.wmf"/><Relationship Id="rId8" Type="http://schemas.openxmlformats.org/officeDocument/2006/relationships/oleObject" Target="../embeddings/oleObject196.bin"/><Relationship Id="rId7" Type="http://schemas.openxmlformats.org/officeDocument/2006/relationships/image" Target="../media/image160.wmf"/><Relationship Id="rId6" Type="http://schemas.openxmlformats.org/officeDocument/2006/relationships/oleObject" Target="../embeddings/oleObject195.bin"/><Relationship Id="rId5" Type="http://schemas.openxmlformats.org/officeDocument/2006/relationships/image" Target="../media/image159.wmf"/><Relationship Id="rId4" Type="http://schemas.openxmlformats.org/officeDocument/2006/relationships/oleObject" Target="../embeddings/oleObject194.bin"/><Relationship Id="rId3" Type="http://schemas.openxmlformats.org/officeDocument/2006/relationships/oleObject" Target="../embeddings/oleObject193.bin"/><Relationship Id="rId2" Type="http://schemas.openxmlformats.org/officeDocument/2006/relationships/image" Target="../media/image158.wmf"/><Relationship Id="rId19" Type="http://schemas.openxmlformats.org/officeDocument/2006/relationships/vmlDrawing" Target="../drawings/vmlDrawing16.vml"/><Relationship Id="rId18" Type="http://schemas.openxmlformats.org/officeDocument/2006/relationships/slideLayout" Target="../slideLayouts/slideLayout13.xml"/><Relationship Id="rId17" Type="http://schemas.openxmlformats.org/officeDocument/2006/relationships/tags" Target="../tags/tag306.xml"/><Relationship Id="rId16" Type="http://schemas.openxmlformats.org/officeDocument/2006/relationships/image" Target="../media/image164.wmf"/><Relationship Id="rId15" Type="http://schemas.openxmlformats.org/officeDocument/2006/relationships/oleObject" Target="../embeddings/oleObject200.bin"/><Relationship Id="rId14" Type="http://schemas.openxmlformats.org/officeDocument/2006/relationships/oleObject" Target="../embeddings/oleObject199.bin"/><Relationship Id="rId13" Type="http://schemas.openxmlformats.org/officeDocument/2006/relationships/image" Target="../media/image163.wmf"/><Relationship Id="rId12" Type="http://schemas.openxmlformats.org/officeDocument/2006/relationships/oleObject" Target="../embeddings/oleObject198.bin"/><Relationship Id="rId11" Type="http://schemas.openxmlformats.org/officeDocument/2006/relationships/image" Target="../media/image162.wmf"/><Relationship Id="rId10" Type="http://schemas.openxmlformats.org/officeDocument/2006/relationships/oleObject" Target="../embeddings/oleObject197.bin"/><Relationship Id="rId1" Type="http://schemas.openxmlformats.org/officeDocument/2006/relationships/oleObject" Target="../embeddings/oleObject192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308.xml"/><Relationship Id="rId1" Type="http://schemas.openxmlformats.org/officeDocument/2006/relationships/tags" Target="../tags/tag307.xml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05.bin"/><Relationship Id="rId8" Type="http://schemas.openxmlformats.org/officeDocument/2006/relationships/image" Target="../media/image168.wmf"/><Relationship Id="rId7" Type="http://schemas.openxmlformats.org/officeDocument/2006/relationships/oleObject" Target="../embeddings/oleObject204.bin"/><Relationship Id="rId64" Type="http://schemas.openxmlformats.org/officeDocument/2006/relationships/vmlDrawing" Target="../drawings/vmlDrawing17.vml"/><Relationship Id="rId63" Type="http://schemas.openxmlformats.org/officeDocument/2006/relationships/slideLayout" Target="../slideLayouts/slideLayout13.xml"/><Relationship Id="rId62" Type="http://schemas.openxmlformats.org/officeDocument/2006/relationships/tags" Target="../tags/tag315.xml"/><Relationship Id="rId61" Type="http://schemas.openxmlformats.org/officeDocument/2006/relationships/image" Target="../media/image191.wmf"/><Relationship Id="rId60" Type="http://schemas.openxmlformats.org/officeDocument/2006/relationships/oleObject" Target="../embeddings/oleObject228.bin"/><Relationship Id="rId6" Type="http://schemas.openxmlformats.org/officeDocument/2006/relationships/image" Target="../media/image167.wmf"/><Relationship Id="rId59" Type="http://schemas.openxmlformats.org/officeDocument/2006/relationships/image" Target="../media/image190.wmf"/><Relationship Id="rId58" Type="http://schemas.openxmlformats.org/officeDocument/2006/relationships/oleObject" Target="../embeddings/oleObject227.bin"/><Relationship Id="rId57" Type="http://schemas.openxmlformats.org/officeDocument/2006/relationships/image" Target="../media/image189.wmf"/><Relationship Id="rId56" Type="http://schemas.openxmlformats.org/officeDocument/2006/relationships/oleObject" Target="../embeddings/oleObject226.bin"/><Relationship Id="rId55" Type="http://schemas.openxmlformats.org/officeDocument/2006/relationships/oleObject" Target="../embeddings/oleObject225.bin"/><Relationship Id="rId54" Type="http://schemas.openxmlformats.org/officeDocument/2006/relationships/tags" Target="../tags/tag314.xml"/><Relationship Id="rId53" Type="http://schemas.openxmlformats.org/officeDocument/2006/relationships/image" Target="../media/image188.wmf"/><Relationship Id="rId52" Type="http://schemas.openxmlformats.org/officeDocument/2006/relationships/oleObject" Target="../embeddings/oleObject224.bin"/><Relationship Id="rId51" Type="http://schemas.openxmlformats.org/officeDocument/2006/relationships/image" Target="../media/image187.wmf"/><Relationship Id="rId50" Type="http://schemas.openxmlformats.org/officeDocument/2006/relationships/oleObject" Target="../embeddings/oleObject223.bin"/><Relationship Id="rId5" Type="http://schemas.openxmlformats.org/officeDocument/2006/relationships/oleObject" Target="../embeddings/oleObject203.bin"/><Relationship Id="rId49" Type="http://schemas.openxmlformats.org/officeDocument/2006/relationships/image" Target="../media/image186.wmf"/><Relationship Id="rId48" Type="http://schemas.openxmlformats.org/officeDocument/2006/relationships/oleObject" Target="../embeddings/oleObject222.bin"/><Relationship Id="rId47" Type="http://schemas.openxmlformats.org/officeDocument/2006/relationships/image" Target="../media/image185.wmf"/><Relationship Id="rId46" Type="http://schemas.openxmlformats.org/officeDocument/2006/relationships/oleObject" Target="../embeddings/oleObject221.bin"/><Relationship Id="rId45" Type="http://schemas.openxmlformats.org/officeDocument/2006/relationships/image" Target="../media/image184.wmf"/><Relationship Id="rId44" Type="http://schemas.openxmlformats.org/officeDocument/2006/relationships/oleObject" Target="../embeddings/oleObject220.bin"/><Relationship Id="rId43" Type="http://schemas.openxmlformats.org/officeDocument/2006/relationships/image" Target="../media/image183.wmf"/><Relationship Id="rId42" Type="http://schemas.openxmlformats.org/officeDocument/2006/relationships/oleObject" Target="../embeddings/oleObject219.bin"/><Relationship Id="rId41" Type="http://schemas.openxmlformats.org/officeDocument/2006/relationships/image" Target="../media/image182.wmf"/><Relationship Id="rId40" Type="http://schemas.openxmlformats.org/officeDocument/2006/relationships/oleObject" Target="../embeddings/oleObject218.bin"/><Relationship Id="rId4" Type="http://schemas.openxmlformats.org/officeDocument/2006/relationships/image" Target="../media/image166.wmf"/><Relationship Id="rId39" Type="http://schemas.openxmlformats.org/officeDocument/2006/relationships/image" Target="../media/image181.wmf"/><Relationship Id="rId38" Type="http://schemas.openxmlformats.org/officeDocument/2006/relationships/oleObject" Target="../embeddings/oleObject217.bin"/><Relationship Id="rId37" Type="http://schemas.openxmlformats.org/officeDocument/2006/relationships/image" Target="../media/image180.wmf"/><Relationship Id="rId36" Type="http://schemas.openxmlformats.org/officeDocument/2006/relationships/oleObject" Target="../embeddings/oleObject216.bin"/><Relationship Id="rId35" Type="http://schemas.openxmlformats.org/officeDocument/2006/relationships/image" Target="../media/image179.wmf"/><Relationship Id="rId34" Type="http://schemas.openxmlformats.org/officeDocument/2006/relationships/oleObject" Target="../embeddings/oleObject215.bin"/><Relationship Id="rId33" Type="http://schemas.openxmlformats.org/officeDocument/2006/relationships/image" Target="../media/image178.wmf"/><Relationship Id="rId32" Type="http://schemas.openxmlformats.org/officeDocument/2006/relationships/oleObject" Target="../embeddings/oleObject214.bin"/><Relationship Id="rId31" Type="http://schemas.openxmlformats.org/officeDocument/2006/relationships/image" Target="../media/image177.wmf"/><Relationship Id="rId30" Type="http://schemas.openxmlformats.org/officeDocument/2006/relationships/oleObject" Target="../embeddings/oleObject213.bin"/><Relationship Id="rId3" Type="http://schemas.openxmlformats.org/officeDocument/2006/relationships/oleObject" Target="../embeddings/oleObject202.bin"/><Relationship Id="rId29" Type="http://schemas.openxmlformats.org/officeDocument/2006/relationships/image" Target="../media/image176.wmf"/><Relationship Id="rId28" Type="http://schemas.openxmlformats.org/officeDocument/2006/relationships/oleObject" Target="../embeddings/oleObject212.bin"/><Relationship Id="rId27" Type="http://schemas.openxmlformats.org/officeDocument/2006/relationships/image" Target="../media/image175.wmf"/><Relationship Id="rId26" Type="http://schemas.openxmlformats.org/officeDocument/2006/relationships/oleObject" Target="../embeddings/oleObject211.bin"/><Relationship Id="rId25" Type="http://schemas.openxmlformats.org/officeDocument/2006/relationships/tags" Target="../tags/tag313.xml"/><Relationship Id="rId24" Type="http://schemas.openxmlformats.org/officeDocument/2006/relationships/image" Target="../media/image174.wmf"/><Relationship Id="rId23" Type="http://schemas.openxmlformats.org/officeDocument/2006/relationships/oleObject" Target="../embeddings/oleObject210.bin"/><Relationship Id="rId22" Type="http://schemas.openxmlformats.org/officeDocument/2006/relationships/tags" Target="../tags/tag312.xml"/><Relationship Id="rId21" Type="http://schemas.openxmlformats.org/officeDocument/2006/relationships/image" Target="../media/image173.wmf"/><Relationship Id="rId20" Type="http://schemas.openxmlformats.org/officeDocument/2006/relationships/oleObject" Target="../embeddings/oleObject209.bin"/><Relationship Id="rId2" Type="http://schemas.openxmlformats.org/officeDocument/2006/relationships/image" Target="../media/image165.wmf"/><Relationship Id="rId19" Type="http://schemas.openxmlformats.org/officeDocument/2006/relationships/tags" Target="../tags/tag311.xml"/><Relationship Id="rId18" Type="http://schemas.openxmlformats.org/officeDocument/2006/relationships/image" Target="../media/image172.wmf"/><Relationship Id="rId17" Type="http://schemas.openxmlformats.org/officeDocument/2006/relationships/oleObject" Target="../embeddings/oleObject208.bin"/><Relationship Id="rId16" Type="http://schemas.openxmlformats.org/officeDocument/2006/relationships/tags" Target="../tags/tag310.xml"/><Relationship Id="rId15" Type="http://schemas.openxmlformats.org/officeDocument/2006/relationships/image" Target="../media/image171.wmf"/><Relationship Id="rId14" Type="http://schemas.openxmlformats.org/officeDocument/2006/relationships/oleObject" Target="../embeddings/oleObject207.bin"/><Relationship Id="rId13" Type="http://schemas.openxmlformats.org/officeDocument/2006/relationships/tags" Target="../tags/tag309.xml"/><Relationship Id="rId12" Type="http://schemas.openxmlformats.org/officeDocument/2006/relationships/image" Target="../media/image170.wmf"/><Relationship Id="rId11" Type="http://schemas.openxmlformats.org/officeDocument/2006/relationships/oleObject" Target="../embeddings/oleObject206.bin"/><Relationship Id="rId10" Type="http://schemas.openxmlformats.org/officeDocument/2006/relationships/image" Target="../media/image169.wmf"/><Relationship Id="rId1" Type="http://schemas.openxmlformats.org/officeDocument/2006/relationships/oleObject" Target="../embeddings/oleObject201.bin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33.bin"/><Relationship Id="rId8" Type="http://schemas.openxmlformats.org/officeDocument/2006/relationships/image" Target="../media/image168.wmf"/><Relationship Id="rId7" Type="http://schemas.openxmlformats.org/officeDocument/2006/relationships/oleObject" Target="../embeddings/oleObject232.bin"/><Relationship Id="rId6" Type="http://schemas.openxmlformats.org/officeDocument/2006/relationships/image" Target="../media/image167.wmf"/><Relationship Id="rId5" Type="http://schemas.openxmlformats.org/officeDocument/2006/relationships/oleObject" Target="../embeddings/oleObject231.bin"/><Relationship Id="rId45" Type="http://schemas.openxmlformats.org/officeDocument/2006/relationships/vmlDrawing" Target="../drawings/vmlDrawing18.vml"/><Relationship Id="rId44" Type="http://schemas.openxmlformats.org/officeDocument/2006/relationships/slideLayout" Target="../slideLayouts/slideLayout13.xml"/><Relationship Id="rId43" Type="http://schemas.openxmlformats.org/officeDocument/2006/relationships/tags" Target="../tags/tag318.xml"/><Relationship Id="rId42" Type="http://schemas.openxmlformats.org/officeDocument/2006/relationships/image" Target="../media/image206.wmf"/><Relationship Id="rId41" Type="http://schemas.openxmlformats.org/officeDocument/2006/relationships/oleObject" Target="../embeddings/oleObject249.bin"/><Relationship Id="rId40" Type="http://schemas.openxmlformats.org/officeDocument/2006/relationships/tags" Target="../tags/tag317.xml"/><Relationship Id="rId4" Type="http://schemas.openxmlformats.org/officeDocument/2006/relationships/image" Target="../media/image166.wmf"/><Relationship Id="rId39" Type="http://schemas.openxmlformats.org/officeDocument/2006/relationships/image" Target="../media/image205.wmf"/><Relationship Id="rId38" Type="http://schemas.openxmlformats.org/officeDocument/2006/relationships/oleObject" Target="../embeddings/oleObject248.bin"/><Relationship Id="rId37" Type="http://schemas.openxmlformats.org/officeDocument/2006/relationships/tags" Target="../tags/tag316.xml"/><Relationship Id="rId36" Type="http://schemas.openxmlformats.org/officeDocument/2006/relationships/image" Target="../media/image204.wmf"/><Relationship Id="rId35" Type="http://schemas.openxmlformats.org/officeDocument/2006/relationships/oleObject" Target="../embeddings/oleObject247.bin"/><Relationship Id="rId34" Type="http://schemas.openxmlformats.org/officeDocument/2006/relationships/image" Target="../media/image203.wmf"/><Relationship Id="rId33" Type="http://schemas.openxmlformats.org/officeDocument/2006/relationships/oleObject" Target="../embeddings/oleObject246.bin"/><Relationship Id="rId32" Type="http://schemas.openxmlformats.org/officeDocument/2006/relationships/image" Target="../media/image202.wmf"/><Relationship Id="rId31" Type="http://schemas.openxmlformats.org/officeDocument/2006/relationships/oleObject" Target="../embeddings/oleObject245.bin"/><Relationship Id="rId30" Type="http://schemas.openxmlformats.org/officeDocument/2006/relationships/image" Target="../media/image201.wmf"/><Relationship Id="rId3" Type="http://schemas.openxmlformats.org/officeDocument/2006/relationships/oleObject" Target="../embeddings/oleObject230.bin"/><Relationship Id="rId29" Type="http://schemas.openxmlformats.org/officeDocument/2006/relationships/oleObject" Target="../embeddings/oleObject244.bin"/><Relationship Id="rId28" Type="http://schemas.openxmlformats.org/officeDocument/2006/relationships/image" Target="../media/image200.wmf"/><Relationship Id="rId27" Type="http://schemas.openxmlformats.org/officeDocument/2006/relationships/oleObject" Target="../embeddings/oleObject243.bin"/><Relationship Id="rId26" Type="http://schemas.openxmlformats.org/officeDocument/2006/relationships/image" Target="../media/image199.wmf"/><Relationship Id="rId25" Type="http://schemas.openxmlformats.org/officeDocument/2006/relationships/oleObject" Target="../embeddings/oleObject242.bin"/><Relationship Id="rId24" Type="http://schemas.openxmlformats.org/officeDocument/2006/relationships/image" Target="../media/image198.wmf"/><Relationship Id="rId23" Type="http://schemas.openxmlformats.org/officeDocument/2006/relationships/oleObject" Target="../embeddings/oleObject241.bin"/><Relationship Id="rId22" Type="http://schemas.openxmlformats.org/officeDocument/2006/relationships/oleObject" Target="../embeddings/oleObject240.bin"/><Relationship Id="rId21" Type="http://schemas.openxmlformats.org/officeDocument/2006/relationships/image" Target="../media/image197.wmf"/><Relationship Id="rId20" Type="http://schemas.openxmlformats.org/officeDocument/2006/relationships/oleObject" Target="../embeddings/oleObject239.bin"/><Relationship Id="rId2" Type="http://schemas.openxmlformats.org/officeDocument/2006/relationships/image" Target="../media/image165.wmf"/><Relationship Id="rId19" Type="http://schemas.openxmlformats.org/officeDocument/2006/relationships/image" Target="../media/image196.wmf"/><Relationship Id="rId18" Type="http://schemas.openxmlformats.org/officeDocument/2006/relationships/oleObject" Target="../embeddings/oleObject238.bin"/><Relationship Id="rId17" Type="http://schemas.openxmlformats.org/officeDocument/2006/relationships/oleObject" Target="../embeddings/oleObject237.bin"/><Relationship Id="rId16" Type="http://schemas.openxmlformats.org/officeDocument/2006/relationships/image" Target="../media/image195.wmf"/><Relationship Id="rId15" Type="http://schemas.openxmlformats.org/officeDocument/2006/relationships/oleObject" Target="../embeddings/oleObject236.bin"/><Relationship Id="rId14" Type="http://schemas.openxmlformats.org/officeDocument/2006/relationships/image" Target="../media/image194.wmf"/><Relationship Id="rId13" Type="http://schemas.openxmlformats.org/officeDocument/2006/relationships/oleObject" Target="../embeddings/oleObject235.bin"/><Relationship Id="rId12" Type="http://schemas.openxmlformats.org/officeDocument/2006/relationships/image" Target="../media/image193.wmf"/><Relationship Id="rId11" Type="http://schemas.openxmlformats.org/officeDocument/2006/relationships/oleObject" Target="../embeddings/oleObject234.bin"/><Relationship Id="rId10" Type="http://schemas.openxmlformats.org/officeDocument/2006/relationships/image" Target="../media/image192.wmf"/><Relationship Id="rId1" Type="http://schemas.openxmlformats.org/officeDocument/2006/relationships/oleObject" Target="../embeddings/oleObject229.bin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54.bin"/><Relationship Id="rId8" Type="http://schemas.openxmlformats.org/officeDocument/2006/relationships/image" Target="../media/image210.wmf"/><Relationship Id="rId7" Type="http://schemas.openxmlformats.org/officeDocument/2006/relationships/oleObject" Target="../embeddings/oleObject253.bin"/><Relationship Id="rId6" Type="http://schemas.openxmlformats.org/officeDocument/2006/relationships/image" Target="../media/image209.wmf"/><Relationship Id="rId5" Type="http://schemas.openxmlformats.org/officeDocument/2006/relationships/oleObject" Target="../embeddings/oleObject252.bin"/><Relationship Id="rId40" Type="http://schemas.openxmlformats.org/officeDocument/2006/relationships/vmlDrawing" Target="../drawings/vmlDrawing19.vml"/><Relationship Id="rId4" Type="http://schemas.openxmlformats.org/officeDocument/2006/relationships/image" Target="../media/image208.wmf"/><Relationship Id="rId39" Type="http://schemas.openxmlformats.org/officeDocument/2006/relationships/slideLayout" Target="../slideLayouts/slideLayout13.xml"/><Relationship Id="rId38" Type="http://schemas.openxmlformats.org/officeDocument/2006/relationships/tags" Target="../tags/tag326.xml"/><Relationship Id="rId37" Type="http://schemas.openxmlformats.org/officeDocument/2006/relationships/image" Target="../media/image220.wmf"/><Relationship Id="rId36" Type="http://schemas.openxmlformats.org/officeDocument/2006/relationships/oleObject" Target="../embeddings/oleObject265.bin"/><Relationship Id="rId35" Type="http://schemas.openxmlformats.org/officeDocument/2006/relationships/image" Target="../media/image219.wmf"/><Relationship Id="rId34" Type="http://schemas.openxmlformats.org/officeDocument/2006/relationships/oleObject" Target="../embeddings/oleObject264.bin"/><Relationship Id="rId33" Type="http://schemas.openxmlformats.org/officeDocument/2006/relationships/image" Target="../media/image218.wmf"/><Relationship Id="rId32" Type="http://schemas.openxmlformats.org/officeDocument/2006/relationships/oleObject" Target="../embeddings/oleObject263.bin"/><Relationship Id="rId31" Type="http://schemas.openxmlformats.org/officeDocument/2006/relationships/image" Target="../media/image217.wmf"/><Relationship Id="rId30" Type="http://schemas.openxmlformats.org/officeDocument/2006/relationships/oleObject" Target="../embeddings/oleObject262.bin"/><Relationship Id="rId3" Type="http://schemas.openxmlformats.org/officeDocument/2006/relationships/oleObject" Target="../embeddings/oleObject251.bin"/><Relationship Id="rId29" Type="http://schemas.openxmlformats.org/officeDocument/2006/relationships/tags" Target="../tags/tag325.xml"/><Relationship Id="rId28" Type="http://schemas.openxmlformats.org/officeDocument/2006/relationships/oleObject" Target="../embeddings/oleObject261.bin"/><Relationship Id="rId27" Type="http://schemas.openxmlformats.org/officeDocument/2006/relationships/tags" Target="../tags/tag324.xml"/><Relationship Id="rId26" Type="http://schemas.openxmlformats.org/officeDocument/2006/relationships/image" Target="../media/image216.wmf"/><Relationship Id="rId25" Type="http://schemas.openxmlformats.org/officeDocument/2006/relationships/oleObject" Target="../embeddings/oleObject260.bin"/><Relationship Id="rId24" Type="http://schemas.openxmlformats.org/officeDocument/2006/relationships/tags" Target="../tags/tag323.xml"/><Relationship Id="rId23" Type="http://schemas.openxmlformats.org/officeDocument/2006/relationships/image" Target="../media/image215.wmf"/><Relationship Id="rId22" Type="http://schemas.openxmlformats.org/officeDocument/2006/relationships/oleObject" Target="../embeddings/oleObject259.bin"/><Relationship Id="rId21" Type="http://schemas.openxmlformats.org/officeDocument/2006/relationships/oleObject" Target="../embeddings/oleObject258.bin"/><Relationship Id="rId20" Type="http://schemas.openxmlformats.org/officeDocument/2006/relationships/tags" Target="../tags/tag322.xml"/><Relationship Id="rId2" Type="http://schemas.openxmlformats.org/officeDocument/2006/relationships/image" Target="../media/image207.wmf"/><Relationship Id="rId19" Type="http://schemas.openxmlformats.org/officeDocument/2006/relationships/image" Target="../media/image214.wmf"/><Relationship Id="rId18" Type="http://schemas.openxmlformats.org/officeDocument/2006/relationships/oleObject" Target="../embeddings/oleObject257.bin"/><Relationship Id="rId17" Type="http://schemas.openxmlformats.org/officeDocument/2006/relationships/tags" Target="../tags/tag321.xml"/><Relationship Id="rId16" Type="http://schemas.openxmlformats.org/officeDocument/2006/relationships/image" Target="../media/image213.wmf"/><Relationship Id="rId15" Type="http://schemas.openxmlformats.org/officeDocument/2006/relationships/oleObject" Target="../embeddings/oleObject256.bin"/><Relationship Id="rId14" Type="http://schemas.openxmlformats.org/officeDocument/2006/relationships/tags" Target="../tags/tag320.xml"/><Relationship Id="rId13" Type="http://schemas.openxmlformats.org/officeDocument/2006/relationships/image" Target="../media/image212.wmf"/><Relationship Id="rId12" Type="http://schemas.openxmlformats.org/officeDocument/2006/relationships/oleObject" Target="../embeddings/oleObject255.bin"/><Relationship Id="rId11" Type="http://schemas.openxmlformats.org/officeDocument/2006/relationships/tags" Target="../tags/tag319.xml"/><Relationship Id="rId10" Type="http://schemas.openxmlformats.org/officeDocument/2006/relationships/image" Target="../media/image211.wmf"/><Relationship Id="rId1" Type="http://schemas.openxmlformats.org/officeDocument/2006/relationships/oleObject" Target="../embeddings/oleObject250.bin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70.bin"/><Relationship Id="rId8" Type="http://schemas.openxmlformats.org/officeDocument/2006/relationships/image" Target="../media/image100.wmf"/><Relationship Id="rId7" Type="http://schemas.openxmlformats.org/officeDocument/2006/relationships/oleObject" Target="../embeddings/oleObject269.bin"/><Relationship Id="rId6" Type="http://schemas.openxmlformats.org/officeDocument/2006/relationships/image" Target="../media/image24.wmf"/><Relationship Id="rId5" Type="http://schemas.openxmlformats.org/officeDocument/2006/relationships/oleObject" Target="../embeddings/oleObject268.bin"/><Relationship Id="rId4" Type="http://schemas.openxmlformats.org/officeDocument/2006/relationships/image" Target="../media/image23.wmf"/><Relationship Id="rId34" Type="http://schemas.openxmlformats.org/officeDocument/2006/relationships/vmlDrawing" Target="../drawings/vmlDrawing20.vml"/><Relationship Id="rId33" Type="http://schemas.openxmlformats.org/officeDocument/2006/relationships/slideLayout" Target="../slideLayouts/slideLayout13.xml"/><Relationship Id="rId32" Type="http://schemas.openxmlformats.org/officeDocument/2006/relationships/tags" Target="../tags/tag327.xml"/><Relationship Id="rId31" Type="http://schemas.openxmlformats.org/officeDocument/2006/relationships/oleObject" Target="../embeddings/oleObject284.bin"/><Relationship Id="rId30" Type="http://schemas.openxmlformats.org/officeDocument/2006/relationships/image" Target="../media/image228.wmf"/><Relationship Id="rId3" Type="http://schemas.openxmlformats.org/officeDocument/2006/relationships/oleObject" Target="../embeddings/oleObject267.bin"/><Relationship Id="rId29" Type="http://schemas.openxmlformats.org/officeDocument/2006/relationships/oleObject" Target="../embeddings/oleObject283.bin"/><Relationship Id="rId28" Type="http://schemas.openxmlformats.org/officeDocument/2006/relationships/image" Target="../media/image227.wmf"/><Relationship Id="rId27" Type="http://schemas.openxmlformats.org/officeDocument/2006/relationships/oleObject" Target="../embeddings/oleObject282.bin"/><Relationship Id="rId26" Type="http://schemas.openxmlformats.org/officeDocument/2006/relationships/image" Target="../media/image226.wmf"/><Relationship Id="rId25" Type="http://schemas.openxmlformats.org/officeDocument/2006/relationships/oleObject" Target="../embeddings/oleObject281.bin"/><Relationship Id="rId24" Type="http://schemas.openxmlformats.org/officeDocument/2006/relationships/oleObject" Target="../embeddings/oleObject280.bin"/><Relationship Id="rId23" Type="http://schemas.openxmlformats.org/officeDocument/2006/relationships/image" Target="../media/image225.wmf"/><Relationship Id="rId22" Type="http://schemas.openxmlformats.org/officeDocument/2006/relationships/oleObject" Target="../embeddings/oleObject279.bin"/><Relationship Id="rId21" Type="http://schemas.openxmlformats.org/officeDocument/2006/relationships/image" Target="../media/image224.wmf"/><Relationship Id="rId20" Type="http://schemas.openxmlformats.org/officeDocument/2006/relationships/oleObject" Target="../embeddings/oleObject278.bin"/><Relationship Id="rId2" Type="http://schemas.openxmlformats.org/officeDocument/2006/relationships/image" Target="../media/image22.wmf"/><Relationship Id="rId19" Type="http://schemas.openxmlformats.org/officeDocument/2006/relationships/image" Target="../media/image223.wmf"/><Relationship Id="rId18" Type="http://schemas.openxmlformats.org/officeDocument/2006/relationships/oleObject" Target="../embeddings/oleObject277.bin"/><Relationship Id="rId17" Type="http://schemas.openxmlformats.org/officeDocument/2006/relationships/image" Target="../media/image222.wmf"/><Relationship Id="rId16" Type="http://schemas.openxmlformats.org/officeDocument/2006/relationships/oleObject" Target="../embeddings/oleObject276.bin"/><Relationship Id="rId15" Type="http://schemas.openxmlformats.org/officeDocument/2006/relationships/oleObject" Target="../embeddings/oleObject275.bin"/><Relationship Id="rId14" Type="http://schemas.openxmlformats.org/officeDocument/2006/relationships/oleObject" Target="../embeddings/oleObject274.bin"/><Relationship Id="rId13" Type="http://schemas.openxmlformats.org/officeDocument/2006/relationships/oleObject" Target="../embeddings/oleObject273.bin"/><Relationship Id="rId12" Type="http://schemas.openxmlformats.org/officeDocument/2006/relationships/oleObject" Target="../embeddings/oleObject272.bin"/><Relationship Id="rId11" Type="http://schemas.openxmlformats.org/officeDocument/2006/relationships/oleObject" Target="../embeddings/oleObject271.bin"/><Relationship Id="rId10" Type="http://schemas.openxmlformats.org/officeDocument/2006/relationships/image" Target="../media/image221.wmf"/><Relationship Id="rId1" Type="http://schemas.openxmlformats.org/officeDocument/2006/relationships/oleObject" Target="../embeddings/oleObject266.bin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89.bin"/><Relationship Id="rId8" Type="http://schemas.openxmlformats.org/officeDocument/2006/relationships/image" Target="../media/image232.wmf"/><Relationship Id="rId7" Type="http://schemas.openxmlformats.org/officeDocument/2006/relationships/oleObject" Target="../embeddings/oleObject288.bin"/><Relationship Id="rId6" Type="http://schemas.openxmlformats.org/officeDocument/2006/relationships/image" Target="../media/image231.wmf"/><Relationship Id="rId5" Type="http://schemas.openxmlformats.org/officeDocument/2006/relationships/oleObject" Target="../embeddings/oleObject287.bin"/><Relationship Id="rId4" Type="http://schemas.openxmlformats.org/officeDocument/2006/relationships/image" Target="../media/image230.wmf"/><Relationship Id="rId33" Type="http://schemas.openxmlformats.org/officeDocument/2006/relationships/vmlDrawing" Target="../drawings/vmlDrawing21.vml"/><Relationship Id="rId32" Type="http://schemas.openxmlformats.org/officeDocument/2006/relationships/slideLayout" Target="../slideLayouts/slideLayout13.xml"/><Relationship Id="rId31" Type="http://schemas.openxmlformats.org/officeDocument/2006/relationships/tags" Target="../tags/tag328.xml"/><Relationship Id="rId30" Type="http://schemas.openxmlformats.org/officeDocument/2006/relationships/image" Target="../media/image238.wmf"/><Relationship Id="rId3" Type="http://schemas.openxmlformats.org/officeDocument/2006/relationships/oleObject" Target="../embeddings/oleObject286.bin"/><Relationship Id="rId29" Type="http://schemas.openxmlformats.org/officeDocument/2006/relationships/oleObject" Target="../embeddings/oleObject300.bin"/><Relationship Id="rId28" Type="http://schemas.openxmlformats.org/officeDocument/2006/relationships/image" Target="../media/image237.wmf"/><Relationship Id="rId27" Type="http://schemas.openxmlformats.org/officeDocument/2006/relationships/oleObject" Target="../embeddings/oleObject299.bin"/><Relationship Id="rId26" Type="http://schemas.openxmlformats.org/officeDocument/2006/relationships/image" Target="../media/image100.wmf"/><Relationship Id="rId25" Type="http://schemas.openxmlformats.org/officeDocument/2006/relationships/oleObject" Target="../embeddings/oleObject298.bin"/><Relationship Id="rId24" Type="http://schemas.openxmlformats.org/officeDocument/2006/relationships/image" Target="../media/image24.wmf"/><Relationship Id="rId23" Type="http://schemas.openxmlformats.org/officeDocument/2006/relationships/oleObject" Target="../embeddings/oleObject297.bin"/><Relationship Id="rId22" Type="http://schemas.openxmlformats.org/officeDocument/2006/relationships/image" Target="../media/image23.wmf"/><Relationship Id="rId21" Type="http://schemas.openxmlformats.org/officeDocument/2006/relationships/oleObject" Target="../embeddings/oleObject296.bin"/><Relationship Id="rId20" Type="http://schemas.openxmlformats.org/officeDocument/2006/relationships/image" Target="../media/image22.wmf"/><Relationship Id="rId2" Type="http://schemas.openxmlformats.org/officeDocument/2006/relationships/image" Target="../media/image229.wmf"/><Relationship Id="rId19" Type="http://schemas.openxmlformats.org/officeDocument/2006/relationships/oleObject" Target="../embeddings/oleObject295.bin"/><Relationship Id="rId18" Type="http://schemas.openxmlformats.org/officeDocument/2006/relationships/oleObject" Target="../embeddings/oleObject294.bin"/><Relationship Id="rId17" Type="http://schemas.openxmlformats.org/officeDocument/2006/relationships/oleObject" Target="../embeddings/oleObject293.bin"/><Relationship Id="rId16" Type="http://schemas.openxmlformats.org/officeDocument/2006/relationships/image" Target="../media/image236.wmf"/><Relationship Id="rId15" Type="http://schemas.openxmlformats.org/officeDocument/2006/relationships/oleObject" Target="../embeddings/oleObject292.bin"/><Relationship Id="rId14" Type="http://schemas.openxmlformats.org/officeDocument/2006/relationships/image" Target="../media/image235.wmf"/><Relationship Id="rId13" Type="http://schemas.openxmlformats.org/officeDocument/2006/relationships/oleObject" Target="../embeddings/oleObject291.bin"/><Relationship Id="rId12" Type="http://schemas.openxmlformats.org/officeDocument/2006/relationships/image" Target="../media/image234.wmf"/><Relationship Id="rId11" Type="http://schemas.openxmlformats.org/officeDocument/2006/relationships/oleObject" Target="../embeddings/oleObject290.bin"/><Relationship Id="rId10" Type="http://schemas.openxmlformats.org/officeDocument/2006/relationships/image" Target="../media/image233.wmf"/><Relationship Id="rId1" Type="http://schemas.openxmlformats.org/officeDocument/2006/relationships/oleObject" Target="../embeddings/oleObject285.bin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05.bin"/><Relationship Id="rId8" Type="http://schemas.openxmlformats.org/officeDocument/2006/relationships/image" Target="../media/image241.wmf"/><Relationship Id="rId7" Type="http://schemas.openxmlformats.org/officeDocument/2006/relationships/oleObject" Target="../embeddings/oleObject304.bin"/><Relationship Id="rId6" Type="http://schemas.openxmlformats.org/officeDocument/2006/relationships/image" Target="../media/image240.wmf"/><Relationship Id="rId5" Type="http://schemas.openxmlformats.org/officeDocument/2006/relationships/oleObject" Target="../embeddings/oleObject303.bin"/><Relationship Id="rId4" Type="http://schemas.openxmlformats.org/officeDocument/2006/relationships/image" Target="../media/image239.wmf"/><Relationship Id="rId37" Type="http://schemas.openxmlformats.org/officeDocument/2006/relationships/vmlDrawing" Target="../drawings/vmlDrawing22.vml"/><Relationship Id="rId36" Type="http://schemas.openxmlformats.org/officeDocument/2006/relationships/slideLayout" Target="../slideLayouts/slideLayout13.xml"/><Relationship Id="rId35" Type="http://schemas.openxmlformats.org/officeDocument/2006/relationships/tags" Target="../tags/tag329.xml"/><Relationship Id="rId34" Type="http://schemas.openxmlformats.org/officeDocument/2006/relationships/image" Target="../media/image248.wmf"/><Relationship Id="rId33" Type="http://schemas.openxmlformats.org/officeDocument/2006/relationships/oleObject" Target="../embeddings/oleObject317.bin"/><Relationship Id="rId32" Type="http://schemas.openxmlformats.org/officeDocument/2006/relationships/image" Target="../media/image247.wmf"/><Relationship Id="rId31" Type="http://schemas.openxmlformats.org/officeDocument/2006/relationships/oleObject" Target="../embeddings/oleObject316.bin"/><Relationship Id="rId30" Type="http://schemas.openxmlformats.org/officeDocument/2006/relationships/image" Target="../media/image246.wmf"/><Relationship Id="rId3" Type="http://schemas.openxmlformats.org/officeDocument/2006/relationships/oleObject" Target="../embeddings/oleObject302.bin"/><Relationship Id="rId29" Type="http://schemas.openxmlformats.org/officeDocument/2006/relationships/oleObject" Target="../embeddings/oleObject315.bin"/><Relationship Id="rId28" Type="http://schemas.openxmlformats.org/officeDocument/2006/relationships/image" Target="../media/image245.wmf"/><Relationship Id="rId27" Type="http://schemas.openxmlformats.org/officeDocument/2006/relationships/oleObject" Target="../embeddings/oleObject314.bin"/><Relationship Id="rId26" Type="http://schemas.openxmlformats.org/officeDocument/2006/relationships/image" Target="../media/image238.wmf"/><Relationship Id="rId25" Type="http://schemas.openxmlformats.org/officeDocument/2006/relationships/oleObject" Target="../embeddings/oleObject313.bin"/><Relationship Id="rId24" Type="http://schemas.openxmlformats.org/officeDocument/2006/relationships/image" Target="../media/image237.wmf"/><Relationship Id="rId23" Type="http://schemas.openxmlformats.org/officeDocument/2006/relationships/oleObject" Target="../embeddings/oleObject312.bin"/><Relationship Id="rId22" Type="http://schemas.openxmlformats.org/officeDocument/2006/relationships/image" Target="../media/image100.wmf"/><Relationship Id="rId21" Type="http://schemas.openxmlformats.org/officeDocument/2006/relationships/oleObject" Target="../embeddings/oleObject311.bin"/><Relationship Id="rId20" Type="http://schemas.openxmlformats.org/officeDocument/2006/relationships/image" Target="../media/image24.wmf"/><Relationship Id="rId2" Type="http://schemas.openxmlformats.org/officeDocument/2006/relationships/image" Target="../media/image229.wmf"/><Relationship Id="rId19" Type="http://schemas.openxmlformats.org/officeDocument/2006/relationships/oleObject" Target="../embeddings/oleObject310.bin"/><Relationship Id="rId18" Type="http://schemas.openxmlformats.org/officeDocument/2006/relationships/image" Target="../media/image23.wmf"/><Relationship Id="rId17" Type="http://schemas.openxmlformats.org/officeDocument/2006/relationships/oleObject" Target="../embeddings/oleObject309.bin"/><Relationship Id="rId16" Type="http://schemas.openxmlformats.org/officeDocument/2006/relationships/image" Target="../media/image22.wmf"/><Relationship Id="rId15" Type="http://schemas.openxmlformats.org/officeDocument/2006/relationships/oleObject" Target="../embeddings/oleObject308.bin"/><Relationship Id="rId14" Type="http://schemas.openxmlformats.org/officeDocument/2006/relationships/image" Target="../media/image244.wmf"/><Relationship Id="rId13" Type="http://schemas.openxmlformats.org/officeDocument/2006/relationships/oleObject" Target="../embeddings/oleObject307.bin"/><Relationship Id="rId12" Type="http://schemas.openxmlformats.org/officeDocument/2006/relationships/image" Target="../media/image243.wmf"/><Relationship Id="rId11" Type="http://schemas.openxmlformats.org/officeDocument/2006/relationships/oleObject" Target="../embeddings/oleObject306.bin"/><Relationship Id="rId10" Type="http://schemas.openxmlformats.org/officeDocument/2006/relationships/image" Target="../media/image242.wmf"/><Relationship Id="rId1" Type="http://schemas.openxmlformats.org/officeDocument/2006/relationships/oleObject" Target="../embeddings/oleObject301.bin"/></Relationships>
</file>

<file path=ppt/slides/_rels/slide34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3.vml"/><Relationship Id="rId4" Type="http://schemas.openxmlformats.org/officeDocument/2006/relationships/slideLayout" Target="../slideLayouts/slideLayout13.xml"/><Relationship Id="rId3" Type="http://schemas.openxmlformats.org/officeDocument/2006/relationships/tags" Target="../tags/tag330.xml"/><Relationship Id="rId2" Type="http://schemas.openxmlformats.org/officeDocument/2006/relationships/image" Target="../media/image249.wmf"/><Relationship Id="rId1" Type="http://schemas.openxmlformats.org/officeDocument/2006/relationships/oleObject" Target="../embeddings/oleObject318.bin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23.bin"/><Relationship Id="rId8" Type="http://schemas.openxmlformats.org/officeDocument/2006/relationships/image" Target="../media/image253.wmf"/><Relationship Id="rId7" Type="http://schemas.openxmlformats.org/officeDocument/2006/relationships/oleObject" Target="../embeddings/oleObject322.bin"/><Relationship Id="rId6" Type="http://schemas.openxmlformats.org/officeDocument/2006/relationships/image" Target="../media/image252.wmf"/><Relationship Id="rId5" Type="http://schemas.openxmlformats.org/officeDocument/2006/relationships/oleObject" Target="../embeddings/oleObject321.bin"/><Relationship Id="rId4" Type="http://schemas.openxmlformats.org/officeDocument/2006/relationships/image" Target="../media/image251.wmf"/><Relationship Id="rId39" Type="http://schemas.openxmlformats.org/officeDocument/2006/relationships/vmlDrawing" Target="../drawings/vmlDrawing24.vml"/><Relationship Id="rId38" Type="http://schemas.openxmlformats.org/officeDocument/2006/relationships/slideLayout" Target="../slideLayouts/slideLayout13.xml"/><Relationship Id="rId37" Type="http://schemas.openxmlformats.org/officeDocument/2006/relationships/tags" Target="../tags/tag335.xml"/><Relationship Id="rId36" Type="http://schemas.openxmlformats.org/officeDocument/2006/relationships/image" Target="../media/image265.wmf"/><Relationship Id="rId35" Type="http://schemas.openxmlformats.org/officeDocument/2006/relationships/oleObject" Target="../embeddings/oleObject334.bin"/><Relationship Id="rId34" Type="http://schemas.openxmlformats.org/officeDocument/2006/relationships/image" Target="../media/image264.wmf"/><Relationship Id="rId33" Type="http://schemas.openxmlformats.org/officeDocument/2006/relationships/oleObject" Target="../embeddings/oleObject333.bin"/><Relationship Id="rId32" Type="http://schemas.openxmlformats.org/officeDocument/2006/relationships/image" Target="../media/image263.wmf"/><Relationship Id="rId31" Type="http://schemas.openxmlformats.org/officeDocument/2006/relationships/oleObject" Target="../embeddings/oleObject332.bin"/><Relationship Id="rId30" Type="http://schemas.openxmlformats.org/officeDocument/2006/relationships/image" Target="../media/image262.wmf"/><Relationship Id="rId3" Type="http://schemas.openxmlformats.org/officeDocument/2006/relationships/oleObject" Target="../embeddings/oleObject320.bin"/><Relationship Id="rId29" Type="http://schemas.openxmlformats.org/officeDocument/2006/relationships/oleObject" Target="../embeddings/oleObject331.bin"/><Relationship Id="rId28" Type="http://schemas.openxmlformats.org/officeDocument/2006/relationships/image" Target="../media/image261.wmf"/><Relationship Id="rId27" Type="http://schemas.openxmlformats.org/officeDocument/2006/relationships/oleObject" Target="../embeddings/oleObject330.bin"/><Relationship Id="rId26" Type="http://schemas.openxmlformats.org/officeDocument/2006/relationships/tags" Target="../tags/tag334.xml"/><Relationship Id="rId25" Type="http://schemas.openxmlformats.org/officeDocument/2006/relationships/image" Target="../media/image260.wmf"/><Relationship Id="rId24" Type="http://schemas.openxmlformats.org/officeDocument/2006/relationships/oleObject" Target="../embeddings/oleObject329.bin"/><Relationship Id="rId23" Type="http://schemas.openxmlformats.org/officeDocument/2006/relationships/tags" Target="../tags/tag333.xml"/><Relationship Id="rId22" Type="http://schemas.openxmlformats.org/officeDocument/2006/relationships/tags" Target="../tags/tag332.xml"/><Relationship Id="rId21" Type="http://schemas.openxmlformats.org/officeDocument/2006/relationships/tags" Target="../tags/tag331.xml"/><Relationship Id="rId20" Type="http://schemas.openxmlformats.org/officeDocument/2006/relationships/image" Target="../media/image259.wmf"/><Relationship Id="rId2" Type="http://schemas.openxmlformats.org/officeDocument/2006/relationships/image" Target="../media/image250.wmf"/><Relationship Id="rId19" Type="http://schemas.openxmlformats.org/officeDocument/2006/relationships/oleObject" Target="../embeddings/oleObject328.bin"/><Relationship Id="rId18" Type="http://schemas.openxmlformats.org/officeDocument/2006/relationships/image" Target="../media/image258.wmf"/><Relationship Id="rId17" Type="http://schemas.openxmlformats.org/officeDocument/2006/relationships/oleObject" Target="../embeddings/oleObject327.bin"/><Relationship Id="rId16" Type="http://schemas.openxmlformats.org/officeDocument/2006/relationships/image" Target="../media/image257.wmf"/><Relationship Id="rId15" Type="http://schemas.openxmlformats.org/officeDocument/2006/relationships/oleObject" Target="../embeddings/oleObject326.bin"/><Relationship Id="rId14" Type="http://schemas.openxmlformats.org/officeDocument/2006/relationships/image" Target="../media/image256.wmf"/><Relationship Id="rId13" Type="http://schemas.openxmlformats.org/officeDocument/2006/relationships/oleObject" Target="../embeddings/oleObject325.bin"/><Relationship Id="rId12" Type="http://schemas.openxmlformats.org/officeDocument/2006/relationships/image" Target="../media/image255.wmf"/><Relationship Id="rId11" Type="http://schemas.openxmlformats.org/officeDocument/2006/relationships/oleObject" Target="../embeddings/oleObject324.bin"/><Relationship Id="rId10" Type="http://schemas.openxmlformats.org/officeDocument/2006/relationships/image" Target="../media/image254.wmf"/><Relationship Id="rId1" Type="http://schemas.openxmlformats.org/officeDocument/2006/relationships/oleObject" Target="../embeddings/oleObject319.bin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tags" Target="../tags/tag344.xml"/><Relationship Id="rId8" Type="http://schemas.openxmlformats.org/officeDocument/2006/relationships/tags" Target="../tags/tag343.xml"/><Relationship Id="rId7" Type="http://schemas.openxmlformats.org/officeDocument/2006/relationships/tags" Target="../tags/tag342.xml"/><Relationship Id="rId6" Type="http://schemas.openxmlformats.org/officeDocument/2006/relationships/tags" Target="../tags/tag341.xml"/><Relationship Id="rId5" Type="http://schemas.openxmlformats.org/officeDocument/2006/relationships/tags" Target="../tags/tag340.xml"/><Relationship Id="rId4" Type="http://schemas.openxmlformats.org/officeDocument/2006/relationships/tags" Target="../tags/tag339.xml"/><Relationship Id="rId3" Type="http://schemas.openxmlformats.org/officeDocument/2006/relationships/tags" Target="../tags/tag338.xml"/><Relationship Id="rId2" Type="http://schemas.openxmlformats.org/officeDocument/2006/relationships/tags" Target="../tags/tag337.xml"/><Relationship Id="rId15" Type="http://schemas.openxmlformats.org/officeDocument/2006/relationships/slideLayout" Target="../slideLayouts/slideLayout6.xml"/><Relationship Id="rId14" Type="http://schemas.openxmlformats.org/officeDocument/2006/relationships/tags" Target="../tags/tag349.xml"/><Relationship Id="rId13" Type="http://schemas.openxmlformats.org/officeDocument/2006/relationships/tags" Target="../tags/tag348.xml"/><Relationship Id="rId12" Type="http://schemas.openxmlformats.org/officeDocument/2006/relationships/tags" Target="../tags/tag347.xml"/><Relationship Id="rId11" Type="http://schemas.openxmlformats.org/officeDocument/2006/relationships/tags" Target="../tags/tag346.xml"/><Relationship Id="rId10" Type="http://schemas.openxmlformats.org/officeDocument/2006/relationships/tags" Target="../tags/tag345.xml"/><Relationship Id="rId1" Type="http://schemas.openxmlformats.org/officeDocument/2006/relationships/tags" Target="../tags/tag336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.xml"/><Relationship Id="rId7" Type="http://schemas.openxmlformats.org/officeDocument/2006/relationships/tags" Target="../tags/tag356.xml"/><Relationship Id="rId6" Type="http://schemas.openxmlformats.org/officeDocument/2006/relationships/tags" Target="../tags/tag355.xml"/><Relationship Id="rId5" Type="http://schemas.openxmlformats.org/officeDocument/2006/relationships/tags" Target="../tags/tag354.xml"/><Relationship Id="rId4" Type="http://schemas.openxmlformats.org/officeDocument/2006/relationships/tags" Target="../tags/tag353.xml"/><Relationship Id="rId3" Type="http://schemas.openxmlformats.org/officeDocument/2006/relationships/tags" Target="../tags/tag352.xml"/><Relationship Id="rId2" Type="http://schemas.openxmlformats.org/officeDocument/2006/relationships/tags" Target="../tags/tag351.xml"/><Relationship Id="rId1" Type="http://schemas.openxmlformats.org/officeDocument/2006/relationships/tags" Target="../tags/tag3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2"/>
          <p:cNvSpPr txBox="1"/>
          <p:nvPr/>
        </p:nvSpPr>
        <p:spPr>
          <a:xfrm>
            <a:off x="2327130" y="1075401"/>
            <a:ext cx="267081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假设有向曲线段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9" name="文本框 2"/>
          <p:cNvSpPr txBox="1"/>
          <p:nvPr/>
        </p:nvSpPr>
        <p:spPr>
          <a:xfrm>
            <a:off x="1044597" y="1108758"/>
            <a:ext cx="124841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定理：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0" name="文本框 2"/>
          <p:cNvSpPr txBox="1"/>
          <p:nvPr/>
        </p:nvSpPr>
        <p:spPr>
          <a:xfrm>
            <a:off x="10277681" y="1091984"/>
            <a:ext cx="124841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若函数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1" name="Object 25"/>
          <p:cNvGraphicFramePr>
            <a:graphicFrameLocks noChangeAspect="1"/>
          </p:cNvGraphicFramePr>
          <p:nvPr/>
        </p:nvGraphicFramePr>
        <p:xfrm>
          <a:off x="5463540" y="1101090"/>
          <a:ext cx="3314065" cy="4972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6" name="Equation" r:id="rId1" imgW="1320165" imgH="203200" progId="Equation.DSMT4">
                  <p:embed/>
                </p:oleObj>
              </mc:Choice>
              <mc:Fallback>
                <p:oleObj name="Equation" r:id="rId1" imgW="1320165" imgH="203200" progId="Equation.DSMT4">
                  <p:embed/>
                  <p:pic>
                    <p:nvPicPr>
                      <p:cNvPr id="0" name="图片 8195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463540" y="1101090"/>
                        <a:ext cx="3314065" cy="4972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2"/>
          <p:cNvSpPr txBox="1"/>
          <p:nvPr/>
        </p:nvSpPr>
        <p:spPr>
          <a:xfrm>
            <a:off x="5035362" y="1089730"/>
            <a:ext cx="46482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en-US" altLang="zh-CN" sz="2800" i="1" dirty="0" smtClean="0">
                <a:latin typeface="华文中宋" panose="02010600040101010101" charset="-122"/>
                <a:ea typeface="华文中宋" panose="02010600040101010101" charset="-122"/>
                <a:cs typeface="Times New Roman" panose="02020603050405020304" pitchFamily="18" charset="0"/>
              </a:rPr>
              <a:t>L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</a:rPr>
              <a:t>: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51228" name="Object 28"/>
          <p:cNvGraphicFramePr>
            <a:graphicFrameLocks noChangeAspect="1"/>
          </p:cNvGraphicFramePr>
          <p:nvPr/>
        </p:nvGraphicFramePr>
        <p:xfrm>
          <a:off x="8777288" y="1125220"/>
          <a:ext cx="1633855" cy="487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7" name="Equation" r:id="rId3" imgW="660400" imgH="203200" progId="Equation.DSMT4">
                  <p:embed/>
                </p:oleObj>
              </mc:Choice>
              <mc:Fallback>
                <p:oleObj name="Equation" r:id="rId3" imgW="660400" imgH="203200" progId="Equation.DSMT4">
                  <p:embed/>
                  <p:pic>
                    <p:nvPicPr>
                      <p:cNvPr id="0" name="图片 8196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777288" y="1125220"/>
                        <a:ext cx="1633855" cy="4876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29"/>
          <p:cNvGraphicFramePr>
            <a:graphicFrameLocks noChangeAspect="1"/>
          </p:cNvGraphicFramePr>
          <p:nvPr/>
        </p:nvGraphicFramePr>
        <p:xfrm>
          <a:off x="3346736" y="2353708"/>
          <a:ext cx="1511300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8" name="Equation" r:id="rId5" imgW="15849600" imgH="7010400" progId="Equation.DSMT4">
                  <p:embed/>
                </p:oleObj>
              </mc:Choice>
              <mc:Fallback>
                <p:oleObj name="Equation" r:id="rId5" imgW="15849600" imgH="7010400" progId="Equation.DSMT4">
                  <p:embed/>
                  <p:pic>
                    <p:nvPicPr>
                      <p:cNvPr id="0" name="图片 8197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346736" y="2353708"/>
                        <a:ext cx="1511300" cy="704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30"/>
          <p:cNvGraphicFramePr>
            <a:graphicFrameLocks noChangeAspect="1"/>
          </p:cNvGraphicFramePr>
          <p:nvPr/>
        </p:nvGraphicFramePr>
        <p:xfrm>
          <a:off x="4869417" y="2307756"/>
          <a:ext cx="2616200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9" name="Equation" r:id="rId7" imgW="27432000" imgH="7924800" progId="Equation.DSMT4">
                  <p:embed/>
                </p:oleObj>
              </mc:Choice>
              <mc:Fallback>
                <p:oleObj name="Equation" r:id="rId7" imgW="27432000" imgH="7924800" progId="Equation.DSMT4">
                  <p:embed/>
                  <p:pic>
                    <p:nvPicPr>
                      <p:cNvPr id="0" name="图片 8198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869417" y="2307756"/>
                        <a:ext cx="2616200" cy="7969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25"/>
          <p:cNvGraphicFramePr>
            <a:graphicFrameLocks noChangeAspect="1"/>
          </p:cNvGraphicFramePr>
          <p:nvPr/>
        </p:nvGraphicFramePr>
        <p:xfrm>
          <a:off x="1098550" y="1751965"/>
          <a:ext cx="4143375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" name="Equation" r:id="rId9" imgW="1473200" imgH="203200" progId="Equation.DSMT4">
                  <p:embed/>
                </p:oleObj>
              </mc:Choice>
              <mc:Fallback>
                <p:oleObj name="Equation" r:id="rId9" imgW="1473200" imgH="203200" progId="Equation.DSMT4">
                  <p:embed/>
                  <p:pic>
                    <p:nvPicPr>
                      <p:cNvPr id="0" name="图片 8193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098550" y="1751965"/>
                        <a:ext cx="4143375" cy="5556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文本框 2"/>
          <p:cNvSpPr txBox="1"/>
          <p:nvPr/>
        </p:nvSpPr>
        <p:spPr>
          <a:xfrm>
            <a:off x="5241780" y="1786601"/>
            <a:ext cx="323977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在曲线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L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上连续，则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25" name="文本框 2"/>
          <p:cNvSpPr txBox="1"/>
          <p:nvPr>
            <p:custDataLst>
              <p:tags r:id="rId11"/>
            </p:custDataLst>
          </p:nvPr>
        </p:nvSpPr>
        <p:spPr>
          <a:xfrm>
            <a:off x="3006026" y="4918134"/>
            <a:ext cx="499618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</a:rPr>
              <a:t>(2) 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写出积分曲线的参数方程，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63499" name="Object 11"/>
          <p:cNvGraphicFramePr>
            <a:graphicFrameLocks noChangeAspect="1"/>
          </p:cNvGraphicFramePr>
          <p:nvPr>
            <p:custDataLst>
              <p:tags r:id="rId12"/>
            </p:custDataLst>
          </p:nvPr>
        </p:nvGraphicFramePr>
        <p:xfrm>
          <a:off x="1787597" y="3203105"/>
          <a:ext cx="901700" cy="490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0" name="Equation" r:id="rId13" imgW="9448800" imgH="4876800" progId="Equation.DSMT4">
                  <p:embed/>
                </p:oleObj>
              </mc:Choice>
              <mc:Fallback>
                <p:oleObj name="Equation" r:id="rId13" imgW="9448800" imgH="4876800" progId="Equation.DSMT4">
                  <p:embed/>
                  <p:pic>
                    <p:nvPicPr>
                      <p:cNvPr id="0" name="图片 8199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787597" y="3203105"/>
                        <a:ext cx="901700" cy="4905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文本框 2"/>
          <p:cNvSpPr txBox="1"/>
          <p:nvPr>
            <p:custDataLst>
              <p:tags r:id="rId15"/>
            </p:custDataLst>
          </p:nvPr>
        </p:nvSpPr>
        <p:spPr>
          <a:xfrm>
            <a:off x="2689008" y="3203131"/>
            <a:ext cx="5273675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分别是起点与终点对应的参数值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,</a:t>
            </a:r>
            <a:endParaRPr lang="en-US" altLang="zh-CN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28" name="七角星 27"/>
          <p:cNvSpPr/>
          <p:nvPr>
            <p:custDataLst>
              <p:tags r:id="rId16"/>
            </p:custDataLst>
          </p:nvPr>
        </p:nvSpPr>
        <p:spPr>
          <a:xfrm>
            <a:off x="872898" y="2925771"/>
            <a:ext cx="914400" cy="914400"/>
          </a:xfrm>
          <a:prstGeom prst="star7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200" dirty="0" smtClean="0">
                <a:solidFill>
                  <a:schemeClr val="tx1"/>
                </a:solidFill>
              </a:rPr>
              <a:t>注</a:t>
            </a:r>
            <a:endParaRPr lang="zh-CN" altLang="en-US" sz="3200" dirty="0">
              <a:solidFill>
                <a:schemeClr val="tx1"/>
              </a:solidFill>
            </a:endParaRPr>
          </a:p>
        </p:txBody>
      </p:sp>
      <p:graphicFrame>
        <p:nvGraphicFramePr>
          <p:cNvPr id="19" name="Object 11"/>
          <p:cNvGraphicFramePr>
            <a:graphicFrameLocks noChangeAspect="1"/>
          </p:cNvGraphicFramePr>
          <p:nvPr>
            <p:custDataLst>
              <p:tags r:id="rId17"/>
            </p:custDataLst>
          </p:nvPr>
        </p:nvGraphicFramePr>
        <p:xfrm>
          <a:off x="2319020" y="3785870"/>
          <a:ext cx="370205" cy="5086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" name="Equation" r:id="rId18" imgW="152400" imgH="203200" progId="Equation.DSMT4">
                  <p:embed/>
                </p:oleObj>
              </mc:Choice>
              <mc:Fallback>
                <p:oleObj name="Equation" r:id="rId18" imgW="152400" imgH="203200" progId="Equation.DSMT4">
                  <p:embed/>
                  <p:pic>
                    <p:nvPicPr>
                      <p:cNvPr id="0" name="图片 8199"/>
                      <p:cNvPicPr>
                        <a:picLocks noChangeAspect="1"/>
                      </p:cNvPicPr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2319020" y="3785870"/>
                        <a:ext cx="370205" cy="5086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文本框 21"/>
          <p:cNvSpPr txBox="1"/>
          <p:nvPr>
            <p:custDataLst>
              <p:tags r:id="rId20"/>
            </p:custDataLst>
          </p:nvPr>
        </p:nvSpPr>
        <p:spPr>
          <a:xfrm>
            <a:off x="2689202" y="3788059"/>
            <a:ext cx="195961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不一定大于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23" name="Object 11"/>
          <p:cNvGraphicFramePr>
            <a:graphicFrameLocks noChangeAspect="1"/>
          </p:cNvGraphicFramePr>
          <p:nvPr>
            <p:custDataLst>
              <p:tags r:id="rId21"/>
            </p:custDataLst>
          </p:nvPr>
        </p:nvGraphicFramePr>
        <p:xfrm>
          <a:off x="4600575" y="3880485"/>
          <a:ext cx="462915" cy="4133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" name="Equation" r:id="rId22" imgW="190500" imgH="165100" progId="Equation.DSMT4">
                  <p:embed/>
                </p:oleObj>
              </mc:Choice>
              <mc:Fallback>
                <p:oleObj name="Equation" r:id="rId22" imgW="190500" imgH="165100" progId="Equation.DSMT4">
                  <p:embed/>
                  <p:pic>
                    <p:nvPicPr>
                      <p:cNvPr id="0" name="图片 8199"/>
                      <p:cNvPicPr>
                        <a:picLocks noChangeAspect="1"/>
                      </p:cNvPicPr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4600575" y="3880485"/>
                        <a:ext cx="462915" cy="4133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文本框 2"/>
          <p:cNvSpPr txBox="1"/>
          <p:nvPr>
            <p:custDataLst>
              <p:tags r:id="rId24"/>
            </p:custDataLst>
          </p:nvPr>
        </p:nvSpPr>
        <p:spPr>
          <a:xfrm>
            <a:off x="1707912" y="4308484"/>
            <a:ext cx="124841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步骤：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29" name="文本框 2"/>
          <p:cNvSpPr txBox="1"/>
          <p:nvPr>
            <p:custDataLst>
              <p:tags r:id="rId25"/>
            </p:custDataLst>
          </p:nvPr>
        </p:nvSpPr>
        <p:spPr>
          <a:xfrm>
            <a:off x="3828986" y="5414069"/>
            <a:ext cx="658241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并找出积分曲线起点终点对应的参数值；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0" name="文本框 2"/>
          <p:cNvSpPr txBox="1"/>
          <p:nvPr>
            <p:custDataLst>
              <p:tags r:id="rId26"/>
            </p:custDataLst>
          </p:nvPr>
        </p:nvSpPr>
        <p:spPr>
          <a:xfrm>
            <a:off x="3031426" y="5962709"/>
            <a:ext cx="7016115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</a:rPr>
              <a:t>(3)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将复变函数的积分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化为定积分计算即可。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1" name="文本框 2"/>
          <p:cNvSpPr txBox="1"/>
          <p:nvPr>
            <p:custDataLst>
              <p:tags r:id="rId27"/>
            </p:custDataLst>
          </p:nvPr>
        </p:nvSpPr>
        <p:spPr>
          <a:xfrm>
            <a:off x="3023806" y="4397434"/>
            <a:ext cx="606298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</a:rPr>
              <a:t>(1) 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画图，即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在平面中找到积分曲线；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</p:spTree>
    <p:custDataLst>
      <p:tags r:id="rId28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文本框 29"/>
          <p:cNvSpPr txBox="1"/>
          <p:nvPr/>
        </p:nvSpPr>
        <p:spPr>
          <a:xfrm>
            <a:off x="494404" y="721776"/>
            <a:ext cx="756285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b="1" dirty="0" smtClean="0">
                <a:solidFill>
                  <a:schemeClr val="tx2">
                    <a:lumMod val="50000"/>
                  </a:schemeClr>
                </a:solidFill>
                <a:latin typeface="+mn-ea"/>
                <a:cs typeface="+mn-ea"/>
              </a:rPr>
              <a:t>例</a:t>
            </a:r>
            <a:r>
              <a:rPr lang="en-US" altLang="zh-CN" sz="2800" b="1" dirty="0" smtClean="0">
                <a:solidFill>
                  <a:schemeClr val="tx2">
                    <a:lumMod val="50000"/>
                  </a:schemeClr>
                </a:solidFill>
                <a:latin typeface="+mn-ea"/>
                <a:cs typeface="+mn-ea"/>
              </a:rPr>
              <a:t>6</a:t>
            </a:r>
            <a:endParaRPr lang="en-US" altLang="zh-CN" sz="2800" b="1" dirty="0" smtClean="0">
              <a:solidFill>
                <a:schemeClr val="tx2">
                  <a:lumMod val="50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717924" y="1504096"/>
            <a:ext cx="532892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回顾：圆              的参数方程：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64" name="文本框 2"/>
          <p:cNvSpPr txBox="1"/>
          <p:nvPr/>
        </p:nvSpPr>
        <p:spPr>
          <a:xfrm>
            <a:off x="829753" y="3088338"/>
            <a:ext cx="110617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则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L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上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3" name="Object 4"/>
          <p:cNvGraphicFramePr>
            <a:graphicFrameLocks noChangeAspect="1"/>
          </p:cNvGraphicFramePr>
          <p:nvPr/>
        </p:nvGraphicFramePr>
        <p:xfrm>
          <a:off x="1365885" y="2238058"/>
          <a:ext cx="2195830" cy="6235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1" imgW="952500" imgH="241300" progId="Equation.DSMT4">
                  <p:embed/>
                </p:oleObj>
              </mc:Choice>
              <mc:Fallback>
                <p:oleObj name="Equation" r:id="rId1" imgW="952500" imgH="2413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365885" y="2238058"/>
                        <a:ext cx="2195830" cy="6235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4"/>
          <p:cNvGraphicFramePr>
            <a:graphicFrameLocks noChangeAspect="1"/>
          </p:cNvGraphicFramePr>
          <p:nvPr/>
        </p:nvGraphicFramePr>
        <p:xfrm>
          <a:off x="1904048" y="2807971"/>
          <a:ext cx="3819525" cy="1082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" name="Equation" r:id="rId3" imgW="1459865" imgH="431800" progId="Equation.DSMT4">
                  <p:embed/>
                </p:oleObj>
              </mc:Choice>
              <mc:Fallback>
                <p:oleObj name="Equation" r:id="rId3" imgW="1459865" imgH="4318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04048" y="2807971"/>
                        <a:ext cx="3819525" cy="10826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4"/>
          <p:cNvGraphicFramePr>
            <a:graphicFrameLocks noChangeAspect="1"/>
          </p:cNvGraphicFramePr>
          <p:nvPr/>
        </p:nvGraphicFramePr>
        <p:xfrm>
          <a:off x="1904366" y="3890328"/>
          <a:ext cx="3352800" cy="5727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" name="Equation" r:id="rId5" imgW="1282700" imgH="228600" progId="Equation.DSMT4">
                  <p:embed/>
                </p:oleObj>
              </mc:Choice>
              <mc:Fallback>
                <p:oleObj name="Equation" r:id="rId5" imgW="1282700" imgH="2286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04366" y="3890328"/>
                        <a:ext cx="3352800" cy="5727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4"/>
          <p:cNvGraphicFramePr>
            <a:graphicFrameLocks noChangeAspect="1"/>
          </p:cNvGraphicFramePr>
          <p:nvPr/>
        </p:nvGraphicFramePr>
        <p:xfrm>
          <a:off x="2247267" y="1468755"/>
          <a:ext cx="1551940" cy="5911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Equation" r:id="rId7" imgW="673100" imgH="228600" progId="Equation.DSMT4">
                  <p:embed/>
                </p:oleObj>
              </mc:Choice>
              <mc:Fallback>
                <p:oleObj name="Equation" r:id="rId7" imgW="673100" imgH="2286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247267" y="1468755"/>
                        <a:ext cx="1551940" cy="5911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4"/>
          <p:cNvGraphicFramePr>
            <a:graphicFrameLocks noChangeAspect="1"/>
          </p:cNvGraphicFramePr>
          <p:nvPr/>
        </p:nvGraphicFramePr>
        <p:xfrm>
          <a:off x="5822634" y="1434783"/>
          <a:ext cx="3279775" cy="6248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Equation" r:id="rId9" imgW="1422400" imgH="241300" progId="Equation.DSMT4">
                  <p:embed/>
                </p:oleObj>
              </mc:Choice>
              <mc:Fallback>
                <p:oleObj name="Equation" r:id="rId9" imgW="1422400" imgH="2413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822634" y="1434783"/>
                        <a:ext cx="3279775" cy="6248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494404" y="2267366"/>
            <a:ext cx="89281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解：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24" name="文本框 2"/>
          <p:cNvSpPr txBox="1"/>
          <p:nvPr/>
        </p:nvSpPr>
        <p:spPr>
          <a:xfrm>
            <a:off x="1432811" y="660700"/>
            <a:ext cx="89281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计算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2" name="Object 4"/>
          <p:cNvGraphicFramePr>
            <a:graphicFrameLocks noChangeAspect="1"/>
          </p:cNvGraphicFramePr>
          <p:nvPr/>
        </p:nvGraphicFramePr>
        <p:xfrm>
          <a:off x="2247265" y="558165"/>
          <a:ext cx="3133090" cy="8769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0" name="Equation" r:id="rId11" imgW="30784800" imgH="10363200" progId="Equation.DSMT4">
                  <p:embed/>
                </p:oleObj>
              </mc:Choice>
              <mc:Fallback>
                <p:oleObj name="Equation" r:id="rId11" imgW="30784800" imgH="10363200" progId="Equation.DSMT4">
                  <p:embed/>
                  <p:pic>
                    <p:nvPicPr>
                      <p:cNvPr id="0" name="图片 12289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247265" y="558165"/>
                        <a:ext cx="3133090" cy="8769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文本框 2"/>
          <p:cNvSpPr txBox="1"/>
          <p:nvPr/>
        </p:nvSpPr>
        <p:spPr>
          <a:xfrm>
            <a:off x="5515796" y="700368"/>
            <a:ext cx="2141855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L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为正向圆周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64516" name="Object 4"/>
          <p:cNvGraphicFramePr>
            <a:graphicFrameLocks noChangeAspect="1"/>
          </p:cNvGraphicFramePr>
          <p:nvPr/>
        </p:nvGraphicFramePr>
        <p:xfrm>
          <a:off x="7657362" y="722137"/>
          <a:ext cx="1766887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1" name="Equation" r:id="rId13" imgW="16764000" imgH="5486400" progId="Equation.DSMT4">
                  <p:embed/>
                </p:oleObj>
              </mc:Choice>
              <mc:Fallback>
                <p:oleObj name="Equation" r:id="rId13" imgW="16764000" imgH="5486400" progId="Equation.DSMT4">
                  <p:embed/>
                  <p:pic>
                    <p:nvPicPr>
                      <p:cNvPr id="0" name="图片 12290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657362" y="722137"/>
                        <a:ext cx="1766887" cy="5524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960755" y="4498975"/>
          <a:ext cx="5086350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15" imgW="2120900" imgH="431800" progId="Equation.DSMT4">
                  <p:embed/>
                </p:oleObj>
              </mc:Choice>
              <mc:Fallback>
                <p:oleObj name="Equation" r:id="rId15" imgW="2120900" imgH="431800" progId="Equation.DSMT4">
                  <p:embed/>
                  <p:pic>
                    <p:nvPicPr>
                      <p:cNvPr id="0" name="图片 12289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960755" y="4498975"/>
                        <a:ext cx="5086350" cy="1168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"/>
          <p:cNvGraphicFramePr>
            <a:graphicFrameLocks noChangeAspect="1"/>
          </p:cNvGraphicFramePr>
          <p:nvPr/>
        </p:nvGraphicFramePr>
        <p:xfrm>
          <a:off x="2788285" y="5450840"/>
          <a:ext cx="2051050" cy="10655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Equation" r:id="rId17" imgW="825500" imgH="393700" progId="Equation.DSMT4">
                  <p:embed/>
                </p:oleObj>
              </mc:Choice>
              <mc:Fallback>
                <p:oleObj name="Equation" r:id="rId17" imgW="825500" imgH="393700" progId="Equation.DSMT4">
                  <p:embed/>
                  <p:pic>
                    <p:nvPicPr>
                      <p:cNvPr id="0" name="图片 12289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788285" y="5450840"/>
                        <a:ext cx="2051050" cy="106553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4"/>
          <p:cNvGraphicFramePr>
            <a:graphicFrameLocks noChangeAspect="1"/>
          </p:cNvGraphicFramePr>
          <p:nvPr/>
        </p:nvGraphicFramePr>
        <p:xfrm>
          <a:off x="2787968" y="6668770"/>
          <a:ext cx="2177415" cy="10655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" name="Equation" r:id="rId19" imgW="876300" imgH="393700" progId="Equation.DSMT4">
                  <p:embed/>
                </p:oleObj>
              </mc:Choice>
              <mc:Fallback>
                <p:oleObj name="Equation" r:id="rId19" imgW="876300" imgH="393700" progId="Equation.DSMT4">
                  <p:embed/>
                  <p:pic>
                    <p:nvPicPr>
                      <p:cNvPr id="0" name="图片 12289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787968" y="6668770"/>
                        <a:ext cx="2177415" cy="106553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4"/>
          <p:cNvGraphicFramePr>
            <a:graphicFrameLocks noChangeAspect="1"/>
          </p:cNvGraphicFramePr>
          <p:nvPr/>
        </p:nvGraphicFramePr>
        <p:xfrm>
          <a:off x="5148263" y="6668770"/>
          <a:ext cx="2272665" cy="10655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" name="Equation" r:id="rId21" imgW="914400" imgH="393700" progId="Equation.DSMT4">
                  <p:embed/>
                </p:oleObj>
              </mc:Choice>
              <mc:Fallback>
                <p:oleObj name="Equation" r:id="rId21" imgW="914400" imgH="393700" progId="Equation.DSMT4">
                  <p:embed/>
                  <p:pic>
                    <p:nvPicPr>
                      <p:cNvPr id="0" name="图片 12289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148263" y="6668770"/>
                        <a:ext cx="2272665" cy="106553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4"/>
          <p:cNvGraphicFramePr>
            <a:graphicFrameLocks noChangeAspect="1"/>
          </p:cNvGraphicFramePr>
          <p:nvPr/>
        </p:nvGraphicFramePr>
        <p:xfrm>
          <a:off x="3676333" y="2343151"/>
          <a:ext cx="1580515" cy="5251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" name="Equation" r:id="rId23" imgW="685800" imgH="203200" progId="Equation.DSMT4">
                  <p:embed/>
                </p:oleObj>
              </mc:Choice>
              <mc:Fallback>
                <p:oleObj name="Equation" r:id="rId23" imgW="685800" imgH="2032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3676333" y="2343151"/>
                        <a:ext cx="1580515" cy="5251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椭圆 37"/>
          <p:cNvSpPr/>
          <p:nvPr/>
        </p:nvSpPr>
        <p:spPr>
          <a:xfrm>
            <a:off x="9102725" y="3154680"/>
            <a:ext cx="1628140" cy="1671955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9" name="直接箭头连接符 38"/>
          <p:cNvCxnSpPr/>
          <p:nvPr/>
        </p:nvCxnSpPr>
        <p:spPr>
          <a:xfrm flipV="1">
            <a:off x="7199630" y="4946015"/>
            <a:ext cx="3862705" cy="9779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/>
          <p:nvPr/>
        </p:nvCxnSpPr>
        <p:spPr>
          <a:xfrm flipV="1">
            <a:off x="8779510" y="2682875"/>
            <a:ext cx="3175" cy="389255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2" name="Object 4"/>
          <p:cNvGraphicFramePr>
            <a:graphicFrameLocks noChangeAspect="1"/>
          </p:cNvGraphicFramePr>
          <p:nvPr/>
        </p:nvGraphicFramePr>
        <p:xfrm>
          <a:off x="8478203" y="5024120"/>
          <a:ext cx="332105" cy="3498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" name="Equation" r:id="rId25" imgW="127000" imgH="139700" progId="Equation.DSMT4">
                  <p:embed/>
                </p:oleObj>
              </mc:Choice>
              <mc:Fallback>
                <p:oleObj name="Equation" r:id="rId25" imgW="127000" imgH="1397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8478203" y="5024120"/>
                        <a:ext cx="332105" cy="3498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4"/>
          <p:cNvGraphicFramePr>
            <a:graphicFrameLocks noChangeAspect="1"/>
          </p:cNvGraphicFramePr>
          <p:nvPr/>
        </p:nvGraphicFramePr>
        <p:xfrm>
          <a:off x="8357871" y="2639378"/>
          <a:ext cx="365760" cy="4140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" name="Equation" r:id="rId27" imgW="139700" imgH="165100" progId="Equation.DSMT4">
                  <p:embed/>
                </p:oleObj>
              </mc:Choice>
              <mc:Fallback>
                <p:oleObj name="Equation" r:id="rId27" imgW="139700" imgH="1651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8357871" y="2639378"/>
                        <a:ext cx="365760" cy="4140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Object 4"/>
          <p:cNvGraphicFramePr>
            <a:graphicFrameLocks noChangeAspect="1"/>
          </p:cNvGraphicFramePr>
          <p:nvPr/>
        </p:nvGraphicFramePr>
        <p:xfrm>
          <a:off x="11445241" y="5043488"/>
          <a:ext cx="332740" cy="350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" name="Equation" r:id="rId29" imgW="127000" imgH="139700" progId="Equation.DSMT4">
                  <p:embed/>
                </p:oleObj>
              </mc:Choice>
              <mc:Fallback>
                <p:oleObj name="Equation" r:id="rId29" imgW="127000" imgH="1397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11445241" y="5043488"/>
                        <a:ext cx="332740" cy="3505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9" name="直接箭头连接符 48"/>
          <p:cNvCxnSpPr/>
          <p:nvPr/>
        </p:nvCxnSpPr>
        <p:spPr>
          <a:xfrm flipH="1">
            <a:off x="9102725" y="3512185"/>
            <a:ext cx="148590" cy="356235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/>
          <p:cNvCxnSpPr/>
          <p:nvPr/>
        </p:nvCxnSpPr>
        <p:spPr>
          <a:xfrm flipV="1">
            <a:off x="10687050" y="3966845"/>
            <a:ext cx="60325" cy="220980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椭圆 50"/>
          <p:cNvSpPr/>
          <p:nvPr/>
        </p:nvSpPr>
        <p:spPr>
          <a:xfrm>
            <a:off x="10688320" y="3941445"/>
            <a:ext cx="75565" cy="755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2" name="椭圆 51"/>
          <p:cNvSpPr/>
          <p:nvPr/>
        </p:nvSpPr>
        <p:spPr>
          <a:xfrm>
            <a:off x="9879330" y="3974465"/>
            <a:ext cx="75565" cy="755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53" name="Object 4"/>
          <p:cNvGraphicFramePr>
            <a:graphicFrameLocks noChangeAspect="1"/>
          </p:cNvGraphicFramePr>
          <p:nvPr/>
        </p:nvGraphicFramePr>
        <p:xfrm>
          <a:off x="9373871" y="3938588"/>
          <a:ext cx="431800" cy="5727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" name="Equation" r:id="rId31" imgW="165100" imgH="228600" progId="Equation.DSMT4">
                  <p:embed/>
                </p:oleObj>
              </mc:Choice>
              <mc:Fallback>
                <p:oleObj name="Equation" r:id="rId31" imgW="165100" imgH="2286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9373871" y="3938588"/>
                        <a:ext cx="431800" cy="5727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3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13" grpId="0"/>
      <p:bldP spid="6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文本框 29"/>
          <p:cNvSpPr txBox="1"/>
          <p:nvPr/>
        </p:nvSpPr>
        <p:spPr>
          <a:xfrm>
            <a:off x="494404" y="721776"/>
            <a:ext cx="87122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例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6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.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64" name="文本框 2"/>
          <p:cNvSpPr txBox="1"/>
          <p:nvPr/>
        </p:nvSpPr>
        <p:spPr>
          <a:xfrm>
            <a:off x="1032953" y="2311733"/>
            <a:ext cx="53721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则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3" name="Object 4"/>
          <p:cNvGraphicFramePr>
            <a:graphicFrameLocks noChangeAspect="1"/>
          </p:cNvGraphicFramePr>
          <p:nvPr/>
        </p:nvGraphicFramePr>
        <p:xfrm>
          <a:off x="1635443" y="1439228"/>
          <a:ext cx="3716655" cy="6235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1" imgW="1612900" imgH="241300" progId="Equation.DSMT4">
                  <p:embed/>
                </p:oleObj>
              </mc:Choice>
              <mc:Fallback>
                <p:oleObj name="Equation" r:id="rId1" imgW="1612900" imgH="2413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635443" y="1439228"/>
                        <a:ext cx="3716655" cy="6235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697604" y="1490761"/>
            <a:ext cx="89281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解：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24" name="文本框 2"/>
          <p:cNvSpPr txBox="1"/>
          <p:nvPr/>
        </p:nvSpPr>
        <p:spPr>
          <a:xfrm>
            <a:off x="1432811" y="660700"/>
            <a:ext cx="89281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计算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2" name="Object 4"/>
          <p:cNvGraphicFramePr>
            <a:graphicFrameLocks noChangeAspect="1"/>
          </p:cNvGraphicFramePr>
          <p:nvPr/>
        </p:nvGraphicFramePr>
        <p:xfrm>
          <a:off x="2385695" y="558165"/>
          <a:ext cx="3129915" cy="881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0" name="Equation" r:id="rId3" imgW="1282700" imgH="431800" progId="Equation.DSMT4">
                  <p:embed/>
                </p:oleObj>
              </mc:Choice>
              <mc:Fallback>
                <p:oleObj name="Equation" r:id="rId3" imgW="1282700" imgH="431800" progId="Equation.DSMT4">
                  <p:embed/>
                  <p:pic>
                    <p:nvPicPr>
                      <p:cNvPr id="0" name="图片 1228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85695" y="558165"/>
                        <a:ext cx="3129915" cy="8813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文本框 2"/>
          <p:cNvSpPr txBox="1"/>
          <p:nvPr/>
        </p:nvSpPr>
        <p:spPr>
          <a:xfrm>
            <a:off x="5515796" y="700368"/>
            <a:ext cx="2141855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L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为正向圆周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64516" name="Object 4"/>
          <p:cNvGraphicFramePr>
            <a:graphicFrameLocks noChangeAspect="1"/>
          </p:cNvGraphicFramePr>
          <p:nvPr/>
        </p:nvGraphicFramePr>
        <p:xfrm>
          <a:off x="7657362" y="722137"/>
          <a:ext cx="1766887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1" name="Equation" r:id="rId5" imgW="16764000" imgH="5486400" progId="Equation.DSMT4">
                  <p:embed/>
                </p:oleObj>
              </mc:Choice>
              <mc:Fallback>
                <p:oleObj name="Equation" r:id="rId5" imgW="16764000" imgH="5486400" progId="Equation.DSMT4">
                  <p:embed/>
                  <p:pic>
                    <p:nvPicPr>
                      <p:cNvPr id="0" name="图片 1229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657362" y="722137"/>
                        <a:ext cx="1766887" cy="5524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1569085" y="1988185"/>
          <a:ext cx="2193290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7" imgW="914400" imgH="431800" progId="Equation.DSMT4">
                  <p:embed/>
                </p:oleObj>
              </mc:Choice>
              <mc:Fallback>
                <p:oleObj name="Equation" r:id="rId7" imgW="914400" imgH="431800" progId="Equation.DSMT4">
                  <p:embed/>
                  <p:pic>
                    <p:nvPicPr>
                      <p:cNvPr id="0" name="图片 1228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69085" y="1988185"/>
                        <a:ext cx="2193290" cy="1168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4"/>
          <p:cNvGraphicFramePr>
            <a:graphicFrameLocks noChangeAspect="1"/>
          </p:cNvGraphicFramePr>
          <p:nvPr/>
        </p:nvGraphicFramePr>
        <p:xfrm>
          <a:off x="3762376" y="1988185"/>
          <a:ext cx="1988820" cy="10655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" name="Equation" r:id="rId9" imgW="800100" imgH="393700" progId="Equation.DSMT4">
                  <p:embed/>
                </p:oleObj>
              </mc:Choice>
              <mc:Fallback>
                <p:oleObj name="Equation" r:id="rId9" imgW="800100" imgH="393700" progId="Equation.DSMT4">
                  <p:embed/>
                  <p:pic>
                    <p:nvPicPr>
                      <p:cNvPr id="0" name="图片 12289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762376" y="1988185"/>
                        <a:ext cx="1988820" cy="106553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4"/>
          <p:cNvGraphicFramePr>
            <a:graphicFrameLocks noChangeAspect="1"/>
          </p:cNvGraphicFramePr>
          <p:nvPr/>
        </p:nvGraphicFramePr>
        <p:xfrm>
          <a:off x="3287396" y="2951480"/>
          <a:ext cx="3915410" cy="10655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Equation" r:id="rId11" imgW="1574800" imgH="393700" progId="Equation.DSMT4">
                  <p:embed/>
                </p:oleObj>
              </mc:Choice>
              <mc:Fallback>
                <p:oleObj name="Equation" r:id="rId11" imgW="1574800" imgH="393700" progId="Equation.DSMT4">
                  <p:embed/>
                  <p:pic>
                    <p:nvPicPr>
                      <p:cNvPr id="0" name="图片 12289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287396" y="2951480"/>
                        <a:ext cx="3915410" cy="106553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4"/>
          <p:cNvGraphicFramePr>
            <a:graphicFrameLocks noChangeAspect="1"/>
          </p:cNvGraphicFramePr>
          <p:nvPr/>
        </p:nvGraphicFramePr>
        <p:xfrm>
          <a:off x="1911035" y="3210878"/>
          <a:ext cx="908685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" name="Equation" r:id="rId13" imgW="393700" imgH="203200" progId="Equation.DSMT4">
                  <p:embed/>
                </p:oleObj>
              </mc:Choice>
              <mc:Fallback>
                <p:oleObj name="Equation" r:id="rId13" imgW="393700" imgH="2032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911035" y="3210878"/>
                        <a:ext cx="908685" cy="5270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文本框 2"/>
          <p:cNvSpPr txBox="1"/>
          <p:nvPr/>
        </p:nvSpPr>
        <p:spPr>
          <a:xfrm>
            <a:off x="1416493" y="3182953"/>
            <a:ext cx="53721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若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23" name="Object 4"/>
          <p:cNvGraphicFramePr>
            <a:graphicFrameLocks noChangeAspect="1"/>
          </p:cNvGraphicFramePr>
          <p:nvPr/>
        </p:nvGraphicFramePr>
        <p:xfrm>
          <a:off x="1911035" y="4233228"/>
          <a:ext cx="908685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" name="Equation" r:id="rId15" imgW="393700" imgH="203200" progId="Equation.DSMT4">
                  <p:embed/>
                </p:oleObj>
              </mc:Choice>
              <mc:Fallback>
                <p:oleObj name="Equation" r:id="rId15" imgW="393700" imgH="2032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911035" y="4233228"/>
                        <a:ext cx="908685" cy="5270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文本框 2"/>
          <p:cNvSpPr txBox="1"/>
          <p:nvPr/>
        </p:nvSpPr>
        <p:spPr>
          <a:xfrm>
            <a:off x="1416493" y="4205303"/>
            <a:ext cx="53721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若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32" name="Object 4"/>
          <p:cNvGraphicFramePr>
            <a:graphicFrameLocks noChangeAspect="1"/>
          </p:cNvGraphicFramePr>
          <p:nvPr/>
        </p:nvGraphicFramePr>
        <p:xfrm>
          <a:off x="3262313" y="4050030"/>
          <a:ext cx="1452245" cy="894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" name="Equation" r:id="rId17" imgW="584200" imgH="330200" progId="Equation.DSMT4">
                  <p:embed/>
                </p:oleObj>
              </mc:Choice>
              <mc:Fallback>
                <p:oleObj name="Equation" r:id="rId17" imgW="584200" imgH="330200" progId="Equation.DSMT4">
                  <p:embed/>
                  <p:pic>
                    <p:nvPicPr>
                      <p:cNvPr id="0" name="图片 12289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262313" y="4050030"/>
                        <a:ext cx="1452245" cy="8940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4"/>
          <p:cNvGraphicFramePr>
            <a:graphicFrameLocks noChangeAspect="1"/>
          </p:cNvGraphicFramePr>
          <p:nvPr/>
        </p:nvGraphicFramePr>
        <p:xfrm>
          <a:off x="4771391" y="4280535"/>
          <a:ext cx="947420" cy="4800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" name="Equation" r:id="rId19" imgW="381000" imgH="177165" progId="Equation.DSMT4">
                  <p:embed/>
                </p:oleObj>
              </mc:Choice>
              <mc:Fallback>
                <p:oleObj name="Equation" r:id="rId19" imgW="381000" imgH="177165" progId="Equation.DSMT4">
                  <p:embed/>
                  <p:pic>
                    <p:nvPicPr>
                      <p:cNvPr id="0" name="图片 12289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771391" y="4280535"/>
                        <a:ext cx="947420" cy="4800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文本框 2"/>
          <p:cNvSpPr txBox="1"/>
          <p:nvPr/>
        </p:nvSpPr>
        <p:spPr>
          <a:xfrm>
            <a:off x="697673" y="5242893"/>
            <a:ext cx="89281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综上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38" name="Object 4"/>
          <p:cNvGraphicFramePr>
            <a:graphicFrameLocks noChangeAspect="1"/>
          </p:cNvGraphicFramePr>
          <p:nvPr/>
        </p:nvGraphicFramePr>
        <p:xfrm>
          <a:off x="1635443" y="5541963"/>
          <a:ext cx="3346450" cy="10331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" name="Equation" r:id="rId21" imgW="1168400" imgH="431800" progId="Equation.DSMT4">
                  <p:embed/>
                </p:oleObj>
              </mc:Choice>
              <mc:Fallback>
                <p:oleObj name="Equation" r:id="rId21" imgW="1168400" imgH="431800" progId="Equation.DSMT4">
                  <p:embed/>
                  <p:pic>
                    <p:nvPicPr>
                      <p:cNvPr id="0" name="图片 12289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635443" y="5541963"/>
                        <a:ext cx="3346450" cy="10331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椭圆 6"/>
          <p:cNvSpPr/>
          <p:nvPr/>
        </p:nvSpPr>
        <p:spPr>
          <a:xfrm>
            <a:off x="9102725" y="3154680"/>
            <a:ext cx="1628140" cy="1671955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8" name="直接箭头连接符 7"/>
          <p:cNvCxnSpPr/>
          <p:nvPr/>
        </p:nvCxnSpPr>
        <p:spPr>
          <a:xfrm flipV="1">
            <a:off x="8063230" y="4946015"/>
            <a:ext cx="2999105" cy="6985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>
          <a:xfrm flipV="1">
            <a:off x="8764905" y="2682875"/>
            <a:ext cx="17780" cy="306959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Object 4"/>
          <p:cNvGraphicFramePr>
            <a:graphicFrameLocks noChangeAspect="1"/>
          </p:cNvGraphicFramePr>
          <p:nvPr/>
        </p:nvGraphicFramePr>
        <p:xfrm>
          <a:off x="8478203" y="5024120"/>
          <a:ext cx="332105" cy="3498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" name="Equation" r:id="rId23" imgW="127000" imgH="139700" progId="Equation.DSMT4">
                  <p:embed/>
                </p:oleObj>
              </mc:Choice>
              <mc:Fallback>
                <p:oleObj name="Equation" r:id="rId23" imgW="127000" imgH="1397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8478203" y="5024120"/>
                        <a:ext cx="332105" cy="3498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4"/>
          <p:cNvGraphicFramePr>
            <a:graphicFrameLocks noChangeAspect="1"/>
          </p:cNvGraphicFramePr>
          <p:nvPr/>
        </p:nvGraphicFramePr>
        <p:xfrm>
          <a:off x="8357871" y="2639378"/>
          <a:ext cx="365760" cy="4140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" name="Equation" r:id="rId25" imgW="139700" imgH="165100" progId="Equation.DSMT4">
                  <p:embed/>
                </p:oleObj>
              </mc:Choice>
              <mc:Fallback>
                <p:oleObj name="Equation" r:id="rId25" imgW="139700" imgH="1651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8357871" y="2639378"/>
                        <a:ext cx="365760" cy="4140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4"/>
          <p:cNvGraphicFramePr>
            <a:graphicFrameLocks noChangeAspect="1"/>
          </p:cNvGraphicFramePr>
          <p:nvPr/>
        </p:nvGraphicFramePr>
        <p:xfrm>
          <a:off x="11062336" y="5131118"/>
          <a:ext cx="332740" cy="350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" name="Equation" r:id="rId27" imgW="127000" imgH="139700" progId="Equation.DSMT4">
                  <p:embed/>
                </p:oleObj>
              </mc:Choice>
              <mc:Fallback>
                <p:oleObj name="Equation" r:id="rId27" imgW="127000" imgH="1397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1062336" y="5131118"/>
                        <a:ext cx="332740" cy="3505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1" name="直接箭头连接符 40"/>
          <p:cNvCxnSpPr/>
          <p:nvPr/>
        </p:nvCxnSpPr>
        <p:spPr>
          <a:xfrm flipH="1">
            <a:off x="9102725" y="3512185"/>
            <a:ext cx="148590" cy="356235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/>
          <p:cNvCxnSpPr/>
          <p:nvPr/>
        </p:nvCxnSpPr>
        <p:spPr>
          <a:xfrm flipV="1">
            <a:off x="10687050" y="3966845"/>
            <a:ext cx="60325" cy="220980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椭圆 42"/>
          <p:cNvSpPr/>
          <p:nvPr/>
        </p:nvSpPr>
        <p:spPr>
          <a:xfrm>
            <a:off x="10688320" y="3941445"/>
            <a:ext cx="75565" cy="755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44" name="Object 4"/>
          <p:cNvGraphicFramePr>
            <a:graphicFrameLocks noChangeAspect="1"/>
          </p:cNvGraphicFramePr>
          <p:nvPr/>
        </p:nvGraphicFramePr>
        <p:xfrm>
          <a:off x="7202489" y="3258185"/>
          <a:ext cx="600075" cy="4800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" name="Equation" r:id="rId29" imgW="241300" imgH="177165" progId="Equation.DSMT4">
                  <p:embed/>
                </p:oleObj>
              </mc:Choice>
              <mc:Fallback>
                <p:oleObj name="Equation" r:id="rId29" imgW="241300" imgH="177165" progId="Equation.DSMT4">
                  <p:embed/>
                  <p:pic>
                    <p:nvPicPr>
                      <p:cNvPr id="0" name="图片 12289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7202489" y="3258185"/>
                        <a:ext cx="600075" cy="4800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Object 4"/>
          <p:cNvGraphicFramePr>
            <a:graphicFrameLocks noChangeAspect="1"/>
          </p:cNvGraphicFramePr>
          <p:nvPr/>
        </p:nvGraphicFramePr>
        <p:xfrm>
          <a:off x="4981893" y="5481955"/>
          <a:ext cx="2547620" cy="10934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" name="Equation" r:id="rId31" imgW="889000" imgH="457200" progId="Equation.DSMT4">
                  <p:embed/>
                </p:oleObj>
              </mc:Choice>
              <mc:Fallback>
                <p:oleObj name="Equation" r:id="rId31" imgW="889000" imgH="457200" progId="Equation.DSMT4">
                  <p:embed/>
                  <p:pic>
                    <p:nvPicPr>
                      <p:cNvPr id="0" name="图片 12289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4981893" y="5481955"/>
                        <a:ext cx="2547620" cy="10934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椭圆 8"/>
          <p:cNvSpPr/>
          <p:nvPr/>
        </p:nvSpPr>
        <p:spPr>
          <a:xfrm>
            <a:off x="9879330" y="3974465"/>
            <a:ext cx="75565" cy="755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10" name="Object 4"/>
          <p:cNvGraphicFramePr>
            <a:graphicFrameLocks noChangeAspect="1"/>
          </p:cNvGraphicFramePr>
          <p:nvPr/>
        </p:nvGraphicFramePr>
        <p:xfrm>
          <a:off x="9373871" y="3938588"/>
          <a:ext cx="431800" cy="5727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Equation" r:id="rId33" imgW="165100" imgH="228600" progId="Equation.DSMT4">
                  <p:embed/>
                </p:oleObj>
              </mc:Choice>
              <mc:Fallback>
                <p:oleObj name="Equation" r:id="rId33" imgW="165100" imgH="2286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9373871" y="3938588"/>
                        <a:ext cx="431800" cy="5727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3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31" grpId="0"/>
      <p:bldP spid="3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2"/>
          <p:cNvSpPr txBox="1"/>
          <p:nvPr/>
        </p:nvSpPr>
        <p:spPr>
          <a:xfrm>
            <a:off x="1072323" y="1907238"/>
            <a:ext cx="89281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或者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38" name="Object 4"/>
          <p:cNvGraphicFramePr>
            <a:graphicFrameLocks noChangeAspect="1"/>
          </p:cNvGraphicFramePr>
          <p:nvPr/>
        </p:nvGraphicFramePr>
        <p:xfrm>
          <a:off x="1965325" y="691515"/>
          <a:ext cx="5819775" cy="10934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" name="Equation" r:id="rId1" imgW="2032000" imgH="457200" progId="Equation.DSMT4">
                  <p:embed/>
                </p:oleObj>
              </mc:Choice>
              <mc:Fallback>
                <p:oleObj name="Equation" r:id="rId1" imgW="2032000" imgH="457200" progId="Equation.DSMT4">
                  <p:embed/>
                  <p:pic>
                    <p:nvPicPr>
                      <p:cNvPr id="0" name="图片 12289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65325" y="691515"/>
                        <a:ext cx="5819775" cy="10934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"/>
          <p:cNvGraphicFramePr>
            <a:graphicFrameLocks noChangeAspect="1"/>
          </p:cNvGraphicFramePr>
          <p:nvPr/>
        </p:nvGraphicFramePr>
        <p:xfrm>
          <a:off x="1965325" y="2310130"/>
          <a:ext cx="5528945" cy="10934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Equation" r:id="rId3" imgW="1930400" imgH="457200" progId="Equation.DSMT4">
                  <p:embed/>
                </p:oleObj>
              </mc:Choice>
              <mc:Fallback>
                <p:oleObj name="Equation" r:id="rId3" imgW="1930400" imgH="457200" progId="Equation.DSMT4">
                  <p:embed/>
                  <p:pic>
                    <p:nvPicPr>
                      <p:cNvPr id="0" name="图片 1228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5325" y="2310130"/>
                        <a:ext cx="5528945" cy="10934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文本框 2"/>
          <p:cNvSpPr txBox="1"/>
          <p:nvPr/>
        </p:nvSpPr>
        <p:spPr>
          <a:xfrm>
            <a:off x="987868" y="3474418"/>
            <a:ext cx="124841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例如，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20" name="Object 4"/>
          <p:cNvGraphicFramePr>
            <a:graphicFrameLocks noChangeAspect="1"/>
          </p:cNvGraphicFramePr>
          <p:nvPr/>
        </p:nvGraphicFramePr>
        <p:xfrm>
          <a:off x="2134870" y="3584893"/>
          <a:ext cx="2952750" cy="10490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7" name="Equation" r:id="rId5" imgW="1130300" imgH="419100" progId="Equation.DSMT4">
                  <p:embed/>
                </p:oleObj>
              </mc:Choice>
              <mc:Fallback>
                <p:oleObj name="Equation" r:id="rId5" imgW="1130300" imgH="4191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34870" y="3584893"/>
                        <a:ext cx="2952750" cy="10490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4"/>
          <p:cNvGraphicFramePr>
            <a:graphicFrameLocks noChangeAspect="1"/>
          </p:cNvGraphicFramePr>
          <p:nvPr/>
        </p:nvGraphicFramePr>
        <p:xfrm>
          <a:off x="6029325" y="3648393"/>
          <a:ext cx="3285490" cy="985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" name="Equation" r:id="rId7" imgW="1257300" imgH="393700" progId="Equation.DSMT4">
                  <p:embed/>
                </p:oleObj>
              </mc:Choice>
              <mc:Fallback>
                <p:oleObj name="Equation" r:id="rId7" imgW="1257300" imgH="3937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029325" y="3648393"/>
                        <a:ext cx="3285490" cy="9855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4"/>
          <p:cNvGraphicFramePr>
            <a:graphicFrameLocks noChangeAspect="1"/>
          </p:cNvGraphicFramePr>
          <p:nvPr/>
        </p:nvGraphicFramePr>
        <p:xfrm>
          <a:off x="1527175" y="4806633"/>
          <a:ext cx="1925320" cy="985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" name="Equation" r:id="rId9" imgW="736600" imgH="393700" progId="Equation.DSMT4">
                  <p:embed/>
                </p:oleObj>
              </mc:Choice>
              <mc:Fallback>
                <p:oleObj name="Equation" r:id="rId9" imgW="736600" imgH="3937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27175" y="4806633"/>
                        <a:ext cx="1925320" cy="9855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4"/>
          <p:cNvGraphicFramePr>
            <a:graphicFrameLocks noChangeAspect="1"/>
          </p:cNvGraphicFramePr>
          <p:nvPr/>
        </p:nvGraphicFramePr>
        <p:xfrm>
          <a:off x="4771708" y="4806633"/>
          <a:ext cx="2722245" cy="985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" name="Equation" r:id="rId11" imgW="1041400" imgH="393700" progId="Equation.DSMT4">
                  <p:embed/>
                </p:oleObj>
              </mc:Choice>
              <mc:Fallback>
                <p:oleObj name="Equation" r:id="rId11" imgW="1041400" imgH="3937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771708" y="4806633"/>
                        <a:ext cx="2722245" cy="9855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Object 4"/>
          <p:cNvGraphicFramePr>
            <a:graphicFrameLocks noChangeAspect="1"/>
          </p:cNvGraphicFramePr>
          <p:nvPr/>
        </p:nvGraphicFramePr>
        <p:xfrm>
          <a:off x="8809356" y="4839018"/>
          <a:ext cx="2091690" cy="985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" name="Equation" r:id="rId13" imgW="800100" imgH="393700" progId="Equation.DSMT4">
                  <p:embed/>
                </p:oleObj>
              </mc:Choice>
              <mc:Fallback>
                <p:oleObj name="Equation" r:id="rId13" imgW="800100" imgH="3937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8809356" y="4839018"/>
                        <a:ext cx="2091690" cy="9855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4"/>
          <p:cNvGraphicFramePr>
            <a:graphicFrameLocks noChangeAspect="1"/>
          </p:cNvGraphicFramePr>
          <p:nvPr/>
        </p:nvGraphicFramePr>
        <p:xfrm>
          <a:off x="5087303" y="3888106"/>
          <a:ext cx="630555" cy="4438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" name="Equation" r:id="rId15" imgW="241300" imgH="177165" progId="Equation.DSMT4">
                  <p:embed/>
                </p:oleObj>
              </mc:Choice>
              <mc:Fallback>
                <p:oleObj name="Equation" r:id="rId15" imgW="241300" imgH="177165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087303" y="3888106"/>
                        <a:ext cx="630555" cy="44386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Object 4"/>
          <p:cNvGraphicFramePr>
            <a:graphicFrameLocks noChangeAspect="1"/>
          </p:cNvGraphicFramePr>
          <p:nvPr/>
        </p:nvGraphicFramePr>
        <p:xfrm>
          <a:off x="10900728" y="5110481"/>
          <a:ext cx="630555" cy="4438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" name="Equation" r:id="rId17" imgW="241300" imgH="177165" progId="Equation.DSMT4">
                  <p:embed/>
                </p:oleObj>
              </mc:Choice>
              <mc:Fallback>
                <p:oleObj name="Equation" r:id="rId17" imgW="241300" imgH="177165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0900728" y="5110481"/>
                        <a:ext cx="630555" cy="44386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Object 4"/>
          <p:cNvGraphicFramePr>
            <a:graphicFrameLocks noChangeAspect="1"/>
          </p:cNvGraphicFramePr>
          <p:nvPr/>
        </p:nvGraphicFramePr>
        <p:xfrm>
          <a:off x="9148446" y="3919856"/>
          <a:ext cx="995680" cy="4438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" name="Equation" r:id="rId18" imgW="381000" imgH="177165" progId="Equation.DSMT4">
                  <p:embed/>
                </p:oleObj>
              </mc:Choice>
              <mc:Fallback>
                <p:oleObj name="Equation" r:id="rId18" imgW="381000" imgH="177165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9148446" y="3919856"/>
                        <a:ext cx="995680" cy="44386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Object 4"/>
          <p:cNvGraphicFramePr>
            <a:graphicFrameLocks noChangeAspect="1"/>
          </p:cNvGraphicFramePr>
          <p:nvPr/>
        </p:nvGraphicFramePr>
        <p:xfrm>
          <a:off x="3540126" y="5078096"/>
          <a:ext cx="995680" cy="4438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" name="Equation" r:id="rId20" imgW="381000" imgH="177165" progId="Equation.DSMT4">
                  <p:embed/>
                </p:oleObj>
              </mc:Choice>
              <mc:Fallback>
                <p:oleObj name="Equation" r:id="rId20" imgW="381000" imgH="177165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3540126" y="5078096"/>
                        <a:ext cx="995680" cy="44386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Object 4"/>
          <p:cNvGraphicFramePr>
            <a:graphicFrameLocks noChangeAspect="1"/>
          </p:cNvGraphicFramePr>
          <p:nvPr/>
        </p:nvGraphicFramePr>
        <p:xfrm>
          <a:off x="7510781" y="5109846"/>
          <a:ext cx="962660" cy="4438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" name="Equation" r:id="rId21" imgW="368300" imgH="177165" progId="Equation.DSMT4">
                  <p:embed/>
                </p:oleObj>
              </mc:Choice>
              <mc:Fallback>
                <p:oleObj name="Equation" r:id="rId21" imgW="368300" imgH="177165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7510781" y="5109846"/>
                        <a:ext cx="962660" cy="44386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/>
        </p:nvGraphicFramePr>
        <p:xfrm>
          <a:off x="1527176" y="6200776"/>
          <a:ext cx="2125980" cy="7639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23" imgW="812800" imgH="304800" progId="Equation.DSMT4">
                  <p:embed/>
                </p:oleObj>
              </mc:Choice>
              <mc:Fallback>
                <p:oleObj name="Equation" r:id="rId23" imgW="812800" imgH="3048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527176" y="6200776"/>
                        <a:ext cx="2125980" cy="7639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7494271" y="6120448"/>
          <a:ext cx="1993900" cy="9867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25" imgW="762000" imgH="393700" progId="Equation.DSMT4">
                  <p:embed/>
                </p:oleObj>
              </mc:Choice>
              <mc:Fallback>
                <p:oleObj name="Equation" r:id="rId25" imgW="762000" imgH="3937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7494271" y="6120448"/>
                        <a:ext cx="1993900" cy="9867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/>
          <p:cNvGraphicFramePr>
            <a:graphicFrameLocks noChangeAspect="1"/>
          </p:cNvGraphicFramePr>
          <p:nvPr/>
        </p:nvGraphicFramePr>
        <p:xfrm>
          <a:off x="3652838" y="6010593"/>
          <a:ext cx="1659255" cy="9867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27" imgW="634365" imgH="393700" progId="Equation.DSMT4">
                  <p:embed/>
                </p:oleObj>
              </mc:Choice>
              <mc:Fallback>
                <p:oleObj name="Equation" r:id="rId27" imgW="634365" imgH="3937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3652838" y="6010593"/>
                        <a:ext cx="1659255" cy="9867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4"/>
          <p:cNvGraphicFramePr>
            <a:graphicFrameLocks noChangeAspect="1"/>
          </p:cNvGraphicFramePr>
          <p:nvPr/>
        </p:nvGraphicFramePr>
        <p:xfrm>
          <a:off x="5301298" y="6056948"/>
          <a:ext cx="2192655" cy="10502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Equation" r:id="rId29" imgW="838200" imgH="419100" progId="Equation.DSMT4">
                  <p:embed/>
                </p:oleObj>
              </mc:Choice>
              <mc:Fallback>
                <p:oleObj name="Equation" r:id="rId29" imgW="838200" imgH="4191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5301298" y="6056948"/>
                        <a:ext cx="2192655" cy="10502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4"/>
          <p:cNvGraphicFramePr>
            <a:graphicFrameLocks noChangeAspect="1"/>
          </p:cNvGraphicFramePr>
          <p:nvPr/>
        </p:nvGraphicFramePr>
        <p:xfrm>
          <a:off x="9488171" y="6391593"/>
          <a:ext cx="96393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Equation" r:id="rId31" imgW="368300" imgH="177165" progId="Equation.DSMT4">
                  <p:embed/>
                </p:oleObj>
              </mc:Choice>
              <mc:Fallback>
                <p:oleObj name="Equation" r:id="rId31" imgW="368300" imgH="177165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9488171" y="6391593"/>
                        <a:ext cx="963930" cy="444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3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1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/>
          <p:cNvGrpSpPr/>
          <p:nvPr>
            <p:custDataLst>
              <p:tags r:id="rId1"/>
            </p:custDataLst>
          </p:nvPr>
        </p:nvGrpSpPr>
        <p:grpSpPr>
          <a:xfrm>
            <a:off x="1034697" y="3628708"/>
            <a:ext cx="486583" cy="475615"/>
            <a:chOff x="1100668" y="795868"/>
            <a:chExt cx="269602" cy="263525"/>
          </a:xfrm>
          <a:solidFill>
            <a:schemeClr val="accent1"/>
          </a:solidFill>
        </p:grpSpPr>
        <p:sp>
          <p:nvSpPr>
            <p:cNvPr id="27" name="矩形 26"/>
            <p:cNvSpPr/>
            <p:nvPr>
              <p:custDataLst>
                <p:tags r:id="rId2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8" name="矩形 27"/>
            <p:cNvSpPr/>
            <p:nvPr>
              <p:custDataLst>
                <p:tags r:id="rId3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9" name="矩形 28"/>
            <p:cNvSpPr/>
            <p:nvPr>
              <p:custDataLst>
                <p:tags r:id="rId4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cxnSp>
        <p:nvCxnSpPr>
          <p:cNvPr id="30" name="直接连接符 29"/>
          <p:cNvCxnSpPr/>
          <p:nvPr>
            <p:custDataLst>
              <p:tags r:id="rId5"/>
            </p:custDataLst>
          </p:nvPr>
        </p:nvCxnSpPr>
        <p:spPr>
          <a:xfrm>
            <a:off x="3989705" y="819150"/>
            <a:ext cx="14605" cy="6136640"/>
          </a:xfrm>
          <a:prstGeom prst="line">
            <a:avLst/>
          </a:prstGeom>
          <a:ln w="1270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/>
          <p:cNvSpPr txBox="1"/>
          <p:nvPr>
            <p:custDataLst>
              <p:tags r:id="rId6"/>
            </p:custDataLst>
          </p:nvPr>
        </p:nvSpPr>
        <p:spPr>
          <a:xfrm>
            <a:off x="4498975" y="787400"/>
            <a:ext cx="4873625" cy="422275"/>
          </a:xfrm>
          <a:prstGeom prst="rect">
            <a:avLst/>
          </a:prstGeom>
          <a:noFill/>
        </p:spPr>
        <p:txBody>
          <a:bodyPr wrap="square" lIns="91440" tIns="45720" rIns="91440" bIns="0" anchor="ctr" anchorCtr="0"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zh-CN" sz="28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1</a:t>
            </a: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、</a:t>
            </a: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复变函数积分的性质</a:t>
            </a:r>
            <a:endParaRPr lang="zh-CN" altLang="en-US" sz="2800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48" name="文本框 47"/>
          <p:cNvSpPr txBox="1"/>
          <p:nvPr>
            <p:custDataLst>
              <p:tags r:id="rId7"/>
            </p:custDataLst>
          </p:nvPr>
        </p:nvSpPr>
        <p:spPr>
          <a:xfrm>
            <a:off x="5281930" y="1298575"/>
            <a:ext cx="1821180" cy="422275"/>
          </a:xfrm>
          <a:prstGeom prst="rect">
            <a:avLst/>
          </a:prstGeom>
          <a:noFill/>
        </p:spPr>
        <p:txBody>
          <a:bodyPr wrap="square" lIns="91440" tIns="45720" rIns="91440" bIns="0" anchor="ctr" anchorCtr="0">
            <a:noAutofit/>
          </a:bodyPr>
          <a:lstStyle/>
          <a:p>
            <a:pPr>
              <a:lnSpc>
                <a:spcPct val="110000"/>
              </a:lnSpc>
            </a:pP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Arial" panose="020B0604020202020204" pitchFamily="34" charset="0"/>
              </a:rPr>
              <a:t>方向性</a:t>
            </a:r>
            <a:endParaRPr lang="zh-CN" altLang="en-US" sz="2800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49" name="文本框 48"/>
          <p:cNvSpPr txBox="1"/>
          <p:nvPr>
            <p:custDataLst>
              <p:tags r:id="rId8"/>
            </p:custDataLst>
          </p:nvPr>
        </p:nvSpPr>
        <p:spPr>
          <a:xfrm>
            <a:off x="5281930" y="2143125"/>
            <a:ext cx="4678045" cy="492760"/>
          </a:xfrm>
          <a:prstGeom prst="rect">
            <a:avLst/>
          </a:prstGeom>
          <a:noFill/>
        </p:spPr>
        <p:txBody>
          <a:bodyPr wrap="square" lIns="91440" tIns="0" rIns="91440" bIns="45720">
            <a:noAutofit/>
          </a:bodyPr>
          <a:lstStyle/>
          <a:p>
            <a:pPr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800" spc="15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Arial" panose="020B0604020202020204" pitchFamily="34" charset="0"/>
              </a:rPr>
              <a:t>对积分路径的有限可加性</a:t>
            </a:r>
            <a:endParaRPr lang="zh-CN" altLang="en-US" sz="2800" spc="150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53" name="文本框 52"/>
          <p:cNvSpPr txBox="1"/>
          <p:nvPr>
            <p:custDataLst>
              <p:tags r:id="rId9"/>
            </p:custDataLst>
          </p:nvPr>
        </p:nvSpPr>
        <p:spPr>
          <a:xfrm>
            <a:off x="4582160" y="2938780"/>
            <a:ext cx="5171440" cy="422275"/>
          </a:xfrm>
          <a:prstGeom prst="rect">
            <a:avLst/>
          </a:prstGeom>
          <a:noFill/>
        </p:spPr>
        <p:txBody>
          <a:bodyPr wrap="square" lIns="91440" tIns="45720" rIns="91440" bIns="0" anchor="ctr" anchorCtr="0"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zh-CN" sz="28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2</a:t>
            </a: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、</a:t>
            </a: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将复积分化为定积分计算</a:t>
            </a:r>
            <a:endParaRPr lang="zh-CN" altLang="en-US" sz="2800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57" name="文本框 56"/>
          <p:cNvSpPr txBox="1"/>
          <p:nvPr>
            <p:custDataLst>
              <p:tags r:id="rId10"/>
            </p:custDataLst>
          </p:nvPr>
        </p:nvSpPr>
        <p:spPr>
          <a:xfrm>
            <a:off x="5213985" y="3361055"/>
            <a:ext cx="1224280" cy="521335"/>
          </a:xfrm>
          <a:prstGeom prst="rect">
            <a:avLst/>
          </a:prstGeom>
          <a:noFill/>
        </p:spPr>
        <p:txBody>
          <a:bodyPr wrap="square" lIns="91440" tIns="0" rIns="91440" bIns="45720">
            <a:noAutofit/>
          </a:bodyPr>
          <a:lstStyle/>
          <a:p>
            <a:pPr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800" spc="15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步骤：</a:t>
            </a:r>
            <a:endParaRPr lang="zh-CN" altLang="en-US" sz="2800" spc="150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60" name="文本框 59"/>
          <p:cNvSpPr txBox="1"/>
          <p:nvPr>
            <p:custDataLst>
              <p:tags r:id="rId11"/>
            </p:custDataLst>
          </p:nvPr>
        </p:nvSpPr>
        <p:spPr>
          <a:xfrm>
            <a:off x="6329045" y="3410728"/>
            <a:ext cx="3992245" cy="422275"/>
          </a:xfrm>
          <a:prstGeom prst="rect">
            <a:avLst/>
          </a:prstGeom>
          <a:noFill/>
        </p:spPr>
        <p:txBody>
          <a:bodyPr wrap="square" lIns="91440" tIns="45720" rIns="91440" bIns="0" anchor="ctr" anchorCtr="0">
            <a:noAutofit/>
          </a:bodyPr>
          <a:lstStyle/>
          <a:p>
            <a:pPr>
              <a:lnSpc>
                <a:spcPct val="110000"/>
              </a:lnSpc>
            </a:pP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画图</a:t>
            </a:r>
            <a:endParaRPr lang="zh-CN" altLang="en-US" sz="2800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33" name="文本框 32"/>
          <p:cNvSpPr txBox="1"/>
          <p:nvPr>
            <p:custDataLst>
              <p:tags r:id="rId12"/>
            </p:custDataLst>
          </p:nvPr>
        </p:nvSpPr>
        <p:spPr>
          <a:xfrm>
            <a:off x="1666249" y="3370581"/>
            <a:ext cx="2604765" cy="768350"/>
          </a:xfrm>
          <a:prstGeom prst="rect">
            <a:avLst/>
          </a:prstGeom>
          <a:noFill/>
        </p:spPr>
        <p:txBody>
          <a:bodyPr wrap="square" lIns="90000" tIns="46800" rIns="90000" bIns="0" rtlCol="0" anchor="b" anchorCtr="0">
            <a:normAutofit/>
          </a:bodyPr>
          <a:lstStyle/>
          <a:p>
            <a:r>
              <a:rPr lang="zh-CN" altLang="en-US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  <a:sym typeface="Arial" panose="020B0604020202020204" pitchFamily="34" charset="0"/>
              </a:rPr>
              <a:t>总结</a:t>
            </a:r>
            <a:endParaRPr lang="zh-CN" altLang="en-US" sz="44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汉仪旗黑-85S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>
            <p:custDataLst>
              <p:tags r:id="rId13"/>
            </p:custDataLst>
          </p:nvPr>
        </p:nvSpPr>
        <p:spPr>
          <a:xfrm>
            <a:off x="6200140" y="3882390"/>
            <a:ext cx="5021580" cy="422275"/>
          </a:xfrm>
          <a:prstGeom prst="rect">
            <a:avLst/>
          </a:prstGeom>
          <a:noFill/>
        </p:spPr>
        <p:txBody>
          <a:bodyPr wrap="square" lIns="91440" tIns="45720" rIns="91440" bIns="0" anchor="ctr" anchorCtr="0">
            <a:noAutofit/>
          </a:bodyPr>
          <a:p>
            <a:pPr>
              <a:lnSpc>
                <a:spcPct val="110000"/>
              </a:lnSpc>
            </a:pP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写出积分曲线的参数方程</a:t>
            </a:r>
            <a:endParaRPr lang="zh-CN" altLang="en-US" sz="2800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6" name="文本框 5"/>
          <p:cNvSpPr txBox="1"/>
          <p:nvPr>
            <p:custDataLst>
              <p:tags r:id="rId14"/>
            </p:custDataLst>
          </p:nvPr>
        </p:nvSpPr>
        <p:spPr>
          <a:xfrm>
            <a:off x="6200140" y="4304665"/>
            <a:ext cx="5584190" cy="422275"/>
          </a:xfrm>
          <a:prstGeom prst="rect">
            <a:avLst/>
          </a:prstGeom>
          <a:noFill/>
        </p:spPr>
        <p:txBody>
          <a:bodyPr wrap="square" lIns="91440" tIns="45720" rIns="91440" bIns="0" anchor="ctr" anchorCtr="0">
            <a:noAutofit/>
          </a:bodyPr>
          <a:p>
            <a:pPr>
              <a:lnSpc>
                <a:spcPct val="110000"/>
              </a:lnSpc>
            </a:pP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找到起点与终点对应的参数值</a:t>
            </a:r>
            <a:endParaRPr lang="zh-CN" altLang="en-US" sz="2800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>
            <p:custDataLst>
              <p:tags r:id="rId15"/>
            </p:custDataLst>
          </p:nvPr>
        </p:nvSpPr>
        <p:spPr>
          <a:xfrm>
            <a:off x="6200140" y="4727083"/>
            <a:ext cx="3992245" cy="422275"/>
          </a:xfrm>
          <a:prstGeom prst="rect">
            <a:avLst/>
          </a:prstGeom>
          <a:noFill/>
        </p:spPr>
        <p:txBody>
          <a:bodyPr wrap="square" lIns="91440" tIns="45720" rIns="91440" bIns="0" anchor="ctr" anchorCtr="0">
            <a:noAutofit/>
          </a:bodyPr>
          <a:p>
            <a:pPr>
              <a:lnSpc>
                <a:spcPct val="110000"/>
              </a:lnSpc>
            </a:pP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化为定积分计算即可</a:t>
            </a:r>
            <a:endParaRPr lang="zh-CN" altLang="en-US" sz="2800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8" name="文本框 7"/>
          <p:cNvSpPr txBox="1"/>
          <p:nvPr>
            <p:custDataLst>
              <p:tags r:id="rId16"/>
            </p:custDataLst>
          </p:nvPr>
        </p:nvSpPr>
        <p:spPr>
          <a:xfrm>
            <a:off x="5287010" y="1720850"/>
            <a:ext cx="2303780" cy="422275"/>
          </a:xfrm>
          <a:prstGeom prst="rect">
            <a:avLst/>
          </a:prstGeom>
          <a:noFill/>
        </p:spPr>
        <p:txBody>
          <a:bodyPr wrap="square" lIns="91440" tIns="45720" rIns="91440" bIns="0" anchor="ctr" anchorCtr="0">
            <a:noAutofit/>
          </a:bodyPr>
          <a:p>
            <a:pPr>
              <a:lnSpc>
                <a:spcPct val="110000"/>
              </a:lnSpc>
            </a:pP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Arial" panose="020B0604020202020204" pitchFamily="34" charset="0"/>
              </a:rPr>
              <a:t>线性性</a:t>
            </a:r>
            <a:endParaRPr lang="zh-CN" altLang="en-US" sz="2800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9" name="文本框 8"/>
          <p:cNvSpPr txBox="1"/>
          <p:nvPr>
            <p:custDataLst>
              <p:tags r:id="rId17"/>
            </p:custDataLst>
          </p:nvPr>
        </p:nvSpPr>
        <p:spPr>
          <a:xfrm>
            <a:off x="4582160" y="5300980"/>
            <a:ext cx="5171440" cy="422275"/>
          </a:xfrm>
          <a:prstGeom prst="rect">
            <a:avLst/>
          </a:prstGeom>
          <a:noFill/>
        </p:spPr>
        <p:txBody>
          <a:bodyPr wrap="square" lIns="91440" tIns="45720" rIns="91440" bIns="0" anchor="ctr" anchorCtr="0">
            <a:noAutofit/>
          </a:bodyPr>
          <a:p>
            <a:pPr>
              <a:lnSpc>
                <a:spcPct val="110000"/>
              </a:lnSpc>
            </a:pPr>
            <a:r>
              <a:rPr lang="en-US" altLang="zh-CN" sz="28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3</a:t>
            </a: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、重要积分</a:t>
            </a:r>
            <a:endParaRPr lang="zh-CN" altLang="en-US" sz="2800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graphicFrame>
        <p:nvGraphicFramePr>
          <p:cNvPr id="10" name="Object 4"/>
          <p:cNvGraphicFramePr>
            <a:graphicFrameLocks noChangeAspect="1"/>
          </p:cNvGraphicFramePr>
          <p:nvPr/>
        </p:nvGraphicFramePr>
        <p:xfrm>
          <a:off x="5213985" y="5973445"/>
          <a:ext cx="5528945" cy="10934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Equation" r:id="rId18" imgW="1930400" imgH="457200" progId="Equation.DSMT4">
                  <p:embed/>
                </p:oleObj>
              </mc:Choice>
              <mc:Fallback>
                <p:oleObj name="Equation" r:id="rId18" imgW="1930400" imgH="457200" progId="Equation.DSMT4">
                  <p:embed/>
                  <p:pic>
                    <p:nvPicPr>
                      <p:cNvPr id="0" name="图片 12289"/>
                      <p:cNvPicPr>
                        <a:picLocks noChangeAspect="1"/>
                      </p:cNvPicPr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5213985" y="5973445"/>
                        <a:ext cx="5528945" cy="10934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0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/>
          <p:cNvGrpSpPr/>
          <p:nvPr>
            <p:custDataLst>
              <p:tags r:id="rId1"/>
            </p:custDataLst>
          </p:nvPr>
        </p:nvGrpSpPr>
        <p:grpSpPr>
          <a:xfrm>
            <a:off x="1034697" y="3628708"/>
            <a:ext cx="486583" cy="475615"/>
            <a:chOff x="1100668" y="795868"/>
            <a:chExt cx="269602" cy="263525"/>
          </a:xfrm>
          <a:solidFill>
            <a:schemeClr val="accent1"/>
          </a:solidFill>
        </p:grpSpPr>
        <p:sp>
          <p:nvSpPr>
            <p:cNvPr id="27" name="矩形 26"/>
            <p:cNvSpPr/>
            <p:nvPr>
              <p:custDataLst>
                <p:tags r:id="rId2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8" name="矩形 27"/>
            <p:cNvSpPr/>
            <p:nvPr>
              <p:custDataLst>
                <p:tags r:id="rId3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9" name="矩形 28"/>
            <p:cNvSpPr/>
            <p:nvPr>
              <p:custDataLst>
                <p:tags r:id="rId4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cxnSp>
        <p:nvCxnSpPr>
          <p:cNvPr id="30" name="直接连接符 29"/>
          <p:cNvCxnSpPr/>
          <p:nvPr>
            <p:custDataLst>
              <p:tags r:id="rId5"/>
            </p:custDataLst>
          </p:nvPr>
        </p:nvCxnSpPr>
        <p:spPr>
          <a:xfrm>
            <a:off x="3989705" y="819150"/>
            <a:ext cx="14605" cy="6136640"/>
          </a:xfrm>
          <a:prstGeom prst="line">
            <a:avLst/>
          </a:prstGeom>
          <a:ln w="1270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>
            <p:custDataLst>
              <p:tags r:id="rId6"/>
            </p:custDataLst>
          </p:nvPr>
        </p:nvSpPr>
        <p:spPr>
          <a:xfrm>
            <a:off x="1666249" y="3370581"/>
            <a:ext cx="2604765" cy="768350"/>
          </a:xfrm>
          <a:prstGeom prst="rect">
            <a:avLst/>
          </a:prstGeom>
          <a:noFill/>
        </p:spPr>
        <p:txBody>
          <a:bodyPr wrap="square" lIns="90000" tIns="46800" rIns="90000" bIns="0" rtlCol="0" anchor="b" anchorCtr="0">
            <a:normAutofit/>
          </a:bodyPr>
          <a:lstStyle/>
          <a:p>
            <a:r>
              <a:rPr lang="zh-CN" altLang="en-US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  <a:sym typeface="Arial" panose="020B0604020202020204" pitchFamily="34" charset="0"/>
              </a:rPr>
              <a:t>总结</a:t>
            </a:r>
            <a:endParaRPr lang="zh-CN" altLang="en-US" sz="44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汉仪旗黑-85S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>
            <p:custDataLst>
              <p:tags r:id="rId7"/>
            </p:custDataLst>
          </p:nvPr>
        </p:nvSpPr>
        <p:spPr>
          <a:xfrm>
            <a:off x="4271010" y="1673860"/>
            <a:ext cx="5603875" cy="1470025"/>
          </a:xfrm>
          <a:prstGeom prst="rect">
            <a:avLst/>
          </a:prstGeom>
          <a:noFill/>
        </p:spPr>
        <p:txBody>
          <a:bodyPr wrap="square" lIns="90000" tIns="46800" rIns="90000" bIns="0" rtlCol="0" anchor="b" anchorCtr="0">
            <a:noAutofit/>
          </a:bodyPr>
          <a:p>
            <a:r>
              <a:rPr lang="zh-CN" altLang="en-US" sz="27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重点： 复积分的性质</a:t>
            </a:r>
            <a:endParaRPr lang="zh-CN" altLang="en-US" sz="2700" dirty="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  <a:p>
            <a:r>
              <a:rPr lang="zh-CN" altLang="en-US" sz="27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          用定积分计算复积分</a:t>
            </a:r>
            <a:endParaRPr lang="zh-CN" altLang="en-US" sz="2700" dirty="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  <a:p>
            <a:endParaRPr lang="zh-CN" altLang="en-US" sz="2700" dirty="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>
            <p:custDataLst>
              <p:tags r:id="rId8"/>
            </p:custDataLst>
          </p:nvPr>
        </p:nvSpPr>
        <p:spPr>
          <a:xfrm>
            <a:off x="4271010" y="4138930"/>
            <a:ext cx="6814185" cy="1009650"/>
          </a:xfrm>
          <a:prstGeom prst="rect">
            <a:avLst/>
          </a:prstGeom>
          <a:noFill/>
        </p:spPr>
        <p:txBody>
          <a:bodyPr wrap="square" lIns="90000" tIns="46800" rIns="90000" bIns="0" rtlCol="0" anchor="b" anchorCtr="0">
            <a:noAutofit/>
          </a:bodyPr>
          <a:p>
            <a:pPr algn="ctr"/>
            <a:r>
              <a:rPr lang="zh-CN" altLang="en-US" sz="27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易错点：将复积分化为定积分时，积分路径                     起点与终点对应的参数值易错</a:t>
            </a:r>
            <a:endParaRPr lang="zh-CN" altLang="en-US" sz="2700" dirty="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</p:spTree>
    <p:custDataLst>
      <p:tags r:id="rId9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/>
          <p:cNvGrpSpPr/>
          <p:nvPr>
            <p:custDataLst>
              <p:tags r:id="rId1"/>
            </p:custDataLst>
          </p:nvPr>
        </p:nvGrpSpPr>
        <p:grpSpPr>
          <a:xfrm>
            <a:off x="1034697" y="3628708"/>
            <a:ext cx="486583" cy="475615"/>
            <a:chOff x="1100668" y="795868"/>
            <a:chExt cx="269602" cy="263525"/>
          </a:xfrm>
          <a:solidFill>
            <a:schemeClr val="accent1"/>
          </a:solidFill>
        </p:grpSpPr>
        <p:sp>
          <p:nvSpPr>
            <p:cNvPr id="27" name="矩形 26"/>
            <p:cNvSpPr/>
            <p:nvPr>
              <p:custDataLst>
                <p:tags r:id="rId2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8" name="矩形 27"/>
            <p:cNvSpPr/>
            <p:nvPr>
              <p:custDataLst>
                <p:tags r:id="rId3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9" name="矩形 28"/>
            <p:cNvSpPr/>
            <p:nvPr>
              <p:custDataLst>
                <p:tags r:id="rId4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cxnSp>
        <p:nvCxnSpPr>
          <p:cNvPr id="30" name="直接连接符 29"/>
          <p:cNvCxnSpPr/>
          <p:nvPr>
            <p:custDataLst>
              <p:tags r:id="rId5"/>
            </p:custDataLst>
          </p:nvPr>
        </p:nvCxnSpPr>
        <p:spPr>
          <a:xfrm>
            <a:off x="3989705" y="819150"/>
            <a:ext cx="14605" cy="6136640"/>
          </a:xfrm>
          <a:prstGeom prst="line">
            <a:avLst/>
          </a:prstGeom>
          <a:ln w="1270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>
            <p:custDataLst>
              <p:tags r:id="rId6"/>
            </p:custDataLst>
          </p:nvPr>
        </p:nvSpPr>
        <p:spPr>
          <a:xfrm>
            <a:off x="1666249" y="3370581"/>
            <a:ext cx="2604765" cy="768350"/>
          </a:xfrm>
          <a:prstGeom prst="rect">
            <a:avLst/>
          </a:prstGeom>
          <a:noFill/>
        </p:spPr>
        <p:txBody>
          <a:bodyPr wrap="square" lIns="90000" tIns="46800" rIns="90000" bIns="0" rtlCol="0" anchor="b" anchorCtr="0">
            <a:normAutofit/>
          </a:bodyPr>
          <a:lstStyle/>
          <a:p>
            <a:r>
              <a:rPr lang="zh-CN" altLang="en-US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  <a:sym typeface="Arial" panose="020B0604020202020204" pitchFamily="34" charset="0"/>
              </a:rPr>
              <a:t>作业</a:t>
            </a:r>
            <a:endParaRPr lang="zh-CN" altLang="en-US" sz="44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汉仪旗黑-85S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>
            <p:custDataLst>
              <p:tags r:id="rId7"/>
            </p:custDataLst>
          </p:nvPr>
        </p:nvSpPr>
        <p:spPr>
          <a:xfrm>
            <a:off x="4415790" y="2996565"/>
            <a:ext cx="5603875" cy="1470025"/>
          </a:xfrm>
          <a:prstGeom prst="rect">
            <a:avLst/>
          </a:prstGeom>
          <a:noFill/>
        </p:spPr>
        <p:txBody>
          <a:bodyPr wrap="square" lIns="90000" tIns="46800" rIns="90000" bIns="0" rtlCol="0" anchor="b" anchorCtr="0">
            <a:noAutofit/>
          </a:bodyPr>
          <a:p>
            <a:r>
              <a:rPr lang="zh-CN" altLang="en-US" sz="27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习题</a:t>
            </a:r>
            <a:r>
              <a:rPr lang="en-US" altLang="zh-CN" sz="27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3</a:t>
            </a:r>
            <a:r>
              <a:rPr lang="zh-CN" altLang="en-US" sz="27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： </a:t>
            </a:r>
            <a:r>
              <a:rPr lang="en-US" altLang="zh-CN" sz="27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2</a:t>
            </a:r>
            <a:r>
              <a:rPr lang="zh-CN" altLang="en-US" sz="27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，</a:t>
            </a:r>
            <a:r>
              <a:rPr lang="en-US" altLang="zh-CN" sz="27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3</a:t>
            </a:r>
            <a:endParaRPr lang="zh-CN" altLang="en-US" sz="2700" dirty="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  <a:p>
            <a:endParaRPr lang="zh-CN" altLang="en-US" sz="2700" dirty="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</p:spTree>
    <p:custDataLst>
      <p:tags r:id="rId8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1358265" y="3719830"/>
            <a:ext cx="5325745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4400" dirty="0" smtClean="0">
                <a:latin typeface="华文中宋" panose="02010600040101010101" charset="-122"/>
                <a:ea typeface="华文中宋" panose="02010600040101010101" charset="-122"/>
                <a:cs typeface="Times New Roman" panose="02020603050405020304" pitchFamily="18" charset="0"/>
              </a:rPr>
              <a:t>柯西</a:t>
            </a:r>
            <a:r>
              <a:rPr lang="en-US" altLang="zh-CN" sz="4400" dirty="0" smtClean="0">
                <a:latin typeface="华文中宋" panose="02010600040101010101" charset="-122"/>
                <a:ea typeface="华文中宋" panose="02010600040101010101" charset="-122"/>
                <a:cs typeface="Times New Roman" panose="02020603050405020304" pitchFamily="18" charset="0"/>
              </a:rPr>
              <a:t>-</a:t>
            </a:r>
            <a:r>
              <a:rPr lang="zh-CN" altLang="en-US" sz="4400" dirty="0" smtClean="0">
                <a:latin typeface="华文中宋" panose="02010600040101010101" charset="-122"/>
                <a:ea typeface="华文中宋" panose="02010600040101010101" charset="-122"/>
                <a:cs typeface="Times New Roman" panose="02020603050405020304" pitchFamily="18" charset="0"/>
              </a:rPr>
              <a:t>古萨定理</a:t>
            </a:r>
            <a:endParaRPr lang="zh-CN" altLang="en-US" sz="4400" dirty="0" smtClean="0">
              <a:latin typeface="华文中宋" panose="02010600040101010101" charset="-122"/>
              <a:ea typeface="华文中宋" panose="02010600040101010101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4400" dirty="0" smtClean="0">
                <a:latin typeface="华文中宋" panose="02010600040101010101" charset="-122"/>
                <a:ea typeface="华文中宋" panose="02010600040101010101" charset="-122"/>
                <a:cs typeface="Times New Roman" panose="02020603050405020304" pitchFamily="18" charset="0"/>
              </a:rPr>
              <a:t>及其推广</a:t>
            </a:r>
            <a:endParaRPr lang="zh-CN" altLang="en-US" sz="4400" dirty="0" smtClean="0">
              <a:latin typeface="华文中宋" panose="02010600040101010101" charset="-122"/>
              <a:ea typeface="华文中宋" panose="02010600040101010101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/>
          <p:cNvGrpSpPr/>
          <p:nvPr>
            <p:custDataLst>
              <p:tags r:id="rId1"/>
            </p:custDataLst>
          </p:nvPr>
        </p:nvGrpSpPr>
        <p:grpSpPr>
          <a:xfrm>
            <a:off x="1132487" y="2929573"/>
            <a:ext cx="486583" cy="475615"/>
            <a:chOff x="1100668" y="795868"/>
            <a:chExt cx="269602" cy="263525"/>
          </a:xfrm>
          <a:solidFill>
            <a:schemeClr val="accent1"/>
          </a:solidFill>
        </p:grpSpPr>
        <p:sp>
          <p:nvSpPr>
            <p:cNvPr id="27" name="矩形 26"/>
            <p:cNvSpPr/>
            <p:nvPr>
              <p:custDataLst>
                <p:tags r:id="rId2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8" name="矩形 27"/>
            <p:cNvSpPr/>
            <p:nvPr>
              <p:custDataLst>
                <p:tags r:id="rId3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9" name="矩形 28"/>
            <p:cNvSpPr/>
            <p:nvPr>
              <p:custDataLst>
                <p:tags r:id="rId4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cxnSp>
        <p:nvCxnSpPr>
          <p:cNvPr id="30" name="直接连接符 29"/>
          <p:cNvCxnSpPr/>
          <p:nvPr>
            <p:custDataLst>
              <p:tags r:id="rId5"/>
            </p:custDataLst>
          </p:nvPr>
        </p:nvCxnSpPr>
        <p:spPr>
          <a:xfrm>
            <a:off x="4466166" y="1359006"/>
            <a:ext cx="0" cy="5217946"/>
          </a:xfrm>
          <a:prstGeom prst="line">
            <a:avLst/>
          </a:prstGeom>
          <a:ln w="1270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5"/>
          <p:cNvSpPr txBox="1"/>
          <p:nvPr>
            <p:custDataLst>
              <p:tags r:id="rId6"/>
            </p:custDataLst>
          </p:nvPr>
        </p:nvSpPr>
        <p:spPr>
          <a:xfrm>
            <a:off x="4786630" y="1637913"/>
            <a:ext cx="687705" cy="583565"/>
          </a:xfrm>
          <a:prstGeom prst="rect">
            <a:avLst/>
          </a:prstGeom>
          <a:noFill/>
        </p:spPr>
        <p:txBody>
          <a:bodyPr wrap="square" rtlCol="0">
            <a:normAutofit lnSpcReduction="10000"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2870" b="1" dirty="0">
                <a:solidFill>
                  <a:schemeClr val="accent1"/>
                </a:solidFill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01.</a:t>
            </a:r>
            <a:endParaRPr lang="en-US" altLang="zh-CN" sz="2870" b="1" dirty="0">
              <a:solidFill>
                <a:schemeClr val="accent1"/>
              </a:solidFill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43" name="文本框 42"/>
          <p:cNvSpPr txBox="1"/>
          <p:nvPr>
            <p:custDataLst>
              <p:tags r:id="rId7"/>
            </p:custDataLst>
          </p:nvPr>
        </p:nvSpPr>
        <p:spPr>
          <a:xfrm>
            <a:off x="5537200" y="1637665"/>
            <a:ext cx="4206875" cy="422275"/>
          </a:xfrm>
          <a:prstGeom prst="rect">
            <a:avLst/>
          </a:prstGeom>
          <a:noFill/>
        </p:spPr>
        <p:txBody>
          <a:bodyPr wrap="square" lIns="91440" tIns="45720" rIns="91440" bIns="0" anchor="ctr" anchorCtr="0">
            <a:noAutofit/>
          </a:bodyPr>
          <a:lstStyle/>
          <a:p>
            <a:pPr>
              <a:lnSpc>
                <a:spcPct val="110000"/>
              </a:lnSpc>
            </a:pPr>
            <a:r>
              <a:rPr lang="zh-CN" altLang="en-US" sz="2800" b="1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Arial" panose="020B0604020202020204" pitchFamily="34" charset="0"/>
              </a:rPr>
              <a:t>柯西</a:t>
            </a:r>
            <a:r>
              <a:rPr lang="en-US" altLang="zh-CN" sz="2800" b="1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Arial" panose="020B0604020202020204" pitchFamily="34" charset="0"/>
              </a:rPr>
              <a:t>-</a:t>
            </a:r>
            <a:r>
              <a:rPr lang="zh-CN" altLang="en-US" sz="2800" b="1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Arial" panose="020B0604020202020204" pitchFamily="34" charset="0"/>
              </a:rPr>
              <a:t>古萨定理</a:t>
            </a:r>
            <a:endParaRPr lang="zh-CN" altLang="en-US" sz="2800" b="1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46" name="文本框 5"/>
          <p:cNvSpPr txBox="1"/>
          <p:nvPr>
            <p:custDataLst>
              <p:tags r:id="rId8"/>
            </p:custDataLst>
          </p:nvPr>
        </p:nvSpPr>
        <p:spPr>
          <a:xfrm>
            <a:off x="4786630" y="3409105"/>
            <a:ext cx="687705" cy="58356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2800" b="1" dirty="0">
                <a:solidFill>
                  <a:schemeClr val="accent1"/>
                </a:solidFill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02.</a:t>
            </a:r>
            <a:endParaRPr lang="en-US" altLang="zh-CN" sz="2800" b="1" dirty="0">
              <a:solidFill>
                <a:schemeClr val="accent1"/>
              </a:solidFill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48" name="文本框 47"/>
          <p:cNvSpPr txBox="1"/>
          <p:nvPr>
            <p:custDataLst>
              <p:tags r:id="rId9"/>
            </p:custDataLst>
          </p:nvPr>
        </p:nvSpPr>
        <p:spPr>
          <a:xfrm>
            <a:off x="5537200" y="3409105"/>
            <a:ext cx="3992245" cy="422275"/>
          </a:xfrm>
          <a:prstGeom prst="rect">
            <a:avLst/>
          </a:prstGeom>
          <a:noFill/>
        </p:spPr>
        <p:txBody>
          <a:bodyPr wrap="square" lIns="91440" tIns="45720" rIns="91440" bIns="0" anchor="ctr" anchorCtr="0">
            <a:noAutofit/>
          </a:bodyPr>
          <a:lstStyle/>
          <a:p>
            <a:pPr>
              <a:lnSpc>
                <a:spcPct val="110000"/>
              </a:lnSpc>
            </a:pPr>
            <a:r>
              <a:rPr lang="zh-CN" altLang="en-US" sz="2870" b="1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原函数</a:t>
            </a:r>
            <a:endParaRPr lang="zh-CN" altLang="en-US" sz="2870" b="1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52" name="文本框 5"/>
          <p:cNvSpPr txBox="1"/>
          <p:nvPr>
            <p:custDataLst>
              <p:tags r:id="rId10"/>
            </p:custDataLst>
          </p:nvPr>
        </p:nvSpPr>
        <p:spPr>
          <a:xfrm>
            <a:off x="4786630" y="5091397"/>
            <a:ext cx="687705" cy="58356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2900" b="1" dirty="0">
                <a:solidFill>
                  <a:schemeClr val="accent1"/>
                </a:solidFill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03.</a:t>
            </a:r>
            <a:endParaRPr lang="en-US" altLang="zh-CN" sz="2900" b="1" dirty="0">
              <a:solidFill>
                <a:schemeClr val="accent1"/>
              </a:solidFill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53" name="文本框 52"/>
          <p:cNvSpPr txBox="1"/>
          <p:nvPr>
            <p:custDataLst>
              <p:tags r:id="rId11"/>
            </p:custDataLst>
          </p:nvPr>
        </p:nvSpPr>
        <p:spPr>
          <a:xfrm>
            <a:off x="5537200" y="5091430"/>
            <a:ext cx="4722495" cy="422275"/>
          </a:xfrm>
          <a:prstGeom prst="rect">
            <a:avLst/>
          </a:prstGeom>
          <a:noFill/>
        </p:spPr>
        <p:txBody>
          <a:bodyPr wrap="square" lIns="91440" tIns="45720" rIns="91440" bIns="0" anchor="ctr" anchorCtr="0">
            <a:noAutofit/>
          </a:bodyPr>
          <a:lstStyle/>
          <a:p>
            <a:pPr>
              <a:lnSpc>
                <a:spcPct val="110000"/>
              </a:lnSpc>
            </a:pPr>
            <a:r>
              <a:rPr lang="zh-CN" altLang="en-US" sz="3020" b="1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复合闭路定理</a:t>
            </a:r>
            <a:endParaRPr lang="zh-CN" altLang="en-US" sz="3020" b="1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33" name="文本框 32"/>
          <p:cNvSpPr txBox="1"/>
          <p:nvPr>
            <p:custDataLst>
              <p:tags r:id="rId12"/>
            </p:custDataLst>
          </p:nvPr>
        </p:nvSpPr>
        <p:spPr>
          <a:xfrm>
            <a:off x="1132214" y="3583306"/>
            <a:ext cx="2604765" cy="768350"/>
          </a:xfrm>
          <a:prstGeom prst="rect">
            <a:avLst/>
          </a:prstGeom>
          <a:noFill/>
        </p:spPr>
        <p:txBody>
          <a:bodyPr wrap="square" lIns="90000" tIns="46800" rIns="90000" bIns="0" rtlCol="0" anchor="b" anchorCtr="0">
            <a:normAutofit fontScale="70000"/>
          </a:bodyPr>
          <a:lstStyle/>
          <a:p>
            <a:r>
              <a:rPr lang="zh-CN" altLang="en-US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  <a:sym typeface="Arial" panose="020B0604020202020204" pitchFamily="34" charset="0"/>
              </a:rPr>
              <a:t>本章</a:t>
            </a:r>
            <a:r>
              <a:rPr lang="zh-CN" altLang="en-US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  <a:sym typeface="Arial" panose="020B0604020202020204" pitchFamily="34" charset="0"/>
              </a:rPr>
              <a:t>知识要点</a:t>
            </a:r>
            <a:endParaRPr lang="zh-CN" altLang="en-US" sz="44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汉仪旗黑-85S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>
            <p:custDataLst>
              <p:tags r:id="rId13"/>
            </p:custDataLst>
          </p:nvPr>
        </p:nvSpPr>
        <p:spPr>
          <a:xfrm>
            <a:off x="5601335" y="2221230"/>
            <a:ext cx="5587365" cy="422275"/>
          </a:xfrm>
          <a:prstGeom prst="rect">
            <a:avLst/>
          </a:prstGeom>
          <a:noFill/>
        </p:spPr>
        <p:txBody>
          <a:bodyPr wrap="square" lIns="91440" tIns="45720" rIns="91440" bIns="0" anchor="ctr" anchorCtr="0">
            <a:noAutofit/>
          </a:bodyPr>
          <a:p>
            <a:pPr>
              <a:lnSpc>
                <a:spcPct val="110000"/>
              </a:lnSpc>
            </a:pPr>
            <a:r>
              <a:rPr lang="zh-CN" altLang="en-US" sz="2400" b="1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单连通域上的柯西积分定理及应用</a:t>
            </a:r>
            <a:endParaRPr lang="zh-CN" altLang="en-US" sz="2400" b="1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>
            <p:custDataLst>
              <p:tags r:id="rId14"/>
            </p:custDataLst>
          </p:nvPr>
        </p:nvSpPr>
        <p:spPr>
          <a:xfrm>
            <a:off x="5751830" y="3992880"/>
            <a:ext cx="5436870" cy="422275"/>
          </a:xfrm>
          <a:prstGeom prst="rect">
            <a:avLst/>
          </a:prstGeom>
          <a:noFill/>
        </p:spPr>
        <p:txBody>
          <a:bodyPr wrap="square" lIns="91440" tIns="45720" rIns="91440" bIns="0" anchor="ctr" anchorCtr="0">
            <a:noAutofit/>
          </a:bodyPr>
          <a:p>
            <a:pPr>
              <a:lnSpc>
                <a:spcPct val="110000"/>
              </a:lnSpc>
            </a:pPr>
            <a:r>
              <a:rPr lang="zh-CN" altLang="en-US" sz="2400" b="1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复变函数的</a:t>
            </a:r>
            <a:r>
              <a:rPr lang="zh-CN" altLang="en-US" sz="2400" b="1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牛顿</a:t>
            </a:r>
            <a:r>
              <a:rPr lang="en-US" altLang="zh-CN" sz="2400" b="1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-</a:t>
            </a:r>
            <a:r>
              <a:rPr lang="zh-CN" altLang="en-US" sz="2400" b="1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莱布尼兹公式</a:t>
            </a:r>
            <a:endParaRPr lang="zh-CN" altLang="en-US" sz="2400" b="1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>
            <p:custDataLst>
              <p:tags r:id="rId15"/>
            </p:custDataLst>
          </p:nvPr>
        </p:nvSpPr>
        <p:spPr>
          <a:xfrm>
            <a:off x="5751830" y="5674995"/>
            <a:ext cx="4722495" cy="422275"/>
          </a:xfrm>
          <a:prstGeom prst="rect">
            <a:avLst/>
          </a:prstGeom>
          <a:noFill/>
        </p:spPr>
        <p:txBody>
          <a:bodyPr wrap="square" lIns="91440" tIns="45720" rIns="91440" bIns="0" anchor="ctr" anchorCtr="0">
            <a:noAutofit/>
          </a:bodyPr>
          <a:p>
            <a:pPr>
              <a:lnSpc>
                <a:spcPct val="110000"/>
              </a:lnSpc>
            </a:pPr>
            <a:r>
              <a:rPr lang="zh-CN" altLang="en-US" sz="2400" b="1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多连通域上的柯西积分定理</a:t>
            </a:r>
            <a:endParaRPr lang="zh-CN" altLang="en-US" sz="2400" b="1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</p:spTree>
    <p:custDataLst>
      <p:tags r:id="rId16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文本框 27"/>
          <p:cNvSpPr txBox="1"/>
          <p:nvPr>
            <p:custDataLst>
              <p:tags r:id="rId1"/>
            </p:custDataLst>
          </p:nvPr>
        </p:nvSpPr>
        <p:spPr>
          <a:xfrm>
            <a:off x="7502071" y="2050503"/>
            <a:ext cx="1826141" cy="1862048"/>
          </a:xfrm>
          <a:prstGeom prst="rect">
            <a:avLst/>
          </a:prstGeom>
          <a:noFill/>
        </p:spPr>
        <p:txBody>
          <a:bodyPr wrap="square" lIns="90000" tIns="46800" rIns="90000" bIns="0" rtlCol="0" anchor="b" anchorCtr="0">
            <a:normAutofit/>
          </a:bodyPr>
          <a:lstStyle/>
          <a:p>
            <a:pPr algn="ctr"/>
            <a:r>
              <a:rPr lang="en-US" altLang="zh-CN" sz="11500" b="1" dirty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01</a:t>
            </a:r>
            <a:endParaRPr lang="en-US" altLang="zh-CN" sz="11500" b="1" dirty="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7" name="矩形 36"/>
          <p:cNvSpPr/>
          <p:nvPr>
            <p:custDataLst>
              <p:tags r:id="rId2"/>
            </p:custDataLst>
          </p:nvPr>
        </p:nvSpPr>
        <p:spPr>
          <a:xfrm>
            <a:off x="6668899" y="3384803"/>
            <a:ext cx="962699" cy="36933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/>
            <a:r>
              <a:rPr lang="en-US" altLang="zh-CN" b="1" spc="200" dirty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PART.</a:t>
            </a:r>
            <a:endParaRPr lang="en-US" altLang="zh-CN" b="1" spc="200" dirty="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011545" y="4260215"/>
            <a:ext cx="4476115" cy="579755"/>
          </a:xfrm>
        </p:spPr>
        <p:txBody>
          <a:bodyPr>
            <a:noAutofit/>
          </a:bodyPr>
          <a:lstStyle/>
          <a:p>
            <a:r>
              <a:rPr lang="zh-CN" altLang="en-US" sz="3600" dirty="0"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柯 西 </a:t>
            </a:r>
            <a:r>
              <a:rPr lang="en-US" altLang="zh-CN" sz="3600" dirty="0"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- </a:t>
            </a:r>
            <a:r>
              <a:rPr sz="3600" dirty="0"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古 萨 定 理</a:t>
            </a:r>
            <a:endParaRPr sz="3600" dirty="0"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文本框 27"/>
          <p:cNvSpPr txBox="1"/>
          <p:nvPr>
            <p:custDataLst>
              <p:tags r:id="rId1"/>
            </p:custDataLst>
          </p:nvPr>
        </p:nvSpPr>
        <p:spPr>
          <a:xfrm>
            <a:off x="7502071" y="2050503"/>
            <a:ext cx="1826141" cy="1862048"/>
          </a:xfrm>
          <a:prstGeom prst="rect">
            <a:avLst/>
          </a:prstGeom>
          <a:noFill/>
        </p:spPr>
        <p:txBody>
          <a:bodyPr wrap="square" lIns="90000" tIns="46800" rIns="90000" bIns="0" rtlCol="0" anchor="b" anchorCtr="0">
            <a:normAutofit fontScale="50000"/>
          </a:bodyPr>
          <a:lstStyle/>
          <a:p>
            <a:pPr algn="ctr"/>
            <a:r>
              <a:rPr lang="en-US" altLang="zh-CN" sz="11500" b="1" dirty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01.1</a:t>
            </a:r>
            <a:endParaRPr lang="en-US" altLang="zh-CN" sz="11500" b="1" dirty="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7" name="矩形 36"/>
          <p:cNvSpPr/>
          <p:nvPr>
            <p:custDataLst>
              <p:tags r:id="rId2"/>
            </p:custDataLst>
          </p:nvPr>
        </p:nvSpPr>
        <p:spPr>
          <a:xfrm>
            <a:off x="6668899" y="3384803"/>
            <a:ext cx="962699" cy="36933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/>
            <a:r>
              <a:rPr lang="en-US" altLang="zh-CN" b="1" spc="200" dirty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PART.</a:t>
            </a:r>
            <a:endParaRPr lang="en-US" altLang="zh-CN" b="1" spc="200" dirty="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5993130" y="4296410"/>
            <a:ext cx="4476115" cy="579755"/>
          </a:xfrm>
        </p:spPr>
        <p:txBody>
          <a:bodyPr>
            <a:noAutofit/>
          </a:bodyPr>
          <a:lstStyle/>
          <a:p>
            <a:r>
              <a:rPr sz="4000" dirty="0"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柯西古萨积分定理</a:t>
            </a:r>
            <a:endParaRPr sz="4000" dirty="0"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框 2"/>
          <p:cNvSpPr txBox="1"/>
          <p:nvPr/>
        </p:nvSpPr>
        <p:spPr>
          <a:xfrm>
            <a:off x="1840002" y="352242"/>
            <a:ext cx="124841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如右图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833494" y="397926"/>
            <a:ext cx="1006475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引例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.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31" name="Object 4"/>
          <p:cNvGraphicFramePr>
            <a:graphicFrameLocks noChangeAspect="1"/>
          </p:cNvGraphicFramePr>
          <p:nvPr/>
        </p:nvGraphicFramePr>
        <p:xfrm>
          <a:off x="2276475" y="998220"/>
          <a:ext cx="3017520" cy="793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7" name="Equation" r:id="rId1" imgW="1155700" imgH="316865" progId="Equation.DSMT4">
                  <p:embed/>
                </p:oleObj>
              </mc:Choice>
              <mc:Fallback>
                <p:oleObj name="Equation" r:id="rId1" imgW="1155700" imgH="316865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76475" y="998220"/>
                        <a:ext cx="3017520" cy="7931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" name="直接箭头连接符 1"/>
          <p:cNvCxnSpPr/>
          <p:nvPr/>
        </p:nvCxnSpPr>
        <p:spPr>
          <a:xfrm flipV="1">
            <a:off x="8046720" y="2446655"/>
            <a:ext cx="3412490" cy="5016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 flipH="1" flipV="1">
            <a:off x="8579485" y="419735"/>
            <a:ext cx="32385" cy="239077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Object 4"/>
          <p:cNvGraphicFramePr>
            <a:graphicFrameLocks noChangeAspect="1"/>
          </p:cNvGraphicFramePr>
          <p:nvPr/>
        </p:nvGraphicFramePr>
        <p:xfrm>
          <a:off x="8247063" y="2496820"/>
          <a:ext cx="332105" cy="3498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3" imgW="127000" imgH="139700" progId="Equation.DSMT4">
                  <p:embed/>
                </p:oleObj>
              </mc:Choice>
              <mc:Fallback>
                <p:oleObj name="Equation" r:id="rId3" imgW="127000" imgH="1397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247063" y="2496820"/>
                        <a:ext cx="332105" cy="3498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4"/>
          <p:cNvGraphicFramePr>
            <a:graphicFrameLocks noChangeAspect="1"/>
          </p:cNvGraphicFramePr>
          <p:nvPr/>
        </p:nvGraphicFramePr>
        <p:xfrm>
          <a:off x="8230236" y="322898"/>
          <a:ext cx="365760" cy="4140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" name="Equation" r:id="rId5" imgW="139700" imgH="165100" progId="Equation.DSMT4">
                  <p:embed/>
                </p:oleObj>
              </mc:Choice>
              <mc:Fallback>
                <p:oleObj name="Equation" r:id="rId5" imgW="139700" imgH="1651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230236" y="322898"/>
                        <a:ext cx="365760" cy="4140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4"/>
          <p:cNvGraphicFramePr>
            <a:graphicFrameLocks noChangeAspect="1"/>
          </p:cNvGraphicFramePr>
          <p:nvPr/>
        </p:nvGraphicFramePr>
        <p:xfrm>
          <a:off x="11226166" y="2082483"/>
          <a:ext cx="332740" cy="350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" name="Equation" r:id="rId7" imgW="127000" imgH="139700" progId="Equation.DSMT4">
                  <p:embed/>
                </p:oleObj>
              </mc:Choice>
              <mc:Fallback>
                <p:oleObj name="Equation" r:id="rId7" imgW="127000" imgH="1397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1226166" y="2082483"/>
                        <a:ext cx="332740" cy="3505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椭圆 18"/>
          <p:cNvSpPr/>
          <p:nvPr/>
        </p:nvSpPr>
        <p:spPr>
          <a:xfrm>
            <a:off x="10259060" y="689610"/>
            <a:ext cx="75565" cy="755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20" name="Object 4"/>
          <p:cNvGraphicFramePr>
            <a:graphicFrameLocks noChangeAspect="1"/>
          </p:cNvGraphicFramePr>
          <p:nvPr/>
        </p:nvGraphicFramePr>
        <p:xfrm>
          <a:off x="10412413" y="419735"/>
          <a:ext cx="730885" cy="4438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" name="Equation" r:id="rId9" imgW="279400" imgH="177165" progId="Equation.DSMT4">
                  <p:embed/>
                </p:oleObj>
              </mc:Choice>
              <mc:Fallback>
                <p:oleObj name="Equation" r:id="rId9" imgW="279400" imgH="177165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0412413" y="419735"/>
                        <a:ext cx="730885" cy="44386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椭圆 22"/>
          <p:cNvSpPr/>
          <p:nvPr/>
        </p:nvSpPr>
        <p:spPr>
          <a:xfrm>
            <a:off x="10334625" y="2421255"/>
            <a:ext cx="75565" cy="755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椭圆 23"/>
          <p:cNvSpPr/>
          <p:nvPr/>
        </p:nvSpPr>
        <p:spPr>
          <a:xfrm>
            <a:off x="8579485" y="2425065"/>
            <a:ext cx="75565" cy="755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5" name="直接连接符 24"/>
          <p:cNvCxnSpPr>
            <a:stCxn id="24" idx="4"/>
            <a:endCxn id="23" idx="2"/>
          </p:cNvCxnSpPr>
          <p:nvPr/>
        </p:nvCxnSpPr>
        <p:spPr>
          <a:xfrm flipV="1">
            <a:off x="8617585" y="2459355"/>
            <a:ext cx="1717040" cy="41275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>
            <a:stCxn id="19" idx="4"/>
            <a:endCxn id="23" idx="2"/>
          </p:cNvCxnSpPr>
          <p:nvPr/>
        </p:nvCxnSpPr>
        <p:spPr>
          <a:xfrm>
            <a:off x="10297160" y="765175"/>
            <a:ext cx="37465" cy="1694180"/>
          </a:xfrm>
          <a:prstGeom prst="line">
            <a:avLst/>
          </a:prstGeom>
          <a:ln w="38100">
            <a:solidFill>
              <a:srgbClr val="FF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/>
          <p:nvPr/>
        </p:nvCxnSpPr>
        <p:spPr>
          <a:xfrm>
            <a:off x="9154160" y="2482215"/>
            <a:ext cx="372745" cy="14605"/>
          </a:xfrm>
          <a:prstGeom prst="straightConnector1">
            <a:avLst/>
          </a:prstGeom>
          <a:ln w="76200">
            <a:solidFill>
              <a:schemeClr val="tx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/>
        </p:nvCxnSpPr>
        <p:spPr>
          <a:xfrm flipH="1" flipV="1">
            <a:off x="10301605" y="1407160"/>
            <a:ext cx="17145" cy="321310"/>
          </a:xfrm>
          <a:prstGeom prst="straightConnector1">
            <a:avLst/>
          </a:prstGeom>
          <a:ln w="76200">
            <a:solidFill>
              <a:srgbClr val="FF33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2" name="Object 4"/>
          <p:cNvGraphicFramePr>
            <a:graphicFrameLocks noChangeAspect="1"/>
          </p:cNvGraphicFramePr>
          <p:nvPr/>
        </p:nvGraphicFramePr>
        <p:xfrm>
          <a:off x="10410191" y="2500313"/>
          <a:ext cx="231140" cy="4140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" name="Equation" r:id="rId11" imgW="88265" imgH="165100" progId="Equation.DSMT4">
                  <p:embed/>
                </p:oleObj>
              </mc:Choice>
              <mc:Fallback>
                <p:oleObj name="Equation" r:id="rId11" imgW="88265" imgH="1651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0410191" y="2500313"/>
                        <a:ext cx="231140" cy="4140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/>
          <p:cNvGraphicFramePr>
            <a:graphicFrameLocks noChangeAspect="1"/>
          </p:cNvGraphicFramePr>
          <p:nvPr/>
        </p:nvGraphicFramePr>
        <p:xfrm>
          <a:off x="9375459" y="2448561"/>
          <a:ext cx="432435" cy="5734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" name="Equation" r:id="rId13" imgW="165100" imgH="228600" progId="Equation.DSMT4">
                  <p:embed/>
                </p:oleObj>
              </mc:Choice>
              <mc:Fallback>
                <p:oleObj name="Equation" r:id="rId13" imgW="165100" imgH="2286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9375459" y="2448561"/>
                        <a:ext cx="432435" cy="5734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4"/>
          <p:cNvGraphicFramePr>
            <a:graphicFrameLocks noChangeAspect="1"/>
          </p:cNvGraphicFramePr>
          <p:nvPr/>
        </p:nvGraphicFramePr>
        <p:xfrm>
          <a:off x="10318434" y="1155066"/>
          <a:ext cx="464185" cy="5734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" name="Equation" r:id="rId15" imgW="177165" imgH="228600" progId="Equation.DSMT4">
                  <p:embed/>
                </p:oleObj>
              </mc:Choice>
              <mc:Fallback>
                <p:oleObj name="Equation" r:id="rId15" imgW="177165" imgH="2286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0318434" y="1155066"/>
                        <a:ext cx="464185" cy="5734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Object 4"/>
          <p:cNvGraphicFramePr>
            <a:graphicFrameLocks noChangeAspect="1"/>
          </p:cNvGraphicFramePr>
          <p:nvPr/>
        </p:nvGraphicFramePr>
        <p:xfrm>
          <a:off x="5261611" y="873126"/>
          <a:ext cx="1360170" cy="9861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" name="Equation" r:id="rId17" imgW="520700" imgH="393700" progId="Equation.DSMT4">
                  <p:embed/>
                </p:oleObj>
              </mc:Choice>
              <mc:Fallback>
                <p:oleObj name="Equation" r:id="rId17" imgW="520700" imgH="3937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261611" y="873126"/>
                        <a:ext cx="1360170" cy="9861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5" name="直接连接符 64"/>
          <p:cNvCxnSpPr/>
          <p:nvPr/>
        </p:nvCxnSpPr>
        <p:spPr>
          <a:xfrm flipV="1">
            <a:off x="8579485" y="717550"/>
            <a:ext cx="1717675" cy="1790065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/>
          <p:cNvCxnSpPr/>
          <p:nvPr/>
        </p:nvCxnSpPr>
        <p:spPr>
          <a:xfrm flipV="1">
            <a:off x="9424035" y="1414780"/>
            <a:ext cx="217805" cy="215265"/>
          </a:xfrm>
          <a:prstGeom prst="straightConnector1">
            <a:avLst/>
          </a:prstGeom>
          <a:ln w="762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3" name="Object 4"/>
          <p:cNvGraphicFramePr>
            <a:graphicFrameLocks noChangeAspect="1"/>
          </p:cNvGraphicFramePr>
          <p:nvPr/>
        </p:nvGraphicFramePr>
        <p:xfrm>
          <a:off x="8927149" y="874396"/>
          <a:ext cx="464185" cy="5734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" name="Equation" r:id="rId19" imgW="177165" imgH="228600" progId="Equation.DSMT4">
                  <p:embed/>
                </p:oleObj>
              </mc:Choice>
              <mc:Fallback>
                <p:oleObj name="Equation" r:id="rId19" imgW="177165" imgH="2286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8927149" y="874396"/>
                        <a:ext cx="464185" cy="5734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4"/>
          <p:cNvGraphicFramePr>
            <a:graphicFrameLocks noChangeAspect="1"/>
          </p:cNvGraphicFramePr>
          <p:nvPr/>
        </p:nvGraphicFramePr>
        <p:xfrm>
          <a:off x="2248535" y="1811973"/>
          <a:ext cx="1626870" cy="79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21" imgW="622300" imgH="316865" progId="Equation.DSMT4">
                  <p:embed/>
                </p:oleObj>
              </mc:Choice>
              <mc:Fallback>
                <p:oleObj name="Equation" r:id="rId21" imgW="622300" imgH="316865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2248535" y="1811973"/>
                        <a:ext cx="1626870" cy="7937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4"/>
          <p:cNvGraphicFramePr>
            <a:graphicFrameLocks noChangeAspect="1"/>
          </p:cNvGraphicFramePr>
          <p:nvPr/>
        </p:nvGraphicFramePr>
        <p:xfrm>
          <a:off x="3873501" y="1982153"/>
          <a:ext cx="365760" cy="350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Equation" r:id="rId23" imgW="139700" imgH="139700" progId="Equation.DSMT4">
                  <p:embed/>
                </p:oleObj>
              </mc:Choice>
              <mc:Fallback>
                <p:oleObj name="Equation" r:id="rId23" imgW="139700" imgH="1397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3873501" y="1982153"/>
                        <a:ext cx="365760" cy="3505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4"/>
          <p:cNvGraphicFramePr>
            <a:graphicFrameLocks noChangeAspect="1"/>
          </p:cNvGraphicFramePr>
          <p:nvPr/>
        </p:nvGraphicFramePr>
        <p:xfrm>
          <a:off x="4238943" y="1811973"/>
          <a:ext cx="2458085" cy="79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" name="Equation" r:id="rId25" imgW="939800" imgH="316865" progId="Equation.DSMT4">
                  <p:embed/>
                </p:oleObj>
              </mc:Choice>
              <mc:Fallback>
                <p:oleObj name="Equation" r:id="rId25" imgW="939800" imgH="316865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4238943" y="1811973"/>
                        <a:ext cx="2458085" cy="7937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Object 4"/>
          <p:cNvGraphicFramePr>
            <a:graphicFrameLocks noChangeAspect="1"/>
          </p:cNvGraphicFramePr>
          <p:nvPr/>
        </p:nvGraphicFramePr>
        <p:xfrm>
          <a:off x="1673543" y="3159125"/>
          <a:ext cx="3648075" cy="793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" name="Equation" r:id="rId27" imgW="1397000" imgH="316865" progId="Equation.DSMT4">
                  <p:embed/>
                </p:oleObj>
              </mc:Choice>
              <mc:Fallback>
                <p:oleObj name="Equation" r:id="rId27" imgW="1397000" imgH="316865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673543" y="3159125"/>
                        <a:ext cx="3648075" cy="7931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4"/>
          <p:cNvGraphicFramePr>
            <a:graphicFrameLocks noChangeAspect="1"/>
          </p:cNvGraphicFramePr>
          <p:nvPr/>
        </p:nvGraphicFramePr>
        <p:xfrm>
          <a:off x="5261611" y="3159125"/>
          <a:ext cx="3448050" cy="793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" name="Equation" r:id="rId29" imgW="1320165" imgH="316865" progId="Equation.DSMT4">
                  <p:embed/>
                </p:oleObj>
              </mc:Choice>
              <mc:Fallback>
                <p:oleObj name="Equation" r:id="rId29" imgW="1320165" imgH="316865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5261611" y="3159125"/>
                        <a:ext cx="3448050" cy="7931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Object 4"/>
          <p:cNvGraphicFramePr>
            <a:graphicFrameLocks noChangeAspect="1"/>
          </p:cNvGraphicFramePr>
          <p:nvPr/>
        </p:nvGraphicFramePr>
        <p:xfrm>
          <a:off x="8709344" y="3265170"/>
          <a:ext cx="630555" cy="4438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" name="Equation" r:id="rId31" imgW="241300" imgH="177165" progId="Equation.DSMT4">
                  <p:embed/>
                </p:oleObj>
              </mc:Choice>
              <mc:Fallback>
                <p:oleObj name="Equation" r:id="rId31" imgW="241300" imgH="177165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8709344" y="3265170"/>
                        <a:ext cx="630555" cy="44386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" name="文本框 2"/>
          <p:cNvSpPr txBox="1"/>
          <p:nvPr/>
        </p:nvSpPr>
        <p:spPr>
          <a:xfrm>
            <a:off x="1032917" y="2520132"/>
            <a:ext cx="267081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由复积分的性质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55" name="Object 4"/>
          <p:cNvGraphicFramePr>
            <a:graphicFrameLocks noChangeAspect="1"/>
          </p:cNvGraphicFramePr>
          <p:nvPr/>
        </p:nvGraphicFramePr>
        <p:xfrm>
          <a:off x="1603693" y="3952240"/>
          <a:ext cx="3250565" cy="793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" name="Equation" r:id="rId33" imgW="1244600" imgH="316865" progId="Equation.DSMT4">
                  <p:embed/>
                </p:oleObj>
              </mc:Choice>
              <mc:Fallback>
                <p:oleObj name="Equation" r:id="rId33" imgW="1244600" imgH="316865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1603693" y="3952240"/>
                        <a:ext cx="3250565" cy="7931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" name="Object 4"/>
          <p:cNvGraphicFramePr>
            <a:graphicFrameLocks noChangeAspect="1"/>
          </p:cNvGraphicFramePr>
          <p:nvPr/>
        </p:nvGraphicFramePr>
        <p:xfrm>
          <a:off x="4782821" y="3952240"/>
          <a:ext cx="3117850" cy="793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" name="Equation" r:id="rId35" imgW="1193800" imgH="316865" progId="Equation.DSMT4">
                  <p:embed/>
                </p:oleObj>
              </mc:Choice>
              <mc:Fallback>
                <p:oleObj name="Equation" r:id="rId35" imgW="1193800" imgH="316865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4782821" y="3952240"/>
                        <a:ext cx="3117850" cy="7931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Object 4"/>
          <p:cNvGraphicFramePr>
            <a:graphicFrameLocks noChangeAspect="1"/>
          </p:cNvGraphicFramePr>
          <p:nvPr/>
        </p:nvGraphicFramePr>
        <p:xfrm>
          <a:off x="7900671" y="4142105"/>
          <a:ext cx="530860" cy="4133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" name="Equation" r:id="rId37" imgW="203200" imgH="165100" progId="Equation.DSMT4">
                  <p:embed/>
                </p:oleObj>
              </mc:Choice>
              <mc:Fallback>
                <p:oleObj name="Equation" r:id="rId37" imgW="203200" imgH="1651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7900671" y="4142105"/>
                        <a:ext cx="530860" cy="4133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" name="Object 4"/>
          <p:cNvGraphicFramePr>
            <a:graphicFrameLocks noChangeAspect="1"/>
          </p:cNvGraphicFramePr>
          <p:nvPr/>
        </p:nvGraphicFramePr>
        <p:xfrm>
          <a:off x="8462329" y="4092575"/>
          <a:ext cx="630555" cy="4438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" name="Equation" r:id="rId39" imgW="241300" imgH="177165" progId="Equation.DSMT4">
                  <p:embed/>
                </p:oleObj>
              </mc:Choice>
              <mc:Fallback>
                <p:oleObj name="Equation" r:id="rId39" imgW="241300" imgH="177165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8462329" y="4092575"/>
                        <a:ext cx="630555" cy="44386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" name="Object 4"/>
          <p:cNvGraphicFramePr>
            <a:graphicFrameLocks noChangeAspect="1"/>
          </p:cNvGraphicFramePr>
          <p:nvPr/>
        </p:nvGraphicFramePr>
        <p:xfrm>
          <a:off x="1347788" y="4745355"/>
          <a:ext cx="462915" cy="4768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" name="Equation" r:id="rId41" imgW="177165" imgH="190500" progId="Equation.DSMT4">
                  <p:embed/>
                </p:oleObj>
              </mc:Choice>
              <mc:Fallback>
                <p:oleObj name="Equation" r:id="rId41" imgW="177165" imgH="1905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1347788" y="4745355"/>
                        <a:ext cx="462915" cy="4768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" name="文本框 76"/>
          <p:cNvSpPr txBox="1"/>
          <p:nvPr/>
        </p:nvSpPr>
        <p:spPr>
          <a:xfrm>
            <a:off x="1810759" y="4745136"/>
            <a:ext cx="373761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在复平面上处处解析，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5412105" y="4701540"/>
            <a:ext cx="5971540" cy="520700"/>
            <a:chOff x="8523" y="7404"/>
            <a:chExt cx="9404" cy="820"/>
          </a:xfrm>
        </p:grpSpPr>
        <p:sp>
          <p:nvSpPr>
            <p:cNvPr id="78" name="文本框 77"/>
            <p:cNvSpPr txBox="1"/>
            <p:nvPr/>
          </p:nvSpPr>
          <p:spPr>
            <a:xfrm>
              <a:off x="8523" y="7404"/>
              <a:ext cx="9405" cy="820"/>
            </a:xfrm>
            <a:prstGeom prst="rect">
              <a:avLst/>
            </a:prstGeom>
            <a:noFill/>
          </p:spPr>
          <p:txBody>
            <a:bodyPr wrap="square" lIns="91429" tIns="45715" rIns="91429" bIns="45715" rtlCol="0">
              <a:spAutoFit/>
            </a:bodyPr>
            <a:p>
              <a:r>
                <a:rPr lang="zh-CN" altLang="en-US" sz="2800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所以     在</a:t>
              </a:r>
              <a:r>
                <a:rPr lang="en-US" altLang="zh-CN" sz="2800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L</a:t>
              </a:r>
              <a:r>
                <a:rPr lang="zh-CN" altLang="en-US" sz="2800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以及</a:t>
              </a:r>
              <a:r>
                <a:rPr lang="en-US" altLang="zh-CN" sz="2800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L</a:t>
              </a:r>
              <a:r>
                <a:rPr lang="zh-CN" altLang="en-US" sz="2800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围成区域内解析；</a:t>
              </a:r>
              <a:r>
                <a:rPr lang="zh-CN" altLang="en-US" sz="2800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 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79" name="Object 4"/>
            <p:cNvGraphicFramePr>
              <a:graphicFrameLocks noChangeAspect="1"/>
            </p:cNvGraphicFramePr>
            <p:nvPr/>
          </p:nvGraphicFramePr>
          <p:xfrm>
            <a:off x="9929" y="7438"/>
            <a:ext cx="729" cy="7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0" name="Equation" r:id="rId43" imgW="177165" imgH="190500" progId="Equation.DSMT4">
                    <p:embed/>
                  </p:oleObj>
                </mc:Choice>
                <mc:Fallback>
                  <p:oleObj name="Equation" r:id="rId43" imgW="177165" imgH="190500" progId="Equation.DSMT4">
                    <p:embed/>
                    <p:pic>
                      <p:nvPicPr>
                        <p:cNvPr id="0" name="图片 921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2"/>
                        <a:stretch>
                          <a:fillRect/>
                        </a:stretch>
                      </p:blipFill>
                      <p:spPr>
                        <a:xfrm>
                          <a:off x="9929" y="7438"/>
                          <a:ext cx="729" cy="751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1" name="Object 4"/>
          <p:cNvGraphicFramePr>
            <a:graphicFrameLocks noChangeAspect="1"/>
          </p:cNvGraphicFramePr>
          <p:nvPr/>
        </p:nvGraphicFramePr>
        <p:xfrm>
          <a:off x="1533208" y="5313680"/>
          <a:ext cx="365125" cy="3816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" name="Equation" r:id="rId44" imgW="139700" imgH="152400" progId="Equation.DSMT4">
                  <p:embed/>
                </p:oleObj>
              </mc:Choice>
              <mc:Fallback>
                <p:oleObj name="Equation" r:id="rId44" imgW="139700" imgH="1524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45"/>
                      <a:stretch>
                        <a:fillRect/>
                      </a:stretch>
                    </p:blipFill>
                    <p:spPr>
                      <a:xfrm>
                        <a:off x="1533208" y="5313680"/>
                        <a:ext cx="365125" cy="3816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" name="文本框 82"/>
          <p:cNvSpPr txBox="1"/>
          <p:nvPr/>
        </p:nvSpPr>
        <p:spPr>
          <a:xfrm>
            <a:off x="1947284" y="5265836"/>
            <a:ext cx="409321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在复平面上处处不</a:t>
            </a:r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解析，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5805805" y="5222240"/>
            <a:ext cx="5971540" cy="520700"/>
            <a:chOff x="9143" y="8224"/>
            <a:chExt cx="9404" cy="820"/>
          </a:xfrm>
        </p:grpSpPr>
        <p:sp>
          <p:nvSpPr>
            <p:cNvPr id="84" name="文本框 83"/>
            <p:cNvSpPr txBox="1"/>
            <p:nvPr/>
          </p:nvSpPr>
          <p:spPr>
            <a:xfrm>
              <a:off x="9143" y="8224"/>
              <a:ext cx="9405" cy="820"/>
            </a:xfrm>
            <a:prstGeom prst="rect">
              <a:avLst/>
            </a:prstGeom>
            <a:noFill/>
          </p:spPr>
          <p:txBody>
            <a:bodyPr wrap="square" lIns="91429" tIns="45715" rIns="91429" bIns="45715" rtlCol="0">
              <a:spAutoFit/>
            </a:bodyPr>
            <a:p>
              <a:r>
                <a:rPr lang="zh-CN" altLang="en-US" sz="2800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所以     在</a:t>
              </a:r>
              <a:r>
                <a:rPr lang="en-US" altLang="zh-CN" sz="2800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L</a:t>
              </a:r>
              <a:r>
                <a:rPr lang="zh-CN" altLang="en-US" sz="2800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以及</a:t>
              </a:r>
              <a:r>
                <a:rPr lang="en-US" altLang="zh-CN" sz="2800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L</a:t>
              </a:r>
              <a:r>
                <a:rPr lang="zh-CN" altLang="en-US" sz="2800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围成区域内不解析</a:t>
              </a:r>
              <a:r>
                <a:rPr lang="en-US" altLang="zh-CN" sz="2800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.</a:t>
              </a:r>
              <a:r>
                <a:rPr lang="zh-CN" altLang="en-US" sz="2800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 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85" name="Object 4"/>
            <p:cNvGraphicFramePr>
              <a:graphicFrameLocks noChangeAspect="1"/>
            </p:cNvGraphicFramePr>
            <p:nvPr/>
          </p:nvGraphicFramePr>
          <p:xfrm>
            <a:off x="10626" y="8333"/>
            <a:ext cx="575" cy="6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1" name="Equation" r:id="rId46" imgW="139700" imgH="152400" progId="Equation.DSMT4">
                    <p:embed/>
                  </p:oleObj>
                </mc:Choice>
                <mc:Fallback>
                  <p:oleObj name="Equation" r:id="rId46" imgW="139700" imgH="152400" progId="Equation.DSMT4">
                    <p:embed/>
                    <p:pic>
                      <p:nvPicPr>
                        <p:cNvPr id="0" name="图片 921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7"/>
                        <a:stretch>
                          <a:fillRect/>
                        </a:stretch>
                      </p:blipFill>
                      <p:spPr>
                        <a:xfrm>
                          <a:off x="10626" y="8333"/>
                          <a:ext cx="575" cy="601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2" name="七角星 91"/>
          <p:cNvSpPr/>
          <p:nvPr/>
        </p:nvSpPr>
        <p:spPr>
          <a:xfrm>
            <a:off x="308550" y="4548589"/>
            <a:ext cx="914400" cy="914400"/>
          </a:xfrm>
          <a:prstGeom prst="star7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 dirty="0" smtClean="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</a:rPr>
              <a:t>注</a:t>
            </a:r>
            <a:endParaRPr lang="zh-CN" altLang="en-US" sz="2800" dirty="0" smtClean="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93" name="Picture 28" descr="C:\Program Files (x86)\Microsoft Office\MEDIA\CAGCAT10\j0183290.wmf"/>
          <p:cNvPicPr>
            <a:picLocks noChangeAspect="1" noChangeArrowheads="1"/>
          </p:cNvPicPr>
          <p:nvPr/>
        </p:nvPicPr>
        <p:blipFill>
          <a:blip r:embed="rId48"/>
          <a:srcRect/>
          <a:stretch>
            <a:fillRect/>
          </a:stretch>
        </p:blipFill>
        <p:spPr bwMode="auto">
          <a:xfrm>
            <a:off x="587248" y="5900205"/>
            <a:ext cx="811022" cy="869967"/>
          </a:xfrm>
          <a:prstGeom prst="rect">
            <a:avLst/>
          </a:prstGeom>
          <a:noFill/>
        </p:spPr>
      </p:pic>
      <p:graphicFrame>
        <p:nvGraphicFramePr>
          <p:cNvPr id="98" name="Object 4"/>
          <p:cNvGraphicFramePr>
            <a:graphicFrameLocks noChangeAspect="1"/>
          </p:cNvGraphicFramePr>
          <p:nvPr/>
        </p:nvGraphicFramePr>
        <p:xfrm>
          <a:off x="1433195" y="5970270"/>
          <a:ext cx="1691640" cy="7308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" name="Equation" r:id="rId49" imgW="647700" imgH="292100" progId="Equation.DSMT4">
                  <p:embed/>
                </p:oleObj>
              </mc:Choice>
              <mc:Fallback>
                <p:oleObj name="Equation" r:id="rId49" imgW="647700" imgH="2921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50"/>
                      <a:stretch>
                        <a:fillRect/>
                      </a:stretch>
                    </p:blipFill>
                    <p:spPr>
                      <a:xfrm>
                        <a:off x="1433195" y="5970270"/>
                        <a:ext cx="1691640" cy="7308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" name="文本框 100"/>
          <p:cNvSpPr txBox="1"/>
          <p:nvPr/>
        </p:nvSpPr>
        <p:spPr>
          <a:xfrm>
            <a:off x="3075044" y="6075461"/>
            <a:ext cx="231521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是否等于零</a:t>
            </a:r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02" name="文本框 101"/>
          <p:cNvSpPr txBox="1"/>
          <p:nvPr/>
        </p:nvSpPr>
        <p:spPr>
          <a:xfrm>
            <a:off x="5390254" y="6074826"/>
            <a:ext cx="551561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与函数的解析性有什么样的关系？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03" name="文本框 102"/>
          <p:cNvSpPr txBox="1"/>
          <p:nvPr/>
        </p:nvSpPr>
        <p:spPr>
          <a:xfrm>
            <a:off x="1483099" y="6928266"/>
            <a:ext cx="516001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是不是还与其他的因素有关呢？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  <p:custDataLst>
      <p:tags r:id="rId5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000"/>
                            </p:stCondLst>
                            <p:childTnLst>
                              <p:par>
                                <p:cTn id="9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500"/>
                            </p:stCondLst>
                            <p:childTnLst>
                              <p:par>
                                <p:cTn id="1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500"/>
                            </p:stCondLst>
                            <p:childTnLst>
                              <p:par>
                                <p:cTn id="1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0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>
                            <p:stCondLst>
                              <p:cond delay="500"/>
                            </p:stCondLst>
                            <p:childTnLst>
                              <p:par>
                                <p:cTn id="1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1000"/>
                            </p:stCondLst>
                            <p:childTnLst>
                              <p:par>
                                <p:cTn id="17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>
                            <p:stCondLst>
                              <p:cond delay="1500"/>
                            </p:stCondLst>
                            <p:childTnLst>
                              <p:par>
                                <p:cTn id="18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2000"/>
                            </p:stCondLst>
                            <p:childTnLst>
                              <p:par>
                                <p:cTn id="18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6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29" grpId="0"/>
      <p:bldP spid="19" grpId="0" animBg="1"/>
      <p:bldP spid="23" grpId="0" animBg="1"/>
      <p:bldP spid="24" grpId="0" animBg="1"/>
      <p:bldP spid="54" grpId="0"/>
      <p:bldP spid="92" grpId="0" bldLvl="0" animBg="1"/>
      <p:bldP spid="77" grpId="0"/>
      <p:bldP spid="83" grpId="0"/>
      <p:bldP spid="101" grpId="0"/>
      <p:bldP spid="102" grpId="0"/>
      <p:bldP spid="10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>
          <a:xfrm>
            <a:off x="5020945" y="4182745"/>
            <a:ext cx="5230495" cy="579755"/>
          </a:xfrm>
        </p:spPr>
        <p:txBody>
          <a:bodyPr>
            <a:noAutofit/>
          </a:bodyPr>
          <a:lstStyle/>
          <a:p>
            <a:r>
              <a:rPr sz="4000" dirty="0"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柯西</a:t>
            </a:r>
            <a:r>
              <a:rPr lang="en-US" altLang="zh-CN" sz="4000" dirty="0"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-</a:t>
            </a:r>
            <a:r>
              <a:rPr sz="4000" dirty="0"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古萨积分定理</a:t>
            </a:r>
            <a:endParaRPr sz="4000" dirty="0"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9417" name="Object 25"/>
          <p:cNvGraphicFramePr>
            <a:graphicFrameLocks noChangeAspect="1"/>
          </p:cNvGraphicFramePr>
          <p:nvPr/>
        </p:nvGraphicFramePr>
        <p:xfrm>
          <a:off x="2854325" y="2017395"/>
          <a:ext cx="1978660" cy="7759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1" imgW="914400" imgH="292100" progId="Equation.DSMT4">
                  <p:embed/>
                </p:oleObj>
              </mc:Choice>
              <mc:Fallback>
                <p:oleObj name="Equation" r:id="rId1" imgW="914400" imgH="2921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854325" y="2017395"/>
                        <a:ext cx="1978660" cy="7759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15" name="Object 23"/>
          <p:cNvGraphicFramePr>
            <a:graphicFrameLocks noChangeAspect="1"/>
          </p:cNvGraphicFramePr>
          <p:nvPr/>
        </p:nvGraphicFramePr>
        <p:xfrm>
          <a:off x="1972310" y="1366520"/>
          <a:ext cx="838200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8" name="Equation" r:id="rId3" imgW="7924800" imgH="4876800" progId="Equation.DSMT4">
                  <p:embed/>
                </p:oleObj>
              </mc:Choice>
              <mc:Fallback>
                <p:oleObj name="Equation" r:id="rId3" imgW="7924800" imgH="4876800" progId="Equation.DSMT4">
                  <p:embed/>
                  <p:pic>
                    <p:nvPicPr>
                      <p:cNvPr id="0" name="图片 614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72310" y="1366520"/>
                        <a:ext cx="838200" cy="6191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2"/>
          <p:cNvSpPr txBox="1"/>
          <p:nvPr/>
        </p:nvSpPr>
        <p:spPr>
          <a:xfrm>
            <a:off x="548533" y="1293973"/>
            <a:ext cx="124714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b="1" i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定理</a:t>
            </a:r>
            <a:r>
              <a:rPr lang="en-US" altLang="zh-CN" sz="2800" b="1" i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1. </a:t>
            </a:r>
            <a:endParaRPr lang="zh-CN" altLang="en-US" sz="2800" b="1" i="1" u="sng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2" name="文本框 2"/>
          <p:cNvSpPr txBox="1"/>
          <p:nvPr/>
        </p:nvSpPr>
        <p:spPr>
          <a:xfrm>
            <a:off x="6202948" y="1366363"/>
            <a:ext cx="501396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是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D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内任意一条简单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闭曲线，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5" name="文本框 2"/>
          <p:cNvSpPr txBox="1"/>
          <p:nvPr/>
        </p:nvSpPr>
        <p:spPr>
          <a:xfrm>
            <a:off x="2711718" y="1332073"/>
            <a:ext cx="368427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D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单连通域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内解析，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4" name="文本框 2"/>
          <p:cNvSpPr txBox="1"/>
          <p:nvPr/>
        </p:nvSpPr>
        <p:spPr>
          <a:xfrm>
            <a:off x="1077863" y="2017238"/>
            <a:ext cx="55499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则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5" name="横卷形 14"/>
          <p:cNvSpPr/>
          <p:nvPr/>
        </p:nvSpPr>
        <p:spPr>
          <a:xfrm>
            <a:off x="5339080" y="2017395"/>
            <a:ext cx="3988435" cy="819150"/>
          </a:xfrm>
          <a:prstGeom prst="horizontalScroll">
            <a:avLst/>
          </a:prstGeom>
          <a:blipFill>
            <a:blip r:embed="rId5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 dirty="0" smtClean="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柯西</a:t>
            </a:r>
            <a:r>
              <a:rPr lang="en-US" altLang="zh-CN" sz="2800" dirty="0" smtClean="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</a:t>
            </a:r>
            <a:r>
              <a:rPr lang="zh-CN" altLang="en-US" sz="2800" dirty="0" smtClean="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古萨积分定理</a:t>
            </a:r>
            <a:endParaRPr lang="zh-CN" altLang="en-US" sz="2800" dirty="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57" name="文本框 2"/>
          <p:cNvSpPr txBox="1"/>
          <p:nvPr/>
        </p:nvSpPr>
        <p:spPr>
          <a:xfrm>
            <a:off x="1817263" y="2870678"/>
            <a:ext cx="401828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</a:rPr>
              <a:t>C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可以不是简单闭曲线。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5" name="七角星 44"/>
          <p:cNvSpPr/>
          <p:nvPr/>
        </p:nvSpPr>
        <p:spPr>
          <a:xfrm>
            <a:off x="887670" y="2678514"/>
            <a:ext cx="914400" cy="914400"/>
          </a:xfrm>
          <a:prstGeom prst="star7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 dirty="0" smtClean="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</a:rPr>
              <a:t>注</a:t>
            </a:r>
            <a:endParaRPr lang="zh-CN" altLang="en-US" sz="2800" dirty="0" smtClean="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1532890" y="3697605"/>
            <a:ext cx="3561080" cy="236855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任意多边形 25"/>
          <p:cNvSpPr/>
          <p:nvPr/>
        </p:nvSpPr>
        <p:spPr>
          <a:xfrm>
            <a:off x="2608580" y="4244975"/>
            <a:ext cx="1534160" cy="1288415"/>
          </a:xfrm>
          <a:custGeom>
            <a:avLst/>
            <a:gdLst>
              <a:gd name="connisteX0" fmla="*/ 233087 w 1639275"/>
              <a:gd name="connsiteY0" fmla="*/ 21015 h 1459712"/>
              <a:gd name="connisteX1" fmla="*/ 1144947 w 1639275"/>
              <a:gd name="connsiteY1" fmla="*/ 38795 h 1459712"/>
              <a:gd name="connisteX2" fmla="*/ 1337987 w 1639275"/>
              <a:gd name="connsiteY2" fmla="*/ 372170 h 1459712"/>
              <a:gd name="connisteX3" fmla="*/ 1636437 w 1639275"/>
              <a:gd name="connsiteY3" fmla="*/ 933510 h 1459712"/>
              <a:gd name="connisteX4" fmla="*/ 1407837 w 1639275"/>
              <a:gd name="connsiteY4" fmla="*/ 1249105 h 1459712"/>
              <a:gd name="connisteX5" fmla="*/ 583607 w 1639275"/>
              <a:gd name="connsiteY5" fmla="*/ 1459290 h 1459712"/>
              <a:gd name="connisteX6" fmla="*/ 5122 w 1639275"/>
              <a:gd name="connsiteY6" fmla="*/ 1284030 h 1459712"/>
              <a:gd name="connisteX7" fmla="*/ 601387 w 1639275"/>
              <a:gd name="connsiteY7" fmla="*/ 950655 h 1459712"/>
              <a:gd name="connisteX8" fmla="*/ 601387 w 1639275"/>
              <a:gd name="connsiteY8" fmla="*/ 512505 h 1459712"/>
              <a:gd name="connisteX9" fmla="*/ 390567 w 1639275"/>
              <a:gd name="connsiteY9" fmla="*/ 319465 h 1459712"/>
              <a:gd name="connisteX10" fmla="*/ 5122 w 1639275"/>
              <a:gd name="connsiteY10" fmla="*/ 565210 h 1459712"/>
              <a:gd name="connisteX11" fmla="*/ 250232 w 1639275"/>
              <a:gd name="connsiteY11" fmla="*/ 1126550 h 1459712"/>
              <a:gd name="connisteX12" fmla="*/ 934762 w 1639275"/>
              <a:gd name="connsiteY12" fmla="*/ 1231325 h 1459712"/>
              <a:gd name="connisteX13" fmla="*/ 1004612 w 1639275"/>
              <a:gd name="connsiteY13" fmla="*/ 950655 h 1459712"/>
              <a:gd name="connisteX14" fmla="*/ 829352 w 1639275"/>
              <a:gd name="connsiteY14" fmla="*/ 494725 h 1459712"/>
              <a:gd name="connisteX15" fmla="*/ 654092 w 1639275"/>
              <a:gd name="connsiteY15" fmla="*/ 214055 h 1459712"/>
              <a:gd name="connisteX16" fmla="*/ 443272 w 1639275"/>
              <a:gd name="connsiteY16" fmla="*/ 73720 h 1459712"/>
              <a:gd name="connisteX17" fmla="*/ 233087 w 1639275"/>
              <a:gd name="connsiteY17" fmla="*/ 21015 h 1459712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</a:cxnLst>
            <a:rect l="l" t="t" r="r" b="b"/>
            <a:pathLst>
              <a:path w="1639276" h="1459712">
                <a:moveTo>
                  <a:pt x="233088" y="21015"/>
                </a:moveTo>
                <a:cubicBezTo>
                  <a:pt x="373423" y="14030"/>
                  <a:pt x="923968" y="-31690"/>
                  <a:pt x="1144948" y="38795"/>
                </a:cubicBezTo>
                <a:cubicBezTo>
                  <a:pt x="1365928" y="109280"/>
                  <a:pt x="1239563" y="193100"/>
                  <a:pt x="1337988" y="372170"/>
                </a:cubicBezTo>
                <a:cubicBezTo>
                  <a:pt x="1436413" y="551240"/>
                  <a:pt x="1622468" y="758250"/>
                  <a:pt x="1636438" y="933510"/>
                </a:cubicBezTo>
                <a:cubicBezTo>
                  <a:pt x="1650408" y="1108770"/>
                  <a:pt x="1618658" y="1143695"/>
                  <a:pt x="1407838" y="1249105"/>
                </a:cubicBezTo>
                <a:cubicBezTo>
                  <a:pt x="1197018" y="1354515"/>
                  <a:pt x="864278" y="1452305"/>
                  <a:pt x="583608" y="1459290"/>
                </a:cubicBezTo>
                <a:cubicBezTo>
                  <a:pt x="302938" y="1466275"/>
                  <a:pt x="1313" y="1385630"/>
                  <a:pt x="5123" y="1284030"/>
                </a:cubicBezTo>
                <a:cubicBezTo>
                  <a:pt x="8933" y="1182430"/>
                  <a:pt x="482008" y="1104960"/>
                  <a:pt x="601388" y="950655"/>
                </a:cubicBezTo>
                <a:cubicBezTo>
                  <a:pt x="720768" y="796350"/>
                  <a:pt x="643298" y="638870"/>
                  <a:pt x="601388" y="512505"/>
                </a:cubicBezTo>
                <a:cubicBezTo>
                  <a:pt x="559478" y="386140"/>
                  <a:pt x="509948" y="308670"/>
                  <a:pt x="390568" y="319465"/>
                </a:cubicBezTo>
                <a:cubicBezTo>
                  <a:pt x="271188" y="330260"/>
                  <a:pt x="33063" y="403920"/>
                  <a:pt x="5123" y="565210"/>
                </a:cubicBezTo>
                <a:cubicBezTo>
                  <a:pt x="-22817" y="726500"/>
                  <a:pt x="64178" y="993200"/>
                  <a:pt x="250233" y="1126550"/>
                </a:cubicBezTo>
                <a:cubicBezTo>
                  <a:pt x="436288" y="1259900"/>
                  <a:pt x="783633" y="1266250"/>
                  <a:pt x="934763" y="1231325"/>
                </a:cubicBezTo>
                <a:cubicBezTo>
                  <a:pt x="1085893" y="1196400"/>
                  <a:pt x="1025568" y="1097975"/>
                  <a:pt x="1004613" y="950655"/>
                </a:cubicBezTo>
                <a:cubicBezTo>
                  <a:pt x="983658" y="803335"/>
                  <a:pt x="899203" y="642045"/>
                  <a:pt x="829353" y="494725"/>
                </a:cubicBezTo>
                <a:cubicBezTo>
                  <a:pt x="759503" y="347405"/>
                  <a:pt x="731563" y="298510"/>
                  <a:pt x="654093" y="214055"/>
                </a:cubicBezTo>
                <a:cubicBezTo>
                  <a:pt x="576623" y="129600"/>
                  <a:pt x="527728" y="112455"/>
                  <a:pt x="443273" y="73720"/>
                </a:cubicBezTo>
                <a:cubicBezTo>
                  <a:pt x="358818" y="34985"/>
                  <a:pt x="92753" y="28000"/>
                  <a:pt x="233088" y="21015"/>
                </a:cubicBezTo>
                <a:close/>
              </a:path>
            </a:pathLst>
          </a:cu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27" name="Object 23"/>
          <p:cNvGraphicFramePr>
            <a:graphicFrameLocks noChangeAspect="1"/>
          </p:cNvGraphicFramePr>
          <p:nvPr/>
        </p:nvGraphicFramePr>
        <p:xfrm>
          <a:off x="3914140" y="4620260"/>
          <a:ext cx="29591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" name="Equation" r:id="rId6" imgW="177165" imgH="228600" progId="Equation.DSMT4">
                  <p:embed/>
                </p:oleObj>
              </mc:Choice>
              <mc:Fallback>
                <p:oleObj name="Equation" r:id="rId6" imgW="177165" imgH="228600" progId="Equation.DSMT4">
                  <p:embed/>
                  <p:pic>
                    <p:nvPicPr>
                      <p:cNvPr id="0" name="图片 6147"/>
                      <p:cNvPicPr>
                        <a:picLocks noChangeAspect="1"/>
                      </p:cNvPicPr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914140" y="4620260"/>
                        <a:ext cx="295910" cy="4635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23"/>
          <p:cNvGraphicFramePr>
            <a:graphicFrameLocks noChangeAspect="1"/>
          </p:cNvGraphicFramePr>
          <p:nvPr/>
        </p:nvGraphicFramePr>
        <p:xfrm>
          <a:off x="2474595" y="4727575"/>
          <a:ext cx="318770" cy="4641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" name="Equation" r:id="rId8" imgW="190500" imgH="228600" progId="Equation.DSMT4">
                  <p:embed/>
                </p:oleObj>
              </mc:Choice>
              <mc:Fallback>
                <p:oleObj name="Equation" r:id="rId8" imgW="190500" imgH="228600" progId="Equation.DSMT4">
                  <p:embed/>
                  <p:pic>
                    <p:nvPicPr>
                      <p:cNvPr id="0" name="图片 6147"/>
                      <p:cNvPicPr>
                        <a:picLocks noChangeAspect="1"/>
                      </p:cNvPicPr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474595" y="4727575"/>
                        <a:ext cx="318770" cy="4641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25"/>
          <p:cNvGraphicFramePr>
            <a:graphicFrameLocks noChangeAspect="1"/>
          </p:cNvGraphicFramePr>
          <p:nvPr/>
        </p:nvGraphicFramePr>
        <p:xfrm>
          <a:off x="5519421" y="4035108"/>
          <a:ext cx="1675130" cy="7766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" name="Equation" r:id="rId10" imgW="774065" imgH="292100" progId="Equation.DSMT4">
                  <p:embed/>
                </p:oleObj>
              </mc:Choice>
              <mc:Fallback>
                <p:oleObj name="Equation" r:id="rId10" imgW="774065" imgH="2921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519421" y="4035108"/>
                        <a:ext cx="1675130" cy="7766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椭圆 1"/>
          <p:cNvSpPr/>
          <p:nvPr/>
        </p:nvSpPr>
        <p:spPr>
          <a:xfrm>
            <a:off x="2793365" y="5205730"/>
            <a:ext cx="122555" cy="7556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3" name="Object 25"/>
          <p:cNvGraphicFramePr>
            <a:graphicFrameLocks noChangeAspect="1"/>
          </p:cNvGraphicFramePr>
          <p:nvPr/>
        </p:nvGraphicFramePr>
        <p:xfrm>
          <a:off x="7194551" y="4039870"/>
          <a:ext cx="3159760" cy="8420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12" imgW="1459865" imgH="316865" progId="Equation.DSMT4">
                  <p:embed/>
                </p:oleObj>
              </mc:Choice>
              <mc:Fallback>
                <p:oleObj name="Equation" r:id="rId12" imgW="1459865" imgH="316865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7194551" y="4039870"/>
                        <a:ext cx="3159760" cy="84201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25"/>
          <p:cNvGraphicFramePr>
            <a:graphicFrameLocks noChangeAspect="1"/>
          </p:cNvGraphicFramePr>
          <p:nvPr/>
        </p:nvGraphicFramePr>
        <p:xfrm>
          <a:off x="6924358" y="4881880"/>
          <a:ext cx="963295" cy="4711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14" imgW="444500" imgH="177165" progId="Equation.DSMT4">
                  <p:embed/>
                </p:oleObj>
              </mc:Choice>
              <mc:Fallback>
                <p:oleObj name="Equation" r:id="rId14" imgW="444500" imgH="177165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6924358" y="4881880"/>
                        <a:ext cx="963295" cy="4711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25"/>
          <p:cNvGraphicFramePr>
            <a:graphicFrameLocks noChangeAspect="1"/>
          </p:cNvGraphicFramePr>
          <p:nvPr/>
        </p:nvGraphicFramePr>
        <p:xfrm>
          <a:off x="6924676" y="5353050"/>
          <a:ext cx="523240" cy="4711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16" imgW="241300" imgH="177165" progId="Equation.DSMT4">
                  <p:embed/>
                </p:oleObj>
              </mc:Choice>
              <mc:Fallback>
                <p:oleObj name="Equation" r:id="rId16" imgW="241300" imgH="177165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6924676" y="5353050"/>
                        <a:ext cx="523240" cy="4711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8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9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9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5" grpId="0"/>
      <p:bldP spid="12" grpId="0"/>
      <p:bldP spid="14" grpId="0"/>
      <p:bldP spid="15" grpId="0" animBg="1"/>
      <p:bldP spid="45" grpId="0" animBg="1"/>
      <p:bldP spid="57" grpId="0"/>
      <p:bldP spid="25" grpId="0" animBg="1"/>
      <p:bldP spid="26" grpId="0" animBg="1"/>
      <p:bldP spid="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6" name="Object 25"/>
          <p:cNvGraphicFramePr>
            <a:graphicFrameLocks noChangeAspect="1"/>
          </p:cNvGraphicFramePr>
          <p:nvPr/>
        </p:nvGraphicFramePr>
        <p:xfrm>
          <a:off x="2097723" y="4686935"/>
          <a:ext cx="1970405" cy="10267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" name="Equation" r:id="rId1" imgW="901700" imgH="393700" progId="Equation.DSMT4">
                  <p:embed/>
                </p:oleObj>
              </mc:Choice>
              <mc:Fallback>
                <p:oleObj name="Equation" r:id="rId1" imgW="901700" imgH="393700" progId="Equation.DSMT4">
                  <p:embed/>
                  <p:pic>
                    <p:nvPicPr>
                      <p:cNvPr id="0" name="图片 6145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097723" y="4686935"/>
                        <a:ext cx="1970405" cy="102679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Object 25"/>
          <p:cNvGraphicFramePr>
            <a:graphicFrameLocks noChangeAspect="1"/>
          </p:cNvGraphicFramePr>
          <p:nvPr/>
        </p:nvGraphicFramePr>
        <p:xfrm>
          <a:off x="2754630" y="3888740"/>
          <a:ext cx="1336675" cy="7226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Equation" r:id="rId3" imgW="660400" imgH="292100" progId="Equation.DSMT4">
                  <p:embed/>
                </p:oleObj>
              </mc:Choice>
              <mc:Fallback>
                <p:oleObj name="Equation" r:id="rId3" imgW="660400" imgH="292100" progId="Equation.DSMT4">
                  <p:embed/>
                  <p:pic>
                    <p:nvPicPr>
                      <p:cNvPr id="0" name="图片 6146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54630" y="3888740"/>
                        <a:ext cx="1336675" cy="72263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2"/>
          <p:cNvSpPr txBox="1"/>
          <p:nvPr/>
        </p:nvSpPr>
        <p:spPr>
          <a:xfrm>
            <a:off x="2121428" y="3301843"/>
            <a:ext cx="633095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</a:rPr>
              <a:t>(1) </a:t>
            </a:r>
            <a:endParaRPr lang="en-US" altLang="zh-CN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59419" name="Object 27"/>
          <p:cNvGraphicFramePr>
            <a:graphicFrameLocks noChangeAspect="1"/>
          </p:cNvGraphicFramePr>
          <p:nvPr/>
        </p:nvGraphicFramePr>
        <p:xfrm>
          <a:off x="2754630" y="3321050"/>
          <a:ext cx="838200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1" name="Equation" r:id="rId5" imgW="7924800" imgH="4876800" progId="Equation.DSMT4">
                  <p:embed/>
                </p:oleObj>
              </mc:Choice>
              <mc:Fallback>
                <p:oleObj name="Equation" r:id="rId5" imgW="7924800" imgH="4876800" progId="Equation.DSMT4">
                  <p:embed/>
                  <p:pic>
                    <p:nvPicPr>
                      <p:cNvPr id="0" name="图片 615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754630" y="3321050"/>
                        <a:ext cx="838200" cy="6191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文本框 2"/>
          <p:cNvSpPr txBox="1"/>
          <p:nvPr/>
        </p:nvSpPr>
        <p:spPr>
          <a:xfrm>
            <a:off x="3540653" y="3358993"/>
            <a:ext cx="7531735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在单连通解析区域的正向边界上的积分等于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0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。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55" name="文本框 2"/>
          <p:cNvSpPr txBox="1"/>
          <p:nvPr/>
        </p:nvSpPr>
        <p:spPr>
          <a:xfrm>
            <a:off x="2140478" y="3987643"/>
            <a:ext cx="633095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</a:rPr>
              <a:t>(2) </a:t>
            </a:r>
            <a:endParaRPr lang="en-US" altLang="zh-CN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7" name="文本框 2"/>
          <p:cNvSpPr txBox="1"/>
          <p:nvPr/>
        </p:nvSpPr>
        <p:spPr>
          <a:xfrm>
            <a:off x="5065923" y="3905728"/>
            <a:ext cx="162179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不一定有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18" name="Object 26"/>
          <p:cNvGraphicFramePr>
            <a:graphicFrameLocks noChangeAspect="1"/>
          </p:cNvGraphicFramePr>
          <p:nvPr/>
        </p:nvGraphicFramePr>
        <p:xfrm>
          <a:off x="4092893" y="3924935"/>
          <a:ext cx="706437" cy="620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2" name="Equation" r:id="rId7" imgW="6705600" imgH="4876800" progId="Equation.DSMT4">
                  <p:embed/>
                </p:oleObj>
              </mc:Choice>
              <mc:Fallback>
                <p:oleObj name="Equation" r:id="rId7" imgW="6705600" imgH="4876800" progId="Equation.DSMT4">
                  <p:embed/>
                  <p:pic>
                    <p:nvPicPr>
                      <p:cNvPr id="0" name="图片 615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092893" y="3924935"/>
                        <a:ext cx="706437" cy="6207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" name="Object 23"/>
          <p:cNvGraphicFramePr>
            <a:graphicFrameLocks noChangeAspect="1"/>
          </p:cNvGraphicFramePr>
          <p:nvPr/>
        </p:nvGraphicFramePr>
        <p:xfrm>
          <a:off x="6652260" y="3860800"/>
          <a:ext cx="838200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3" name="Equation" r:id="rId9" imgW="7924800" imgH="4876800" progId="Equation.DSMT4">
                  <p:embed/>
                </p:oleObj>
              </mc:Choice>
              <mc:Fallback>
                <p:oleObj name="Equation" r:id="rId9" imgW="7924800" imgH="4876800" progId="Equation.DSMT4">
                  <p:embed/>
                  <p:pic>
                    <p:nvPicPr>
                      <p:cNvPr id="0" name="图片 6152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652260" y="3860800"/>
                        <a:ext cx="838200" cy="6191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" name="文本框 2"/>
          <p:cNvSpPr txBox="1"/>
          <p:nvPr/>
        </p:nvSpPr>
        <p:spPr>
          <a:xfrm>
            <a:off x="7486918" y="3924778"/>
            <a:ext cx="226187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D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内解析。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63" name="文本框 2"/>
          <p:cNvSpPr txBox="1"/>
          <p:nvPr/>
        </p:nvSpPr>
        <p:spPr>
          <a:xfrm>
            <a:off x="982873" y="4879183"/>
            <a:ext cx="91186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b="1" i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反例</a:t>
            </a:r>
            <a:r>
              <a:rPr lang="en-US" altLang="zh-CN" sz="2800" b="1" i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endParaRPr lang="zh-CN" altLang="en-US" sz="2800" b="1" i="1" u="sng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4093210" y="4623435"/>
            <a:ext cx="4961890" cy="996950"/>
            <a:chOff x="6446" y="7281"/>
            <a:chExt cx="7814" cy="1570"/>
          </a:xfrm>
        </p:grpSpPr>
        <p:sp>
          <p:nvSpPr>
            <p:cNvPr id="19" name="文本框 2"/>
            <p:cNvSpPr txBox="1"/>
            <p:nvPr/>
          </p:nvSpPr>
          <p:spPr>
            <a:xfrm>
              <a:off x="6446" y="7684"/>
              <a:ext cx="7814" cy="834"/>
            </a:xfrm>
            <a:prstGeom prst="rect">
              <a:avLst/>
            </a:prstGeom>
            <a:noFill/>
          </p:spPr>
          <p:txBody>
            <a:bodyPr wrap="non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但是            在        有奇点。</a:t>
              </a:r>
              <a:r>
                <a:rPr lang="en-US" altLang="zh-CN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 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59426" name="Object 34"/>
            <p:cNvGraphicFramePr>
              <a:graphicFrameLocks noChangeAspect="1"/>
            </p:cNvGraphicFramePr>
            <p:nvPr/>
          </p:nvGraphicFramePr>
          <p:xfrm>
            <a:off x="7709" y="7281"/>
            <a:ext cx="2146" cy="15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55" name="Equation" r:id="rId11" imgW="647700" imgH="393700" progId="Equation.DSMT4">
                    <p:embed/>
                  </p:oleObj>
                </mc:Choice>
                <mc:Fallback>
                  <p:oleObj name="Equation" r:id="rId11" imgW="647700" imgH="393700" progId="Equation.DSMT4">
                    <p:embed/>
                    <p:pic>
                      <p:nvPicPr>
                        <p:cNvPr id="0" name="图片 615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7709" y="7281"/>
                          <a:ext cx="2146" cy="157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9427" name="Object 35"/>
            <p:cNvGraphicFramePr>
              <a:graphicFrameLocks noChangeAspect="1"/>
            </p:cNvGraphicFramePr>
            <p:nvPr/>
          </p:nvGraphicFramePr>
          <p:xfrm>
            <a:off x="10432" y="7745"/>
            <a:ext cx="1409" cy="8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56" name="Equation" r:id="rId13" imgW="393700" imgH="203200" progId="Equation.DSMT4">
                    <p:embed/>
                  </p:oleObj>
                </mc:Choice>
                <mc:Fallback>
                  <p:oleObj name="Equation" r:id="rId13" imgW="393700" imgH="203200" progId="Equation.DSMT4">
                    <p:embed/>
                    <p:pic>
                      <p:nvPicPr>
                        <p:cNvPr id="0" name="图片 615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0432" y="7745"/>
                          <a:ext cx="1409" cy="89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5" name="七角星 44"/>
          <p:cNvSpPr/>
          <p:nvPr/>
        </p:nvSpPr>
        <p:spPr>
          <a:xfrm>
            <a:off x="1137225" y="2991569"/>
            <a:ext cx="914400" cy="914400"/>
          </a:xfrm>
          <a:prstGeom prst="star7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 dirty="0" smtClean="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</a:rPr>
              <a:t>注</a:t>
            </a:r>
            <a:endParaRPr lang="zh-CN" altLang="en-US" sz="2800" dirty="0" smtClean="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6" name="文本框 2"/>
          <p:cNvSpPr txBox="1"/>
          <p:nvPr/>
        </p:nvSpPr>
        <p:spPr>
          <a:xfrm>
            <a:off x="812693" y="1224123"/>
            <a:ext cx="124714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b="1" i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推论</a:t>
            </a:r>
            <a:r>
              <a:rPr lang="en-US" altLang="zh-CN" sz="2800" b="1" i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1. </a:t>
            </a:r>
            <a:endParaRPr lang="zh-CN" altLang="en-US" sz="2800" b="1" i="1" u="sng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27" name="文本框 2"/>
          <p:cNvSpPr txBox="1"/>
          <p:nvPr/>
        </p:nvSpPr>
        <p:spPr>
          <a:xfrm>
            <a:off x="2140853" y="1224123"/>
            <a:ext cx="366268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是一条简单闭曲线，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8312785" y="1220470"/>
            <a:ext cx="3425190" cy="618490"/>
            <a:chOff x="13091" y="1922"/>
            <a:chExt cx="5394" cy="974"/>
          </a:xfrm>
        </p:grpSpPr>
        <p:sp>
          <p:nvSpPr>
            <p:cNvPr id="25" name="文本框 2"/>
            <p:cNvSpPr txBox="1"/>
            <p:nvPr/>
          </p:nvSpPr>
          <p:spPr>
            <a:xfrm>
              <a:off x="13091" y="1928"/>
              <a:ext cx="5395" cy="834"/>
            </a:xfrm>
            <a:prstGeom prst="rect">
              <a:avLst/>
            </a:prstGeom>
            <a:noFill/>
          </p:spPr>
          <p:txBody>
            <a:bodyPr wrap="non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若       在</a:t>
              </a:r>
              <a:r>
                <a:rPr lang="en-US" altLang="zh-CN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            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上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28" name="Object 23"/>
            <p:cNvGraphicFramePr>
              <a:graphicFrameLocks noChangeAspect="1"/>
            </p:cNvGraphicFramePr>
            <p:nvPr/>
          </p:nvGraphicFramePr>
          <p:xfrm>
            <a:off x="13639" y="1922"/>
            <a:ext cx="1320" cy="9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" name="Equation" r:id="rId15" imgW="7924800" imgH="4876800" progId="Equation.DSMT4">
                    <p:embed/>
                  </p:oleObj>
                </mc:Choice>
                <mc:Fallback>
                  <p:oleObj name="Equation" r:id="rId15" imgW="7924800" imgH="4876800" progId="Equation.DSMT4">
                    <p:embed/>
                    <p:pic>
                      <p:nvPicPr>
                        <p:cNvPr id="0" name="图片 614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13639" y="1922"/>
                          <a:ext cx="1320" cy="97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" name="Object 23"/>
            <p:cNvGraphicFramePr>
              <a:graphicFrameLocks noChangeAspect="1"/>
            </p:cNvGraphicFramePr>
            <p:nvPr/>
          </p:nvGraphicFramePr>
          <p:xfrm>
            <a:off x="15624" y="2063"/>
            <a:ext cx="2009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" name="Equation" r:id="rId17" imgW="711200" imgH="203200" progId="Equation.DSMT4">
                    <p:embed/>
                  </p:oleObj>
                </mc:Choice>
                <mc:Fallback>
                  <p:oleObj name="Equation" r:id="rId17" imgW="711200" imgH="203200" progId="Equation.DSMT4">
                    <p:embed/>
                    <p:pic>
                      <p:nvPicPr>
                        <p:cNvPr id="0" name="图片 614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15624" y="2063"/>
                          <a:ext cx="2009" cy="69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2" name="文本框 2"/>
          <p:cNvSpPr txBox="1"/>
          <p:nvPr/>
        </p:nvSpPr>
        <p:spPr>
          <a:xfrm>
            <a:off x="2162443" y="2000093"/>
            <a:ext cx="55499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则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33" name="Object 25"/>
          <p:cNvGraphicFramePr>
            <a:graphicFrameLocks noChangeAspect="1"/>
          </p:cNvGraphicFramePr>
          <p:nvPr/>
        </p:nvGraphicFramePr>
        <p:xfrm>
          <a:off x="3315335" y="2193290"/>
          <a:ext cx="1978660" cy="7759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" name="Equation" r:id="rId19" imgW="914400" imgH="292100" progId="Equation.DSMT4">
                  <p:embed/>
                </p:oleObj>
              </mc:Choice>
              <mc:Fallback>
                <p:oleObj name="Equation" r:id="rId19" imgW="914400" imgH="2921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315335" y="2193290"/>
                        <a:ext cx="1978660" cy="7759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文本框 2"/>
          <p:cNvSpPr txBox="1"/>
          <p:nvPr/>
        </p:nvSpPr>
        <p:spPr>
          <a:xfrm>
            <a:off x="5581918" y="1224123"/>
            <a:ext cx="2731135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其围成区域为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D,</a:t>
            </a:r>
            <a:endParaRPr lang="en-US" altLang="zh-CN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7" name="文本框 2"/>
          <p:cNvSpPr txBox="1"/>
          <p:nvPr/>
        </p:nvSpPr>
        <p:spPr>
          <a:xfrm>
            <a:off x="1137285" y="2000250"/>
            <a:ext cx="1102360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解析，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" name="七角星 1"/>
          <p:cNvSpPr/>
          <p:nvPr/>
        </p:nvSpPr>
        <p:spPr>
          <a:xfrm>
            <a:off x="1137225" y="5713814"/>
            <a:ext cx="914400" cy="914400"/>
          </a:xfrm>
          <a:prstGeom prst="star7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 dirty="0" smtClean="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</a:rPr>
              <a:t>注</a:t>
            </a:r>
            <a:endParaRPr lang="zh-CN" altLang="en-US" sz="2800" dirty="0" smtClean="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140478" y="6098383"/>
            <a:ext cx="633095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</a:rPr>
              <a:t>(3) </a:t>
            </a:r>
            <a:endParaRPr lang="en-US" altLang="zh-CN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" name="文本框 2"/>
          <p:cNvSpPr txBox="1"/>
          <p:nvPr/>
        </p:nvSpPr>
        <p:spPr>
          <a:xfrm>
            <a:off x="2808498" y="6098383"/>
            <a:ext cx="496443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可以用柯西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古萨积分定理计算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5" name="圆角矩形标注 4"/>
          <p:cNvSpPr/>
          <p:nvPr/>
        </p:nvSpPr>
        <p:spPr>
          <a:xfrm>
            <a:off x="7628255" y="2193290"/>
            <a:ext cx="2613660" cy="631825"/>
          </a:xfrm>
          <a:prstGeom prst="wedgeRoundRectCallout">
            <a:avLst>
              <a:gd name="adj1" fmla="val -63095"/>
              <a:gd name="adj2" fmla="val -129195"/>
              <a:gd name="adj3" fmla="val 16667"/>
            </a:avLst>
          </a:prstGeom>
          <a:gradFill>
            <a:gsLst>
              <a:gs pos="44000">
                <a:srgbClr val="F5CBB8"/>
              </a:gs>
              <a:gs pos="0">
                <a:srgbClr val="F8DCD0"/>
              </a:gs>
              <a:gs pos="100000">
                <a:srgbClr val="F1B9A0"/>
              </a:gs>
            </a:gsLst>
            <a:lin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</a:rPr>
              <a:t>单连通域</a:t>
            </a:r>
            <a:endParaRPr lang="zh-CN" altLang="en-US" sz="280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6" name="Object 25"/>
          <p:cNvGraphicFramePr>
            <a:graphicFrameLocks noChangeAspect="1"/>
          </p:cNvGraphicFramePr>
          <p:nvPr/>
        </p:nvGraphicFramePr>
        <p:xfrm>
          <a:off x="7773035" y="5972175"/>
          <a:ext cx="1456690" cy="7759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21" imgW="673100" imgH="292100" progId="Equation.DSMT4">
                  <p:embed/>
                </p:oleObj>
              </mc:Choice>
              <mc:Fallback>
                <p:oleObj name="Equation" r:id="rId21" imgW="673100" imgH="2921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7773035" y="5972175"/>
                        <a:ext cx="1456690" cy="7759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59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0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500"/>
                            </p:stCondLst>
                            <p:childTnLst>
                              <p:par>
                                <p:cTn id="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2000"/>
                            </p:stCondLst>
                            <p:childTnLst>
                              <p:par>
                                <p:cTn id="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500"/>
                            </p:stCondLst>
                            <p:childTnLst>
                              <p:par>
                                <p:cTn id="8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00"/>
                            </p:stCondLst>
                            <p:childTnLst>
                              <p:par>
                                <p:cTn id="10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1000"/>
                            </p:stCondLst>
                            <p:childTnLst>
                              <p:par>
                                <p:cTn id="10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1500"/>
                            </p:stCondLst>
                            <p:childTnLst>
                              <p:par>
                                <p:cTn id="1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37" grpId="0"/>
      <p:bldP spid="32" grpId="0"/>
      <p:bldP spid="5" grpId="0" bldLvl="0" animBg="1"/>
      <p:bldP spid="45" grpId="0" animBg="1"/>
      <p:bldP spid="16" grpId="0"/>
      <p:bldP spid="17" grpId="0"/>
      <p:bldP spid="55" grpId="0"/>
      <p:bldP spid="57" grpId="0"/>
      <p:bldP spid="62" grpId="0"/>
      <p:bldP spid="63" grpId="0"/>
      <p:bldP spid="2" grpId="0" animBg="1"/>
      <p:bldP spid="4" grpId="0"/>
      <p:bldP spid="3" grpId="0"/>
      <p:bldP spid="3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文本框 2"/>
          <p:cNvSpPr txBox="1"/>
          <p:nvPr/>
        </p:nvSpPr>
        <p:spPr>
          <a:xfrm>
            <a:off x="768878" y="3352643"/>
            <a:ext cx="98171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b="1" dirty="0" smtClean="0">
                <a:solidFill>
                  <a:schemeClr val="tx2">
                    <a:lumMod val="50000"/>
                  </a:schemeClr>
                </a:solidFill>
                <a:latin typeface="+mn-ea"/>
                <a:cs typeface="+mn-ea"/>
              </a:rPr>
              <a:t>例</a:t>
            </a:r>
            <a:r>
              <a:rPr lang="en-US" altLang="zh-CN" sz="2800" b="1" dirty="0" smtClean="0">
                <a:solidFill>
                  <a:schemeClr val="tx2">
                    <a:lumMod val="50000"/>
                  </a:schemeClr>
                </a:solidFill>
                <a:latin typeface="+mn-ea"/>
                <a:cs typeface="+mn-ea"/>
              </a:rPr>
              <a:t>1. </a:t>
            </a:r>
            <a:endParaRPr lang="en-US" altLang="zh-CN" sz="2800" b="1" dirty="0" smtClean="0">
              <a:solidFill>
                <a:schemeClr val="tx2">
                  <a:lumMod val="50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5" name="文本框 2"/>
          <p:cNvSpPr txBox="1"/>
          <p:nvPr/>
        </p:nvSpPr>
        <p:spPr>
          <a:xfrm>
            <a:off x="1781703" y="3371693"/>
            <a:ext cx="233299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计算下列积分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9" name="文本框 2"/>
          <p:cNvSpPr txBox="1"/>
          <p:nvPr/>
        </p:nvSpPr>
        <p:spPr>
          <a:xfrm>
            <a:off x="524403" y="1985488"/>
            <a:ext cx="751967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（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）先找被积函数在整个有限复平面上的奇点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8044180" y="1985644"/>
          <a:ext cx="1911350" cy="6035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3" name="Equation" r:id="rId1" imgW="17373600" imgH="5486400" progId="Equation.DSMT4">
                  <p:embed/>
                </p:oleObj>
              </mc:Choice>
              <mc:Fallback>
                <p:oleObj name="Equation" r:id="rId1" imgW="17373600" imgH="5486400" progId="Equation.DSMT4">
                  <p:embed/>
                  <p:pic>
                    <p:nvPicPr>
                      <p:cNvPr id="0" name="图片 717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044180" y="1985644"/>
                        <a:ext cx="1911350" cy="6035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2"/>
          <p:cNvSpPr txBox="1"/>
          <p:nvPr/>
        </p:nvSpPr>
        <p:spPr>
          <a:xfrm>
            <a:off x="524403" y="2592548"/>
            <a:ext cx="929767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（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）判断奇点是否在积分曲线围成的区域内，若不在，则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749935" y="1048385"/>
            <a:ext cx="6087110" cy="713740"/>
            <a:chOff x="1181" y="1651"/>
            <a:chExt cx="9586" cy="1124"/>
          </a:xfrm>
        </p:grpSpPr>
        <p:sp>
          <p:nvSpPr>
            <p:cNvPr id="8" name="文本框 2"/>
            <p:cNvSpPr txBox="1"/>
            <p:nvPr/>
          </p:nvSpPr>
          <p:spPr>
            <a:xfrm>
              <a:off x="1181" y="1651"/>
              <a:ext cx="9586" cy="834"/>
            </a:xfrm>
            <a:prstGeom prst="rect">
              <a:avLst/>
            </a:prstGeom>
            <a:noFill/>
          </p:spPr>
          <p:txBody>
            <a:bodyPr wrap="non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用柯西积分定理计算            的步骤：</a:t>
              </a:r>
              <a:endPara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21" name="Object 25"/>
            <p:cNvGraphicFramePr>
              <a:graphicFrameLocks noChangeAspect="1"/>
            </p:cNvGraphicFramePr>
            <p:nvPr/>
          </p:nvGraphicFramePr>
          <p:xfrm>
            <a:off x="6477" y="1651"/>
            <a:ext cx="2107" cy="11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76" name="Equation" r:id="rId3" imgW="660400" imgH="292100" progId="Equation.DSMT4">
                    <p:embed/>
                  </p:oleObj>
                </mc:Choice>
                <mc:Fallback>
                  <p:oleObj name="Equation" r:id="rId3" imgW="660400" imgH="292100" progId="Equation.DSMT4">
                    <p:embed/>
                    <p:pic>
                      <p:nvPicPr>
                        <p:cNvPr id="0" name="图片 717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6477" y="1651"/>
                          <a:ext cx="2107" cy="1124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2" name="Object 25"/>
          <p:cNvGraphicFramePr>
            <a:graphicFrameLocks noChangeAspect="1"/>
          </p:cNvGraphicFramePr>
          <p:nvPr/>
        </p:nvGraphicFramePr>
        <p:xfrm>
          <a:off x="9821863" y="2555240"/>
          <a:ext cx="1852930" cy="7137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" name="Equation" r:id="rId5" imgW="914400" imgH="292100" progId="Equation.DSMT4">
                  <p:embed/>
                </p:oleObj>
              </mc:Choice>
              <mc:Fallback>
                <p:oleObj name="Equation" r:id="rId5" imgW="914400" imgH="292100" progId="Equation.DSMT4">
                  <p:embed/>
                  <p:pic>
                    <p:nvPicPr>
                      <p:cNvPr id="0" name="图片 7175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821863" y="2555240"/>
                        <a:ext cx="1852930" cy="7137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5"/>
          <p:cNvGraphicFramePr>
            <a:graphicFrameLocks noChangeAspect="1"/>
          </p:cNvGraphicFramePr>
          <p:nvPr/>
        </p:nvGraphicFramePr>
        <p:xfrm>
          <a:off x="1512253" y="4124008"/>
          <a:ext cx="2419350" cy="7448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" name="Equation" r:id="rId7" imgW="1193800" imgH="304800" progId="Equation.DSMT4">
                  <p:embed/>
                </p:oleObj>
              </mc:Choice>
              <mc:Fallback>
                <p:oleObj name="Equation" r:id="rId7" imgW="1193800" imgH="304800" progId="Equation.DSMT4">
                  <p:embed/>
                  <p:pic>
                    <p:nvPicPr>
                      <p:cNvPr id="0" name="图片 7175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12253" y="4124008"/>
                        <a:ext cx="2419350" cy="7448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" name="文本框 2"/>
          <p:cNvSpPr txBox="1"/>
          <p:nvPr/>
        </p:nvSpPr>
        <p:spPr>
          <a:xfrm>
            <a:off x="1138448" y="4989038"/>
            <a:ext cx="91059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解：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51" name="Object 25"/>
          <p:cNvGraphicFramePr>
            <a:graphicFrameLocks noChangeAspect="1"/>
          </p:cNvGraphicFramePr>
          <p:nvPr/>
        </p:nvGraphicFramePr>
        <p:xfrm>
          <a:off x="1843088" y="4962208"/>
          <a:ext cx="1235710" cy="5594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" name="Equation" r:id="rId9" imgW="609600" imgH="228600" progId="Equation.DSMT4">
                  <p:embed/>
                </p:oleObj>
              </mc:Choice>
              <mc:Fallback>
                <p:oleObj name="Equation" r:id="rId9" imgW="609600" imgH="228600" progId="Equation.DSMT4">
                  <p:embed/>
                  <p:pic>
                    <p:nvPicPr>
                      <p:cNvPr id="0" name="图片 7175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843088" y="4962208"/>
                        <a:ext cx="1235710" cy="5594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" name="Object 25"/>
          <p:cNvGraphicFramePr>
            <a:graphicFrameLocks noChangeAspect="1"/>
          </p:cNvGraphicFramePr>
          <p:nvPr/>
        </p:nvGraphicFramePr>
        <p:xfrm>
          <a:off x="5265421" y="6571933"/>
          <a:ext cx="2625725" cy="7448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" name="Equation" r:id="rId11" imgW="1295400" imgH="304800" progId="Equation.DSMT4">
                  <p:embed/>
                </p:oleObj>
              </mc:Choice>
              <mc:Fallback>
                <p:oleObj name="Equation" r:id="rId11" imgW="1295400" imgH="304800" progId="Equation.DSMT4">
                  <p:embed/>
                  <p:pic>
                    <p:nvPicPr>
                      <p:cNvPr id="0" name="图片 7175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265421" y="6571933"/>
                        <a:ext cx="2625725" cy="7448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" name="文本框 2"/>
          <p:cNvSpPr txBox="1"/>
          <p:nvPr/>
        </p:nvSpPr>
        <p:spPr>
          <a:xfrm>
            <a:off x="3079008" y="4962368"/>
            <a:ext cx="3869055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 复平面上处处解析，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70" name="文本框 2"/>
          <p:cNvSpPr txBox="1"/>
          <p:nvPr/>
        </p:nvSpPr>
        <p:spPr>
          <a:xfrm>
            <a:off x="1203218" y="6669883"/>
            <a:ext cx="389763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由柯西</a:t>
            </a:r>
            <a:r>
              <a:rPr lang="en-US" altLang="zh-CN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</a:t>
            </a:r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古萨积分定理</a:t>
            </a:r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8315960" y="4124325"/>
            <a:ext cx="2823210" cy="2838450"/>
            <a:chOff x="13096" y="6495"/>
            <a:chExt cx="4446" cy="4470"/>
          </a:xfrm>
        </p:grpSpPr>
        <p:sp>
          <p:nvSpPr>
            <p:cNvPr id="6" name="椭圆 5"/>
            <p:cNvSpPr/>
            <p:nvPr/>
          </p:nvSpPr>
          <p:spPr>
            <a:xfrm>
              <a:off x="13828" y="7579"/>
              <a:ext cx="2716" cy="2817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38" name="直接箭头连接符 37"/>
            <p:cNvCxnSpPr/>
            <p:nvPr/>
          </p:nvCxnSpPr>
          <p:spPr>
            <a:xfrm>
              <a:off x="13096" y="8976"/>
              <a:ext cx="4060" cy="2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箭头连接符 38"/>
            <p:cNvCxnSpPr/>
            <p:nvPr/>
          </p:nvCxnSpPr>
          <p:spPr>
            <a:xfrm flipH="1" flipV="1">
              <a:off x="15145" y="6691"/>
              <a:ext cx="82" cy="427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40" name="Object 4"/>
            <p:cNvGraphicFramePr>
              <a:graphicFrameLocks noChangeAspect="1"/>
            </p:cNvGraphicFramePr>
            <p:nvPr/>
          </p:nvGraphicFramePr>
          <p:xfrm>
            <a:off x="14622" y="8990"/>
            <a:ext cx="523" cy="5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" name="Equation" r:id="rId13" imgW="127000" imgH="139700" progId="Equation.DSMT4">
                    <p:embed/>
                  </p:oleObj>
                </mc:Choice>
                <mc:Fallback>
                  <p:oleObj name="Equation" r:id="rId13" imgW="127000" imgH="139700" progId="Equation.DSMT4">
                    <p:embed/>
                    <p:pic>
                      <p:nvPicPr>
                        <p:cNvPr id="0" name="图片 921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4622" y="8990"/>
                          <a:ext cx="523" cy="551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" name="Object 4"/>
            <p:cNvGraphicFramePr>
              <a:graphicFrameLocks noChangeAspect="1"/>
            </p:cNvGraphicFramePr>
            <p:nvPr/>
          </p:nvGraphicFramePr>
          <p:xfrm>
            <a:off x="14246" y="6495"/>
            <a:ext cx="576" cy="6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" name="Equation" r:id="rId15" imgW="139700" imgH="165100" progId="Equation.DSMT4">
                    <p:embed/>
                  </p:oleObj>
                </mc:Choice>
                <mc:Fallback>
                  <p:oleObj name="Equation" r:id="rId15" imgW="139700" imgH="165100" progId="Equation.DSMT4">
                    <p:embed/>
                    <p:pic>
                      <p:nvPicPr>
                        <p:cNvPr id="0" name="图片 921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14246" y="6495"/>
                          <a:ext cx="576" cy="65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" name="Object 4"/>
            <p:cNvGraphicFramePr>
              <a:graphicFrameLocks noChangeAspect="1"/>
            </p:cNvGraphicFramePr>
            <p:nvPr/>
          </p:nvGraphicFramePr>
          <p:xfrm>
            <a:off x="17018" y="8338"/>
            <a:ext cx="524" cy="5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" name="Equation" r:id="rId17" imgW="127000" imgH="139700" progId="Equation.DSMT4">
                    <p:embed/>
                  </p:oleObj>
                </mc:Choice>
                <mc:Fallback>
                  <p:oleObj name="Equation" r:id="rId17" imgW="127000" imgH="139700" progId="Equation.DSMT4">
                    <p:embed/>
                    <p:pic>
                      <p:nvPicPr>
                        <p:cNvPr id="0" name="图片 921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17018" y="8338"/>
                          <a:ext cx="524" cy="55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" name="椭圆 1"/>
            <p:cNvSpPr/>
            <p:nvPr/>
          </p:nvSpPr>
          <p:spPr>
            <a:xfrm>
              <a:off x="16505" y="8959"/>
              <a:ext cx="119" cy="1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" name="椭圆 2"/>
            <p:cNvSpPr/>
            <p:nvPr/>
          </p:nvSpPr>
          <p:spPr>
            <a:xfrm>
              <a:off x="15118" y="8958"/>
              <a:ext cx="119" cy="1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aphicFrame>
          <p:nvGraphicFramePr>
            <p:cNvPr id="13" name="Object 4"/>
            <p:cNvGraphicFramePr>
              <a:graphicFrameLocks noChangeAspect="1"/>
            </p:cNvGraphicFramePr>
            <p:nvPr/>
          </p:nvGraphicFramePr>
          <p:xfrm>
            <a:off x="16544" y="9030"/>
            <a:ext cx="524" cy="6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7" name="Equation" r:id="rId19" imgW="127000" imgH="165100" progId="Equation.DSMT4">
                    <p:embed/>
                  </p:oleObj>
                </mc:Choice>
                <mc:Fallback>
                  <p:oleObj name="Equation" r:id="rId19" imgW="127000" imgH="165100" progId="Equation.DSMT4">
                    <p:embed/>
                    <p:pic>
                      <p:nvPicPr>
                        <p:cNvPr id="0" name="图片 921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16544" y="9030"/>
                          <a:ext cx="524" cy="65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3" name="Object 4"/>
            <p:cNvGraphicFramePr>
              <a:graphicFrameLocks noChangeAspect="1"/>
            </p:cNvGraphicFramePr>
            <p:nvPr/>
          </p:nvGraphicFramePr>
          <p:xfrm>
            <a:off x="13616" y="7114"/>
            <a:ext cx="630" cy="7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" name="Equation" r:id="rId21" imgW="152400" imgH="177165" progId="Equation.DSMT4">
                    <p:embed/>
                  </p:oleObj>
                </mc:Choice>
                <mc:Fallback>
                  <p:oleObj name="Equation" r:id="rId21" imgW="152400" imgH="177165" progId="Equation.DSMT4">
                    <p:embed/>
                    <p:pic>
                      <p:nvPicPr>
                        <p:cNvPr id="0" name="图片 921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13616" y="7114"/>
                          <a:ext cx="630" cy="701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6" name="直接箭头连接符 15"/>
            <p:cNvCxnSpPr/>
            <p:nvPr/>
          </p:nvCxnSpPr>
          <p:spPr>
            <a:xfrm flipH="1">
              <a:off x="14505" y="7630"/>
              <a:ext cx="317" cy="159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组合 16"/>
          <p:cNvGrpSpPr/>
          <p:nvPr/>
        </p:nvGrpSpPr>
        <p:grpSpPr>
          <a:xfrm>
            <a:off x="1451610" y="5785485"/>
            <a:ext cx="4293870" cy="558800"/>
            <a:chOff x="2286" y="9111"/>
            <a:chExt cx="6762" cy="880"/>
          </a:xfrm>
        </p:grpSpPr>
        <p:grpSp>
          <p:nvGrpSpPr>
            <p:cNvPr id="7" name="组合 6"/>
            <p:cNvGrpSpPr/>
            <p:nvPr/>
          </p:nvGrpSpPr>
          <p:grpSpPr>
            <a:xfrm>
              <a:off x="2286" y="9111"/>
              <a:ext cx="6763" cy="881"/>
              <a:chOff x="2286" y="9111"/>
              <a:chExt cx="6763" cy="881"/>
            </a:xfrm>
          </p:grpSpPr>
          <p:sp>
            <p:nvSpPr>
              <p:cNvPr id="54" name="文本框 2"/>
              <p:cNvSpPr txBox="1"/>
              <p:nvPr/>
            </p:nvSpPr>
            <p:spPr>
              <a:xfrm>
                <a:off x="2286" y="9111"/>
                <a:ext cx="6763" cy="834"/>
              </a:xfrm>
              <a:prstGeom prst="rect">
                <a:avLst/>
              </a:prstGeom>
              <a:noFill/>
            </p:spPr>
            <p:txBody>
              <a:bodyPr wrap="none" lIns="100054" tIns="50027" rIns="100054" bIns="50027" rtlCol="0">
                <a:spAutoFit/>
              </a:bodyPr>
              <a:p>
                <a:r>
                  <a:rPr lang="zh-CN" altLang="en-US" sz="2800" dirty="0">
                    <a:latin typeface="华文中宋" panose="02010600040101010101" charset="-122"/>
                    <a:ea typeface="华文中宋" panose="02010600040101010101" charset="-122"/>
                    <a:cs typeface="华文中宋" panose="02010600040101010101" charset="-122"/>
                  </a:rPr>
                  <a:t>故在</a:t>
                </a:r>
                <a:r>
                  <a:rPr lang="en-US" altLang="zh-CN" sz="2800" dirty="0">
                    <a:latin typeface="华文中宋" panose="02010600040101010101" charset="-122"/>
                    <a:ea typeface="华文中宋" panose="02010600040101010101" charset="-122"/>
                    <a:cs typeface="华文中宋" panose="02010600040101010101" charset="-122"/>
                  </a:rPr>
                  <a:t>   </a:t>
                </a:r>
                <a:r>
                  <a:rPr lang="zh-CN" altLang="en-US" sz="2800" dirty="0">
                    <a:latin typeface="华文中宋" panose="02010600040101010101" charset="-122"/>
                    <a:ea typeface="华文中宋" panose="02010600040101010101" charset="-122"/>
                    <a:cs typeface="华文中宋" panose="02010600040101010101" charset="-122"/>
                  </a:rPr>
                  <a:t>        内</a:t>
                </a:r>
                <a:r>
                  <a:rPr lang="zh-CN" altLang="en-US" sz="2800" dirty="0">
                    <a:latin typeface="华文中宋" panose="02010600040101010101" charset="-122"/>
                    <a:ea typeface="华文中宋" panose="02010600040101010101" charset="-122"/>
                    <a:cs typeface="华文中宋" panose="02010600040101010101" charset="-122"/>
                  </a:rPr>
                  <a:t>处处解析，</a:t>
                </a:r>
                <a:endParaRPr lang="zh-CN" altLang="en-US" sz="2800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endParaRPr>
              </a:p>
            </p:txBody>
          </p:sp>
          <p:graphicFrame>
            <p:nvGraphicFramePr>
              <p:cNvPr id="56" name="Object 25"/>
              <p:cNvGraphicFramePr>
                <a:graphicFrameLocks noChangeAspect="1"/>
              </p:cNvGraphicFramePr>
              <p:nvPr/>
            </p:nvGraphicFramePr>
            <p:xfrm>
              <a:off x="3659" y="9208"/>
              <a:ext cx="1257" cy="7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8" name="Equation" r:id="rId23" imgW="393700" imgH="203200" progId="Equation.DSMT4">
                      <p:embed/>
                    </p:oleObj>
                  </mc:Choice>
                  <mc:Fallback>
                    <p:oleObj name="Equation" r:id="rId23" imgW="393700" imgH="203200" progId="Equation.DSMT4">
                      <p:embed/>
                      <p:pic>
                        <p:nvPicPr>
                          <p:cNvPr id="0" name="图片 7175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24"/>
                          <a:stretch>
                            <a:fillRect/>
                          </a:stretch>
                        </p:blipFill>
                        <p:spPr>
                          <a:xfrm>
                            <a:off x="3659" y="9208"/>
                            <a:ext cx="1257" cy="784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文本框 13"/>
                <p:cNvSpPr txBox="1"/>
                <p:nvPr/>
              </p:nvSpPr>
              <p:spPr>
                <a:xfrm>
                  <a:off x="3489" y="9165"/>
                  <a:ext cx="1954" cy="822"/>
                </a:xfrm>
                <a:prstGeom prst="rect">
                  <a:avLst/>
                </a:prstGeom>
                <a:solidFill>
                  <a:srgbClr val="EAF4FD"/>
                </a:solidFill>
              </p:spPr>
              <p:txBody>
                <a:bodyPr wrap="none" rtlCol="0" anchor="t">
                  <a:sp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|</m:t>
                        </m:r>
                        <m:r>
                          <a:rPr lang="en-US" altLang="zh-CN" sz="28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𝑧</m:t>
                        </m:r>
                        <m:r>
                          <a:rPr lang="en-US" altLang="zh-CN" sz="28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|</m:t>
                        </m:r>
                        <m:r>
                          <a:rPr lang="en-US" altLang="zh-CN" sz="28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≤</m:t>
                        </m:r>
                        <m:r>
                          <a:rPr lang="en-US" altLang="zh-CN" sz="28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2800"/>
                </a:p>
              </p:txBody>
            </p:sp>
          </mc:Choice>
          <mc:Fallback>
            <p:sp>
              <p:nvSpPr>
                <p:cNvPr id="14" name="文本框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89" y="9165"/>
                  <a:ext cx="1954" cy="822"/>
                </a:xfrm>
                <a:prstGeom prst="rect">
                  <a:avLst/>
                </a:prstGeom>
                <a:blipFill rotWithShape="1">
                  <a:blip r:embed="rId2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custDataLst>
      <p:tags r:id="rId26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53" grpId="0"/>
      <p:bldP spid="5" grpId="0"/>
      <p:bldP spid="50" grpId="0"/>
      <p:bldP spid="67" grpId="0"/>
      <p:bldP spid="7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" name="Object 25"/>
          <p:cNvGraphicFramePr>
            <a:graphicFrameLocks noChangeAspect="1"/>
          </p:cNvGraphicFramePr>
          <p:nvPr/>
        </p:nvGraphicFramePr>
        <p:xfrm>
          <a:off x="923608" y="1450023"/>
          <a:ext cx="3166110" cy="10242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" name="Equation" r:id="rId1" imgW="1562100" imgH="419100" progId="Equation.DSMT4">
                  <p:embed/>
                </p:oleObj>
              </mc:Choice>
              <mc:Fallback>
                <p:oleObj name="Equation" r:id="rId1" imgW="1562100" imgH="419100" progId="Equation.DSMT4">
                  <p:embed/>
                  <p:pic>
                    <p:nvPicPr>
                      <p:cNvPr id="0" name="图片 7175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23608" y="1450023"/>
                        <a:ext cx="3166110" cy="10242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" name="文本框 2"/>
          <p:cNvSpPr txBox="1"/>
          <p:nvPr/>
        </p:nvSpPr>
        <p:spPr>
          <a:xfrm>
            <a:off x="525673" y="2474438"/>
            <a:ext cx="91059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解：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72" name="Object 25"/>
          <p:cNvGraphicFramePr>
            <a:graphicFrameLocks noChangeAspect="1"/>
          </p:cNvGraphicFramePr>
          <p:nvPr/>
        </p:nvGraphicFramePr>
        <p:xfrm>
          <a:off x="1217613" y="2474278"/>
          <a:ext cx="1879600" cy="10242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" name="Equation" r:id="rId3" imgW="927100" imgH="419100" progId="Equation.DSMT4">
                  <p:embed/>
                </p:oleObj>
              </mc:Choice>
              <mc:Fallback>
                <p:oleObj name="Equation" r:id="rId3" imgW="927100" imgH="419100" progId="Equation.DSMT4">
                  <p:embed/>
                  <p:pic>
                    <p:nvPicPr>
                      <p:cNvPr id="0" name="图片 717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17613" y="2474278"/>
                        <a:ext cx="1879600" cy="10242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" name="文本框 2"/>
          <p:cNvSpPr txBox="1"/>
          <p:nvPr/>
        </p:nvSpPr>
        <p:spPr>
          <a:xfrm>
            <a:off x="3084088" y="2722088"/>
            <a:ext cx="3869055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 复平面上有四个奇点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75" name="Object 25"/>
          <p:cNvGraphicFramePr>
            <a:graphicFrameLocks noChangeAspect="1"/>
          </p:cNvGraphicFramePr>
          <p:nvPr/>
        </p:nvGraphicFramePr>
        <p:xfrm>
          <a:off x="6952933" y="2753996"/>
          <a:ext cx="849630" cy="4978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" name="Equation" r:id="rId5" imgW="419100" imgH="203200" progId="Equation.DSMT4">
                  <p:embed/>
                </p:oleObj>
              </mc:Choice>
              <mc:Fallback>
                <p:oleObj name="Equation" r:id="rId5" imgW="419100" imgH="203200" progId="Equation.DSMT4">
                  <p:embed/>
                  <p:pic>
                    <p:nvPicPr>
                      <p:cNvPr id="0" name="图片 7175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952933" y="2753996"/>
                        <a:ext cx="849630" cy="4978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" name="文本框 2"/>
          <p:cNvSpPr txBox="1"/>
          <p:nvPr/>
        </p:nvSpPr>
        <p:spPr>
          <a:xfrm>
            <a:off x="1321963" y="3809208"/>
            <a:ext cx="55499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且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78" name="Object 25"/>
          <p:cNvGraphicFramePr>
            <a:graphicFrameLocks noChangeAspect="1"/>
          </p:cNvGraphicFramePr>
          <p:nvPr/>
        </p:nvGraphicFramePr>
        <p:xfrm>
          <a:off x="1877061" y="3614739"/>
          <a:ext cx="2212975" cy="9645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" name="Equation" r:id="rId7" imgW="1091565" imgH="393700" progId="Equation.DSMT4">
                  <p:embed/>
                </p:oleObj>
              </mc:Choice>
              <mc:Fallback>
                <p:oleObj name="Equation" r:id="rId7" imgW="1091565" imgH="393700" progId="Equation.DSMT4">
                  <p:embed/>
                  <p:pic>
                    <p:nvPicPr>
                      <p:cNvPr id="0" name="图片 7175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877061" y="3614739"/>
                        <a:ext cx="2212975" cy="96456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" name="Object 25"/>
          <p:cNvGraphicFramePr>
            <a:graphicFrameLocks noChangeAspect="1"/>
          </p:cNvGraphicFramePr>
          <p:nvPr/>
        </p:nvGraphicFramePr>
        <p:xfrm>
          <a:off x="1231583" y="4579303"/>
          <a:ext cx="1879600" cy="10242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" name="Equation" r:id="rId9" imgW="927100" imgH="419100" progId="Equation.DSMT4">
                  <p:embed/>
                </p:oleObj>
              </mc:Choice>
              <mc:Fallback>
                <p:oleObj name="Equation" r:id="rId9" imgW="927100" imgH="419100" progId="Equation.DSMT4">
                  <p:embed/>
                  <p:pic>
                    <p:nvPicPr>
                      <p:cNvPr id="0" name="图片 717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31583" y="4579303"/>
                        <a:ext cx="1879600" cy="10242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2" name="组合 31"/>
          <p:cNvGrpSpPr/>
          <p:nvPr/>
        </p:nvGrpSpPr>
        <p:grpSpPr>
          <a:xfrm>
            <a:off x="3219450" y="4703445"/>
            <a:ext cx="3597910" cy="963930"/>
            <a:chOff x="5343" y="5703"/>
            <a:chExt cx="5666" cy="1518"/>
          </a:xfrm>
        </p:grpSpPr>
        <p:sp>
          <p:nvSpPr>
            <p:cNvPr id="82" name="文本框 2"/>
            <p:cNvSpPr txBox="1"/>
            <p:nvPr/>
          </p:nvSpPr>
          <p:spPr>
            <a:xfrm>
              <a:off x="5343" y="6046"/>
              <a:ext cx="5666" cy="834"/>
            </a:xfrm>
            <a:prstGeom prst="rect">
              <a:avLst/>
            </a:prstGeom>
            <a:noFill/>
          </p:spPr>
          <p:txBody>
            <a:bodyPr wrap="none" lIns="100054" tIns="50027" rIns="100054" bIns="50027" rtlCol="0">
              <a:spAutoFit/>
            </a:bodyPr>
            <a:p>
              <a:r>
                <a:rPr lang="zh-CN" altLang="en-US" sz="2800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在        内</a:t>
              </a:r>
              <a:r>
                <a:rPr lang="zh-CN" altLang="en-US" sz="2800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处处解析，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83" name="Object 25"/>
            <p:cNvGraphicFramePr>
              <a:graphicFrameLocks noChangeAspect="1"/>
            </p:cNvGraphicFramePr>
            <p:nvPr/>
          </p:nvGraphicFramePr>
          <p:xfrm>
            <a:off x="6076" y="5703"/>
            <a:ext cx="1420" cy="15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" name="Equation" r:id="rId10" imgW="444500" imgH="393700" progId="Equation.DSMT4">
                    <p:embed/>
                  </p:oleObj>
                </mc:Choice>
                <mc:Fallback>
                  <p:oleObj name="Equation" r:id="rId10" imgW="444500" imgH="393700" progId="Equation.DSMT4">
                    <p:embed/>
                    <p:pic>
                      <p:nvPicPr>
                        <p:cNvPr id="0" name="图片 717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6076" y="5703"/>
                          <a:ext cx="1420" cy="1519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5" name="文本框 2"/>
          <p:cNvSpPr txBox="1"/>
          <p:nvPr/>
        </p:nvSpPr>
        <p:spPr>
          <a:xfrm>
            <a:off x="1437533" y="5916138"/>
            <a:ext cx="532003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所以由柯西</a:t>
            </a:r>
            <a:r>
              <a:rPr lang="en-US" altLang="zh-CN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</a:t>
            </a:r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古萨积分定理可得，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86" name="Object 25"/>
          <p:cNvGraphicFramePr>
            <a:graphicFrameLocks noChangeAspect="1"/>
          </p:cNvGraphicFramePr>
          <p:nvPr/>
        </p:nvGraphicFramePr>
        <p:xfrm>
          <a:off x="6560503" y="5603558"/>
          <a:ext cx="3270250" cy="10242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" name="Equation" r:id="rId12" imgW="1612900" imgH="419100" progId="Equation.DSMT4">
                  <p:embed/>
                </p:oleObj>
              </mc:Choice>
              <mc:Fallback>
                <p:oleObj name="Equation" r:id="rId12" imgW="1612900" imgH="419100" progId="Equation.DSMT4">
                  <p:embed/>
                  <p:pic>
                    <p:nvPicPr>
                      <p:cNvPr id="0" name="图片 7175"/>
                      <p:cNvPicPr>
                        <a:picLocks noChangeAspect="1"/>
                      </p:cNvPicPr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560503" y="5603558"/>
                        <a:ext cx="3270250" cy="10242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" name="组合 30"/>
          <p:cNvGrpSpPr/>
          <p:nvPr/>
        </p:nvGrpSpPr>
        <p:grpSpPr>
          <a:xfrm>
            <a:off x="7018020" y="1370965"/>
            <a:ext cx="4801235" cy="4392930"/>
            <a:chOff x="11325" y="455"/>
            <a:chExt cx="7561" cy="6918"/>
          </a:xfrm>
        </p:grpSpPr>
        <p:sp>
          <p:nvSpPr>
            <p:cNvPr id="5" name="椭圆 4"/>
            <p:cNvSpPr/>
            <p:nvPr/>
          </p:nvSpPr>
          <p:spPr>
            <a:xfrm>
              <a:off x="13855" y="2743"/>
              <a:ext cx="2716" cy="2817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38" name="直接箭头连接符 37"/>
            <p:cNvCxnSpPr/>
            <p:nvPr/>
          </p:nvCxnSpPr>
          <p:spPr>
            <a:xfrm flipV="1">
              <a:off x="11325" y="4004"/>
              <a:ext cx="7333" cy="5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箭头连接符 38"/>
            <p:cNvCxnSpPr/>
            <p:nvPr/>
          </p:nvCxnSpPr>
          <p:spPr>
            <a:xfrm flipH="1" flipV="1">
              <a:off x="15150" y="579"/>
              <a:ext cx="138" cy="679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40" name="Object 4"/>
            <p:cNvGraphicFramePr>
              <a:graphicFrameLocks noChangeAspect="1"/>
            </p:cNvGraphicFramePr>
            <p:nvPr/>
          </p:nvGraphicFramePr>
          <p:xfrm>
            <a:off x="14649" y="4154"/>
            <a:ext cx="523" cy="5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" name="Equation" r:id="rId14" imgW="127000" imgH="139700" progId="Equation.DSMT4">
                    <p:embed/>
                  </p:oleObj>
                </mc:Choice>
                <mc:Fallback>
                  <p:oleObj name="Equation" r:id="rId14" imgW="127000" imgH="139700" progId="Equation.DSMT4">
                    <p:embed/>
                    <p:pic>
                      <p:nvPicPr>
                        <p:cNvPr id="0" name="图片 921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14649" y="4154"/>
                          <a:ext cx="523" cy="551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" name="Object 4"/>
            <p:cNvGraphicFramePr>
              <a:graphicFrameLocks noChangeAspect="1"/>
            </p:cNvGraphicFramePr>
            <p:nvPr/>
          </p:nvGraphicFramePr>
          <p:xfrm>
            <a:off x="14073" y="455"/>
            <a:ext cx="576" cy="6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" name="Equation" r:id="rId16" imgW="139700" imgH="165100" progId="Equation.DSMT4">
                    <p:embed/>
                  </p:oleObj>
                </mc:Choice>
                <mc:Fallback>
                  <p:oleObj name="Equation" r:id="rId16" imgW="139700" imgH="165100" progId="Equation.DSMT4">
                    <p:embed/>
                    <p:pic>
                      <p:nvPicPr>
                        <p:cNvPr id="0" name="图片 921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14073" y="455"/>
                          <a:ext cx="576" cy="65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" name="Object 4"/>
            <p:cNvGraphicFramePr>
              <a:graphicFrameLocks noChangeAspect="1"/>
            </p:cNvGraphicFramePr>
            <p:nvPr/>
          </p:nvGraphicFramePr>
          <p:xfrm>
            <a:off x="18362" y="3417"/>
            <a:ext cx="524" cy="5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" name="Equation" r:id="rId18" imgW="127000" imgH="139700" progId="Equation.DSMT4">
                    <p:embed/>
                  </p:oleObj>
                </mc:Choice>
                <mc:Fallback>
                  <p:oleObj name="Equation" r:id="rId18" imgW="127000" imgH="139700" progId="Equation.DSMT4">
                    <p:embed/>
                    <p:pic>
                      <p:nvPicPr>
                        <p:cNvPr id="0" name="图片 921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18362" y="3417"/>
                          <a:ext cx="524" cy="55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Object 4"/>
            <p:cNvGraphicFramePr>
              <a:graphicFrameLocks noChangeAspect="1"/>
            </p:cNvGraphicFramePr>
            <p:nvPr/>
          </p:nvGraphicFramePr>
          <p:xfrm>
            <a:off x="16651" y="4295"/>
            <a:ext cx="629" cy="15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7" name="Equation" r:id="rId20" imgW="152400" imgH="393700" progId="Equation.DSMT4">
                    <p:embed/>
                  </p:oleObj>
                </mc:Choice>
                <mc:Fallback>
                  <p:oleObj name="Equation" r:id="rId20" imgW="152400" imgH="393700" progId="Equation.DSMT4">
                    <p:embed/>
                    <p:pic>
                      <p:nvPicPr>
                        <p:cNvPr id="0" name="图片 921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16651" y="4295"/>
                          <a:ext cx="629" cy="155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3" name="Object 4"/>
            <p:cNvGraphicFramePr>
              <a:graphicFrameLocks noChangeAspect="1"/>
            </p:cNvGraphicFramePr>
            <p:nvPr/>
          </p:nvGraphicFramePr>
          <p:xfrm>
            <a:off x="13643" y="2278"/>
            <a:ext cx="630" cy="7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" name="Equation" r:id="rId22" imgW="152400" imgH="177165" progId="Equation.DSMT4">
                    <p:embed/>
                  </p:oleObj>
                </mc:Choice>
                <mc:Fallback>
                  <p:oleObj name="Equation" r:id="rId22" imgW="152400" imgH="177165" progId="Equation.DSMT4">
                    <p:embed/>
                    <p:pic>
                      <p:nvPicPr>
                        <p:cNvPr id="0" name="图片 921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13643" y="2278"/>
                          <a:ext cx="630" cy="701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6" name="直接箭头连接符 15"/>
            <p:cNvCxnSpPr/>
            <p:nvPr/>
          </p:nvCxnSpPr>
          <p:spPr>
            <a:xfrm flipH="1">
              <a:off x="14532" y="2794"/>
              <a:ext cx="317" cy="159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组合 32"/>
          <p:cNvGrpSpPr/>
          <p:nvPr/>
        </p:nvGrpSpPr>
        <p:grpSpPr>
          <a:xfrm>
            <a:off x="7207250" y="1630680"/>
            <a:ext cx="4323715" cy="4220845"/>
            <a:chOff x="11623" y="864"/>
            <a:chExt cx="6809" cy="6647"/>
          </a:xfrm>
        </p:grpSpPr>
        <p:grpSp>
          <p:nvGrpSpPr>
            <p:cNvPr id="29" name="组合 28"/>
            <p:cNvGrpSpPr/>
            <p:nvPr/>
          </p:nvGrpSpPr>
          <p:grpSpPr>
            <a:xfrm>
              <a:off x="15233" y="6859"/>
              <a:ext cx="1250" cy="652"/>
              <a:chOff x="15237" y="6721"/>
              <a:chExt cx="1250" cy="652"/>
            </a:xfrm>
          </p:grpSpPr>
          <p:sp>
            <p:nvSpPr>
              <p:cNvPr id="17" name="椭圆 16"/>
              <p:cNvSpPr/>
              <p:nvPr/>
            </p:nvSpPr>
            <p:spPr>
              <a:xfrm>
                <a:off x="15237" y="6799"/>
                <a:ext cx="119" cy="1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graphicFrame>
            <p:nvGraphicFramePr>
              <p:cNvPr id="19" name="Object 4"/>
              <p:cNvGraphicFramePr>
                <a:graphicFrameLocks noChangeAspect="1"/>
              </p:cNvGraphicFramePr>
              <p:nvPr/>
            </p:nvGraphicFramePr>
            <p:xfrm>
              <a:off x="15755" y="6721"/>
              <a:ext cx="732" cy="65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" name="Equation" r:id="rId24" imgW="177165" imgH="165100" progId="Equation.DSMT4">
                      <p:embed/>
                    </p:oleObj>
                  </mc:Choice>
                  <mc:Fallback>
                    <p:oleObj name="Equation" r:id="rId24" imgW="177165" imgH="165100" progId="Equation.DSMT4">
                      <p:embed/>
                      <p:pic>
                        <p:nvPicPr>
                          <p:cNvPr id="0" name="图片 9216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25"/>
                          <a:stretch>
                            <a:fillRect/>
                          </a:stretch>
                        </p:blipFill>
                        <p:spPr>
                          <a:xfrm>
                            <a:off x="15755" y="6721"/>
                            <a:ext cx="732" cy="653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30" name="组合 29"/>
            <p:cNvGrpSpPr/>
            <p:nvPr/>
          </p:nvGrpSpPr>
          <p:grpSpPr>
            <a:xfrm>
              <a:off x="15114" y="864"/>
              <a:ext cx="642" cy="652"/>
              <a:chOff x="15112" y="757"/>
              <a:chExt cx="642" cy="652"/>
            </a:xfrm>
          </p:grpSpPr>
          <p:sp>
            <p:nvSpPr>
              <p:cNvPr id="12" name="椭圆 11"/>
              <p:cNvSpPr/>
              <p:nvPr/>
            </p:nvSpPr>
            <p:spPr>
              <a:xfrm>
                <a:off x="15112" y="1024"/>
                <a:ext cx="119" cy="1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graphicFrame>
            <p:nvGraphicFramePr>
              <p:cNvPr id="21" name="Object 4"/>
              <p:cNvGraphicFramePr>
                <a:graphicFrameLocks noChangeAspect="1"/>
              </p:cNvGraphicFramePr>
              <p:nvPr/>
            </p:nvGraphicFramePr>
            <p:xfrm>
              <a:off x="15390" y="757"/>
              <a:ext cx="365" cy="65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2" name="Equation" r:id="rId26" imgW="88265" imgH="165100" progId="Equation.DSMT4">
                      <p:embed/>
                    </p:oleObj>
                  </mc:Choice>
                  <mc:Fallback>
                    <p:oleObj name="Equation" r:id="rId26" imgW="88265" imgH="165100" progId="Equation.DSMT4">
                      <p:embed/>
                      <p:pic>
                        <p:nvPicPr>
                          <p:cNvPr id="0" name="图片 9216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27"/>
                          <a:stretch>
                            <a:fillRect/>
                          </a:stretch>
                        </p:blipFill>
                        <p:spPr>
                          <a:xfrm>
                            <a:off x="15390" y="757"/>
                            <a:ext cx="365" cy="653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8" name="组合 27"/>
            <p:cNvGrpSpPr/>
            <p:nvPr/>
          </p:nvGrpSpPr>
          <p:grpSpPr>
            <a:xfrm>
              <a:off x="11623" y="3979"/>
              <a:ext cx="788" cy="975"/>
              <a:chOff x="12108" y="3972"/>
              <a:chExt cx="788" cy="975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12442" y="3972"/>
                <a:ext cx="119" cy="1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graphicFrame>
            <p:nvGraphicFramePr>
              <p:cNvPr id="23" name="Object 4"/>
              <p:cNvGraphicFramePr>
                <a:graphicFrameLocks noChangeAspect="1"/>
              </p:cNvGraphicFramePr>
              <p:nvPr/>
            </p:nvGraphicFramePr>
            <p:xfrm>
              <a:off x="12108" y="4295"/>
              <a:ext cx="788" cy="65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" name="Equation" r:id="rId28" imgW="190500" imgH="165100" progId="Equation.DSMT4">
                      <p:embed/>
                    </p:oleObj>
                  </mc:Choice>
                  <mc:Fallback>
                    <p:oleObj name="Equation" r:id="rId28" imgW="190500" imgH="165100" progId="Equation.DSMT4">
                      <p:embed/>
                      <p:pic>
                        <p:nvPicPr>
                          <p:cNvPr id="0" name="图片 9216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29"/>
                          <a:stretch>
                            <a:fillRect/>
                          </a:stretch>
                        </p:blipFill>
                        <p:spPr>
                          <a:xfrm>
                            <a:off x="12108" y="4295"/>
                            <a:ext cx="788" cy="653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7" name="组合 26"/>
            <p:cNvGrpSpPr/>
            <p:nvPr/>
          </p:nvGrpSpPr>
          <p:grpSpPr>
            <a:xfrm>
              <a:off x="18066" y="3963"/>
              <a:ext cx="366" cy="919"/>
              <a:chOff x="18120" y="4028"/>
              <a:chExt cx="366" cy="919"/>
            </a:xfrm>
          </p:grpSpPr>
          <p:sp>
            <p:nvSpPr>
              <p:cNvPr id="11" name="椭圆 10"/>
              <p:cNvSpPr/>
              <p:nvPr/>
            </p:nvSpPr>
            <p:spPr>
              <a:xfrm>
                <a:off x="18243" y="4028"/>
                <a:ext cx="119" cy="1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graphicFrame>
            <p:nvGraphicFramePr>
              <p:cNvPr id="25" name="Object 4"/>
              <p:cNvGraphicFramePr>
                <a:graphicFrameLocks noChangeAspect="1"/>
              </p:cNvGraphicFramePr>
              <p:nvPr/>
            </p:nvGraphicFramePr>
            <p:xfrm>
              <a:off x="18120" y="4295"/>
              <a:ext cx="366" cy="65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" name="Equation" r:id="rId30" imgW="88265" imgH="165100" progId="Equation.DSMT4">
                      <p:embed/>
                    </p:oleObj>
                  </mc:Choice>
                  <mc:Fallback>
                    <p:oleObj name="Equation" r:id="rId30" imgW="88265" imgH="165100" progId="Equation.DSMT4">
                      <p:embed/>
                      <p:pic>
                        <p:nvPicPr>
                          <p:cNvPr id="0" name="图片 9216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31"/>
                          <a:stretch>
                            <a:fillRect/>
                          </a:stretch>
                        </p:blipFill>
                        <p:spPr>
                          <a:xfrm>
                            <a:off x="18120" y="4295"/>
                            <a:ext cx="366" cy="653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</p:spTree>
    <p:custDataLst>
      <p:tags r:id="rId3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/>
      <p:bldP spid="74" grpId="0"/>
      <p:bldP spid="77" grpId="0"/>
      <p:bldP spid="8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612668" y="625953"/>
            <a:ext cx="124714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b="1" i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推论</a:t>
            </a:r>
            <a:r>
              <a:rPr lang="en-US" altLang="zh-CN" sz="2800" b="1" i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2.</a:t>
            </a:r>
            <a:r>
              <a:rPr lang="en-US" altLang="zh-CN" sz="2800" b="1" i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endParaRPr lang="zh-CN" altLang="en-US" sz="2800" b="1" i="1" u="sng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pSp>
        <p:nvGrpSpPr>
          <p:cNvPr id="50" name="组合 49"/>
          <p:cNvGrpSpPr/>
          <p:nvPr/>
        </p:nvGrpSpPr>
        <p:grpSpPr>
          <a:xfrm>
            <a:off x="1978025" y="608965"/>
            <a:ext cx="4834890" cy="544830"/>
            <a:chOff x="3115" y="959"/>
            <a:chExt cx="7614" cy="858"/>
          </a:xfrm>
        </p:grpSpPr>
        <p:sp>
          <p:nvSpPr>
            <p:cNvPr id="49" name="文本框 2"/>
            <p:cNvSpPr txBox="1"/>
            <p:nvPr/>
          </p:nvSpPr>
          <p:spPr>
            <a:xfrm>
              <a:off x="3115" y="959"/>
              <a:ext cx="7615" cy="834"/>
            </a:xfrm>
            <a:prstGeom prst="rect">
              <a:avLst/>
            </a:prstGeom>
            <a:noFill/>
          </p:spPr>
          <p:txBody>
            <a:bodyPr wrap="non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若       在单连通域</a:t>
              </a:r>
              <a:r>
                <a:rPr lang="en-US" altLang="zh-CN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D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内解析，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56" name="Object 23"/>
            <p:cNvGraphicFramePr>
              <a:graphicFrameLocks noChangeAspect="1"/>
            </p:cNvGraphicFramePr>
            <p:nvPr/>
          </p:nvGraphicFramePr>
          <p:xfrm>
            <a:off x="3740" y="959"/>
            <a:ext cx="1163" cy="8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21" name="Equation" r:id="rId1" imgW="7924800" imgH="4876800" progId="Equation.DSMT4">
                    <p:embed/>
                  </p:oleObj>
                </mc:Choice>
                <mc:Fallback>
                  <p:oleObj name="Equation" r:id="rId1" imgW="7924800" imgH="4876800" progId="Equation.DSMT4">
                    <p:embed/>
                    <p:pic>
                      <p:nvPicPr>
                        <p:cNvPr id="0" name="图片 922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740" y="959"/>
                          <a:ext cx="1163" cy="859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1" name="组合 50"/>
          <p:cNvGrpSpPr/>
          <p:nvPr/>
        </p:nvGrpSpPr>
        <p:grpSpPr>
          <a:xfrm>
            <a:off x="6470650" y="556895"/>
            <a:ext cx="5474970" cy="545465"/>
            <a:chOff x="10190" y="877"/>
            <a:chExt cx="8622" cy="859"/>
          </a:xfrm>
        </p:grpSpPr>
        <p:sp>
          <p:nvSpPr>
            <p:cNvPr id="3" name="文本框 2"/>
            <p:cNvSpPr txBox="1"/>
            <p:nvPr/>
          </p:nvSpPr>
          <p:spPr>
            <a:xfrm>
              <a:off x="10190" y="902"/>
              <a:ext cx="8623" cy="834"/>
            </a:xfrm>
            <a:prstGeom prst="rect">
              <a:avLst/>
            </a:prstGeom>
            <a:noFill/>
          </p:spPr>
          <p:txBody>
            <a:bodyPr wrap="non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则       在</a:t>
              </a:r>
              <a:r>
                <a:rPr lang="en-US" altLang="zh-CN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D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内的积分与路径无关，</a:t>
              </a:r>
              <a:endPara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4" name="Object 23"/>
            <p:cNvGraphicFramePr>
              <a:graphicFrameLocks noChangeAspect="1"/>
            </p:cNvGraphicFramePr>
            <p:nvPr/>
          </p:nvGraphicFramePr>
          <p:xfrm>
            <a:off x="10800" y="877"/>
            <a:ext cx="1163" cy="8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" name="Equation" r:id="rId3" imgW="7924800" imgH="4876800" progId="Equation.DSMT4">
                    <p:embed/>
                  </p:oleObj>
                </mc:Choice>
                <mc:Fallback>
                  <p:oleObj name="Equation" r:id="rId3" imgW="7924800" imgH="4876800" progId="Equation.DSMT4">
                    <p:embed/>
                    <p:pic>
                      <p:nvPicPr>
                        <p:cNvPr id="0" name="图片 922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0800" y="877"/>
                          <a:ext cx="1163" cy="859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" name="文本框 8"/>
          <p:cNvSpPr txBox="1"/>
          <p:nvPr/>
        </p:nvSpPr>
        <p:spPr>
          <a:xfrm>
            <a:off x="757823" y="1327628"/>
            <a:ext cx="411099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只与起点以及终点有关，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69" name="Object 15"/>
          <p:cNvGraphicFramePr>
            <a:graphicFrameLocks noChangeAspect="1"/>
          </p:cNvGraphicFramePr>
          <p:nvPr/>
        </p:nvGraphicFramePr>
        <p:xfrm>
          <a:off x="5224145" y="1289050"/>
          <a:ext cx="1588770" cy="5988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2" name="Equation" r:id="rId4" imgW="736600" imgH="228600" progId="Equation.DSMT4">
                  <p:embed/>
                </p:oleObj>
              </mc:Choice>
              <mc:Fallback>
                <p:oleObj name="Equation" r:id="rId4" imgW="736600" imgH="228600" progId="Equation.DSMT4">
                  <p:embed/>
                  <p:pic>
                    <p:nvPicPr>
                      <p:cNvPr id="0" name="图片 9221"/>
                      <p:cNvPicPr>
                        <a:picLocks noChangeAspect="1"/>
                      </p:cNvPicPr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224145" y="1289050"/>
                        <a:ext cx="1588770" cy="5988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" name="Object 18"/>
          <p:cNvGraphicFramePr>
            <a:graphicFrameLocks noChangeAspect="1"/>
          </p:cNvGraphicFramePr>
          <p:nvPr/>
        </p:nvGraphicFramePr>
        <p:xfrm>
          <a:off x="4937760" y="1971040"/>
          <a:ext cx="2880995" cy="7639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5" name="Equation" r:id="rId6" imgW="34442400" imgH="7620000" progId="Equation.DSMT4">
                  <p:embed/>
                </p:oleObj>
              </mc:Choice>
              <mc:Fallback>
                <p:oleObj name="Equation" r:id="rId6" imgW="34442400" imgH="7620000" progId="Equation.DSMT4">
                  <p:embed/>
                  <p:pic>
                    <p:nvPicPr>
                      <p:cNvPr id="0" name="图片 9224"/>
                      <p:cNvPicPr>
                        <a:picLocks noChangeAspect="1"/>
                      </p:cNvPicPr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937760" y="1971040"/>
                        <a:ext cx="2880995" cy="7639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2" name="组合 51"/>
          <p:cNvGrpSpPr/>
          <p:nvPr/>
        </p:nvGrpSpPr>
        <p:grpSpPr>
          <a:xfrm>
            <a:off x="6998970" y="1299845"/>
            <a:ext cx="4822825" cy="590550"/>
            <a:chOff x="11022" y="2047"/>
            <a:chExt cx="7595" cy="930"/>
          </a:xfrm>
        </p:grpSpPr>
        <p:sp>
          <p:nvSpPr>
            <p:cNvPr id="48" name="文本框 2"/>
            <p:cNvSpPr txBox="1"/>
            <p:nvPr/>
          </p:nvSpPr>
          <p:spPr>
            <a:xfrm>
              <a:off x="11877" y="2139"/>
              <a:ext cx="6740" cy="834"/>
            </a:xfrm>
            <a:prstGeom prst="rect">
              <a:avLst/>
            </a:prstGeom>
            <a:noFill/>
          </p:spPr>
          <p:txBody>
            <a:bodyPr wrap="square" lIns="100054" tIns="50027" rIns="100054" bIns="50027" rtlCol="0">
              <a:spAutoFit/>
            </a:bodyPr>
            <a:p>
              <a:r>
                <a:rPr lang="en-US" altLang="zh-CN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  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为连 接      的任意有向</a:t>
              </a:r>
              <a:endPara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121878" name="Object 22"/>
            <p:cNvGraphicFramePr>
              <a:graphicFrameLocks noChangeAspect="1"/>
            </p:cNvGraphicFramePr>
            <p:nvPr/>
          </p:nvGraphicFramePr>
          <p:xfrm>
            <a:off x="11022" y="2047"/>
            <a:ext cx="1291" cy="9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26" name="Equation" r:id="rId8" imgW="9144000" imgH="5486400" progId="Equation.DSMT4">
                    <p:embed/>
                  </p:oleObj>
                </mc:Choice>
                <mc:Fallback>
                  <p:oleObj name="Equation" r:id="rId8" imgW="9144000" imgH="5486400" progId="Equation.DSMT4">
                    <p:embed/>
                    <p:pic>
                      <p:nvPicPr>
                        <p:cNvPr id="0" name="图片 922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11022" y="2047"/>
                          <a:ext cx="1291" cy="931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0" name="Object 16"/>
            <p:cNvGraphicFramePr>
              <a:graphicFrameLocks noChangeAspect="1"/>
            </p:cNvGraphicFramePr>
            <p:nvPr/>
          </p:nvGraphicFramePr>
          <p:xfrm>
            <a:off x="14379" y="2100"/>
            <a:ext cx="1007" cy="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23" name="Equation" r:id="rId10" imgW="330200" imgH="228600" progId="Equation.DSMT4">
                    <p:embed/>
                  </p:oleObj>
                </mc:Choice>
                <mc:Fallback>
                  <p:oleObj name="Equation" r:id="rId10" imgW="330200" imgH="228600" progId="Equation.DSMT4">
                    <p:embed/>
                    <p:pic>
                      <p:nvPicPr>
                        <p:cNvPr id="0" name="图片 922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14379" y="2100"/>
                          <a:ext cx="1007" cy="85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4" name="组合 53"/>
          <p:cNvGrpSpPr/>
          <p:nvPr/>
        </p:nvGrpSpPr>
        <p:grpSpPr>
          <a:xfrm>
            <a:off x="919480" y="1971040"/>
            <a:ext cx="4304030" cy="529590"/>
            <a:chOff x="1448" y="3104"/>
            <a:chExt cx="6778" cy="834"/>
          </a:xfrm>
        </p:grpSpPr>
        <p:sp>
          <p:nvSpPr>
            <p:cNvPr id="73" name="文本框 2"/>
            <p:cNvSpPr txBox="1"/>
            <p:nvPr/>
          </p:nvSpPr>
          <p:spPr>
            <a:xfrm>
              <a:off x="1448" y="3104"/>
              <a:ext cx="6778" cy="834"/>
            </a:xfrm>
            <a:prstGeom prst="rect">
              <a:avLst/>
            </a:prstGeom>
            <a:noFill/>
          </p:spPr>
          <p:txBody>
            <a:bodyPr wrap="squar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简单曲线，且            则</a:t>
              </a:r>
              <a:endPara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13" name="Object 22"/>
            <p:cNvGraphicFramePr>
              <a:graphicFrameLocks noChangeAspect="1"/>
            </p:cNvGraphicFramePr>
            <p:nvPr/>
          </p:nvGraphicFramePr>
          <p:xfrm>
            <a:off x="5115" y="3173"/>
            <a:ext cx="2060" cy="7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" name="Equation" r:id="rId12" imgW="736600" imgH="228600" progId="Equation.DSMT4">
                    <p:embed/>
                  </p:oleObj>
                </mc:Choice>
                <mc:Fallback>
                  <p:oleObj name="Equation" r:id="rId12" imgW="736600" imgH="228600" progId="Equation.DSMT4">
                    <p:embed/>
                    <p:pic>
                      <p:nvPicPr>
                        <p:cNvPr id="0" name="图片 922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5115" y="3173"/>
                          <a:ext cx="2060" cy="76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4" name="文本框 2"/>
          <p:cNvSpPr txBox="1"/>
          <p:nvPr/>
        </p:nvSpPr>
        <p:spPr>
          <a:xfrm>
            <a:off x="697123" y="2681448"/>
            <a:ext cx="1268095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b="1" i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证明：</a:t>
            </a:r>
            <a:r>
              <a:rPr lang="en-US" altLang="zh-CN" sz="2800" b="1" i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endParaRPr lang="zh-CN" altLang="en-US" sz="2800" b="1" i="1" u="sng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8260715" y="2500630"/>
            <a:ext cx="3561080" cy="236855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0949305" y="3088640"/>
            <a:ext cx="75565" cy="755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9170670" y="3992880"/>
            <a:ext cx="75565" cy="755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8" name="Object 15"/>
          <p:cNvGraphicFramePr>
            <a:graphicFrameLocks noChangeAspect="1"/>
          </p:cNvGraphicFramePr>
          <p:nvPr/>
        </p:nvGraphicFramePr>
        <p:xfrm>
          <a:off x="8748395" y="3778885"/>
          <a:ext cx="382270" cy="6864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Equation" r:id="rId14" imgW="152400" imgH="228600" progId="Equation.DSMT4">
                  <p:embed/>
                </p:oleObj>
              </mc:Choice>
              <mc:Fallback>
                <p:oleObj name="Equation" r:id="rId14" imgW="152400" imgH="228600" progId="Equation.DSMT4">
                  <p:embed/>
                  <p:pic>
                    <p:nvPicPr>
                      <p:cNvPr id="0" name="图片 9221"/>
                      <p:cNvPicPr>
                        <a:picLocks noChangeAspect="1"/>
                      </p:cNvPicPr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8748395" y="3778885"/>
                        <a:ext cx="382270" cy="6864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5"/>
          <p:cNvGraphicFramePr>
            <a:graphicFrameLocks noChangeAspect="1"/>
          </p:cNvGraphicFramePr>
          <p:nvPr/>
        </p:nvGraphicFramePr>
        <p:xfrm>
          <a:off x="11142345" y="3088005"/>
          <a:ext cx="405765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Equation" r:id="rId16" imgW="165100" imgH="228600" progId="Equation.DSMT4">
                  <p:embed/>
                </p:oleObj>
              </mc:Choice>
              <mc:Fallback>
                <p:oleObj name="Equation" r:id="rId16" imgW="165100" imgH="228600" progId="Equation.DSMT4">
                  <p:embed/>
                  <p:pic>
                    <p:nvPicPr>
                      <p:cNvPr id="0" name="图片 9221"/>
                      <p:cNvPicPr>
                        <a:picLocks noChangeAspect="1"/>
                      </p:cNvPicPr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1142345" y="3088005"/>
                        <a:ext cx="405765" cy="673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任意多边形 19"/>
          <p:cNvSpPr/>
          <p:nvPr/>
        </p:nvSpPr>
        <p:spPr>
          <a:xfrm>
            <a:off x="9231630" y="3164840"/>
            <a:ext cx="1717675" cy="828040"/>
          </a:xfrm>
          <a:custGeom>
            <a:avLst/>
            <a:gdLst>
              <a:gd name="connisteX0" fmla="*/ 0 w 1771650"/>
              <a:gd name="connsiteY0" fmla="*/ 885825 h 885825"/>
              <a:gd name="connisteX1" fmla="*/ 343535 w 1771650"/>
              <a:gd name="connsiteY1" fmla="*/ 198755 h 885825"/>
              <a:gd name="connisteX2" fmla="*/ 1771650 w 1771650"/>
              <a:gd name="connsiteY2" fmla="*/ 0 h 88582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1771650" h="885825">
                <a:moveTo>
                  <a:pt x="0" y="885825"/>
                </a:moveTo>
                <a:cubicBezTo>
                  <a:pt x="40005" y="752475"/>
                  <a:pt x="-10795" y="375920"/>
                  <a:pt x="343535" y="198755"/>
                </a:cubicBezTo>
                <a:cubicBezTo>
                  <a:pt x="697865" y="21590"/>
                  <a:pt x="1492885" y="26035"/>
                  <a:pt x="1771650" y="0"/>
                </a:cubicBezTo>
              </a:path>
            </a:pathLst>
          </a:custGeom>
          <a:noFill/>
          <a:ln w="38100">
            <a:solidFill>
              <a:srgbClr val="FFCC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任意多边形 20"/>
          <p:cNvSpPr/>
          <p:nvPr/>
        </p:nvSpPr>
        <p:spPr>
          <a:xfrm>
            <a:off x="9213215" y="3124835"/>
            <a:ext cx="1790065" cy="1342390"/>
          </a:xfrm>
          <a:custGeom>
            <a:avLst/>
            <a:gdLst>
              <a:gd name="connisteX0" fmla="*/ 0 w 1790065"/>
              <a:gd name="connsiteY0" fmla="*/ 904240 h 1342579"/>
              <a:gd name="connisteX1" fmla="*/ 1121410 w 1790065"/>
              <a:gd name="connsiteY1" fmla="*/ 1301750 h 1342579"/>
              <a:gd name="connisteX2" fmla="*/ 1790065 w 1790065"/>
              <a:gd name="connsiteY2" fmla="*/ 0 h 134257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1790065" h="1342579">
                <a:moveTo>
                  <a:pt x="0" y="904240"/>
                </a:moveTo>
                <a:cubicBezTo>
                  <a:pt x="210820" y="1009650"/>
                  <a:pt x="763270" y="1482725"/>
                  <a:pt x="1121410" y="1301750"/>
                </a:cubicBezTo>
                <a:cubicBezTo>
                  <a:pt x="1479550" y="1120775"/>
                  <a:pt x="1678940" y="268605"/>
                  <a:pt x="1790065" y="0"/>
                </a:cubicBezTo>
              </a:path>
            </a:pathLst>
          </a:cu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22" name="Object 22"/>
          <p:cNvGraphicFramePr>
            <a:graphicFrameLocks noChangeAspect="1"/>
          </p:cNvGraphicFramePr>
          <p:nvPr/>
        </p:nvGraphicFramePr>
        <p:xfrm>
          <a:off x="9674225" y="2780030"/>
          <a:ext cx="269875" cy="405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" name="Equation" r:id="rId18" imgW="177165" imgH="228600" progId="Equation.DSMT4">
                  <p:embed/>
                </p:oleObj>
              </mc:Choice>
              <mc:Fallback>
                <p:oleObj name="Equation" r:id="rId18" imgW="177165" imgH="228600" progId="Equation.DSMT4">
                  <p:embed/>
                  <p:pic>
                    <p:nvPicPr>
                      <p:cNvPr id="0" name="图片 9225"/>
                      <p:cNvPicPr>
                        <a:picLocks noChangeAspect="1"/>
                      </p:cNvPicPr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9674225" y="2780030"/>
                        <a:ext cx="269875" cy="40513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2"/>
          <p:cNvGraphicFramePr>
            <a:graphicFrameLocks noChangeAspect="1"/>
          </p:cNvGraphicFramePr>
          <p:nvPr/>
        </p:nvGraphicFramePr>
        <p:xfrm>
          <a:off x="10669270" y="4068445"/>
          <a:ext cx="290195" cy="405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" name="Equation" r:id="rId20" imgW="190500" imgH="228600" progId="Equation.DSMT4">
                  <p:embed/>
                </p:oleObj>
              </mc:Choice>
              <mc:Fallback>
                <p:oleObj name="Equation" r:id="rId20" imgW="190500" imgH="228600" progId="Equation.DSMT4">
                  <p:embed/>
                  <p:pic>
                    <p:nvPicPr>
                      <p:cNvPr id="0" name="图片 9225"/>
                      <p:cNvPicPr>
                        <a:picLocks noChangeAspect="1"/>
                      </p:cNvPicPr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0669270" y="4068445"/>
                        <a:ext cx="290195" cy="40513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9" name="直接箭头连接符 28"/>
          <p:cNvCxnSpPr/>
          <p:nvPr/>
        </p:nvCxnSpPr>
        <p:spPr>
          <a:xfrm flipV="1">
            <a:off x="9719310" y="3239135"/>
            <a:ext cx="180340" cy="47625"/>
          </a:xfrm>
          <a:prstGeom prst="straightConnector1">
            <a:avLst/>
          </a:prstGeom>
          <a:ln w="38100">
            <a:solidFill>
              <a:srgbClr val="FFCC99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/>
          <p:nvPr/>
        </p:nvCxnSpPr>
        <p:spPr>
          <a:xfrm flipV="1">
            <a:off x="10488930" y="4119245"/>
            <a:ext cx="116840" cy="151130"/>
          </a:xfrm>
          <a:prstGeom prst="straightConnector1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2"/>
          <p:cNvSpPr txBox="1"/>
          <p:nvPr/>
        </p:nvSpPr>
        <p:spPr>
          <a:xfrm>
            <a:off x="1859915" y="2681605"/>
            <a:ext cx="1768475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如右图，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33" name="Object 22"/>
          <p:cNvGraphicFramePr>
            <a:graphicFrameLocks noChangeAspect="1"/>
          </p:cNvGraphicFramePr>
          <p:nvPr/>
        </p:nvGraphicFramePr>
        <p:xfrm>
          <a:off x="1335405" y="3272155"/>
          <a:ext cx="1029970" cy="600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" name="Equation" r:id="rId22" imgW="508000" imgH="241300" progId="Equation.DSMT4">
                  <p:embed/>
                </p:oleObj>
              </mc:Choice>
              <mc:Fallback>
                <p:oleObj name="Equation" r:id="rId22" imgW="508000" imgH="241300" progId="Equation.DSMT4">
                  <p:embed/>
                  <p:pic>
                    <p:nvPicPr>
                      <p:cNvPr id="0" name="图片 9225"/>
                      <p:cNvPicPr>
                        <a:picLocks noChangeAspect="1"/>
                      </p:cNvPicPr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335405" y="3272155"/>
                        <a:ext cx="1029970" cy="60071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文本框 2"/>
          <p:cNvSpPr txBox="1"/>
          <p:nvPr/>
        </p:nvSpPr>
        <p:spPr>
          <a:xfrm>
            <a:off x="2365375" y="3354705"/>
            <a:ext cx="5230495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是单连通域内一条简单闭曲线，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9" name="文本框 2"/>
          <p:cNvSpPr txBox="1"/>
          <p:nvPr/>
        </p:nvSpPr>
        <p:spPr>
          <a:xfrm>
            <a:off x="965835" y="4759325"/>
            <a:ext cx="3971290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由柯西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古萨积分定理，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40" name="Object 18"/>
          <p:cNvGraphicFramePr>
            <a:graphicFrameLocks noChangeAspect="1"/>
          </p:cNvGraphicFramePr>
          <p:nvPr/>
        </p:nvGraphicFramePr>
        <p:xfrm>
          <a:off x="4819650" y="4587240"/>
          <a:ext cx="2552700" cy="873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" name="Equation" r:id="rId24" imgW="1117600" imgH="316865" progId="Equation.DSMT4">
                  <p:embed/>
                </p:oleObj>
              </mc:Choice>
              <mc:Fallback>
                <p:oleObj name="Equation" r:id="rId24" imgW="1117600" imgH="316865" progId="Equation.DSMT4">
                  <p:embed/>
                  <p:pic>
                    <p:nvPicPr>
                      <p:cNvPr id="0" name="图片 9224"/>
                      <p:cNvPicPr>
                        <a:picLocks noChangeAspect="1"/>
                      </p:cNvPicPr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4819650" y="4587240"/>
                        <a:ext cx="2552700" cy="8737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七角星 9"/>
          <p:cNvSpPr/>
          <p:nvPr/>
        </p:nvSpPr>
        <p:spPr>
          <a:xfrm>
            <a:off x="257750" y="6148154"/>
            <a:ext cx="914400" cy="914400"/>
          </a:xfrm>
          <a:prstGeom prst="star7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 dirty="0" smtClean="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</a:rPr>
              <a:t>注</a:t>
            </a:r>
            <a:endParaRPr lang="zh-CN" altLang="en-US" sz="2800" dirty="0" smtClean="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grpSp>
        <p:nvGrpSpPr>
          <p:cNvPr id="57" name="组合 56"/>
          <p:cNvGrpSpPr/>
          <p:nvPr/>
        </p:nvGrpSpPr>
        <p:grpSpPr>
          <a:xfrm>
            <a:off x="1071880" y="6582410"/>
            <a:ext cx="10873740" cy="750570"/>
            <a:chOff x="1688" y="10366"/>
            <a:chExt cx="17124" cy="1182"/>
          </a:xfrm>
        </p:grpSpPr>
        <p:sp>
          <p:nvSpPr>
            <p:cNvPr id="15" name="文本框 2"/>
            <p:cNvSpPr txBox="1"/>
            <p:nvPr/>
          </p:nvSpPr>
          <p:spPr>
            <a:xfrm>
              <a:off x="1688" y="10540"/>
              <a:ext cx="17125" cy="834"/>
            </a:xfrm>
            <a:prstGeom prst="rect">
              <a:avLst/>
            </a:prstGeom>
            <a:noFill/>
          </p:spPr>
          <p:txBody>
            <a:bodyPr wrap="squar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若        在复平面上解析，则计算             时，可以选择积分路径。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  </a:t>
              </a:r>
              <a:r>
                <a:rPr lang="en-US" altLang="zh-CN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 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16" name="Object 23"/>
            <p:cNvGraphicFramePr>
              <a:graphicFrameLocks noChangeAspect="1"/>
            </p:cNvGraphicFramePr>
            <p:nvPr/>
          </p:nvGraphicFramePr>
          <p:xfrm>
            <a:off x="2499" y="10540"/>
            <a:ext cx="1163" cy="8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" name="Equation" r:id="rId26" imgW="7924800" imgH="4876800" progId="Equation.DSMT4">
                    <p:embed/>
                  </p:oleObj>
                </mc:Choice>
                <mc:Fallback>
                  <p:oleObj name="Equation" r:id="rId26" imgW="7924800" imgH="4876800" progId="Equation.DSMT4">
                    <p:embed/>
                    <p:pic>
                      <p:nvPicPr>
                        <p:cNvPr id="0" name="图片 922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499" y="10540"/>
                          <a:ext cx="1163" cy="859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Object 23"/>
            <p:cNvGraphicFramePr>
              <a:graphicFrameLocks noChangeAspect="1"/>
            </p:cNvGraphicFramePr>
            <p:nvPr/>
          </p:nvGraphicFramePr>
          <p:xfrm>
            <a:off x="10102" y="10366"/>
            <a:ext cx="2113" cy="1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" name="Equation" r:id="rId27" imgW="622300" imgH="292100" progId="Equation.DSMT4">
                    <p:embed/>
                  </p:oleObj>
                </mc:Choice>
                <mc:Fallback>
                  <p:oleObj name="Equation" r:id="rId27" imgW="622300" imgH="292100" progId="Equation.DSMT4">
                    <p:embed/>
                    <p:pic>
                      <p:nvPicPr>
                        <p:cNvPr id="0" name="图片 922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10102" y="10366"/>
                          <a:ext cx="2113" cy="118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2" name="Object 15"/>
          <p:cNvGraphicFramePr>
            <a:graphicFrameLocks noChangeAspect="1"/>
          </p:cNvGraphicFramePr>
          <p:nvPr/>
        </p:nvGraphicFramePr>
        <p:xfrm>
          <a:off x="9884410" y="3434080"/>
          <a:ext cx="411480" cy="5988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" name="Equation" r:id="rId29" imgW="190500" imgH="228600" progId="Equation.DSMT4">
                  <p:embed/>
                </p:oleObj>
              </mc:Choice>
              <mc:Fallback>
                <p:oleObj name="Equation" r:id="rId29" imgW="190500" imgH="228600" progId="Equation.DSMT4">
                  <p:embed/>
                  <p:pic>
                    <p:nvPicPr>
                      <p:cNvPr id="0" name="图片 9221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9884410" y="3434080"/>
                        <a:ext cx="411480" cy="5988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5" name="组合 54"/>
          <p:cNvGrpSpPr/>
          <p:nvPr/>
        </p:nvGrpSpPr>
        <p:grpSpPr>
          <a:xfrm>
            <a:off x="1335405" y="4017010"/>
            <a:ext cx="5119370" cy="616585"/>
            <a:chOff x="2103" y="6326"/>
            <a:chExt cx="8062" cy="971"/>
          </a:xfrm>
        </p:grpSpPr>
        <p:sp>
          <p:nvSpPr>
            <p:cNvPr id="36" name="文本框 2"/>
            <p:cNvSpPr txBox="1"/>
            <p:nvPr/>
          </p:nvSpPr>
          <p:spPr>
            <a:xfrm>
              <a:off x="2103" y="6351"/>
              <a:ext cx="8062" cy="834"/>
            </a:xfrm>
            <a:prstGeom prst="rect">
              <a:avLst/>
            </a:prstGeom>
            <a:noFill/>
          </p:spPr>
          <p:txBody>
            <a:bodyPr wrap="non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且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       在单连通域     内解析，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37" name="Object 23"/>
            <p:cNvGraphicFramePr>
              <a:graphicFrameLocks noChangeAspect="1"/>
            </p:cNvGraphicFramePr>
            <p:nvPr/>
          </p:nvGraphicFramePr>
          <p:xfrm>
            <a:off x="2853" y="6326"/>
            <a:ext cx="1163" cy="8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" name="Equation" r:id="rId31" imgW="7924800" imgH="4876800" progId="Equation.DSMT4">
                    <p:embed/>
                  </p:oleObj>
                </mc:Choice>
                <mc:Fallback>
                  <p:oleObj name="Equation" r:id="rId31" imgW="7924800" imgH="4876800" progId="Equation.DSMT4">
                    <p:embed/>
                    <p:pic>
                      <p:nvPicPr>
                        <p:cNvPr id="0" name="图片 922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853" y="6326"/>
                          <a:ext cx="1163" cy="859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" name="Object 22"/>
            <p:cNvGraphicFramePr>
              <a:graphicFrameLocks noChangeAspect="1"/>
            </p:cNvGraphicFramePr>
            <p:nvPr/>
          </p:nvGraphicFramePr>
          <p:xfrm>
            <a:off x="7112" y="6351"/>
            <a:ext cx="609" cy="9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" name="Equation" r:id="rId32" imgW="190500" imgH="241300" progId="Equation.DSMT4">
                    <p:embed/>
                  </p:oleObj>
                </mc:Choice>
                <mc:Fallback>
                  <p:oleObj name="Equation" r:id="rId32" imgW="190500" imgH="241300" progId="Equation.DSMT4">
                    <p:embed/>
                    <p:pic>
                      <p:nvPicPr>
                        <p:cNvPr id="0" name="图片 922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3"/>
                        <a:stretch>
                          <a:fillRect/>
                        </a:stretch>
                      </p:blipFill>
                      <p:spPr>
                        <a:xfrm>
                          <a:off x="7112" y="6351"/>
                          <a:ext cx="609" cy="947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5" name="Object 18"/>
          <p:cNvGraphicFramePr>
            <a:graphicFrameLocks noChangeAspect="1"/>
          </p:cNvGraphicFramePr>
          <p:nvPr/>
        </p:nvGraphicFramePr>
        <p:xfrm>
          <a:off x="4578350" y="5461000"/>
          <a:ext cx="2880995" cy="7639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" name="Equation" r:id="rId34" imgW="34442400" imgH="7620000" progId="Equation.DSMT4">
                  <p:embed/>
                </p:oleObj>
              </mc:Choice>
              <mc:Fallback>
                <p:oleObj name="Equation" r:id="rId34" imgW="34442400" imgH="7620000" progId="Equation.DSMT4">
                  <p:embed/>
                  <p:pic>
                    <p:nvPicPr>
                      <p:cNvPr id="0" name="图片 9224"/>
                      <p:cNvPicPr>
                        <a:picLocks noChangeAspect="1"/>
                      </p:cNvPicPr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578350" y="5461000"/>
                        <a:ext cx="2880995" cy="7639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文本框 2"/>
          <p:cNvSpPr txBox="1"/>
          <p:nvPr/>
        </p:nvSpPr>
        <p:spPr>
          <a:xfrm>
            <a:off x="1172210" y="5577840"/>
            <a:ext cx="2959100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由复积分的性质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4668788" y="1327628"/>
            <a:ext cx="55499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即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</p:spTree>
    <p:custDataLst>
      <p:tags r:id="rId3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"/>
                            </p:stCondLst>
                            <p:childTnLst>
                              <p:par>
                                <p:cTn id="9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500"/>
                            </p:stCondLst>
                            <p:childTnLst>
                              <p:par>
                                <p:cTn id="10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500"/>
                            </p:stCondLst>
                            <p:childTnLst>
                              <p:par>
                                <p:cTn id="1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500"/>
                            </p:stCondLst>
                            <p:childTnLst>
                              <p:par>
                                <p:cTn id="1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500"/>
                            </p:stCondLst>
                            <p:childTnLst>
                              <p:par>
                                <p:cTn id="1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2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  <p:bldP spid="24" grpId="0"/>
      <p:bldP spid="31" grpId="0"/>
      <p:bldP spid="25" grpId="0" bldLvl="0" animBg="1"/>
      <p:bldP spid="6" grpId="0" bldLvl="0" animBg="1"/>
      <p:bldP spid="7" grpId="0" bldLvl="0" animBg="1"/>
      <p:bldP spid="20" grpId="0" bldLvl="0" animBg="1"/>
      <p:bldP spid="21" grpId="0" bldLvl="0" animBg="1"/>
      <p:bldP spid="35" grpId="0"/>
      <p:bldP spid="39" grpId="0"/>
      <p:bldP spid="47" grpId="0"/>
      <p:bldP spid="10" grpId="0" bldLvl="0" animBg="1"/>
      <p:bldP spid="5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/>
          <p:cNvSpPr/>
          <p:nvPr/>
        </p:nvSpPr>
        <p:spPr>
          <a:xfrm>
            <a:off x="8415655" y="3439795"/>
            <a:ext cx="1724660" cy="1788795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2"/>
          <p:cNvSpPr txBox="1"/>
          <p:nvPr/>
        </p:nvSpPr>
        <p:spPr>
          <a:xfrm>
            <a:off x="657753" y="1223488"/>
            <a:ext cx="11442172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b="1" dirty="0" smtClean="0">
                <a:solidFill>
                  <a:schemeClr val="tx2">
                    <a:lumMod val="50000"/>
                  </a:schemeClr>
                </a:solidFill>
                <a:latin typeface="+mn-ea"/>
                <a:cs typeface="+mn-ea"/>
              </a:rPr>
              <a:t>例</a:t>
            </a:r>
            <a:r>
              <a:rPr lang="en-US" altLang="zh-CN" sz="2800" b="1" dirty="0" smtClean="0">
                <a:solidFill>
                  <a:schemeClr val="tx2">
                    <a:lumMod val="50000"/>
                  </a:schemeClr>
                </a:solidFill>
                <a:latin typeface="+mn-ea"/>
                <a:cs typeface="+mn-ea"/>
              </a:rPr>
              <a:t>2. 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计算积分               其中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为           上由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0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到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的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上半圆周。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9" name="Object 13"/>
          <p:cNvGraphicFramePr>
            <a:graphicFrameLocks noChangeAspect="1"/>
          </p:cNvGraphicFramePr>
          <p:nvPr/>
        </p:nvGraphicFramePr>
        <p:xfrm>
          <a:off x="2900045" y="1200150"/>
          <a:ext cx="1501775" cy="6337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3" name="Equation" r:id="rId1" imgW="825500" imgH="292100" progId="Equation.DSMT4">
                  <p:embed/>
                </p:oleObj>
              </mc:Choice>
              <mc:Fallback>
                <p:oleObj name="Equation" r:id="rId1" imgW="825500" imgH="292100" progId="Equation.DSMT4">
                  <p:embed/>
                  <p:pic>
                    <p:nvPicPr>
                      <p:cNvPr id="0" name="图片 1434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900045" y="1200150"/>
                        <a:ext cx="1501775" cy="63373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7"/>
          <p:cNvGraphicFramePr>
            <a:graphicFrameLocks noChangeAspect="1"/>
          </p:cNvGraphicFramePr>
          <p:nvPr/>
        </p:nvGraphicFramePr>
        <p:xfrm>
          <a:off x="5956300" y="1271270"/>
          <a:ext cx="1236980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4" name="Equation" r:id="rId3" imgW="13716000" imgH="4876800" progId="Equation.DSMT4">
                  <p:embed/>
                </p:oleObj>
              </mc:Choice>
              <mc:Fallback>
                <p:oleObj name="Equation" r:id="rId3" imgW="13716000" imgH="4876800" progId="Equation.DSMT4">
                  <p:embed/>
                  <p:pic>
                    <p:nvPicPr>
                      <p:cNvPr id="0" name="图片 1434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956300" y="1271270"/>
                        <a:ext cx="1236980" cy="5270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8" name="直接箭头连接符 37"/>
          <p:cNvCxnSpPr/>
          <p:nvPr/>
        </p:nvCxnSpPr>
        <p:spPr>
          <a:xfrm>
            <a:off x="7827645" y="4335780"/>
            <a:ext cx="3411855" cy="3111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/>
          <p:cNvCxnSpPr/>
          <p:nvPr/>
        </p:nvCxnSpPr>
        <p:spPr>
          <a:xfrm flipH="1" flipV="1">
            <a:off x="8360410" y="2258695"/>
            <a:ext cx="32385" cy="239077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Object 4"/>
          <p:cNvGraphicFramePr>
            <a:graphicFrameLocks noChangeAspect="1"/>
          </p:cNvGraphicFramePr>
          <p:nvPr/>
        </p:nvGraphicFramePr>
        <p:xfrm>
          <a:off x="8027988" y="4335780"/>
          <a:ext cx="332105" cy="3498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" name="Equation" r:id="rId5" imgW="127000" imgH="139700" progId="Equation.DSMT4">
                  <p:embed/>
                </p:oleObj>
              </mc:Choice>
              <mc:Fallback>
                <p:oleObj name="Equation" r:id="rId5" imgW="127000" imgH="1397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027988" y="4335780"/>
                        <a:ext cx="332105" cy="3498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Object 4"/>
          <p:cNvGraphicFramePr>
            <a:graphicFrameLocks noChangeAspect="1"/>
          </p:cNvGraphicFramePr>
          <p:nvPr/>
        </p:nvGraphicFramePr>
        <p:xfrm>
          <a:off x="8011161" y="2161858"/>
          <a:ext cx="365760" cy="4140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" name="Equation" r:id="rId7" imgW="139700" imgH="165100" progId="Equation.DSMT4">
                  <p:embed/>
                </p:oleObj>
              </mc:Choice>
              <mc:Fallback>
                <p:oleObj name="Equation" r:id="rId7" imgW="139700" imgH="1651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011161" y="2161858"/>
                        <a:ext cx="365760" cy="4140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4"/>
          <p:cNvGraphicFramePr>
            <a:graphicFrameLocks noChangeAspect="1"/>
          </p:cNvGraphicFramePr>
          <p:nvPr/>
        </p:nvGraphicFramePr>
        <p:xfrm>
          <a:off x="11007091" y="3921443"/>
          <a:ext cx="332740" cy="350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" name="Equation" r:id="rId9" imgW="127000" imgH="139700" progId="Equation.DSMT4">
                  <p:embed/>
                </p:oleObj>
              </mc:Choice>
              <mc:Fallback>
                <p:oleObj name="Equation" r:id="rId9" imgW="127000" imgH="1397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1007091" y="3921443"/>
                        <a:ext cx="332740" cy="3505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" name="椭圆 49"/>
          <p:cNvSpPr/>
          <p:nvPr/>
        </p:nvSpPr>
        <p:spPr>
          <a:xfrm>
            <a:off x="10115550" y="4294505"/>
            <a:ext cx="75565" cy="755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1" name="椭圆 50"/>
          <p:cNvSpPr/>
          <p:nvPr/>
        </p:nvSpPr>
        <p:spPr>
          <a:xfrm>
            <a:off x="8360410" y="4264025"/>
            <a:ext cx="75565" cy="755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52" name="直接连接符 51"/>
          <p:cNvCxnSpPr>
            <a:stCxn id="51" idx="4"/>
          </p:cNvCxnSpPr>
          <p:nvPr/>
        </p:nvCxnSpPr>
        <p:spPr>
          <a:xfrm flipV="1">
            <a:off x="8398510" y="4331970"/>
            <a:ext cx="1736090" cy="762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8415655" y="4384040"/>
            <a:ext cx="1771650" cy="911860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54" name="直接箭头连接符 53"/>
          <p:cNvCxnSpPr/>
          <p:nvPr/>
        </p:nvCxnSpPr>
        <p:spPr>
          <a:xfrm>
            <a:off x="8935085" y="4321175"/>
            <a:ext cx="372745" cy="14605"/>
          </a:xfrm>
          <a:prstGeom prst="straightConnector1">
            <a:avLst/>
          </a:prstGeom>
          <a:ln w="76200">
            <a:solidFill>
              <a:schemeClr val="tx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6" name="Object 4"/>
          <p:cNvGraphicFramePr>
            <a:graphicFrameLocks noChangeAspect="1"/>
          </p:cNvGraphicFramePr>
          <p:nvPr/>
        </p:nvGraphicFramePr>
        <p:xfrm>
          <a:off x="10140316" y="4339273"/>
          <a:ext cx="332740" cy="4140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" name="Equation" r:id="rId11" imgW="127000" imgH="165100" progId="Equation.DSMT4">
                  <p:embed/>
                </p:oleObj>
              </mc:Choice>
              <mc:Fallback>
                <p:oleObj name="Equation" r:id="rId11" imgW="127000" imgH="1651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0140316" y="4339273"/>
                        <a:ext cx="332740" cy="4140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" name="Object 4"/>
          <p:cNvGraphicFramePr>
            <a:graphicFrameLocks noChangeAspect="1"/>
          </p:cNvGraphicFramePr>
          <p:nvPr/>
        </p:nvGraphicFramePr>
        <p:xfrm>
          <a:off x="9140509" y="4287521"/>
          <a:ext cx="464185" cy="5734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" name="Equation" r:id="rId13" imgW="177165" imgH="228600" progId="Equation.DSMT4">
                  <p:embed/>
                </p:oleObj>
              </mc:Choice>
              <mc:Fallback>
                <p:oleObj name="Equation" r:id="rId13" imgW="177165" imgH="2286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9140509" y="4287521"/>
                        <a:ext cx="464185" cy="5734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" name="Object 4"/>
          <p:cNvGraphicFramePr>
            <a:graphicFrameLocks noChangeAspect="1"/>
          </p:cNvGraphicFramePr>
          <p:nvPr/>
        </p:nvGraphicFramePr>
        <p:xfrm>
          <a:off x="8740142" y="2777491"/>
          <a:ext cx="400050" cy="4451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" name="Equation" r:id="rId15" imgW="152400" imgH="177165" progId="Equation.DSMT4">
                  <p:embed/>
                </p:oleObj>
              </mc:Choice>
              <mc:Fallback>
                <p:oleObj name="Equation" r:id="rId15" imgW="152400" imgH="177165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8740142" y="2777491"/>
                        <a:ext cx="400050" cy="4451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" name="直接箭头连接符 7"/>
          <p:cNvCxnSpPr/>
          <p:nvPr/>
        </p:nvCxnSpPr>
        <p:spPr>
          <a:xfrm flipV="1">
            <a:off x="9046845" y="3461385"/>
            <a:ext cx="260985" cy="10795"/>
          </a:xfrm>
          <a:prstGeom prst="straightConnector1">
            <a:avLst/>
          </a:prstGeom>
          <a:ln w="762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Object 13"/>
          <p:cNvGraphicFramePr>
            <a:graphicFrameLocks noChangeAspect="1"/>
          </p:cNvGraphicFramePr>
          <p:nvPr/>
        </p:nvGraphicFramePr>
        <p:xfrm>
          <a:off x="1609725" y="2007553"/>
          <a:ext cx="954405" cy="7023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Equation" r:id="rId17" imgW="368300" imgH="228600" progId="Equation.DSMT4">
                  <p:embed/>
                </p:oleObj>
              </mc:Choice>
              <mc:Fallback>
                <p:oleObj name="Equation" r:id="rId17" imgW="368300" imgH="228600" progId="Equation.DSMT4">
                  <p:embed/>
                  <p:pic>
                    <p:nvPicPr>
                      <p:cNvPr id="0" name="图片 14342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609725" y="2007553"/>
                        <a:ext cx="954405" cy="70231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文本框 2"/>
          <p:cNvSpPr txBox="1"/>
          <p:nvPr/>
        </p:nvSpPr>
        <p:spPr>
          <a:xfrm>
            <a:off x="869315" y="1945005"/>
            <a:ext cx="806450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解：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4" name="文本框 2"/>
          <p:cNvSpPr txBox="1"/>
          <p:nvPr/>
        </p:nvSpPr>
        <p:spPr>
          <a:xfrm>
            <a:off x="2637790" y="2093595"/>
            <a:ext cx="4223385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在整个复平面上处处解析，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5" name="文本框 2"/>
          <p:cNvSpPr txBox="1"/>
          <p:nvPr/>
        </p:nvSpPr>
        <p:spPr>
          <a:xfrm>
            <a:off x="1414780" y="2942590"/>
            <a:ext cx="4223385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由推论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，如右图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6" name="Object 13"/>
          <p:cNvGraphicFramePr>
            <a:graphicFrameLocks noChangeAspect="1"/>
          </p:cNvGraphicFramePr>
          <p:nvPr/>
        </p:nvGraphicFramePr>
        <p:xfrm>
          <a:off x="4401503" y="2823845"/>
          <a:ext cx="3300095" cy="7677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" name="Equation" r:id="rId19" imgW="1638300" imgH="316865" progId="Equation.DSMT4">
                  <p:embed/>
                </p:oleObj>
              </mc:Choice>
              <mc:Fallback>
                <p:oleObj name="Equation" r:id="rId19" imgW="1638300" imgH="316865" progId="Equation.DSMT4">
                  <p:embed/>
                  <p:pic>
                    <p:nvPicPr>
                      <p:cNvPr id="0" name="图片 14342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401503" y="2823845"/>
                        <a:ext cx="3300095" cy="7677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文本框 2"/>
          <p:cNvSpPr txBox="1"/>
          <p:nvPr/>
        </p:nvSpPr>
        <p:spPr>
          <a:xfrm>
            <a:off x="1609725" y="3832225"/>
            <a:ext cx="698500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且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22" name="Object 13"/>
          <p:cNvGraphicFramePr>
            <a:graphicFrameLocks noChangeAspect="1"/>
          </p:cNvGraphicFramePr>
          <p:nvPr/>
        </p:nvGraphicFramePr>
        <p:xfrm>
          <a:off x="2246630" y="3804285"/>
          <a:ext cx="2559050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" name="Equation" r:id="rId21" imgW="1155700" imgH="228600" progId="Equation.DSMT4">
                  <p:embed/>
                </p:oleObj>
              </mc:Choice>
              <mc:Fallback>
                <p:oleObj name="Equation" r:id="rId21" imgW="1155700" imgH="228600" progId="Equation.DSMT4">
                  <p:embed/>
                  <p:pic>
                    <p:nvPicPr>
                      <p:cNvPr id="0" name="图片 14342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2246630" y="3804285"/>
                        <a:ext cx="2559050" cy="6000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13"/>
          <p:cNvGraphicFramePr>
            <a:graphicFrameLocks noChangeAspect="1"/>
          </p:cNvGraphicFramePr>
          <p:nvPr/>
        </p:nvGraphicFramePr>
        <p:xfrm>
          <a:off x="1728471" y="4404043"/>
          <a:ext cx="3300730" cy="76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" name="Equation" r:id="rId23" imgW="1638300" imgH="316865" progId="Equation.DSMT4">
                  <p:embed/>
                </p:oleObj>
              </mc:Choice>
              <mc:Fallback>
                <p:oleObj name="Equation" r:id="rId23" imgW="1638300" imgH="316865" progId="Equation.DSMT4">
                  <p:embed/>
                  <p:pic>
                    <p:nvPicPr>
                      <p:cNvPr id="0" name="图片 14342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728471" y="4404043"/>
                        <a:ext cx="3300730" cy="768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3"/>
          <p:cNvGraphicFramePr>
            <a:graphicFrameLocks noChangeAspect="1"/>
          </p:cNvGraphicFramePr>
          <p:nvPr/>
        </p:nvGraphicFramePr>
        <p:xfrm>
          <a:off x="3290571" y="5105400"/>
          <a:ext cx="1738630" cy="8007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25" imgW="862965" imgH="330200" progId="Equation.DSMT4">
                  <p:embed/>
                </p:oleObj>
              </mc:Choice>
              <mc:Fallback>
                <p:oleObj name="Equation" r:id="rId25" imgW="862965" imgH="330200" progId="Equation.DSMT4">
                  <p:embed/>
                  <p:pic>
                    <p:nvPicPr>
                      <p:cNvPr id="0" name="图片 14342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3290571" y="5105400"/>
                        <a:ext cx="1738630" cy="8007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3153981" y="6104827"/>
                <a:ext cx="1506855" cy="53721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800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sz="2800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800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800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−</m:t>
                      </m:r>
                      <m:r>
                        <a:rPr lang="en-US" altLang="zh-CN" sz="2800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3</m:t>
                      </m:r>
                    </m:oMath>
                  </m:oMathPara>
                </a14:m>
                <a:endParaRPr lang="en-US" altLang="zh-CN" sz="28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3981" y="6104827"/>
                <a:ext cx="1506855" cy="537210"/>
              </a:xfrm>
              <a:prstGeom prst="rect">
                <a:avLst/>
              </a:prstGeom>
              <a:blipFill rotWithShape="1">
                <a:blip r:embed="rId27"/>
                <a:stretch>
                  <a:fillRect l="-38" t="-106" r="-468" b="1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28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6" grpId="0" bldLvl="0" animBg="1"/>
      <p:bldP spid="50" grpId="0" bldLvl="0" animBg="1"/>
      <p:bldP spid="51" grpId="0" bldLvl="0" animBg="1"/>
      <p:bldP spid="7" grpId="0" bldLvl="0" animBg="1"/>
      <p:bldP spid="14" grpId="0"/>
      <p:bldP spid="15" grpId="0"/>
      <p:bldP spid="21" grpId="0"/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文本框 27"/>
          <p:cNvSpPr txBox="1"/>
          <p:nvPr>
            <p:custDataLst>
              <p:tags r:id="rId1"/>
            </p:custDataLst>
          </p:nvPr>
        </p:nvSpPr>
        <p:spPr>
          <a:xfrm>
            <a:off x="7502071" y="2050503"/>
            <a:ext cx="1826141" cy="1862048"/>
          </a:xfrm>
          <a:prstGeom prst="rect">
            <a:avLst/>
          </a:prstGeom>
          <a:noFill/>
        </p:spPr>
        <p:txBody>
          <a:bodyPr wrap="square" lIns="90000" tIns="46800" rIns="90000" bIns="0" rtlCol="0" anchor="b" anchorCtr="0">
            <a:normAutofit/>
          </a:bodyPr>
          <a:lstStyle/>
          <a:p>
            <a:pPr algn="ctr"/>
            <a:r>
              <a:rPr lang="en-US" altLang="zh-CN" sz="11500" b="1" dirty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02</a:t>
            </a:r>
            <a:endParaRPr lang="en-US" altLang="zh-CN" sz="11500" b="1" dirty="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7" name="矩形 36"/>
          <p:cNvSpPr/>
          <p:nvPr>
            <p:custDataLst>
              <p:tags r:id="rId2"/>
            </p:custDataLst>
          </p:nvPr>
        </p:nvSpPr>
        <p:spPr>
          <a:xfrm>
            <a:off x="6668899" y="3384803"/>
            <a:ext cx="962699" cy="36933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/>
            <a:r>
              <a:rPr lang="en-US" altLang="zh-CN" b="1" spc="200" dirty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PART.</a:t>
            </a:r>
            <a:endParaRPr lang="en-US" altLang="zh-CN" b="1" spc="200" dirty="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668770" y="4242435"/>
            <a:ext cx="3477260" cy="579755"/>
          </a:xfrm>
        </p:spPr>
        <p:txBody>
          <a:bodyPr>
            <a:noAutofit/>
          </a:bodyPr>
          <a:lstStyle/>
          <a:p>
            <a:r>
              <a:rPr sz="4400" dirty="0"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原   函  数</a:t>
            </a:r>
            <a:endParaRPr sz="4400" dirty="0"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1315720" y="2113915"/>
            <a:ext cx="2728595" cy="520700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p>
            <a:r>
              <a:rPr lang="zh-CN" altLang="en-US" sz="2800" b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积分上限函数：         </a:t>
            </a:r>
            <a:endParaRPr lang="zh-CN" altLang="en-US" sz="2800" b="1" u="sng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77840" name="Object 16"/>
          <p:cNvGraphicFramePr>
            <a:graphicFrameLocks noChangeAspect="1"/>
          </p:cNvGraphicFramePr>
          <p:nvPr/>
        </p:nvGraphicFramePr>
        <p:xfrm>
          <a:off x="10707688" y="2113915"/>
          <a:ext cx="803275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2" name="Equation" r:id="rId1" imgW="8229600" imgH="5486400" progId="Equation.DSMT4">
                  <p:embed/>
                </p:oleObj>
              </mc:Choice>
              <mc:Fallback>
                <p:oleObj name="Equation" r:id="rId1" imgW="8229600" imgH="5486400" progId="Equation.DSMT4">
                  <p:embed/>
                  <p:pic>
                    <p:nvPicPr>
                      <p:cNvPr id="0" name="图片 10241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0707688" y="2113915"/>
                        <a:ext cx="803275" cy="6429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41" name="Object 17"/>
          <p:cNvGraphicFramePr>
            <a:graphicFrameLocks noChangeAspect="1"/>
          </p:cNvGraphicFramePr>
          <p:nvPr/>
        </p:nvGraphicFramePr>
        <p:xfrm>
          <a:off x="6899910" y="2190115"/>
          <a:ext cx="95250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3" name="Equation" r:id="rId3" imgW="495300" imgH="203200" progId="Equation.DSMT4">
                  <p:embed/>
                </p:oleObj>
              </mc:Choice>
              <mc:Fallback>
                <p:oleObj name="Equation" r:id="rId3" imgW="495300" imgH="203200" progId="Equation.DSMT4">
                  <p:embed/>
                  <p:pic>
                    <p:nvPicPr>
                      <p:cNvPr id="0" name="图片 10242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899910" y="2190115"/>
                        <a:ext cx="952500" cy="4762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组合 6"/>
          <p:cNvGrpSpPr/>
          <p:nvPr/>
        </p:nvGrpSpPr>
        <p:grpSpPr>
          <a:xfrm>
            <a:off x="1480185" y="2720340"/>
            <a:ext cx="3938270" cy="699770"/>
            <a:chOff x="1893" y="3086"/>
            <a:chExt cx="6202" cy="1102"/>
          </a:xfrm>
        </p:grpSpPr>
        <p:sp>
          <p:nvSpPr>
            <p:cNvPr id="4" name="文本框 2"/>
            <p:cNvSpPr txBox="1"/>
            <p:nvPr/>
          </p:nvSpPr>
          <p:spPr>
            <a:xfrm>
              <a:off x="1893" y="3168"/>
              <a:ext cx="6203" cy="834"/>
            </a:xfrm>
            <a:prstGeom prst="rect">
              <a:avLst/>
            </a:prstGeom>
            <a:noFill/>
          </p:spPr>
          <p:txBody>
            <a:bodyPr wrap="non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则           与路径无关，</a:t>
              </a:r>
              <a:endPara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77842" name="Object 18"/>
            <p:cNvGraphicFramePr>
              <a:graphicFrameLocks noChangeAspect="1"/>
            </p:cNvGraphicFramePr>
            <p:nvPr/>
          </p:nvGraphicFramePr>
          <p:xfrm>
            <a:off x="2697" y="3086"/>
            <a:ext cx="1957" cy="11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44" name="Equation" r:id="rId5" imgW="14935200" imgH="7010400" progId="Equation.DSMT4">
                    <p:embed/>
                  </p:oleObj>
                </mc:Choice>
                <mc:Fallback>
                  <p:oleObj name="Equation" r:id="rId5" imgW="14935200" imgH="7010400" progId="Equation.DSMT4">
                    <p:embed/>
                    <p:pic>
                      <p:nvPicPr>
                        <p:cNvPr id="0" name="图片 1024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697" y="3086"/>
                          <a:ext cx="1957" cy="110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7" name="文本框 2"/>
          <p:cNvSpPr txBox="1"/>
          <p:nvPr/>
        </p:nvSpPr>
        <p:spPr>
          <a:xfrm>
            <a:off x="5219968" y="2805273"/>
            <a:ext cx="375539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只与起点、终点有关，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77843" name="Object 19"/>
          <p:cNvGraphicFramePr>
            <a:graphicFrameLocks noChangeAspect="1"/>
          </p:cNvGraphicFramePr>
          <p:nvPr/>
        </p:nvGraphicFramePr>
        <p:xfrm>
          <a:off x="5047933" y="3419793"/>
          <a:ext cx="1490662" cy="1001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5" name="Equation" r:id="rId7" imgW="15240000" imgH="8534400" progId="Equation.DSMT4">
                  <p:embed/>
                </p:oleObj>
              </mc:Choice>
              <mc:Fallback>
                <p:oleObj name="Equation" r:id="rId7" imgW="15240000" imgH="8534400" progId="Equation.DSMT4">
                  <p:embed/>
                  <p:pic>
                    <p:nvPicPr>
                      <p:cNvPr id="0" name="图片 10244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047933" y="3419793"/>
                        <a:ext cx="1490662" cy="10017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44" name="Object 20"/>
          <p:cNvGraphicFramePr>
            <a:graphicFrameLocks noChangeAspect="1"/>
          </p:cNvGraphicFramePr>
          <p:nvPr/>
        </p:nvGraphicFramePr>
        <p:xfrm>
          <a:off x="3871595" y="3640455"/>
          <a:ext cx="107315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6" name="Equation" r:id="rId9" imgW="10972800" imgH="4876800" progId="Equation.DSMT4">
                  <p:embed/>
                </p:oleObj>
              </mc:Choice>
              <mc:Fallback>
                <p:oleObj name="Equation" r:id="rId9" imgW="10972800" imgH="4876800" progId="Equation.DSMT4">
                  <p:embed/>
                  <p:pic>
                    <p:nvPicPr>
                      <p:cNvPr id="0" name="图片 10245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871595" y="3640455"/>
                        <a:ext cx="1073150" cy="571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2"/>
          <p:cNvSpPr txBox="1"/>
          <p:nvPr/>
        </p:nvSpPr>
        <p:spPr>
          <a:xfrm>
            <a:off x="7846695" y="2190750"/>
            <a:ext cx="3063240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起点与终点分别为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3766185" y="2113915"/>
            <a:ext cx="3299460" cy="529590"/>
            <a:chOff x="5493" y="2131"/>
            <a:chExt cx="5196" cy="834"/>
          </a:xfrm>
        </p:grpSpPr>
        <p:sp>
          <p:nvSpPr>
            <p:cNvPr id="3" name="文本框 2"/>
            <p:cNvSpPr txBox="1"/>
            <p:nvPr/>
          </p:nvSpPr>
          <p:spPr>
            <a:xfrm>
              <a:off x="5493" y="2131"/>
              <a:ext cx="5196" cy="834"/>
            </a:xfrm>
            <a:prstGeom prst="rect">
              <a:avLst/>
            </a:prstGeom>
            <a:noFill/>
          </p:spPr>
          <p:txBody>
            <a:bodyPr wrap="non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若      在</a:t>
              </a:r>
              <a:r>
                <a:rPr lang="en-US" altLang="zh-CN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D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内解析，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9" name="Object 20"/>
            <p:cNvGraphicFramePr>
              <a:graphicFrameLocks noChangeAspect="1"/>
            </p:cNvGraphicFramePr>
            <p:nvPr/>
          </p:nvGraphicFramePr>
          <p:xfrm>
            <a:off x="6239" y="2210"/>
            <a:ext cx="1033" cy="7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" name="Equation" r:id="rId11" imgW="330200" imgH="203200" progId="Equation.DSMT4">
                    <p:embed/>
                  </p:oleObj>
                </mc:Choice>
                <mc:Fallback>
                  <p:oleObj name="Equation" r:id="rId11" imgW="330200" imgH="203200" progId="Equation.DSMT4">
                    <p:embed/>
                    <p:pic>
                      <p:nvPicPr>
                        <p:cNvPr id="0" name="图片 1024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6239" y="2210"/>
                          <a:ext cx="1033" cy="75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" name="文本框 2"/>
          <p:cNvSpPr txBox="1"/>
          <p:nvPr/>
        </p:nvSpPr>
        <p:spPr>
          <a:xfrm>
            <a:off x="2156728" y="4545808"/>
            <a:ext cx="588899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称为积分上限函数或者变上限函数。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29" name="Object 20"/>
          <p:cNvGraphicFramePr>
            <a:graphicFrameLocks noChangeAspect="1"/>
          </p:cNvGraphicFramePr>
          <p:nvPr/>
        </p:nvGraphicFramePr>
        <p:xfrm>
          <a:off x="1497330" y="4521200"/>
          <a:ext cx="788035" cy="5543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" name="Equation" r:id="rId13" imgW="342900" imgH="203200" progId="Equation.DSMT4">
                  <p:embed/>
                </p:oleObj>
              </mc:Choice>
              <mc:Fallback>
                <p:oleObj name="Equation" r:id="rId13" imgW="342900" imgH="203200" progId="Equation.DSMT4">
                  <p:embed/>
                  <p:pic>
                    <p:nvPicPr>
                      <p:cNvPr id="0" name="图片 10245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497330" y="4521200"/>
                        <a:ext cx="788035" cy="5543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2"/>
          <p:cNvSpPr txBox="1"/>
          <p:nvPr>
            <p:custDataLst>
              <p:tags r:id="rId15"/>
            </p:custDataLst>
          </p:nvPr>
        </p:nvSpPr>
        <p:spPr>
          <a:xfrm>
            <a:off x="8795653" y="2757013"/>
            <a:ext cx="91059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记作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</p:spTree>
    <p:custDataLst>
      <p:tags r:id="rId16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7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7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77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77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47" grpId="0"/>
      <p:bldP spid="8" grpId="0"/>
      <p:bldP spid="1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777240" y="896620"/>
            <a:ext cx="1220470" cy="520700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p>
            <a:r>
              <a:rPr lang="zh-CN" altLang="en-US" sz="2800" b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定理</a:t>
            </a:r>
            <a:r>
              <a:rPr lang="en-US" altLang="zh-CN" sz="2800" b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2.</a:t>
            </a:r>
            <a:r>
              <a:rPr lang="zh-CN" altLang="en-US" sz="2800" b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      </a:t>
            </a:r>
            <a:endParaRPr lang="zh-CN" altLang="en-US" sz="2800" b="1" u="sng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997075" y="890905"/>
            <a:ext cx="4721860" cy="571500"/>
            <a:chOff x="3145" y="1487"/>
            <a:chExt cx="7436" cy="900"/>
          </a:xfrm>
        </p:grpSpPr>
        <p:sp>
          <p:nvSpPr>
            <p:cNvPr id="35" name="文本框 2"/>
            <p:cNvSpPr txBox="1"/>
            <p:nvPr/>
          </p:nvSpPr>
          <p:spPr>
            <a:xfrm>
              <a:off x="3145" y="1496"/>
              <a:ext cx="7436" cy="834"/>
            </a:xfrm>
            <a:prstGeom prst="rect">
              <a:avLst/>
            </a:prstGeom>
            <a:noFill/>
          </p:spPr>
          <p:txBody>
            <a:bodyPr wrap="non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若      在单连通域</a:t>
              </a:r>
              <a:r>
                <a:rPr lang="en-US" altLang="zh-CN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D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内解析，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59415" name="Object 23"/>
            <p:cNvGraphicFramePr>
              <a:graphicFrameLocks noChangeAspect="1"/>
            </p:cNvGraphicFramePr>
            <p:nvPr/>
          </p:nvGraphicFramePr>
          <p:xfrm>
            <a:off x="3718" y="1487"/>
            <a:ext cx="1220" cy="9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65" name="Equation" r:id="rId1" imgW="7924800" imgH="4876800" progId="Equation.DSMT4">
                    <p:embed/>
                  </p:oleObj>
                </mc:Choice>
                <mc:Fallback>
                  <p:oleObj name="Equation" r:id="rId1" imgW="7924800" imgH="4876800" progId="Equation.DSMT4">
                    <p:embed/>
                    <p:pic>
                      <p:nvPicPr>
                        <p:cNvPr id="0" name="图片 1126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718" y="1487"/>
                          <a:ext cx="1220" cy="901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5" name="文本框 2"/>
          <p:cNvSpPr txBox="1"/>
          <p:nvPr/>
        </p:nvSpPr>
        <p:spPr>
          <a:xfrm>
            <a:off x="1051828" y="1641953"/>
            <a:ext cx="55499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则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6" name="文本框 2"/>
          <p:cNvSpPr txBox="1"/>
          <p:nvPr/>
        </p:nvSpPr>
        <p:spPr>
          <a:xfrm>
            <a:off x="3780423" y="1642588"/>
            <a:ext cx="368427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在区域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D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内仍然解析，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6" name="Object 18"/>
          <p:cNvGraphicFramePr>
            <a:graphicFrameLocks noChangeAspect="1"/>
          </p:cNvGraphicFramePr>
          <p:nvPr/>
        </p:nvGraphicFramePr>
        <p:xfrm>
          <a:off x="8199755" y="1621473"/>
          <a:ext cx="1995488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6" name="Equation" r:id="rId3" imgW="20421600" imgH="4876800" progId="Equation.DSMT4">
                  <p:embed/>
                </p:oleObj>
              </mc:Choice>
              <mc:Fallback>
                <p:oleObj name="Equation" r:id="rId3" imgW="20421600" imgH="4876800" progId="Equation.DSMT4">
                  <p:embed/>
                  <p:pic>
                    <p:nvPicPr>
                      <p:cNvPr id="0" name="图片 1126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199755" y="1621473"/>
                        <a:ext cx="1995488" cy="571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2"/>
          <p:cNvSpPr txBox="1"/>
          <p:nvPr/>
        </p:nvSpPr>
        <p:spPr>
          <a:xfrm>
            <a:off x="7448818" y="1621633"/>
            <a:ext cx="55499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且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8" name="Object 19"/>
          <p:cNvGraphicFramePr>
            <a:graphicFrameLocks noChangeAspect="1"/>
          </p:cNvGraphicFramePr>
          <p:nvPr/>
        </p:nvGraphicFramePr>
        <p:xfrm>
          <a:off x="1474470" y="1512570"/>
          <a:ext cx="2305685" cy="8928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7" name="Equation" r:id="rId5" imgW="1091565" imgH="355600" progId="Equation.DSMT4">
                  <p:embed/>
                </p:oleObj>
              </mc:Choice>
              <mc:Fallback>
                <p:oleObj name="Equation" r:id="rId5" imgW="1091565" imgH="355600" progId="Equation.DSMT4">
                  <p:embed/>
                  <p:pic>
                    <p:nvPicPr>
                      <p:cNvPr id="0" name="图片 1126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474470" y="1512570"/>
                        <a:ext cx="2305685" cy="89281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16"/>
          <p:cNvGraphicFramePr>
            <a:graphicFrameLocks noChangeAspect="1"/>
          </p:cNvGraphicFramePr>
          <p:nvPr/>
        </p:nvGraphicFramePr>
        <p:xfrm>
          <a:off x="10530523" y="819785"/>
          <a:ext cx="803275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1" name="Equation" r:id="rId7" imgW="8229600" imgH="5486400" progId="Equation.DSMT4">
                  <p:embed/>
                </p:oleObj>
              </mc:Choice>
              <mc:Fallback>
                <p:oleObj name="Equation" r:id="rId7" imgW="8229600" imgH="5486400" progId="Equation.DSMT4">
                  <p:embed/>
                  <p:pic>
                    <p:nvPicPr>
                      <p:cNvPr id="0" name="图片 11270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0530523" y="819785"/>
                        <a:ext cx="803275" cy="6429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文本框 2"/>
          <p:cNvSpPr txBox="1"/>
          <p:nvPr/>
        </p:nvSpPr>
        <p:spPr>
          <a:xfrm>
            <a:off x="7568382" y="896463"/>
            <a:ext cx="3510463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起点与终点分别为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755140" y="4109085"/>
            <a:ext cx="4721860" cy="571500"/>
            <a:chOff x="3240" y="4371"/>
            <a:chExt cx="7436" cy="900"/>
          </a:xfrm>
        </p:grpSpPr>
        <p:sp>
          <p:nvSpPr>
            <p:cNvPr id="54" name="文本框 2"/>
            <p:cNvSpPr txBox="1"/>
            <p:nvPr/>
          </p:nvSpPr>
          <p:spPr>
            <a:xfrm>
              <a:off x="3240" y="4380"/>
              <a:ext cx="7436" cy="834"/>
            </a:xfrm>
            <a:prstGeom prst="rect">
              <a:avLst/>
            </a:prstGeom>
            <a:noFill/>
          </p:spPr>
          <p:txBody>
            <a:bodyPr wrap="non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若      在单连通域</a:t>
              </a:r>
              <a:r>
                <a:rPr lang="en-US" altLang="zh-CN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D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内解析，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55" name="Object 23"/>
            <p:cNvGraphicFramePr>
              <a:graphicFrameLocks noChangeAspect="1"/>
            </p:cNvGraphicFramePr>
            <p:nvPr/>
          </p:nvGraphicFramePr>
          <p:xfrm>
            <a:off x="3813" y="4371"/>
            <a:ext cx="1220" cy="9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" name="Equation" r:id="rId9" imgW="7924800" imgH="4876800" progId="Equation.DSMT4">
                    <p:embed/>
                  </p:oleObj>
                </mc:Choice>
                <mc:Fallback>
                  <p:oleObj name="Equation" r:id="rId9" imgW="7924800" imgH="4876800" progId="Equation.DSMT4">
                    <p:embed/>
                    <p:pic>
                      <p:nvPicPr>
                        <p:cNvPr id="0" name="图片 1126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813" y="4371"/>
                          <a:ext cx="1220" cy="901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7" name="Object 19"/>
          <p:cNvGraphicFramePr>
            <a:graphicFrameLocks noChangeAspect="1"/>
          </p:cNvGraphicFramePr>
          <p:nvPr/>
        </p:nvGraphicFramePr>
        <p:xfrm>
          <a:off x="6270625" y="3949065"/>
          <a:ext cx="2305685" cy="8928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" name="Equation" r:id="rId10" imgW="1091565" imgH="355600" progId="Equation.DSMT4">
                  <p:embed/>
                </p:oleObj>
              </mc:Choice>
              <mc:Fallback>
                <p:oleObj name="Equation" r:id="rId10" imgW="1091565" imgH="355600" progId="Equation.DSMT4">
                  <p:embed/>
                  <p:pic>
                    <p:nvPicPr>
                      <p:cNvPr id="0" name="图片 1126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270625" y="3949065"/>
                        <a:ext cx="2305685" cy="89281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4"/>
          <p:cNvGrpSpPr/>
          <p:nvPr/>
        </p:nvGrpSpPr>
        <p:grpSpPr>
          <a:xfrm>
            <a:off x="8576310" y="4130675"/>
            <a:ext cx="3014980" cy="581660"/>
            <a:chOff x="13982" y="4405"/>
            <a:chExt cx="4748" cy="916"/>
          </a:xfrm>
        </p:grpSpPr>
        <p:sp>
          <p:nvSpPr>
            <p:cNvPr id="59" name="文本框 2"/>
            <p:cNvSpPr txBox="1"/>
            <p:nvPr/>
          </p:nvSpPr>
          <p:spPr>
            <a:xfrm>
              <a:off x="13982" y="4405"/>
              <a:ext cx="4748" cy="834"/>
            </a:xfrm>
            <a:prstGeom prst="rect">
              <a:avLst/>
            </a:prstGeom>
            <a:noFill/>
          </p:spPr>
          <p:txBody>
            <a:bodyPr wrap="non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是      的原函数。</a:t>
              </a:r>
              <a:endPara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60" name="Object 23"/>
            <p:cNvGraphicFramePr>
              <a:graphicFrameLocks noChangeAspect="1"/>
            </p:cNvGraphicFramePr>
            <p:nvPr/>
          </p:nvGraphicFramePr>
          <p:xfrm>
            <a:off x="14674" y="4421"/>
            <a:ext cx="1220" cy="9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" name="Equation" r:id="rId11" imgW="7924800" imgH="4876800" progId="Equation.DSMT4">
                    <p:embed/>
                  </p:oleObj>
                </mc:Choice>
                <mc:Fallback>
                  <p:oleObj name="Equation" r:id="rId11" imgW="7924800" imgH="4876800" progId="Equation.DSMT4">
                    <p:embed/>
                    <p:pic>
                      <p:nvPicPr>
                        <p:cNvPr id="0" name="图片 1126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4674" y="4421"/>
                          <a:ext cx="1220" cy="901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组合 8"/>
          <p:cNvGrpSpPr/>
          <p:nvPr/>
        </p:nvGrpSpPr>
        <p:grpSpPr>
          <a:xfrm>
            <a:off x="2168525" y="5052060"/>
            <a:ext cx="4721860" cy="530225"/>
            <a:chOff x="3415" y="5996"/>
            <a:chExt cx="7436" cy="835"/>
          </a:xfrm>
        </p:grpSpPr>
        <p:sp>
          <p:nvSpPr>
            <p:cNvPr id="64" name="文本框 2"/>
            <p:cNvSpPr txBox="1"/>
            <p:nvPr/>
          </p:nvSpPr>
          <p:spPr>
            <a:xfrm>
              <a:off x="3415" y="5996"/>
              <a:ext cx="7436" cy="834"/>
            </a:xfrm>
            <a:prstGeom prst="rect">
              <a:avLst/>
            </a:prstGeom>
            <a:noFill/>
          </p:spPr>
          <p:txBody>
            <a:bodyPr wrap="non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若      在单连通域</a:t>
              </a:r>
              <a:r>
                <a:rPr lang="en-US" altLang="zh-CN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D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内解析，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65" name="Object 23"/>
            <p:cNvGraphicFramePr>
              <a:graphicFrameLocks noChangeAspect="1"/>
            </p:cNvGraphicFramePr>
            <p:nvPr/>
          </p:nvGraphicFramePr>
          <p:xfrm>
            <a:off x="4152" y="6041"/>
            <a:ext cx="1069" cy="7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13" name="Equation" r:id="rId12" imgW="7924800" imgH="4876800" progId="Equation.DSMT4">
                    <p:embed/>
                  </p:oleObj>
                </mc:Choice>
                <mc:Fallback>
                  <p:oleObj name="Equation" r:id="rId12" imgW="7924800" imgH="4876800" progId="Equation.DSMT4">
                    <p:embed/>
                    <p:pic>
                      <p:nvPicPr>
                        <p:cNvPr id="0" name="图片 1331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4152" y="6041"/>
                          <a:ext cx="1069" cy="79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6" name="文本框 2"/>
          <p:cNvSpPr txBox="1"/>
          <p:nvPr/>
        </p:nvSpPr>
        <p:spPr>
          <a:xfrm>
            <a:off x="873144" y="5051903"/>
            <a:ext cx="124714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b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定理</a:t>
            </a:r>
            <a:r>
              <a:rPr lang="en-US" altLang="zh-CN" sz="2800" b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3.</a:t>
            </a:r>
            <a:endParaRPr lang="zh-CN" altLang="en-US" sz="2800" b="1" u="sng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69" name="Object 18"/>
          <p:cNvGraphicFramePr>
            <a:graphicFrameLocks noChangeAspect="1"/>
          </p:cNvGraphicFramePr>
          <p:nvPr/>
        </p:nvGraphicFramePr>
        <p:xfrm>
          <a:off x="4702810" y="6181725"/>
          <a:ext cx="1506220" cy="7962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4" name="Equation" r:id="rId13" imgW="17983200" imgH="7924800" progId="Equation.DSMT4">
                  <p:embed/>
                </p:oleObj>
              </mc:Choice>
              <mc:Fallback>
                <p:oleObj name="Equation" r:id="rId13" imgW="17983200" imgH="7924800" progId="Equation.DSMT4">
                  <p:embed/>
                  <p:pic>
                    <p:nvPicPr>
                      <p:cNvPr id="0" name="图片 13313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702810" y="6181725"/>
                        <a:ext cx="1506220" cy="7962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组合 9"/>
          <p:cNvGrpSpPr/>
          <p:nvPr/>
        </p:nvGrpSpPr>
        <p:grpSpPr>
          <a:xfrm>
            <a:off x="6635115" y="5062855"/>
            <a:ext cx="5275580" cy="554355"/>
            <a:chOff x="10449" y="6013"/>
            <a:chExt cx="8308" cy="873"/>
          </a:xfrm>
        </p:grpSpPr>
        <p:sp>
          <p:nvSpPr>
            <p:cNvPr id="67" name="文本框 2"/>
            <p:cNvSpPr txBox="1"/>
            <p:nvPr/>
          </p:nvSpPr>
          <p:spPr>
            <a:xfrm>
              <a:off x="10449" y="6013"/>
              <a:ext cx="8309" cy="834"/>
            </a:xfrm>
            <a:prstGeom prst="rect">
              <a:avLst/>
            </a:prstGeom>
            <a:noFill/>
          </p:spPr>
          <p:txBody>
            <a:bodyPr wrap="squar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且      是其任意一个原函数，</a:t>
              </a:r>
              <a:endPara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70" name="Object 9"/>
            <p:cNvGraphicFramePr>
              <a:graphicFrameLocks noChangeAspect="1"/>
            </p:cNvGraphicFramePr>
            <p:nvPr/>
          </p:nvGraphicFramePr>
          <p:xfrm>
            <a:off x="11171" y="6098"/>
            <a:ext cx="1111" cy="7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15" name="Equation" r:id="rId15" imgW="8229600" imgH="4876800" progId="Equation.DSMT4">
                    <p:embed/>
                  </p:oleObj>
                </mc:Choice>
                <mc:Fallback>
                  <p:oleObj name="Equation" r:id="rId15" imgW="8229600" imgH="4876800" progId="Equation.DSMT4">
                    <p:embed/>
                    <p:pic>
                      <p:nvPicPr>
                        <p:cNvPr id="0" name="图片 1331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11171" y="6098"/>
                          <a:ext cx="1111" cy="789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组合 10"/>
          <p:cNvGrpSpPr/>
          <p:nvPr/>
        </p:nvGrpSpPr>
        <p:grpSpPr>
          <a:xfrm>
            <a:off x="968375" y="5871210"/>
            <a:ext cx="3454400" cy="529590"/>
            <a:chOff x="1525" y="7286"/>
            <a:chExt cx="5440" cy="834"/>
          </a:xfrm>
        </p:grpSpPr>
        <p:sp>
          <p:nvSpPr>
            <p:cNvPr id="68" name="文本框 2"/>
            <p:cNvSpPr txBox="1"/>
            <p:nvPr/>
          </p:nvSpPr>
          <p:spPr>
            <a:xfrm>
              <a:off x="1525" y="7286"/>
              <a:ext cx="5441" cy="834"/>
            </a:xfrm>
            <a:prstGeom prst="rect">
              <a:avLst/>
            </a:prstGeom>
            <a:noFill/>
          </p:spPr>
          <p:txBody>
            <a:bodyPr wrap="non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则对任意             有</a:t>
              </a:r>
              <a:endPara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78864" name="Object 16"/>
            <p:cNvGraphicFramePr>
              <a:graphicFrameLocks noChangeAspect="1"/>
            </p:cNvGraphicFramePr>
            <p:nvPr/>
          </p:nvGraphicFramePr>
          <p:xfrm>
            <a:off x="3988" y="7286"/>
            <a:ext cx="1913" cy="8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16" name="Equation" r:id="rId17" imgW="13411200" imgH="4876800" progId="Equation.DSMT4">
                    <p:embed/>
                  </p:oleObj>
                </mc:Choice>
                <mc:Fallback>
                  <p:oleObj name="Equation" r:id="rId17" imgW="13411200" imgH="4876800" progId="Equation.DSMT4">
                    <p:embed/>
                    <p:pic>
                      <p:nvPicPr>
                        <p:cNvPr id="0" name="图片 1331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3988" y="7286"/>
                          <a:ext cx="1913" cy="834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8865" name="Object 17"/>
          <p:cNvGraphicFramePr>
            <a:graphicFrameLocks noChangeAspect="1"/>
          </p:cNvGraphicFramePr>
          <p:nvPr/>
        </p:nvGraphicFramePr>
        <p:xfrm>
          <a:off x="6209030" y="6384925"/>
          <a:ext cx="1584960" cy="4902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7" name="Equation" r:id="rId19" imgW="18897600" imgH="4876800" progId="Equation.DSMT4">
                  <p:embed/>
                </p:oleObj>
              </mc:Choice>
              <mc:Fallback>
                <p:oleObj name="Equation" r:id="rId19" imgW="18897600" imgH="4876800" progId="Equation.DSMT4">
                  <p:embed/>
                  <p:pic>
                    <p:nvPicPr>
                      <p:cNvPr id="0" name="图片 13316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209030" y="6384925"/>
                        <a:ext cx="1584960" cy="4902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" name="七角星 70"/>
          <p:cNvSpPr/>
          <p:nvPr/>
        </p:nvSpPr>
        <p:spPr>
          <a:xfrm>
            <a:off x="1314390" y="6978099"/>
            <a:ext cx="914400" cy="914400"/>
          </a:xfrm>
          <a:prstGeom prst="star7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200" dirty="0" smtClean="0">
                <a:solidFill>
                  <a:schemeClr val="tx1"/>
                </a:solidFill>
              </a:rPr>
              <a:t>注</a:t>
            </a:r>
            <a:endParaRPr lang="zh-CN" altLang="en-US" sz="3200" dirty="0">
              <a:solidFill>
                <a:schemeClr val="tx1"/>
              </a:solidFill>
            </a:endParaRPr>
          </a:p>
        </p:txBody>
      </p:sp>
      <p:sp>
        <p:nvSpPr>
          <p:cNvPr id="72" name="文本框 2"/>
          <p:cNvSpPr txBox="1"/>
          <p:nvPr/>
        </p:nvSpPr>
        <p:spPr>
          <a:xfrm>
            <a:off x="2393969" y="7170263"/>
            <a:ext cx="660019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此公式只适用于单连通域上解析的函数。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77841" name="Object 17"/>
          <p:cNvGraphicFramePr>
            <a:graphicFrameLocks noChangeAspect="1"/>
          </p:cNvGraphicFramePr>
          <p:nvPr>
            <p:custDataLst>
              <p:tags r:id="rId21"/>
            </p:custDataLst>
          </p:nvPr>
        </p:nvGraphicFramePr>
        <p:xfrm>
          <a:off x="6496050" y="935990"/>
          <a:ext cx="95250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3" name="Equation" r:id="rId22" imgW="495300" imgH="203200" progId="Equation.DSMT4">
                  <p:embed/>
                </p:oleObj>
              </mc:Choice>
              <mc:Fallback>
                <p:oleObj name="Equation" r:id="rId22" imgW="495300" imgH="203200" progId="Equation.DSMT4">
                  <p:embed/>
                  <p:pic>
                    <p:nvPicPr>
                      <p:cNvPr id="0" name="图片 10242"/>
                      <p:cNvPicPr>
                        <a:picLocks noChangeAspect="1"/>
                      </p:cNvPicPr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6496050" y="935990"/>
                        <a:ext cx="952500" cy="4762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58" name="Object 10"/>
          <p:cNvGraphicFramePr>
            <a:graphicFrameLocks noChangeAspect="1"/>
          </p:cNvGraphicFramePr>
          <p:nvPr>
            <p:custDataLst>
              <p:tags r:id="rId24"/>
            </p:custDataLst>
          </p:nvPr>
        </p:nvGraphicFramePr>
        <p:xfrm>
          <a:off x="3493135" y="2504123"/>
          <a:ext cx="1995488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0" name="Equation" r:id="rId25" imgW="20421600" imgH="4876800" progId="Equation.DSMT4">
                  <p:embed/>
                </p:oleObj>
              </mc:Choice>
              <mc:Fallback>
                <p:oleObj name="Equation" r:id="rId25" imgW="20421600" imgH="4876800" progId="Equation.DSMT4">
                  <p:embed/>
                  <p:pic>
                    <p:nvPicPr>
                      <p:cNvPr id="0" name="图片 11269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3493135" y="2504123"/>
                        <a:ext cx="1995488" cy="571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文本框 2"/>
          <p:cNvSpPr txBox="1"/>
          <p:nvPr>
            <p:custDataLst>
              <p:tags r:id="rId27"/>
            </p:custDataLst>
          </p:nvPr>
        </p:nvSpPr>
        <p:spPr>
          <a:xfrm>
            <a:off x="1148983" y="2442053"/>
            <a:ext cx="173863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en-US" altLang="zh-CN" sz="2800" b="1" i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r>
              <a:rPr lang="zh-CN" altLang="en-US" sz="2800" b="1" i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原函数：</a:t>
            </a:r>
            <a:endParaRPr lang="zh-CN" altLang="en-US" sz="2800" b="1" i="1" u="sng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3" name="文本框 2"/>
          <p:cNvSpPr txBox="1"/>
          <p:nvPr>
            <p:custDataLst>
              <p:tags r:id="rId28"/>
            </p:custDataLst>
          </p:nvPr>
        </p:nvSpPr>
        <p:spPr>
          <a:xfrm>
            <a:off x="2955558" y="2461103"/>
            <a:ext cx="55499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若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4" name="文本框 2"/>
          <p:cNvSpPr txBox="1"/>
          <p:nvPr>
            <p:custDataLst>
              <p:tags r:id="rId29"/>
            </p:custDataLst>
          </p:nvPr>
        </p:nvSpPr>
        <p:spPr>
          <a:xfrm>
            <a:off x="5565408" y="2527778"/>
            <a:ext cx="482092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则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</a:rPr>
              <a:t>F(z)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称为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</a:rPr>
              <a:t>f(z)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的一个原函数。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9" name="文本框 2"/>
          <p:cNvSpPr txBox="1"/>
          <p:nvPr>
            <p:custDataLst>
              <p:tags r:id="rId30"/>
            </p:custDataLst>
          </p:nvPr>
        </p:nvSpPr>
        <p:spPr>
          <a:xfrm>
            <a:off x="1851293" y="3329148"/>
            <a:ext cx="624459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任意两个原函数之间只差一个复常数。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0" name="七角星 39"/>
          <p:cNvSpPr/>
          <p:nvPr>
            <p:custDataLst>
              <p:tags r:id="rId31"/>
            </p:custDataLst>
          </p:nvPr>
        </p:nvSpPr>
        <p:spPr>
          <a:xfrm>
            <a:off x="633035" y="3101424"/>
            <a:ext cx="914400" cy="914400"/>
          </a:xfrm>
          <a:prstGeom prst="star7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注</a:t>
            </a:r>
            <a:endParaRPr lang="zh-CN" altLang="en-US" sz="2800" dirty="0" smtClean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  <p:custDataLst>
      <p:tags r:id="rId3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7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78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500"/>
                            </p:stCondLst>
                            <p:childTnLst>
                              <p:par>
                                <p:cTn id="1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78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500"/>
                            </p:stCondLst>
                            <p:childTnLst>
                              <p:par>
                                <p:cTn id="1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6" grpId="0"/>
      <p:bldP spid="45" grpId="0"/>
      <p:bldP spid="46" grpId="0"/>
      <p:bldP spid="7" grpId="0"/>
      <p:bldP spid="66" grpId="0"/>
      <p:bldP spid="71" grpId="0" bldLvl="0" animBg="1"/>
      <p:bldP spid="72" grpId="0"/>
      <p:bldP spid="33" grpId="0"/>
      <p:bldP spid="34" grpId="0"/>
      <p:bldP spid="31" grpId="0"/>
      <p:bldP spid="40" grpId="0" bldLvl="0" animBg="1"/>
      <p:bldP spid="3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"/>
          <p:cNvSpPr txBox="1"/>
          <p:nvPr/>
        </p:nvSpPr>
        <p:spPr>
          <a:xfrm>
            <a:off x="484398" y="1843565"/>
            <a:ext cx="98171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b="1" dirty="0" smtClean="0">
                <a:solidFill>
                  <a:schemeClr val="tx2">
                    <a:lumMod val="50000"/>
                  </a:schemeClr>
                </a:solidFill>
                <a:latin typeface="+mn-ea"/>
                <a:cs typeface="+mn-ea"/>
              </a:rPr>
              <a:t>例</a:t>
            </a:r>
            <a:r>
              <a:rPr lang="en-US" altLang="zh-CN" sz="2800" b="1" dirty="0" smtClean="0">
                <a:solidFill>
                  <a:schemeClr val="tx2">
                    <a:lumMod val="50000"/>
                  </a:schemeClr>
                </a:solidFill>
                <a:latin typeface="+mn-ea"/>
                <a:cs typeface="+mn-ea"/>
              </a:rPr>
              <a:t>3. </a:t>
            </a:r>
            <a:endParaRPr lang="en-US" altLang="zh-CN" sz="2800" b="1" dirty="0" smtClean="0">
              <a:solidFill>
                <a:schemeClr val="tx2">
                  <a:lumMod val="50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23" name="文本框 2"/>
          <p:cNvSpPr txBox="1"/>
          <p:nvPr/>
        </p:nvSpPr>
        <p:spPr>
          <a:xfrm>
            <a:off x="1373398" y="1843565"/>
            <a:ext cx="233299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计算下列积分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26" name="Object 6"/>
          <p:cNvGraphicFramePr>
            <a:graphicFrameLocks noChangeAspect="1"/>
          </p:cNvGraphicFramePr>
          <p:nvPr/>
        </p:nvGraphicFramePr>
        <p:xfrm>
          <a:off x="904240" y="2553970"/>
          <a:ext cx="2148840" cy="9410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9" name="Equation" r:id="rId1" imgW="1079500" imgH="393700" progId="Equation.DSMT4">
                  <p:embed/>
                </p:oleObj>
              </mc:Choice>
              <mc:Fallback>
                <p:oleObj name="Equation" r:id="rId1" imgW="1079500" imgH="393700" progId="Equation.DSMT4">
                  <p:embed/>
                  <p:pic>
                    <p:nvPicPr>
                      <p:cNvPr id="0" name="图片 1331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04240" y="2553970"/>
                        <a:ext cx="2148840" cy="9410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7"/>
          <p:cNvGraphicFramePr>
            <a:graphicFrameLocks noChangeAspect="1"/>
          </p:cNvGraphicFramePr>
          <p:nvPr/>
        </p:nvGraphicFramePr>
        <p:xfrm>
          <a:off x="902335" y="3510915"/>
          <a:ext cx="2202180" cy="8140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0" name="Equation" r:id="rId3" imgW="1066800" imgH="330200" progId="Equation.DSMT4">
                  <p:embed/>
                </p:oleObj>
              </mc:Choice>
              <mc:Fallback>
                <p:oleObj name="Equation" r:id="rId3" imgW="1066800" imgH="330200" progId="Equation.DSMT4">
                  <p:embed/>
                  <p:pic>
                    <p:nvPicPr>
                      <p:cNvPr id="0" name="图片 1331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02335" y="3510915"/>
                        <a:ext cx="2202180" cy="8140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6"/>
          <p:cNvGraphicFramePr>
            <a:graphicFrameLocks noChangeAspect="1"/>
          </p:cNvGraphicFramePr>
          <p:nvPr/>
        </p:nvGraphicFramePr>
        <p:xfrm>
          <a:off x="3190240" y="2553970"/>
          <a:ext cx="1617980" cy="9410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" name="Equation" r:id="rId5" imgW="812800" imgH="393700" progId="Equation.DSMT4">
                  <p:embed/>
                </p:oleObj>
              </mc:Choice>
              <mc:Fallback>
                <p:oleObj name="Equation" r:id="rId5" imgW="812800" imgH="393700" progId="Equation.DSMT4">
                  <p:embed/>
                  <p:pic>
                    <p:nvPicPr>
                      <p:cNvPr id="0" name="图片 1331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190240" y="2553970"/>
                        <a:ext cx="1617980" cy="9410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6"/>
          <p:cNvGraphicFramePr>
            <a:graphicFrameLocks noChangeAspect="1"/>
          </p:cNvGraphicFramePr>
          <p:nvPr/>
        </p:nvGraphicFramePr>
        <p:xfrm>
          <a:off x="4808220" y="2553970"/>
          <a:ext cx="2705100" cy="9410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" name="Equation" r:id="rId7" imgW="1358900" imgH="393700" progId="Equation.DSMT4">
                  <p:embed/>
                </p:oleObj>
              </mc:Choice>
              <mc:Fallback>
                <p:oleObj name="Equation" r:id="rId7" imgW="1358900" imgH="393700" progId="Equation.DSMT4">
                  <p:embed/>
                  <p:pic>
                    <p:nvPicPr>
                      <p:cNvPr id="0" name="图片 13318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808220" y="2553970"/>
                        <a:ext cx="2705100" cy="9410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6"/>
          <p:cNvGraphicFramePr>
            <a:graphicFrameLocks noChangeAspect="1"/>
          </p:cNvGraphicFramePr>
          <p:nvPr/>
        </p:nvGraphicFramePr>
        <p:xfrm>
          <a:off x="7513003" y="2553970"/>
          <a:ext cx="3691255" cy="9410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" name="Equation" r:id="rId9" imgW="1854200" imgH="393700" progId="Equation.DSMT4">
                  <p:embed/>
                </p:oleObj>
              </mc:Choice>
              <mc:Fallback>
                <p:oleObj name="Equation" r:id="rId9" imgW="1854200" imgH="393700" progId="Equation.DSMT4">
                  <p:embed/>
                  <p:pic>
                    <p:nvPicPr>
                      <p:cNvPr id="0" name="图片 13318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513003" y="2553970"/>
                        <a:ext cx="3691255" cy="9410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7"/>
          <p:cNvGraphicFramePr>
            <a:graphicFrameLocks noChangeAspect="1"/>
          </p:cNvGraphicFramePr>
          <p:nvPr/>
        </p:nvGraphicFramePr>
        <p:xfrm>
          <a:off x="3104198" y="3432493"/>
          <a:ext cx="3198495" cy="9709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" name="Equation" r:id="rId11" imgW="1548765" imgH="393700" progId="Equation.DSMT4">
                  <p:embed/>
                </p:oleObj>
              </mc:Choice>
              <mc:Fallback>
                <p:oleObj name="Equation" r:id="rId11" imgW="1548765" imgH="393700" progId="Equation.DSMT4">
                  <p:embed/>
                  <p:pic>
                    <p:nvPicPr>
                      <p:cNvPr id="0" name="图片 13319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104198" y="3432493"/>
                        <a:ext cx="3198495" cy="9709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文本框 2"/>
          <p:cNvSpPr txBox="1"/>
          <p:nvPr/>
        </p:nvSpPr>
        <p:spPr>
          <a:xfrm>
            <a:off x="441218" y="4729005"/>
            <a:ext cx="1125855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b="1" dirty="0" smtClean="0">
                <a:solidFill>
                  <a:schemeClr val="tx2">
                    <a:lumMod val="50000"/>
                  </a:schemeClr>
                </a:solidFill>
                <a:latin typeface="+mn-ea"/>
                <a:cs typeface="+mn-ea"/>
              </a:rPr>
              <a:t>练习</a:t>
            </a:r>
            <a:r>
              <a:rPr lang="en-US" altLang="zh-CN" sz="2800" b="1" dirty="0" smtClean="0">
                <a:solidFill>
                  <a:schemeClr val="tx2">
                    <a:lumMod val="50000"/>
                  </a:schemeClr>
                </a:solidFill>
                <a:latin typeface="+mn-ea"/>
                <a:cs typeface="+mn-ea"/>
              </a:rPr>
              <a:t>.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52" name="文本框 2"/>
          <p:cNvSpPr txBox="1"/>
          <p:nvPr/>
        </p:nvSpPr>
        <p:spPr>
          <a:xfrm>
            <a:off x="1330218" y="4729005"/>
            <a:ext cx="162179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计算积分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53" name="Object 6"/>
          <p:cNvGraphicFramePr>
            <a:graphicFrameLocks noChangeAspect="1"/>
          </p:cNvGraphicFramePr>
          <p:nvPr/>
        </p:nvGraphicFramePr>
        <p:xfrm>
          <a:off x="2814638" y="4591368"/>
          <a:ext cx="1491615" cy="7893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" name="Equation" r:id="rId13" imgW="749300" imgH="330200" progId="Equation.DSMT4">
                  <p:embed/>
                </p:oleObj>
              </mc:Choice>
              <mc:Fallback>
                <p:oleObj name="Equation" r:id="rId13" imgW="749300" imgH="330200" progId="Equation.DSMT4">
                  <p:embed/>
                  <p:pic>
                    <p:nvPicPr>
                      <p:cNvPr id="0" name="图片 13318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814638" y="4591368"/>
                        <a:ext cx="1491615" cy="7893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51" grpId="0"/>
      <p:bldP spid="5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文本框 27"/>
          <p:cNvSpPr txBox="1"/>
          <p:nvPr>
            <p:custDataLst>
              <p:tags r:id="rId1"/>
            </p:custDataLst>
          </p:nvPr>
        </p:nvSpPr>
        <p:spPr>
          <a:xfrm>
            <a:off x="7502071" y="2050503"/>
            <a:ext cx="1826141" cy="1862048"/>
          </a:xfrm>
          <a:prstGeom prst="rect">
            <a:avLst/>
          </a:prstGeom>
          <a:noFill/>
        </p:spPr>
        <p:txBody>
          <a:bodyPr wrap="square" lIns="90000" tIns="46800" rIns="90000" bIns="0" rtlCol="0" anchor="b" anchorCtr="0">
            <a:normAutofit/>
          </a:bodyPr>
          <a:lstStyle/>
          <a:p>
            <a:pPr algn="ctr"/>
            <a:r>
              <a:rPr lang="en-US" altLang="zh-CN" sz="11500" b="1" dirty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03</a:t>
            </a:r>
            <a:endParaRPr lang="en-US" altLang="zh-CN" sz="11500" b="1" dirty="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7" name="矩形 36"/>
          <p:cNvSpPr/>
          <p:nvPr>
            <p:custDataLst>
              <p:tags r:id="rId2"/>
            </p:custDataLst>
          </p:nvPr>
        </p:nvSpPr>
        <p:spPr>
          <a:xfrm>
            <a:off x="6668899" y="3384803"/>
            <a:ext cx="962699" cy="36933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/>
            <a:r>
              <a:rPr lang="en-US" altLang="zh-CN" b="1" spc="200" dirty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PART.</a:t>
            </a:r>
            <a:endParaRPr lang="en-US" altLang="zh-CN" b="1" spc="200" dirty="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2" name="文本占位符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827395" y="4021455"/>
            <a:ext cx="4476115" cy="579755"/>
          </a:xfrm>
          <a:prstGeom prst="rect">
            <a:avLst/>
          </a:prstGeom>
        </p:spPr>
        <p:txBody>
          <a:bodyPr vert="horz" lIns="101600" tIns="38100" rIns="76200" bIns="38100" rtlCol="0">
            <a:noAutofit/>
          </a:bodyPr>
          <a:lstStyle>
            <a:lvl1pPr marL="0" indent="0" algn="r" defTabSz="10947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395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47370" indent="0" algn="l" defTabSz="109474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926590" algn="l"/>
              </a:tabLst>
              <a:defRPr sz="2395" u="none" strike="noStrike" kern="1200" cap="none" spc="150" normalizeH="0" baseline="0">
                <a:solidFill>
                  <a:schemeClr val="tx1">
                    <a:tint val="7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094740" indent="0" algn="l" defTabSz="109474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2155" u="none" strike="noStrike" kern="1200" cap="none" spc="150" normalizeH="0" baseline="0">
                <a:solidFill>
                  <a:schemeClr val="tx1">
                    <a:tint val="7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41475" indent="0" algn="l" defTabSz="109474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915" u="none" strike="noStrike" kern="1200" cap="none" spc="150" normalizeH="0" baseline="0">
                <a:solidFill>
                  <a:schemeClr val="tx1">
                    <a:tint val="7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188845" indent="0" algn="l" defTabSz="109474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915" u="none" strike="noStrike" kern="1200" cap="none" spc="150" normalizeH="0" baseline="0">
                <a:solidFill>
                  <a:schemeClr val="tx1">
                    <a:tint val="7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736215" indent="0" algn="l" defTabSz="1094740" rtl="0" eaLnBrk="1" latinLnBrk="0" hangingPunct="1">
              <a:lnSpc>
                <a:spcPct val="90000"/>
              </a:lnSpc>
              <a:spcBef>
                <a:spcPct val="120000"/>
              </a:spcBef>
              <a:buFont typeface="Arial" panose="020B0604020202020204" pitchFamily="34" charset="0"/>
              <a:buNone/>
              <a:defRPr sz="191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3283585" indent="0" algn="l" defTabSz="1094740" rtl="0" eaLnBrk="1" latinLnBrk="0" hangingPunct="1">
              <a:lnSpc>
                <a:spcPct val="90000"/>
              </a:lnSpc>
              <a:spcBef>
                <a:spcPct val="120000"/>
              </a:spcBef>
              <a:buFont typeface="Arial" panose="020B0604020202020204" pitchFamily="34" charset="0"/>
              <a:buNone/>
              <a:defRPr sz="191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830955" indent="0" algn="l" defTabSz="1094740" rtl="0" eaLnBrk="1" latinLnBrk="0" hangingPunct="1">
              <a:lnSpc>
                <a:spcPct val="90000"/>
              </a:lnSpc>
              <a:spcBef>
                <a:spcPct val="120000"/>
              </a:spcBef>
              <a:buFont typeface="Arial" panose="020B0604020202020204" pitchFamily="34" charset="0"/>
              <a:buNone/>
              <a:defRPr sz="191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4377690" indent="0" algn="l" defTabSz="1094740" rtl="0" eaLnBrk="1" latinLnBrk="0" hangingPunct="1">
              <a:lnSpc>
                <a:spcPct val="90000"/>
              </a:lnSpc>
              <a:spcBef>
                <a:spcPct val="120000"/>
              </a:spcBef>
              <a:buFont typeface="Arial" panose="020B0604020202020204" pitchFamily="34" charset="0"/>
              <a:buNone/>
              <a:defRPr sz="191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600" dirty="0"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复 合 闭 路 定 理</a:t>
            </a:r>
            <a:endParaRPr lang="zh-CN" altLang="en-US" sz="3600" dirty="0"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5459095" y="4126865"/>
            <a:ext cx="5194935" cy="579755"/>
          </a:xfrm>
          <a:prstGeom prst="rect">
            <a:avLst/>
          </a:prstGeom>
        </p:spPr>
        <p:txBody>
          <a:bodyPr vert="horz" lIns="101600" tIns="38100" rIns="76200" bIns="38100" rtlCol="0">
            <a:noAutofit/>
          </a:bodyPr>
          <a:lstStyle>
            <a:lvl1pPr marL="0" indent="0" algn="r" defTabSz="10947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395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47370" indent="0" algn="l" defTabSz="109474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926590" algn="l"/>
              </a:tabLst>
              <a:defRPr sz="2395" u="none" strike="noStrike" kern="1200" cap="none" spc="150" normalizeH="0" baseline="0">
                <a:solidFill>
                  <a:schemeClr val="tx1">
                    <a:tint val="7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094740" indent="0" algn="l" defTabSz="109474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2155" u="none" strike="noStrike" kern="1200" cap="none" spc="150" normalizeH="0" baseline="0">
                <a:solidFill>
                  <a:schemeClr val="tx1">
                    <a:tint val="7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41475" indent="0" algn="l" defTabSz="109474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915" u="none" strike="noStrike" kern="1200" cap="none" spc="150" normalizeH="0" baseline="0">
                <a:solidFill>
                  <a:schemeClr val="tx1">
                    <a:tint val="7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188845" indent="0" algn="l" defTabSz="109474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915" u="none" strike="noStrike" kern="1200" cap="none" spc="150" normalizeH="0" baseline="0">
                <a:solidFill>
                  <a:schemeClr val="tx1">
                    <a:tint val="7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736215" indent="0" algn="l" defTabSz="1094740" rtl="0" eaLnBrk="1" latinLnBrk="0" hangingPunct="1">
              <a:lnSpc>
                <a:spcPct val="90000"/>
              </a:lnSpc>
              <a:spcBef>
                <a:spcPct val="120000"/>
              </a:spcBef>
              <a:buFont typeface="Arial" panose="020B0604020202020204" pitchFamily="34" charset="0"/>
              <a:buNone/>
              <a:defRPr sz="191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3283585" indent="0" algn="l" defTabSz="1094740" rtl="0" eaLnBrk="1" latinLnBrk="0" hangingPunct="1">
              <a:lnSpc>
                <a:spcPct val="90000"/>
              </a:lnSpc>
              <a:spcBef>
                <a:spcPct val="120000"/>
              </a:spcBef>
              <a:buFont typeface="Arial" panose="020B0604020202020204" pitchFamily="34" charset="0"/>
              <a:buNone/>
              <a:defRPr sz="191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830955" indent="0" algn="l" defTabSz="1094740" rtl="0" eaLnBrk="1" latinLnBrk="0" hangingPunct="1">
              <a:lnSpc>
                <a:spcPct val="90000"/>
              </a:lnSpc>
              <a:spcBef>
                <a:spcPct val="120000"/>
              </a:spcBef>
              <a:buFont typeface="Arial" panose="020B0604020202020204" pitchFamily="34" charset="0"/>
              <a:buNone/>
              <a:defRPr sz="191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4377690" indent="0" algn="l" defTabSz="1094740" rtl="0" eaLnBrk="1" latinLnBrk="0" hangingPunct="1">
              <a:lnSpc>
                <a:spcPct val="90000"/>
              </a:lnSpc>
              <a:spcBef>
                <a:spcPct val="120000"/>
              </a:spcBef>
              <a:buFont typeface="Arial" panose="020B0604020202020204" pitchFamily="34" charset="0"/>
              <a:buNone/>
              <a:defRPr sz="191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600" dirty="0"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复 合 闭 路</a:t>
            </a:r>
            <a:r>
              <a:rPr lang="zh-CN" altLang="en-US" sz="3600" dirty="0"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 的 定 义</a:t>
            </a:r>
            <a:endParaRPr lang="zh-CN" altLang="en-US" sz="3600" dirty="0"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框 2"/>
          <p:cNvSpPr txBox="1"/>
          <p:nvPr/>
        </p:nvSpPr>
        <p:spPr>
          <a:xfrm>
            <a:off x="2466233" y="1055848"/>
            <a:ext cx="5846445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若复平面上的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n+1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条正向简单闭曲线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59417" name="Object 25"/>
          <p:cNvGraphicFramePr>
            <a:graphicFrameLocks noChangeAspect="1"/>
          </p:cNvGraphicFramePr>
          <p:nvPr/>
        </p:nvGraphicFramePr>
        <p:xfrm>
          <a:off x="8312785" y="1056005"/>
          <a:ext cx="2527861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1" name="Equation" r:id="rId1" imgW="28651200" imgH="5791200" progId="Equation.DSMT4">
                  <p:embed/>
                </p:oleObj>
              </mc:Choice>
              <mc:Fallback>
                <p:oleObj name="Equation" r:id="rId1" imgW="28651200" imgH="5791200" progId="Equation.DSMT4">
                  <p:embed/>
                  <p:pic>
                    <p:nvPicPr>
                      <p:cNvPr id="0" name="图片 1536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312785" y="1056005"/>
                        <a:ext cx="2527861" cy="6127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文本框 2"/>
          <p:cNvSpPr txBox="1"/>
          <p:nvPr/>
        </p:nvSpPr>
        <p:spPr>
          <a:xfrm>
            <a:off x="684423" y="1074898"/>
            <a:ext cx="210439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pPr>
              <a:buFont typeface="Arial" panose="020B0604020202020204" pitchFamily="34" charset="0"/>
              <a:buChar char="•"/>
            </a:pPr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复合闭路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45" name="文本框 2"/>
          <p:cNvSpPr txBox="1"/>
          <p:nvPr/>
        </p:nvSpPr>
        <p:spPr>
          <a:xfrm>
            <a:off x="1419118" y="1673068"/>
            <a:ext cx="633095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</a:rPr>
              <a:t>(1)</a:t>
            </a:r>
            <a:endParaRPr lang="en-US" altLang="zh-CN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81934" name="Object 14"/>
          <p:cNvGraphicFramePr>
            <a:graphicFrameLocks noChangeAspect="1"/>
          </p:cNvGraphicFramePr>
          <p:nvPr/>
        </p:nvGraphicFramePr>
        <p:xfrm>
          <a:off x="2107565" y="1695450"/>
          <a:ext cx="2527300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2" name="Equation" r:id="rId3" imgW="28651200" imgH="5791200" progId="Equation.DSMT4">
                  <p:embed/>
                </p:oleObj>
              </mc:Choice>
              <mc:Fallback>
                <p:oleObj name="Equation" r:id="rId3" imgW="28651200" imgH="5791200" progId="Equation.DSMT4">
                  <p:embed/>
                  <p:pic>
                    <p:nvPicPr>
                      <p:cNvPr id="0" name="图片 15361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107565" y="1695450"/>
                        <a:ext cx="2527300" cy="6127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文本框 2"/>
          <p:cNvSpPr txBox="1"/>
          <p:nvPr/>
        </p:nvSpPr>
        <p:spPr>
          <a:xfrm>
            <a:off x="4638568" y="1634968"/>
            <a:ext cx="2304415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互不相交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(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切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);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47" name="文本框 2"/>
          <p:cNvSpPr txBox="1"/>
          <p:nvPr/>
        </p:nvSpPr>
        <p:spPr>
          <a:xfrm>
            <a:off x="1419118" y="3029428"/>
            <a:ext cx="633095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</a:rPr>
              <a:t>(3)</a:t>
            </a:r>
            <a:endParaRPr lang="en-US" altLang="zh-CN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2210435" y="3004820"/>
            <a:ext cx="5494020" cy="641985"/>
            <a:chOff x="3481" y="4732"/>
            <a:chExt cx="8652" cy="1011"/>
          </a:xfrm>
        </p:grpSpPr>
        <p:graphicFrame>
          <p:nvGraphicFramePr>
            <p:cNvPr id="48" name="Object 14"/>
            <p:cNvGraphicFramePr>
              <a:graphicFrameLocks noChangeAspect="1"/>
            </p:cNvGraphicFramePr>
            <p:nvPr/>
          </p:nvGraphicFramePr>
          <p:xfrm>
            <a:off x="3481" y="4831"/>
            <a:ext cx="718" cy="9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63" name="Equation" r:id="rId4" imgW="5181600" imgH="5486400" progId="Equation.DSMT4">
                    <p:embed/>
                  </p:oleObj>
                </mc:Choice>
                <mc:Fallback>
                  <p:oleObj name="Equation" r:id="rId4" imgW="5181600" imgH="5486400" progId="Equation.DSMT4">
                    <p:embed/>
                    <p:pic>
                      <p:nvPicPr>
                        <p:cNvPr id="0" name="图片 1536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3481" y="4831"/>
                          <a:ext cx="718" cy="91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9" name="文本框 2"/>
            <p:cNvSpPr txBox="1"/>
            <p:nvPr/>
          </p:nvSpPr>
          <p:spPr>
            <a:xfrm>
              <a:off x="4007" y="4771"/>
              <a:ext cx="8126" cy="834"/>
            </a:xfrm>
            <a:prstGeom prst="rect">
              <a:avLst/>
            </a:prstGeom>
            <a:noFill/>
          </p:spPr>
          <p:txBody>
            <a:bodyPr wrap="non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均不在                            内，</a:t>
              </a:r>
              <a:endPara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50" name="Object 15"/>
            <p:cNvGraphicFramePr>
              <a:graphicFrameLocks noChangeAspect="1"/>
            </p:cNvGraphicFramePr>
            <p:nvPr/>
          </p:nvGraphicFramePr>
          <p:xfrm>
            <a:off x="5876" y="4732"/>
            <a:ext cx="4995" cy="9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64" name="Equation" r:id="rId6" imgW="35966400" imgH="5791200" progId="Equation.DSMT4">
                    <p:embed/>
                  </p:oleObj>
                </mc:Choice>
                <mc:Fallback>
                  <p:oleObj name="Equation" r:id="rId6" imgW="35966400" imgH="5791200" progId="Equation.DSMT4">
                    <p:embed/>
                    <p:pic>
                      <p:nvPicPr>
                        <p:cNvPr id="0" name="图片 1536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5876" y="4732"/>
                          <a:ext cx="4995" cy="96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组合 3"/>
          <p:cNvGrpSpPr/>
          <p:nvPr/>
        </p:nvGrpSpPr>
        <p:grpSpPr>
          <a:xfrm>
            <a:off x="925195" y="3683635"/>
            <a:ext cx="7054850" cy="624205"/>
            <a:chOff x="1457" y="5801"/>
            <a:chExt cx="11110" cy="983"/>
          </a:xfrm>
        </p:grpSpPr>
        <p:sp>
          <p:nvSpPr>
            <p:cNvPr id="52" name="文本框 2"/>
            <p:cNvSpPr txBox="1"/>
            <p:nvPr/>
          </p:nvSpPr>
          <p:spPr>
            <a:xfrm>
              <a:off x="1457" y="5801"/>
              <a:ext cx="11110" cy="834"/>
            </a:xfrm>
            <a:prstGeom prst="rect">
              <a:avLst/>
            </a:prstGeom>
            <a:noFill/>
          </p:spPr>
          <p:txBody>
            <a:bodyPr wrap="non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则称                             为一条</a:t>
              </a:r>
              <a:r>
                <a:rPr lang="zh-CN" altLang="en-US" sz="2800" b="1" i="1" u="sng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复合闭路，</a:t>
              </a:r>
              <a:endParaRPr lang="zh-CN" altLang="en-US" sz="2800" b="1" i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81940" name="Object 20"/>
            <p:cNvGraphicFramePr>
              <a:graphicFrameLocks noChangeAspect="1"/>
            </p:cNvGraphicFramePr>
            <p:nvPr/>
          </p:nvGraphicFramePr>
          <p:xfrm>
            <a:off x="3144" y="5820"/>
            <a:ext cx="4657" cy="9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65" name="Equation" r:id="rId8" imgW="33528000" imgH="5791200" progId="Equation.DSMT4">
                    <p:embed/>
                  </p:oleObj>
                </mc:Choice>
                <mc:Fallback>
                  <p:oleObj name="Equation" r:id="rId8" imgW="33528000" imgH="5791200" progId="Equation.DSMT4">
                    <p:embed/>
                    <p:pic>
                      <p:nvPicPr>
                        <p:cNvPr id="0" name="图片 1536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3144" y="5820"/>
                          <a:ext cx="4657" cy="96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6" name="文本框 2"/>
          <p:cNvSpPr txBox="1"/>
          <p:nvPr/>
        </p:nvSpPr>
        <p:spPr>
          <a:xfrm>
            <a:off x="10840613" y="1074898"/>
            <a:ext cx="126619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满足：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2" name="文本框 2"/>
          <p:cNvSpPr txBox="1"/>
          <p:nvPr/>
        </p:nvSpPr>
        <p:spPr>
          <a:xfrm>
            <a:off x="1419118" y="2351248"/>
            <a:ext cx="633095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</a:rPr>
              <a:t>(2)</a:t>
            </a:r>
            <a:endParaRPr lang="en-US" altLang="zh-CN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25" name="Object 15"/>
          <p:cNvGraphicFramePr>
            <a:graphicFrameLocks noChangeAspect="1"/>
          </p:cNvGraphicFramePr>
          <p:nvPr/>
        </p:nvGraphicFramePr>
        <p:xfrm>
          <a:off x="2096453" y="2350135"/>
          <a:ext cx="2257425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6" name="Equation" r:id="rId10" imgW="25603200" imgH="5791200" progId="Equation.DSMT4">
                  <p:embed/>
                </p:oleObj>
              </mc:Choice>
              <mc:Fallback>
                <p:oleObj name="Equation" r:id="rId10" imgW="25603200" imgH="5791200" progId="Equation.DSMT4">
                  <p:embed/>
                  <p:pic>
                    <p:nvPicPr>
                      <p:cNvPr id="0" name="图片 15365"/>
                      <p:cNvPicPr>
                        <a:picLocks noChangeAspect="1"/>
                      </p:cNvPicPr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096453" y="2350135"/>
                        <a:ext cx="2257425" cy="6127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/>
          <p:cNvGrpSpPr/>
          <p:nvPr/>
        </p:nvGrpSpPr>
        <p:grpSpPr>
          <a:xfrm>
            <a:off x="4276725" y="2380615"/>
            <a:ext cx="1478280" cy="631190"/>
            <a:chOff x="6735" y="3749"/>
            <a:chExt cx="2328" cy="994"/>
          </a:xfrm>
        </p:grpSpPr>
        <p:sp>
          <p:nvSpPr>
            <p:cNvPr id="24" name="文本框 2"/>
            <p:cNvSpPr txBox="1"/>
            <p:nvPr/>
          </p:nvSpPr>
          <p:spPr>
            <a:xfrm>
              <a:off x="6735" y="3749"/>
              <a:ext cx="2329" cy="834"/>
            </a:xfrm>
            <a:prstGeom prst="rect">
              <a:avLst/>
            </a:prstGeom>
            <a:noFill/>
          </p:spPr>
          <p:txBody>
            <a:bodyPr wrap="non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在    内</a:t>
              </a:r>
              <a:r>
                <a:rPr lang="en-US" altLang="zh-CN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;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26" name="Object 16"/>
            <p:cNvGraphicFramePr>
              <a:graphicFrameLocks noChangeAspect="1"/>
            </p:cNvGraphicFramePr>
            <p:nvPr/>
          </p:nvGraphicFramePr>
          <p:xfrm>
            <a:off x="7519" y="3829"/>
            <a:ext cx="720" cy="9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67" name="Equation" r:id="rId12" imgW="5181600" imgH="5486400" progId="Equation.DSMT4">
                    <p:embed/>
                  </p:oleObj>
                </mc:Choice>
                <mc:Fallback>
                  <p:oleObj name="Equation" r:id="rId12" imgW="5181600" imgH="5486400" progId="Equation.DSMT4">
                    <p:embed/>
                    <p:pic>
                      <p:nvPicPr>
                        <p:cNvPr id="0" name="图片 1536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7519" y="3829"/>
                          <a:ext cx="720" cy="91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" name="文本框 2"/>
          <p:cNvSpPr txBox="1"/>
          <p:nvPr/>
        </p:nvSpPr>
        <p:spPr>
          <a:xfrm>
            <a:off x="7858653" y="3683478"/>
            <a:ext cx="339979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也称为一条复围线。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71" name="七角星 70"/>
          <p:cNvSpPr/>
          <p:nvPr/>
        </p:nvSpPr>
        <p:spPr>
          <a:xfrm>
            <a:off x="1130875" y="4480644"/>
            <a:ext cx="914400" cy="914400"/>
          </a:xfrm>
          <a:prstGeom prst="star7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200" dirty="0" smtClean="0">
                <a:solidFill>
                  <a:schemeClr val="tx1"/>
                </a:solidFill>
              </a:rPr>
              <a:t>注</a:t>
            </a:r>
            <a:endParaRPr lang="zh-CN" altLang="en-US" sz="3200" dirty="0">
              <a:solidFill>
                <a:schemeClr val="tx1"/>
              </a:solidFill>
            </a:endParaRPr>
          </a:p>
        </p:txBody>
      </p:sp>
      <p:sp>
        <p:nvSpPr>
          <p:cNvPr id="72" name="文本框 2"/>
          <p:cNvSpPr txBox="1"/>
          <p:nvPr/>
        </p:nvSpPr>
        <p:spPr>
          <a:xfrm>
            <a:off x="2210454" y="4672808"/>
            <a:ext cx="3157855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复合闭路的正方向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:</a:t>
            </a:r>
            <a:endParaRPr lang="en-US" altLang="zh-CN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2210435" y="5394960"/>
            <a:ext cx="2787650" cy="580390"/>
            <a:chOff x="3481" y="8496"/>
            <a:chExt cx="4390" cy="914"/>
          </a:xfrm>
        </p:grpSpPr>
        <p:sp>
          <p:nvSpPr>
            <p:cNvPr id="8" name="文本框 2"/>
            <p:cNvSpPr txBox="1"/>
            <p:nvPr/>
          </p:nvSpPr>
          <p:spPr>
            <a:xfrm>
              <a:off x="3481" y="8496"/>
              <a:ext cx="4390" cy="834"/>
            </a:xfrm>
            <a:prstGeom prst="rect">
              <a:avLst/>
            </a:prstGeom>
            <a:noFill/>
          </p:spPr>
          <p:txBody>
            <a:bodyPr wrap="non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取    的正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方向，</a:t>
              </a:r>
              <a:endPara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19" name="Object 16"/>
            <p:cNvGraphicFramePr>
              <a:graphicFrameLocks noChangeAspect="1"/>
            </p:cNvGraphicFramePr>
            <p:nvPr/>
          </p:nvGraphicFramePr>
          <p:xfrm>
            <a:off x="4199" y="8496"/>
            <a:ext cx="720" cy="9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" name="Equation" r:id="rId14" imgW="5181600" imgH="5486400" progId="Equation.DSMT4">
                    <p:embed/>
                  </p:oleObj>
                </mc:Choice>
                <mc:Fallback>
                  <p:oleObj name="Equation" r:id="rId14" imgW="5181600" imgH="5486400" progId="Equation.DSMT4">
                    <p:embed/>
                    <p:pic>
                      <p:nvPicPr>
                        <p:cNvPr id="0" name="图片 1536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4199" y="8496"/>
                          <a:ext cx="720" cy="91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组合 6"/>
          <p:cNvGrpSpPr/>
          <p:nvPr/>
        </p:nvGrpSpPr>
        <p:grpSpPr>
          <a:xfrm>
            <a:off x="4953635" y="5344160"/>
            <a:ext cx="4264660" cy="651510"/>
            <a:chOff x="7801" y="8416"/>
            <a:chExt cx="6716" cy="1026"/>
          </a:xfrm>
        </p:grpSpPr>
        <p:graphicFrame>
          <p:nvGraphicFramePr>
            <p:cNvPr id="23" name="Object 25"/>
            <p:cNvGraphicFramePr>
              <a:graphicFrameLocks noChangeAspect="1"/>
            </p:cNvGraphicFramePr>
            <p:nvPr/>
          </p:nvGraphicFramePr>
          <p:xfrm>
            <a:off x="8454" y="8416"/>
            <a:ext cx="3003" cy="10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" name="Equation" r:id="rId15" imgW="787400" imgH="228600" progId="Equation.DSMT4">
                    <p:embed/>
                  </p:oleObj>
                </mc:Choice>
                <mc:Fallback>
                  <p:oleObj name="Equation" r:id="rId15" imgW="787400" imgH="228600" progId="Equation.DSMT4">
                    <p:embed/>
                    <p:pic>
                      <p:nvPicPr>
                        <p:cNvPr id="0" name="图片 1536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8454" y="8416"/>
                          <a:ext cx="3003" cy="1027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" name="文本框 2"/>
            <p:cNvSpPr txBox="1"/>
            <p:nvPr/>
          </p:nvSpPr>
          <p:spPr>
            <a:xfrm>
              <a:off x="7801" y="8496"/>
              <a:ext cx="6717" cy="834"/>
            </a:xfrm>
            <a:prstGeom prst="rect">
              <a:avLst/>
            </a:prstGeom>
            <a:noFill/>
          </p:spPr>
          <p:txBody>
            <a:bodyPr wrap="non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取                 的负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方向。</a:t>
              </a:r>
              <a:endPara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</p:grpSp>
    </p:spTree>
    <p:custDataLst>
      <p:tags r:id="rId17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9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1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31" grpId="0"/>
      <p:bldP spid="56" grpId="0"/>
      <p:bldP spid="45" grpId="0"/>
      <p:bldP spid="46" grpId="0"/>
      <p:bldP spid="22" grpId="0"/>
      <p:bldP spid="47" grpId="0"/>
      <p:bldP spid="6" grpId="0"/>
      <p:bldP spid="71" grpId="0" animBg="1"/>
      <p:bldP spid="7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5055235" y="4161790"/>
            <a:ext cx="5194935" cy="579755"/>
          </a:xfrm>
          <a:prstGeom prst="rect">
            <a:avLst/>
          </a:prstGeom>
        </p:spPr>
        <p:txBody>
          <a:bodyPr vert="horz" lIns="101600" tIns="38100" rIns="76200" bIns="38100" rtlCol="0">
            <a:noAutofit/>
          </a:bodyPr>
          <a:lstStyle>
            <a:lvl1pPr marL="0" indent="0" algn="r" defTabSz="10947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395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47370" indent="0" algn="l" defTabSz="109474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926590" algn="l"/>
              </a:tabLst>
              <a:defRPr sz="2395" u="none" strike="noStrike" kern="1200" cap="none" spc="150" normalizeH="0" baseline="0">
                <a:solidFill>
                  <a:schemeClr val="tx1">
                    <a:tint val="7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094740" indent="0" algn="l" defTabSz="109474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2155" u="none" strike="noStrike" kern="1200" cap="none" spc="150" normalizeH="0" baseline="0">
                <a:solidFill>
                  <a:schemeClr val="tx1">
                    <a:tint val="7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41475" indent="0" algn="l" defTabSz="109474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915" u="none" strike="noStrike" kern="1200" cap="none" spc="150" normalizeH="0" baseline="0">
                <a:solidFill>
                  <a:schemeClr val="tx1">
                    <a:tint val="7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188845" indent="0" algn="l" defTabSz="109474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915" u="none" strike="noStrike" kern="1200" cap="none" spc="150" normalizeH="0" baseline="0">
                <a:solidFill>
                  <a:schemeClr val="tx1">
                    <a:tint val="7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736215" indent="0" algn="l" defTabSz="1094740" rtl="0" eaLnBrk="1" latinLnBrk="0" hangingPunct="1">
              <a:lnSpc>
                <a:spcPct val="90000"/>
              </a:lnSpc>
              <a:spcBef>
                <a:spcPct val="120000"/>
              </a:spcBef>
              <a:buFont typeface="Arial" panose="020B0604020202020204" pitchFamily="34" charset="0"/>
              <a:buNone/>
              <a:defRPr sz="191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3283585" indent="0" algn="l" defTabSz="1094740" rtl="0" eaLnBrk="1" latinLnBrk="0" hangingPunct="1">
              <a:lnSpc>
                <a:spcPct val="90000"/>
              </a:lnSpc>
              <a:spcBef>
                <a:spcPct val="120000"/>
              </a:spcBef>
              <a:buFont typeface="Arial" panose="020B0604020202020204" pitchFamily="34" charset="0"/>
              <a:buNone/>
              <a:defRPr sz="191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830955" indent="0" algn="l" defTabSz="1094740" rtl="0" eaLnBrk="1" latinLnBrk="0" hangingPunct="1">
              <a:lnSpc>
                <a:spcPct val="90000"/>
              </a:lnSpc>
              <a:spcBef>
                <a:spcPct val="120000"/>
              </a:spcBef>
              <a:buFont typeface="Arial" panose="020B0604020202020204" pitchFamily="34" charset="0"/>
              <a:buNone/>
              <a:defRPr sz="191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4377690" indent="0" algn="l" defTabSz="1094740" rtl="0" eaLnBrk="1" latinLnBrk="0" hangingPunct="1">
              <a:lnSpc>
                <a:spcPct val="90000"/>
              </a:lnSpc>
              <a:spcBef>
                <a:spcPct val="120000"/>
              </a:spcBef>
              <a:buFont typeface="Arial" panose="020B0604020202020204" pitchFamily="34" charset="0"/>
              <a:buNone/>
              <a:defRPr sz="191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600" dirty="0"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复 合 闭 路 定 理</a:t>
            </a:r>
            <a:endParaRPr lang="zh-CN" altLang="en-US" sz="3600" dirty="0"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文本框 2"/>
          <p:cNvSpPr txBox="1"/>
          <p:nvPr/>
        </p:nvSpPr>
        <p:spPr>
          <a:xfrm>
            <a:off x="4647399" y="1109823"/>
            <a:ext cx="668655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则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633095" y="1089025"/>
            <a:ext cx="4279900" cy="550545"/>
            <a:chOff x="997" y="1715"/>
            <a:chExt cx="6740" cy="867"/>
          </a:xfrm>
        </p:grpSpPr>
        <p:sp>
          <p:nvSpPr>
            <p:cNvPr id="56" name="文本框 2"/>
            <p:cNvSpPr txBox="1"/>
            <p:nvPr/>
          </p:nvSpPr>
          <p:spPr>
            <a:xfrm>
              <a:off x="997" y="1748"/>
              <a:ext cx="6740" cy="834"/>
            </a:xfrm>
            <a:prstGeom prst="rect">
              <a:avLst/>
            </a:prstGeom>
            <a:noFill/>
          </p:spPr>
          <p:txBody>
            <a:bodyPr wrap="non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在区域</a:t>
              </a:r>
              <a:r>
                <a:rPr lang="en-US" altLang="zh-CN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              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内解析，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59417" name="Object 25"/>
            <p:cNvGraphicFramePr>
              <a:graphicFrameLocks noChangeAspect="1"/>
            </p:cNvGraphicFramePr>
            <p:nvPr/>
          </p:nvGraphicFramePr>
          <p:xfrm>
            <a:off x="2874" y="1715"/>
            <a:ext cx="2288" cy="8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33" name="Equation" r:id="rId1" imgW="16459200" imgH="4876800" progId="Equation.DSMT4">
                    <p:embed/>
                  </p:oleObj>
                </mc:Choice>
                <mc:Fallback>
                  <p:oleObj name="Equation" r:id="rId1" imgW="16459200" imgH="4876800" progId="Equation.DSMT4">
                    <p:embed/>
                    <p:pic>
                      <p:nvPicPr>
                        <p:cNvPr id="0" name="图片 1843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874" y="1715"/>
                          <a:ext cx="2288" cy="81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2" name="文本框 2"/>
          <p:cNvSpPr txBox="1"/>
          <p:nvPr/>
        </p:nvSpPr>
        <p:spPr>
          <a:xfrm>
            <a:off x="669818" y="547213"/>
            <a:ext cx="124714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定理</a:t>
            </a:r>
            <a:r>
              <a:rPr lang="en-US" altLang="zh-CN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4.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81934" name="Object 14"/>
          <p:cNvGraphicFramePr>
            <a:graphicFrameLocks noChangeAspect="1"/>
          </p:cNvGraphicFramePr>
          <p:nvPr/>
        </p:nvGraphicFramePr>
        <p:xfrm>
          <a:off x="10338435" y="534035"/>
          <a:ext cx="733425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4" name="Equation" r:id="rId3" imgW="330200" imgH="203200" progId="Equation.DSMT4">
                  <p:embed/>
                </p:oleObj>
              </mc:Choice>
              <mc:Fallback>
                <p:oleObj name="Equation" r:id="rId3" imgW="330200" imgH="203200" progId="Equation.DSMT4">
                  <p:embed/>
                  <p:pic>
                    <p:nvPicPr>
                      <p:cNvPr id="0" name="图片 1843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338435" y="534035"/>
                        <a:ext cx="733425" cy="5429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组合 11"/>
          <p:cNvGrpSpPr/>
          <p:nvPr/>
        </p:nvGrpSpPr>
        <p:grpSpPr>
          <a:xfrm>
            <a:off x="1897380" y="513080"/>
            <a:ext cx="8629650" cy="612140"/>
            <a:chOff x="2988" y="808"/>
            <a:chExt cx="13590" cy="964"/>
          </a:xfrm>
        </p:grpSpPr>
        <p:sp>
          <p:nvSpPr>
            <p:cNvPr id="38" name="文本框 2"/>
            <p:cNvSpPr txBox="1"/>
            <p:nvPr/>
          </p:nvSpPr>
          <p:spPr>
            <a:xfrm>
              <a:off x="2988" y="862"/>
              <a:ext cx="13591" cy="834"/>
            </a:xfrm>
            <a:prstGeom prst="rect">
              <a:avLst/>
            </a:prstGeom>
            <a:noFill/>
          </p:spPr>
          <p:txBody>
            <a:bodyPr wrap="non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设</a:t>
              </a:r>
              <a:r>
                <a:rPr lang="en-US" altLang="zh-CN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D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是由复合闭路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                               围成的区域，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81940" name="Object 20"/>
            <p:cNvGraphicFramePr>
              <a:graphicFrameLocks noChangeAspect="1"/>
            </p:cNvGraphicFramePr>
            <p:nvPr/>
          </p:nvGraphicFramePr>
          <p:xfrm>
            <a:off x="7487" y="808"/>
            <a:ext cx="5505" cy="9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35" name="Equation" r:id="rId5" imgW="39624000" imgH="5791200" progId="Equation.DSMT4">
                    <p:embed/>
                  </p:oleObj>
                </mc:Choice>
                <mc:Fallback>
                  <p:oleObj name="Equation" r:id="rId5" imgW="39624000" imgH="5791200" progId="Equation.DSMT4">
                    <p:embed/>
                    <p:pic>
                      <p:nvPicPr>
                        <p:cNvPr id="0" name="图片 1843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7487" y="808"/>
                          <a:ext cx="5505" cy="96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" name="Object 25"/>
          <p:cNvGraphicFramePr>
            <a:graphicFrameLocks noChangeAspect="1"/>
          </p:cNvGraphicFramePr>
          <p:nvPr/>
        </p:nvGraphicFramePr>
        <p:xfrm>
          <a:off x="5255895" y="1109980"/>
          <a:ext cx="1700530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7" name="Equation" r:id="rId7" imgW="914400" imgH="292100" progId="Equation.DSMT4">
                  <p:embed/>
                </p:oleObj>
              </mc:Choice>
              <mc:Fallback>
                <p:oleObj name="Equation" r:id="rId7" imgW="914400" imgH="292100" progId="Equation.DSMT4">
                  <p:embed/>
                  <p:pic>
                    <p:nvPicPr>
                      <p:cNvPr id="0" name="图片 18436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255895" y="1109980"/>
                        <a:ext cx="1700530" cy="6635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" name="Object 25"/>
          <p:cNvGraphicFramePr>
            <a:graphicFrameLocks noChangeAspect="1"/>
          </p:cNvGraphicFramePr>
          <p:nvPr/>
        </p:nvGraphicFramePr>
        <p:xfrm>
          <a:off x="884873" y="2952115"/>
          <a:ext cx="336677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1" name="Equation" r:id="rId9" imgW="1739900" imgH="316865" progId="Equation.DSMT4">
                  <p:embed/>
                </p:oleObj>
              </mc:Choice>
              <mc:Fallback>
                <p:oleObj name="Equation" r:id="rId9" imgW="1739900" imgH="316865" progId="Equation.DSMT4">
                  <p:embed/>
                  <p:pic>
                    <p:nvPicPr>
                      <p:cNvPr id="0" name="图片 20480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84873" y="2952115"/>
                        <a:ext cx="3366770" cy="736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" name="文本框 2"/>
          <p:cNvSpPr txBox="1"/>
          <p:nvPr/>
        </p:nvSpPr>
        <p:spPr>
          <a:xfrm>
            <a:off x="732683" y="1742283"/>
            <a:ext cx="126619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证明：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1829435" y="1725295"/>
            <a:ext cx="4008120" cy="612140"/>
            <a:chOff x="2881" y="2717"/>
            <a:chExt cx="6312" cy="964"/>
          </a:xfrm>
        </p:grpSpPr>
        <p:sp>
          <p:nvSpPr>
            <p:cNvPr id="5" name="文本框 2"/>
            <p:cNvSpPr txBox="1"/>
            <p:nvPr/>
          </p:nvSpPr>
          <p:spPr>
            <a:xfrm>
              <a:off x="2881" y="2728"/>
              <a:ext cx="6313" cy="834"/>
            </a:xfrm>
            <a:prstGeom prst="rect">
              <a:avLst/>
            </a:prstGeom>
            <a:noFill/>
          </p:spPr>
          <p:txBody>
            <a:bodyPr wrap="non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以                     为例。</a:t>
              </a:r>
              <a:endPara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7" name="Object 20"/>
            <p:cNvGraphicFramePr>
              <a:graphicFrameLocks noChangeAspect="1"/>
            </p:cNvGraphicFramePr>
            <p:nvPr/>
          </p:nvGraphicFramePr>
          <p:xfrm>
            <a:off x="3754" y="2717"/>
            <a:ext cx="3600" cy="9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83" name="Equation" r:id="rId11" imgW="25908000" imgH="5791200" progId="Equation.DSMT4">
                    <p:embed/>
                  </p:oleObj>
                </mc:Choice>
                <mc:Fallback>
                  <p:oleObj name="Equation" r:id="rId11" imgW="25908000" imgH="5791200" progId="Equation.DSMT4">
                    <p:embed/>
                    <p:pic>
                      <p:nvPicPr>
                        <p:cNvPr id="0" name="图片 2048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754" y="2717"/>
                          <a:ext cx="3600" cy="96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3989" name="Object 21"/>
          <p:cNvGraphicFramePr>
            <a:graphicFrameLocks noChangeAspect="1"/>
          </p:cNvGraphicFramePr>
          <p:nvPr>
            <p:custDataLst>
              <p:tags r:id="rId13"/>
            </p:custDataLst>
          </p:nvPr>
        </p:nvGraphicFramePr>
        <p:xfrm>
          <a:off x="2334260" y="6294755"/>
          <a:ext cx="1212215" cy="670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4" name="Equation" r:id="rId14" imgW="685800" imgH="316865" progId="Equation.DSMT4">
                  <p:embed/>
                </p:oleObj>
              </mc:Choice>
              <mc:Fallback>
                <p:oleObj name="Equation" r:id="rId14" imgW="685800" imgH="316865" progId="Equation.DSMT4">
                  <p:embed/>
                  <p:pic>
                    <p:nvPicPr>
                      <p:cNvPr id="0" name="图片 20493"/>
                      <p:cNvPicPr>
                        <a:picLocks noChangeAspect="1"/>
                      </p:cNvPicPr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334260" y="6294755"/>
                        <a:ext cx="1212215" cy="6705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90" name="Object 22"/>
          <p:cNvGraphicFramePr>
            <a:graphicFrameLocks noChangeAspect="1"/>
          </p:cNvGraphicFramePr>
          <p:nvPr>
            <p:custDataLst>
              <p:tags r:id="rId16"/>
            </p:custDataLst>
          </p:nvPr>
        </p:nvGraphicFramePr>
        <p:xfrm>
          <a:off x="3813175" y="6291263"/>
          <a:ext cx="1273175" cy="6940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5" name="Equation" r:id="rId17" imgW="711200" imgH="316865" progId="Equation.DSMT4">
                  <p:embed/>
                </p:oleObj>
              </mc:Choice>
              <mc:Fallback>
                <p:oleObj name="Equation" r:id="rId17" imgW="711200" imgH="316865" progId="Equation.DSMT4">
                  <p:embed/>
                  <p:pic>
                    <p:nvPicPr>
                      <p:cNvPr id="0" name="图片 20494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813175" y="6291263"/>
                        <a:ext cx="1273175" cy="6940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91" name="Object 23"/>
          <p:cNvGraphicFramePr>
            <a:graphicFrameLocks noChangeAspect="1"/>
          </p:cNvGraphicFramePr>
          <p:nvPr>
            <p:custDataLst>
              <p:tags r:id="rId19"/>
            </p:custDataLst>
          </p:nvPr>
        </p:nvGraphicFramePr>
        <p:xfrm>
          <a:off x="5413058" y="6296660"/>
          <a:ext cx="1224280" cy="702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6" name="Equation" r:id="rId20" imgW="711200" imgH="316865" progId="Equation.DSMT4">
                  <p:embed/>
                </p:oleObj>
              </mc:Choice>
              <mc:Fallback>
                <p:oleObj name="Equation" r:id="rId20" imgW="711200" imgH="316865" progId="Equation.DSMT4">
                  <p:embed/>
                  <p:pic>
                    <p:nvPicPr>
                      <p:cNvPr id="0" name="图片 20495"/>
                      <p:cNvPicPr>
                        <a:picLocks noChangeAspect="1"/>
                      </p:cNvPicPr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5413058" y="6296660"/>
                        <a:ext cx="1224280" cy="7029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92" name="Object 24"/>
          <p:cNvGraphicFramePr>
            <a:graphicFrameLocks noChangeAspect="1"/>
          </p:cNvGraphicFramePr>
          <p:nvPr>
            <p:custDataLst>
              <p:tags r:id="rId22"/>
            </p:custDataLst>
          </p:nvPr>
        </p:nvGraphicFramePr>
        <p:xfrm>
          <a:off x="6626225" y="6329045"/>
          <a:ext cx="542925" cy="4648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7" name="Equation" r:id="rId23" imgW="241300" imgH="177165" progId="Equation.DSMT4">
                  <p:embed/>
                </p:oleObj>
              </mc:Choice>
              <mc:Fallback>
                <p:oleObj name="Equation" r:id="rId23" imgW="241300" imgH="177165" progId="Equation.DSMT4">
                  <p:embed/>
                  <p:pic>
                    <p:nvPicPr>
                      <p:cNvPr id="0" name="图片 20496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6626225" y="6329045"/>
                        <a:ext cx="542925" cy="4648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93" name="Object 25"/>
          <p:cNvGraphicFramePr>
            <a:graphicFrameLocks noChangeAspect="1"/>
          </p:cNvGraphicFramePr>
          <p:nvPr>
            <p:custDataLst>
              <p:tags r:id="rId25"/>
            </p:custDataLst>
          </p:nvPr>
        </p:nvGraphicFramePr>
        <p:xfrm>
          <a:off x="3546475" y="6405245"/>
          <a:ext cx="31242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8" name="Equation" r:id="rId26" imgW="139700" imgH="139700" progId="Equation.DSMT4">
                  <p:embed/>
                </p:oleObj>
              </mc:Choice>
              <mc:Fallback>
                <p:oleObj name="Equation" r:id="rId26" imgW="139700" imgH="139700" progId="Equation.DSMT4">
                  <p:embed/>
                  <p:pic>
                    <p:nvPicPr>
                      <p:cNvPr id="0" name="图片 20497"/>
                      <p:cNvPicPr>
                        <a:picLocks noChangeAspect="1"/>
                      </p:cNvPicPr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3546475" y="6405245"/>
                        <a:ext cx="312420" cy="3746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椭圆 36"/>
          <p:cNvSpPr/>
          <p:nvPr/>
        </p:nvSpPr>
        <p:spPr>
          <a:xfrm>
            <a:off x="7621905" y="1205230"/>
            <a:ext cx="3823335" cy="2722245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椭圆 38"/>
          <p:cNvSpPr/>
          <p:nvPr/>
        </p:nvSpPr>
        <p:spPr>
          <a:xfrm>
            <a:off x="8267065" y="2179955"/>
            <a:ext cx="911860" cy="77216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椭圆 40"/>
          <p:cNvSpPr/>
          <p:nvPr/>
        </p:nvSpPr>
        <p:spPr>
          <a:xfrm>
            <a:off x="9803765" y="2179955"/>
            <a:ext cx="911860" cy="77216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椭圆 44"/>
          <p:cNvSpPr/>
          <p:nvPr/>
        </p:nvSpPr>
        <p:spPr>
          <a:xfrm>
            <a:off x="9779635" y="2543810"/>
            <a:ext cx="75565" cy="755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椭圆 46"/>
          <p:cNvSpPr/>
          <p:nvPr/>
        </p:nvSpPr>
        <p:spPr>
          <a:xfrm>
            <a:off x="10684510" y="2517775"/>
            <a:ext cx="75565" cy="755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椭圆 47"/>
          <p:cNvSpPr/>
          <p:nvPr/>
        </p:nvSpPr>
        <p:spPr>
          <a:xfrm>
            <a:off x="11403965" y="2476500"/>
            <a:ext cx="75565" cy="755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0" name="椭圆 49"/>
          <p:cNvSpPr/>
          <p:nvPr/>
        </p:nvSpPr>
        <p:spPr>
          <a:xfrm>
            <a:off x="9120505" y="2510790"/>
            <a:ext cx="75565" cy="755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1" name="椭圆 50"/>
          <p:cNvSpPr/>
          <p:nvPr/>
        </p:nvSpPr>
        <p:spPr>
          <a:xfrm>
            <a:off x="8238490" y="2510790"/>
            <a:ext cx="75565" cy="755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4" name="椭圆 53"/>
          <p:cNvSpPr/>
          <p:nvPr/>
        </p:nvSpPr>
        <p:spPr>
          <a:xfrm>
            <a:off x="7587615" y="2511425"/>
            <a:ext cx="75565" cy="755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58" name="直接连接符 57"/>
          <p:cNvCxnSpPr/>
          <p:nvPr/>
        </p:nvCxnSpPr>
        <p:spPr>
          <a:xfrm flipV="1">
            <a:off x="10722610" y="2510790"/>
            <a:ext cx="719455" cy="412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/>
          <p:cNvCxnSpPr/>
          <p:nvPr/>
        </p:nvCxnSpPr>
        <p:spPr>
          <a:xfrm>
            <a:off x="9173845" y="2559050"/>
            <a:ext cx="652780" cy="36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60"/>
          <p:cNvCxnSpPr/>
          <p:nvPr/>
        </p:nvCxnSpPr>
        <p:spPr>
          <a:xfrm flipV="1">
            <a:off x="7576820" y="2552065"/>
            <a:ext cx="719455" cy="412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箭头连接符 61"/>
          <p:cNvCxnSpPr/>
          <p:nvPr/>
        </p:nvCxnSpPr>
        <p:spPr>
          <a:xfrm flipH="1" flipV="1">
            <a:off x="9511030" y="1205230"/>
            <a:ext cx="245745" cy="4445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/>
          <p:cNvCxnSpPr/>
          <p:nvPr/>
        </p:nvCxnSpPr>
        <p:spPr>
          <a:xfrm flipV="1">
            <a:off x="9413240" y="3910965"/>
            <a:ext cx="226695" cy="1397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/>
          <p:cNvCxnSpPr/>
          <p:nvPr/>
        </p:nvCxnSpPr>
        <p:spPr>
          <a:xfrm flipV="1">
            <a:off x="10128885" y="2924175"/>
            <a:ext cx="226695" cy="1397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箭头连接符 64"/>
          <p:cNvCxnSpPr/>
          <p:nvPr/>
        </p:nvCxnSpPr>
        <p:spPr>
          <a:xfrm flipV="1">
            <a:off x="8653145" y="2924175"/>
            <a:ext cx="226695" cy="1397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箭头连接符 69"/>
          <p:cNvCxnSpPr/>
          <p:nvPr/>
        </p:nvCxnSpPr>
        <p:spPr>
          <a:xfrm flipH="1" flipV="1">
            <a:off x="10128885" y="2179955"/>
            <a:ext cx="245745" cy="444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箭头连接符 72"/>
          <p:cNvCxnSpPr/>
          <p:nvPr/>
        </p:nvCxnSpPr>
        <p:spPr>
          <a:xfrm flipH="1" flipV="1">
            <a:off x="8600440" y="2184400"/>
            <a:ext cx="245745" cy="444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6" name="Object 14"/>
          <p:cNvGraphicFramePr>
            <a:graphicFrameLocks noChangeAspect="1"/>
          </p:cNvGraphicFramePr>
          <p:nvPr/>
        </p:nvGraphicFramePr>
        <p:xfrm>
          <a:off x="9987598" y="994093"/>
          <a:ext cx="508000" cy="6108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" name="Equation" r:id="rId28" imgW="228600" imgH="228600" progId="Equation.DSMT4">
                  <p:embed/>
                </p:oleObj>
              </mc:Choice>
              <mc:Fallback>
                <p:oleObj name="Equation" r:id="rId28" imgW="228600" imgH="228600" progId="Equation.DSMT4">
                  <p:embed/>
                  <p:pic>
                    <p:nvPicPr>
                      <p:cNvPr id="0" name="图片 18433"/>
                      <p:cNvPicPr>
                        <a:picLocks noChangeAspect="1"/>
                      </p:cNvPicPr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9987598" y="994093"/>
                        <a:ext cx="508000" cy="6108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" name="Object 14"/>
          <p:cNvGraphicFramePr>
            <a:graphicFrameLocks noChangeAspect="1"/>
          </p:cNvGraphicFramePr>
          <p:nvPr/>
        </p:nvGraphicFramePr>
        <p:xfrm>
          <a:off x="9756458" y="3612198"/>
          <a:ext cx="508000" cy="6108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" name="Equation" r:id="rId30" imgW="228600" imgH="228600" progId="Equation.DSMT4">
                  <p:embed/>
                </p:oleObj>
              </mc:Choice>
              <mc:Fallback>
                <p:oleObj name="Equation" r:id="rId30" imgW="228600" imgH="228600" progId="Equation.DSMT4">
                  <p:embed/>
                  <p:pic>
                    <p:nvPicPr>
                      <p:cNvPr id="0" name="图片 18433"/>
                      <p:cNvPicPr>
                        <a:picLocks noChangeAspect="1"/>
                      </p:cNvPicPr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9756458" y="3612198"/>
                        <a:ext cx="508000" cy="6108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" name="Object 14"/>
          <p:cNvGraphicFramePr>
            <a:graphicFrameLocks noChangeAspect="1"/>
          </p:cNvGraphicFramePr>
          <p:nvPr/>
        </p:nvGraphicFramePr>
        <p:xfrm>
          <a:off x="10355263" y="1760538"/>
          <a:ext cx="480060" cy="6108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" name="Equation" r:id="rId32" imgW="215900" imgH="228600" progId="Equation.DSMT4">
                  <p:embed/>
                </p:oleObj>
              </mc:Choice>
              <mc:Fallback>
                <p:oleObj name="Equation" r:id="rId32" imgW="215900" imgH="228600" progId="Equation.DSMT4">
                  <p:embed/>
                  <p:pic>
                    <p:nvPicPr>
                      <p:cNvPr id="0" name="图片 18433"/>
                      <p:cNvPicPr>
                        <a:picLocks noChangeAspect="1"/>
                      </p:cNvPicPr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10355263" y="1760538"/>
                        <a:ext cx="480060" cy="6108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" name="Object 14"/>
          <p:cNvGraphicFramePr>
            <a:graphicFrameLocks noChangeAspect="1"/>
          </p:cNvGraphicFramePr>
          <p:nvPr/>
        </p:nvGraphicFramePr>
        <p:xfrm>
          <a:off x="10374630" y="2683193"/>
          <a:ext cx="508635" cy="6108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" name="Equation" r:id="rId34" imgW="228600" imgH="228600" progId="Equation.DSMT4">
                  <p:embed/>
                </p:oleObj>
              </mc:Choice>
              <mc:Fallback>
                <p:oleObj name="Equation" r:id="rId34" imgW="228600" imgH="228600" progId="Equation.DSMT4">
                  <p:embed/>
                  <p:pic>
                    <p:nvPicPr>
                      <p:cNvPr id="0" name="图片 18433"/>
                      <p:cNvPicPr>
                        <a:picLocks noChangeAspect="1"/>
                      </p:cNvPicPr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10374630" y="2683193"/>
                        <a:ext cx="508635" cy="6108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" name="Object 14"/>
          <p:cNvGraphicFramePr>
            <a:graphicFrameLocks noChangeAspect="1"/>
          </p:cNvGraphicFramePr>
          <p:nvPr/>
        </p:nvGraphicFramePr>
        <p:xfrm>
          <a:off x="8746490" y="1773238"/>
          <a:ext cx="508635" cy="6108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" name="Equation" r:id="rId36" imgW="228600" imgH="228600" progId="Equation.DSMT4">
                  <p:embed/>
                </p:oleObj>
              </mc:Choice>
              <mc:Fallback>
                <p:oleObj name="Equation" r:id="rId36" imgW="228600" imgH="228600" progId="Equation.DSMT4">
                  <p:embed/>
                  <p:pic>
                    <p:nvPicPr>
                      <p:cNvPr id="0" name="图片 18433"/>
                      <p:cNvPicPr>
                        <a:picLocks noChangeAspect="1"/>
                      </p:cNvPicPr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8746490" y="1773238"/>
                        <a:ext cx="508635" cy="6108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" name="Object 14"/>
          <p:cNvGraphicFramePr>
            <a:graphicFrameLocks noChangeAspect="1"/>
          </p:cNvGraphicFramePr>
          <p:nvPr/>
        </p:nvGraphicFramePr>
        <p:xfrm>
          <a:off x="8845868" y="2717483"/>
          <a:ext cx="537210" cy="6108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" name="Equation" r:id="rId38" imgW="241300" imgH="228600" progId="Equation.DSMT4">
                  <p:embed/>
                </p:oleObj>
              </mc:Choice>
              <mc:Fallback>
                <p:oleObj name="Equation" r:id="rId38" imgW="241300" imgH="228600" progId="Equation.DSMT4">
                  <p:embed/>
                  <p:pic>
                    <p:nvPicPr>
                      <p:cNvPr id="0" name="图片 18433"/>
                      <p:cNvPicPr>
                        <a:picLocks noChangeAspect="1"/>
                      </p:cNvPicPr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8845868" y="2717483"/>
                        <a:ext cx="537210" cy="6108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" name="Object 14"/>
          <p:cNvGraphicFramePr>
            <a:graphicFrameLocks noChangeAspect="1"/>
          </p:cNvGraphicFramePr>
          <p:nvPr/>
        </p:nvGraphicFramePr>
        <p:xfrm>
          <a:off x="10815955" y="2517458"/>
          <a:ext cx="367665" cy="6108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" name="Equation" r:id="rId40" imgW="165100" imgH="228600" progId="Equation.DSMT4">
                  <p:embed/>
                </p:oleObj>
              </mc:Choice>
              <mc:Fallback>
                <p:oleObj name="Equation" r:id="rId40" imgW="165100" imgH="228600" progId="Equation.DSMT4">
                  <p:embed/>
                  <p:pic>
                    <p:nvPicPr>
                      <p:cNvPr id="0" name="图片 18433"/>
                      <p:cNvPicPr>
                        <a:picLocks noChangeAspect="1"/>
                      </p:cNvPicPr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10815955" y="2517458"/>
                        <a:ext cx="367665" cy="6108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" name="Object 14"/>
          <p:cNvGraphicFramePr>
            <a:graphicFrameLocks noChangeAspect="1"/>
          </p:cNvGraphicFramePr>
          <p:nvPr/>
        </p:nvGraphicFramePr>
        <p:xfrm>
          <a:off x="9380538" y="2558733"/>
          <a:ext cx="394970" cy="6108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" name="Equation" r:id="rId42" imgW="177165" imgH="228600" progId="Equation.DSMT4">
                  <p:embed/>
                </p:oleObj>
              </mc:Choice>
              <mc:Fallback>
                <p:oleObj name="Equation" r:id="rId42" imgW="177165" imgH="228600" progId="Equation.DSMT4">
                  <p:embed/>
                  <p:pic>
                    <p:nvPicPr>
                      <p:cNvPr id="0" name="图片 18433"/>
                      <p:cNvPicPr>
                        <a:picLocks noChangeAspect="1"/>
                      </p:cNvPicPr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9380538" y="2558733"/>
                        <a:ext cx="394970" cy="6108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" name="Object 14"/>
          <p:cNvGraphicFramePr>
            <a:graphicFrameLocks noChangeAspect="1"/>
          </p:cNvGraphicFramePr>
          <p:nvPr/>
        </p:nvGraphicFramePr>
        <p:xfrm>
          <a:off x="7738428" y="2586038"/>
          <a:ext cx="394970" cy="6108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" name="Equation" r:id="rId44" imgW="177165" imgH="228600" progId="Equation.DSMT4">
                  <p:embed/>
                </p:oleObj>
              </mc:Choice>
              <mc:Fallback>
                <p:oleObj name="Equation" r:id="rId44" imgW="177165" imgH="228600" progId="Equation.DSMT4">
                  <p:embed/>
                  <p:pic>
                    <p:nvPicPr>
                      <p:cNvPr id="0" name="图片 18433"/>
                      <p:cNvPicPr>
                        <a:picLocks noChangeAspect="1"/>
                      </p:cNvPicPr>
                      <p:nvPr/>
                    </p:nvPicPr>
                    <p:blipFill>
                      <a:blip r:embed="rId45"/>
                      <a:stretch>
                        <a:fillRect/>
                      </a:stretch>
                    </p:blipFill>
                    <p:spPr>
                      <a:xfrm>
                        <a:off x="7738428" y="2586038"/>
                        <a:ext cx="394970" cy="6108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4" name="文本框 2"/>
          <p:cNvSpPr txBox="1"/>
          <p:nvPr/>
        </p:nvSpPr>
        <p:spPr>
          <a:xfrm>
            <a:off x="916833" y="2422368"/>
            <a:ext cx="389763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由柯西</a:t>
            </a:r>
            <a:r>
              <a:rPr lang="en-US" altLang="zh-CN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</a:t>
            </a:r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古萨积分定理，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27" name="Object 25"/>
          <p:cNvGraphicFramePr>
            <a:graphicFrameLocks noChangeAspect="1"/>
          </p:cNvGraphicFramePr>
          <p:nvPr/>
        </p:nvGraphicFramePr>
        <p:xfrm>
          <a:off x="894080" y="3720465"/>
          <a:ext cx="6991985" cy="7677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" name="Equation" r:id="rId46" imgW="3377565" imgH="330200" progId="Equation.DSMT4">
                  <p:embed/>
                </p:oleObj>
              </mc:Choice>
              <mc:Fallback>
                <p:oleObj name="Equation" r:id="rId46" imgW="3377565" imgH="330200" progId="Equation.DSMT4">
                  <p:embed/>
                  <p:pic>
                    <p:nvPicPr>
                      <p:cNvPr id="0" name="图片 20480"/>
                      <p:cNvPicPr>
                        <a:picLocks noChangeAspect="1"/>
                      </p:cNvPicPr>
                      <p:nvPr/>
                    </p:nvPicPr>
                    <p:blipFill>
                      <a:blip r:embed="rId47"/>
                      <a:stretch>
                        <a:fillRect/>
                      </a:stretch>
                    </p:blipFill>
                    <p:spPr>
                      <a:xfrm>
                        <a:off x="894080" y="3720465"/>
                        <a:ext cx="6991985" cy="7677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9" name="Object 25"/>
          <p:cNvGraphicFramePr>
            <a:graphicFrameLocks noChangeAspect="1"/>
          </p:cNvGraphicFramePr>
          <p:nvPr/>
        </p:nvGraphicFramePr>
        <p:xfrm>
          <a:off x="4251643" y="2921000"/>
          <a:ext cx="3444240" cy="7677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" name="Equation" r:id="rId48" imgW="1663700" imgH="330200" progId="Equation.DSMT4">
                  <p:embed/>
                </p:oleObj>
              </mc:Choice>
              <mc:Fallback>
                <p:oleObj name="Equation" r:id="rId48" imgW="1663700" imgH="330200" progId="Equation.DSMT4">
                  <p:embed/>
                  <p:pic>
                    <p:nvPicPr>
                      <p:cNvPr id="0" name="图片 20480"/>
                      <p:cNvPicPr>
                        <a:picLocks noChangeAspect="1"/>
                      </p:cNvPicPr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4251643" y="2921000"/>
                        <a:ext cx="3444240" cy="7677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1" name="Object 25"/>
          <p:cNvGraphicFramePr>
            <a:graphicFrameLocks noChangeAspect="1"/>
          </p:cNvGraphicFramePr>
          <p:nvPr/>
        </p:nvGraphicFramePr>
        <p:xfrm>
          <a:off x="812800" y="4652010"/>
          <a:ext cx="8826500" cy="7092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" name="Equation" r:id="rId50" imgW="4431665" imgH="316865" progId="Equation.DSMT4">
                  <p:embed/>
                </p:oleObj>
              </mc:Choice>
              <mc:Fallback>
                <p:oleObj name="Equation" r:id="rId50" imgW="4431665" imgH="316865" progId="Equation.DSMT4">
                  <p:embed/>
                  <p:pic>
                    <p:nvPicPr>
                      <p:cNvPr id="0" name="图片 20480"/>
                      <p:cNvPicPr>
                        <a:picLocks noChangeAspect="1"/>
                      </p:cNvPicPr>
                      <p:nvPr/>
                    </p:nvPicPr>
                    <p:blipFill>
                      <a:blip r:embed="rId51"/>
                      <a:stretch>
                        <a:fillRect/>
                      </a:stretch>
                    </p:blipFill>
                    <p:spPr>
                      <a:xfrm>
                        <a:off x="812800" y="4652010"/>
                        <a:ext cx="8826500" cy="70929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" name="Object 25"/>
          <p:cNvGraphicFramePr>
            <a:graphicFrameLocks noChangeAspect="1"/>
          </p:cNvGraphicFramePr>
          <p:nvPr/>
        </p:nvGraphicFramePr>
        <p:xfrm>
          <a:off x="453708" y="5588000"/>
          <a:ext cx="278765" cy="3130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" name="Equation" r:id="rId52" imgW="139700" imgH="139700" progId="Equation.DSMT4">
                  <p:embed/>
                </p:oleObj>
              </mc:Choice>
              <mc:Fallback>
                <p:oleObj name="Equation" r:id="rId52" imgW="139700" imgH="139700" progId="Equation.DSMT4">
                  <p:embed/>
                  <p:pic>
                    <p:nvPicPr>
                      <p:cNvPr id="0" name="图片 20480"/>
                      <p:cNvPicPr>
                        <a:picLocks noChangeAspect="1"/>
                      </p:cNvPicPr>
                      <p:nvPr/>
                    </p:nvPicPr>
                    <p:blipFill>
                      <a:blip r:embed="rId53"/>
                      <a:stretch>
                        <a:fillRect/>
                      </a:stretch>
                    </p:blipFill>
                    <p:spPr>
                      <a:xfrm>
                        <a:off x="453708" y="5588000"/>
                        <a:ext cx="278765" cy="3130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5" name="Object 25"/>
          <p:cNvGraphicFramePr>
            <a:graphicFrameLocks noChangeAspect="1"/>
          </p:cNvGraphicFramePr>
          <p:nvPr>
            <p:custDataLst>
              <p:tags r:id="rId54"/>
            </p:custDataLst>
          </p:nvPr>
        </p:nvGraphicFramePr>
        <p:xfrm>
          <a:off x="5040630" y="6405245"/>
          <a:ext cx="31242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" name="Equation" r:id="rId55" imgW="139700" imgH="139700" progId="Equation.DSMT4">
                  <p:embed/>
                </p:oleObj>
              </mc:Choice>
              <mc:Fallback>
                <p:oleObj name="Equation" r:id="rId55" imgW="139700" imgH="139700" progId="Equation.DSMT4">
                  <p:embed/>
                  <p:pic>
                    <p:nvPicPr>
                      <p:cNvPr id="0" name="图片 20497"/>
                      <p:cNvPicPr>
                        <a:picLocks noChangeAspect="1"/>
                      </p:cNvPicPr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5040630" y="6405245"/>
                        <a:ext cx="312420" cy="3746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" name="Object 25"/>
          <p:cNvGraphicFramePr>
            <a:graphicFrameLocks noChangeAspect="1"/>
          </p:cNvGraphicFramePr>
          <p:nvPr/>
        </p:nvGraphicFramePr>
        <p:xfrm>
          <a:off x="894080" y="6336665"/>
          <a:ext cx="1440180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" name="Equation" r:id="rId56" imgW="774065" imgH="292100" progId="Equation.DSMT4">
                  <p:embed/>
                </p:oleObj>
              </mc:Choice>
              <mc:Fallback>
                <p:oleObj name="Equation" r:id="rId56" imgW="774065" imgH="292100" progId="Equation.DSMT4">
                  <p:embed/>
                  <p:pic>
                    <p:nvPicPr>
                      <p:cNvPr id="0" name="图片 18436"/>
                      <p:cNvPicPr>
                        <a:picLocks noChangeAspect="1"/>
                      </p:cNvPicPr>
                      <p:nvPr/>
                    </p:nvPicPr>
                    <p:blipFill>
                      <a:blip r:embed="rId57"/>
                      <a:stretch>
                        <a:fillRect/>
                      </a:stretch>
                    </p:blipFill>
                    <p:spPr>
                      <a:xfrm>
                        <a:off x="894080" y="6336665"/>
                        <a:ext cx="1440180" cy="6635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9" name="七角星 138"/>
          <p:cNvSpPr/>
          <p:nvPr/>
        </p:nvSpPr>
        <p:spPr>
          <a:xfrm>
            <a:off x="732730" y="6948889"/>
            <a:ext cx="914400" cy="914400"/>
          </a:xfrm>
          <a:prstGeom prst="star7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200" dirty="0" smtClean="0">
                <a:solidFill>
                  <a:schemeClr val="tx1"/>
                </a:solidFill>
              </a:rPr>
              <a:t>注</a:t>
            </a:r>
            <a:endParaRPr lang="zh-CN" altLang="en-US" sz="3200" dirty="0">
              <a:solidFill>
                <a:schemeClr val="tx1"/>
              </a:solidFill>
            </a:endParaRPr>
          </a:p>
        </p:txBody>
      </p:sp>
      <p:sp>
        <p:nvSpPr>
          <p:cNvPr id="140" name="文本框 2"/>
          <p:cNvSpPr txBox="1"/>
          <p:nvPr/>
        </p:nvSpPr>
        <p:spPr>
          <a:xfrm>
            <a:off x="1829328" y="7141053"/>
            <a:ext cx="588899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又称为多连通域上的柯西积分定理。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cxnSp>
        <p:nvCxnSpPr>
          <p:cNvPr id="2" name="直接箭头连接符 1"/>
          <p:cNvCxnSpPr/>
          <p:nvPr/>
        </p:nvCxnSpPr>
        <p:spPr>
          <a:xfrm>
            <a:off x="7738745" y="2560955"/>
            <a:ext cx="210820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箭头连接符 3"/>
          <p:cNvCxnSpPr/>
          <p:nvPr/>
        </p:nvCxnSpPr>
        <p:spPr>
          <a:xfrm>
            <a:off x="9394825" y="2566035"/>
            <a:ext cx="210820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/>
          <p:cNvCxnSpPr/>
          <p:nvPr/>
        </p:nvCxnSpPr>
        <p:spPr>
          <a:xfrm>
            <a:off x="10835640" y="2569210"/>
            <a:ext cx="210820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Object 25"/>
          <p:cNvGraphicFramePr>
            <a:graphicFrameLocks noChangeAspect="1"/>
          </p:cNvGraphicFramePr>
          <p:nvPr/>
        </p:nvGraphicFramePr>
        <p:xfrm>
          <a:off x="773113" y="5374640"/>
          <a:ext cx="8904605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58" imgW="4470400" imgH="330200" progId="Equation.DSMT4">
                  <p:embed/>
                </p:oleObj>
              </mc:Choice>
              <mc:Fallback>
                <p:oleObj name="Equation" r:id="rId58" imgW="4470400" imgH="330200" progId="Equation.DSMT4">
                  <p:embed/>
                  <p:pic>
                    <p:nvPicPr>
                      <p:cNvPr id="0" name="图片 20480"/>
                      <p:cNvPicPr>
                        <a:picLocks noChangeAspect="1"/>
                      </p:cNvPicPr>
                      <p:nvPr/>
                    </p:nvPicPr>
                    <p:blipFill>
                      <a:blip r:embed="rId59"/>
                      <a:stretch>
                        <a:fillRect/>
                      </a:stretch>
                    </p:blipFill>
                    <p:spPr>
                      <a:xfrm>
                        <a:off x="773113" y="5374640"/>
                        <a:ext cx="8904605" cy="7397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5"/>
          <p:cNvGraphicFramePr>
            <a:graphicFrameLocks noChangeAspect="1"/>
          </p:cNvGraphicFramePr>
          <p:nvPr/>
        </p:nvGraphicFramePr>
        <p:xfrm>
          <a:off x="9677718" y="5503228"/>
          <a:ext cx="480695" cy="3975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Equation" r:id="rId60" imgW="241300" imgH="177165" progId="Equation.DSMT4">
                  <p:embed/>
                </p:oleObj>
              </mc:Choice>
              <mc:Fallback>
                <p:oleObj name="Equation" r:id="rId60" imgW="241300" imgH="177165" progId="Equation.DSMT4">
                  <p:embed/>
                  <p:pic>
                    <p:nvPicPr>
                      <p:cNvPr id="0" name="图片 20480"/>
                      <p:cNvPicPr>
                        <a:picLocks noChangeAspect="1"/>
                      </p:cNvPicPr>
                      <p:nvPr/>
                    </p:nvPicPr>
                    <p:blipFill>
                      <a:blip r:embed="rId61"/>
                      <a:stretch>
                        <a:fillRect/>
                      </a:stretch>
                    </p:blipFill>
                    <p:spPr>
                      <a:xfrm>
                        <a:off x="9677718" y="5503228"/>
                        <a:ext cx="480695" cy="39751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6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1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6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9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8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83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0" dur="500"/>
                                        <p:tgtEl>
                                          <p:spTgt spid="83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3" dur="500"/>
                                        <p:tgtEl>
                                          <p:spTgt spid="83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6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9" dur="500"/>
                                        <p:tgtEl>
                                          <p:spTgt spid="83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2" dur="500"/>
                                        <p:tgtEl>
                                          <p:spTgt spid="83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5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0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>
                            <p:stCondLst>
                              <p:cond delay="500"/>
                            </p:stCondLst>
                            <p:childTnLst>
                              <p:par>
                                <p:cTn id="19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4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6" grpId="0"/>
      <p:bldP spid="53" grpId="0"/>
      <p:bldP spid="39" grpId="0" animBg="1"/>
      <p:bldP spid="37" grpId="0" animBg="1"/>
      <p:bldP spid="41" grpId="0" animBg="1"/>
      <p:bldP spid="45" grpId="0" animBg="1"/>
      <p:bldP spid="47" grpId="0" animBg="1"/>
      <p:bldP spid="48" grpId="0" animBg="1"/>
      <p:bldP spid="50" grpId="0" animBg="1"/>
      <p:bldP spid="51" grpId="0" animBg="1"/>
      <p:bldP spid="54" grpId="0" animBg="1"/>
      <p:bldP spid="124" grpId="0"/>
      <p:bldP spid="139" grpId="0" animBg="1"/>
      <p:bldP spid="14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文本框 2"/>
          <p:cNvSpPr txBox="1"/>
          <p:nvPr/>
        </p:nvSpPr>
        <p:spPr>
          <a:xfrm>
            <a:off x="4664544" y="1041243"/>
            <a:ext cx="668655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则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59417" name="Object 25"/>
          <p:cNvGraphicFramePr>
            <a:graphicFrameLocks noChangeAspect="1"/>
          </p:cNvGraphicFramePr>
          <p:nvPr/>
        </p:nvGraphicFramePr>
        <p:xfrm>
          <a:off x="1842135" y="1020445"/>
          <a:ext cx="1452563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3" name="Equation" r:id="rId1" imgW="16459200" imgH="4876800" progId="Equation.DSMT4">
                  <p:embed/>
                </p:oleObj>
              </mc:Choice>
              <mc:Fallback>
                <p:oleObj name="Equation" r:id="rId1" imgW="16459200" imgH="4876800" progId="Equation.DSMT4">
                  <p:embed/>
                  <p:pic>
                    <p:nvPicPr>
                      <p:cNvPr id="0" name="图片 1843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842135" y="1020445"/>
                        <a:ext cx="1452563" cy="5159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文本框 2"/>
          <p:cNvSpPr txBox="1"/>
          <p:nvPr/>
        </p:nvSpPr>
        <p:spPr>
          <a:xfrm>
            <a:off x="1914418" y="478633"/>
            <a:ext cx="8630285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设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D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是由复合闭路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                            围成的区域，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42" name="文本框 2"/>
          <p:cNvSpPr txBox="1"/>
          <p:nvPr/>
        </p:nvSpPr>
        <p:spPr>
          <a:xfrm>
            <a:off x="669818" y="478633"/>
            <a:ext cx="124714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定理</a:t>
            </a:r>
            <a:r>
              <a:rPr lang="en-US" altLang="zh-CN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4.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81934" name="Object 14"/>
          <p:cNvGraphicFramePr>
            <a:graphicFrameLocks noChangeAspect="1"/>
          </p:cNvGraphicFramePr>
          <p:nvPr/>
        </p:nvGraphicFramePr>
        <p:xfrm>
          <a:off x="10355580" y="465455"/>
          <a:ext cx="733425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4" name="Equation" r:id="rId3" imgW="330200" imgH="203200" progId="Equation.DSMT4">
                  <p:embed/>
                </p:oleObj>
              </mc:Choice>
              <mc:Fallback>
                <p:oleObj name="Equation" r:id="rId3" imgW="330200" imgH="203200" progId="Equation.DSMT4">
                  <p:embed/>
                  <p:pic>
                    <p:nvPicPr>
                      <p:cNvPr id="0" name="图片 1843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355580" y="465455"/>
                        <a:ext cx="733425" cy="5429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40" name="Object 20"/>
          <p:cNvGraphicFramePr>
            <a:graphicFrameLocks noChangeAspect="1"/>
          </p:cNvGraphicFramePr>
          <p:nvPr/>
        </p:nvGraphicFramePr>
        <p:xfrm>
          <a:off x="4771390" y="444500"/>
          <a:ext cx="3495675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5" name="Equation" r:id="rId5" imgW="39624000" imgH="5791200" progId="Equation.DSMT4">
                  <p:embed/>
                </p:oleObj>
              </mc:Choice>
              <mc:Fallback>
                <p:oleObj name="Equation" r:id="rId5" imgW="39624000" imgH="5791200" progId="Equation.DSMT4">
                  <p:embed/>
                  <p:pic>
                    <p:nvPicPr>
                      <p:cNvPr id="0" name="图片 18434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771390" y="444500"/>
                        <a:ext cx="3495675" cy="6127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" name="文本框 2"/>
          <p:cNvSpPr txBox="1"/>
          <p:nvPr/>
        </p:nvSpPr>
        <p:spPr>
          <a:xfrm>
            <a:off x="650133" y="1041243"/>
            <a:ext cx="427990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在区域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           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内解析，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3" name="Object 25"/>
          <p:cNvGraphicFramePr>
            <a:graphicFrameLocks noChangeAspect="1"/>
          </p:cNvGraphicFramePr>
          <p:nvPr/>
        </p:nvGraphicFramePr>
        <p:xfrm>
          <a:off x="5273040" y="1041400"/>
          <a:ext cx="1700530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7" name="Equation" r:id="rId7" imgW="914400" imgH="292100" progId="Equation.DSMT4">
                  <p:embed/>
                </p:oleObj>
              </mc:Choice>
              <mc:Fallback>
                <p:oleObj name="Equation" r:id="rId7" imgW="914400" imgH="292100" progId="Equation.DSMT4">
                  <p:embed/>
                  <p:pic>
                    <p:nvPicPr>
                      <p:cNvPr id="0" name="图片 18436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273040" y="1041400"/>
                        <a:ext cx="1700530" cy="6635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55" name="Object 11"/>
          <p:cNvGraphicFramePr>
            <a:graphicFrameLocks noChangeAspect="1"/>
          </p:cNvGraphicFramePr>
          <p:nvPr/>
        </p:nvGraphicFramePr>
        <p:xfrm>
          <a:off x="2355215" y="1791653"/>
          <a:ext cx="754063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8" name="Equation" r:id="rId9" imgW="7924800" imgH="4876800" progId="Equation.DSMT4">
                  <p:embed/>
                </p:oleObj>
              </mc:Choice>
              <mc:Fallback>
                <p:oleObj name="Equation" r:id="rId9" imgW="7924800" imgH="4876800" progId="Equation.DSMT4">
                  <p:embed/>
                  <p:pic>
                    <p:nvPicPr>
                      <p:cNvPr id="0" name="图片 18437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355215" y="1791653"/>
                        <a:ext cx="754063" cy="5556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文本框 2"/>
          <p:cNvSpPr txBox="1"/>
          <p:nvPr/>
        </p:nvSpPr>
        <p:spPr>
          <a:xfrm>
            <a:off x="3105043" y="1713708"/>
            <a:ext cx="657860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在解析多连通解析域的边界上积分也为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0.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28" name="文本框 2"/>
          <p:cNvSpPr txBox="1"/>
          <p:nvPr/>
        </p:nvSpPr>
        <p:spPr>
          <a:xfrm>
            <a:off x="1638193" y="1751808"/>
            <a:ext cx="633095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</a:rPr>
              <a:t>(1)</a:t>
            </a:r>
            <a:endParaRPr lang="en-US" altLang="zh-CN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0" name="七角星 39"/>
          <p:cNvSpPr/>
          <p:nvPr/>
        </p:nvSpPr>
        <p:spPr>
          <a:xfrm>
            <a:off x="675580" y="1525989"/>
            <a:ext cx="914400" cy="914400"/>
          </a:xfrm>
          <a:prstGeom prst="star7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 dirty="0" smtClean="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</a:rPr>
              <a:t>注</a:t>
            </a:r>
            <a:endParaRPr lang="zh-CN" altLang="en-US" sz="2800" dirty="0" smtClean="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3" name="文本框 2"/>
          <p:cNvSpPr txBox="1"/>
          <p:nvPr/>
        </p:nvSpPr>
        <p:spPr>
          <a:xfrm>
            <a:off x="1707823" y="2285844"/>
            <a:ext cx="615315" cy="520700"/>
          </a:xfrm>
          <a:prstGeom prst="rect">
            <a:avLst/>
          </a:prstGeom>
          <a:noFill/>
        </p:spPr>
        <p:txBody>
          <a:bodyPr wrap="none" lIns="91418" tIns="45709" rIns="91418" bIns="45709" rtlCol="0">
            <a:spAutoFit/>
          </a:bodyPr>
          <a:p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</a:rPr>
              <a:t>(2)</a:t>
            </a:r>
            <a:endParaRPr lang="en-US" altLang="zh-CN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17" name="Object 25"/>
          <p:cNvGraphicFramePr>
            <a:graphicFrameLocks noChangeAspect="1"/>
          </p:cNvGraphicFramePr>
          <p:nvPr/>
        </p:nvGraphicFramePr>
        <p:xfrm>
          <a:off x="2383473" y="2257108"/>
          <a:ext cx="6141085" cy="7200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" name="Equation" r:id="rId11" imgW="3302000" imgH="316865" progId="Equation.DSMT4">
                  <p:embed/>
                </p:oleObj>
              </mc:Choice>
              <mc:Fallback>
                <p:oleObj name="Equation" r:id="rId11" imgW="3302000" imgH="316865" progId="Equation.DSMT4">
                  <p:embed/>
                  <p:pic>
                    <p:nvPicPr>
                      <p:cNvPr id="0" name="图片 18436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383473" y="2257108"/>
                        <a:ext cx="6141085" cy="7200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文本框 2"/>
          <p:cNvSpPr txBox="1"/>
          <p:nvPr/>
        </p:nvSpPr>
        <p:spPr>
          <a:xfrm>
            <a:off x="1707767" y="2874203"/>
            <a:ext cx="615315" cy="520700"/>
          </a:xfrm>
          <a:prstGeom prst="rect">
            <a:avLst/>
          </a:prstGeom>
          <a:noFill/>
        </p:spPr>
        <p:txBody>
          <a:bodyPr wrap="none" lIns="91418" tIns="45709" rIns="91418" bIns="45709" rtlCol="0">
            <a:spAutoFit/>
          </a:bodyPr>
          <a:p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</a:rPr>
              <a:t>(3)</a:t>
            </a:r>
            <a:endParaRPr lang="en-US" altLang="zh-CN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2" name="文本框 2"/>
          <p:cNvSpPr txBox="1"/>
          <p:nvPr/>
        </p:nvSpPr>
        <p:spPr>
          <a:xfrm>
            <a:off x="3655060" y="4893945"/>
            <a:ext cx="2529840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b="1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闭路变形原理：</a:t>
            </a:r>
            <a:endParaRPr lang="zh-CN" altLang="en-US" sz="2800" b="1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375285" y="3835400"/>
            <a:ext cx="3279775" cy="263080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7" name="任意多边形 66"/>
          <p:cNvSpPr/>
          <p:nvPr/>
        </p:nvSpPr>
        <p:spPr>
          <a:xfrm>
            <a:off x="1048385" y="4212590"/>
            <a:ext cx="1929130" cy="1640205"/>
          </a:xfrm>
          <a:custGeom>
            <a:avLst/>
            <a:gdLst>
              <a:gd name="connisteX0" fmla="*/ 844773 w 1929180"/>
              <a:gd name="connsiteY0" fmla="*/ 26248 h 1639937"/>
              <a:gd name="connisteX1" fmla="*/ 1511523 w 1929180"/>
              <a:gd name="connsiteY1" fmla="*/ 78953 h 1639937"/>
              <a:gd name="connisteX2" fmla="*/ 1809338 w 1929180"/>
              <a:gd name="connsiteY2" fmla="*/ 324063 h 1639937"/>
              <a:gd name="connisteX3" fmla="*/ 1914748 w 1929180"/>
              <a:gd name="connsiteY3" fmla="*/ 903183 h 1639937"/>
              <a:gd name="connisteX4" fmla="*/ 1581373 w 1929180"/>
              <a:gd name="connsiteY4" fmla="*/ 1429598 h 1639937"/>
              <a:gd name="connisteX5" fmla="*/ 774923 w 1929180"/>
              <a:gd name="connsiteY5" fmla="*/ 1639783 h 1639937"/>
              <a:gd name="connisteX6" fmla="*/ 160878 w 1929180"/>
              <a:gd name="connsiteY6" fmla="*/ 1411818 h 1639937"/>
              <a:gd name="connisteX7" fmla="*/ 2763 w 1929180"/>
              <a:gd name="connsiteY7" fmla="*/ 815553 h 1639937"/>
              <a:gd name="connisteX8" fmla="*/ 213583 w 1929180"/>
              <a:gd name="connsiteY8" fmla="*/ 376768 h 1639937"/>
              <a:gd name="connisteX9" fmla="*/ 844773 w 1929180"/>
              <a:gd name="connsiteY9" fmla="*/ 26248 h 1639937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</a:cxnLst>
            <a:rect l="l" t="t" r="r" b="b"/>
            <a:pathLst>
              <a:path w="1929181" h="1639938">
                <a:moveTo>
                  <a:pt x="844774" y="26249"/>
                </a:moveTo>
                <a:cubicBezTo>
                  <a:pt x="1104489" y="-33441"/>
                  <a:pt x="1318484" y="19264"/>
                  <a:pt x="1511524" y="78954"/>
                </a:cubicBezTo>
                <a:cubicBezTo>
                  <a:pt x="1704564" y="138644"/>
                  <a:pt x="1728694" y="158964"/>
                  <a:pt x="1809339" y="324064"/>
                </a:cubicBezTo>
                <a:cubicBezTo>
                  <a:pt x="1889984" y="489164"/>
                  <a:pt x="1960469" y="682204"/>
                  <a:pt x="1914749" y="903184"/>
                </a:cubicBezTo>
                <a:cubicBezTo>
                  <a:pt x="1869029" y="1124164"/>
                  <a:pt x="1809339" y="1282279"/>
                  <a:pt x="1581374" y="1429599"/>
                </a:cubicBezTo>
                <a:cubicBezTo>
                  <a:pt x="1353409" y="1576919"/>
                  <a:pt x="1058769" y="1643594"/>
                  <a:pt x="774924" y="1639784"/>
                </a:cubicBezTo>
                <a:cubicBezTo>
                  <a:pt x="491079" y="1635974"/>
                  <a:pt x="315184" y="1576919"/>
                  <a:pt x="160879" y="1411819"/>
                </a:cubicBezTo>
                <a:cubicBezTo>
                  <a:pt x="6574" y="1246719"/>
                  <a:pt x="-8031" y="1022564"/>
                  <a:pt x="2764" y="815554"/>
                </a:cubicBezTo>
                <a:cubicBezTo>
                  <a:pt x="13559" y="608544"/>
                  <a:pt x="45309" y="534884"/>
                  <a:pt x="213584" y="376769"/>
                </a:cubicBezTo>
                <a:cubicBezTo>
                  <a:pt x="381859" y="218654"/>
                  <a:pt x="585059" y="85939"/>
                  <a:pt x="844774" y="26249"/>
                </a:cubicBezTo>
                <a:close/>
              </a:path>
            </a:pathLst>
          </a:cu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椭圆 23"/>
          <p:cNvSpPr/>
          <p:nvPr/>
        </p:nvSpPr>
        <p:spPr>
          <a:xfrm>
            <a:off x="1489075" y="4756150"/>
            <a:ext cx="1052195" cy="789305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25" name="Object 14"/>
          <p:cNvGraphicFramePr>
            <a:graphicFrameLocks noChangeAspect="1"/>
          </p:cNvGraphicFramePr>
          <p:nvPr/>
        </p:nvGraphicFramePr>
        <p:xfrm>
          <a:off x="436563" y="4164013"/>
          <a:ext cx="339090" cy="473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" name="Equation" r:id="rId13" imgW="152400" imgH="177165" progId="Equation.DSMT4">
                  <p:embed/>
                </p:oleObj>
              </mc:Choice>
              <mc:Fallback>
                <p:oleObj name="Equation" r:id="rId13" imgW="152400" imgH="177165" progId="Equation.DSMT4">
                  <p:embed/>
                  <p:pic>
                    <p:nvPicPr>
                      <p:cNvPr id="0" name="图片 18433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36563" y="4164013"/>
                        <a:ext cx="339090" cy="47371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14"/>
          <p:cNvGraphicFramePr>
            <a:graphicFrameLocks noChangeAspect="1"/>
          </p:cNvGraphicFramePr>
          <p:nvPr/>
        </p:nvGraphicFramePr>
        <p:xfrm>
          <a:off x="1565910" y="4518026"/>
          <a:ext cx="394335" cy="611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" name="Equation" r:id="rId15" imgW="177165" imgH="228600" progId="Equation.DSMT4">
                  <p:embed/>
                </p:oleObj>
              </mc:Choice>
              <mc:Fallback>
                <p:oleObj name="Equation" r:id="rId15" imgW="177165" imgH="228600" progId="Equation.DSMT4">
                  <p:embed/>
                  <p:pic>
                    <p:nvPicPr>
                      <p:cNvPr id="0" name="图片 18433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65910" y="4518026"/>
                        <a:ext cx="394335" cy="6115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14"/>
          <p:cNvGraphicFramePr>
            <a:graphicFrameLocks noChangeAspect="1"/>
          </p:cNvGraphicFramePr>
          <p:nvPr/>
        </p:nvGraphicFramePr>
        <p:xfrm>
          <a:off x="2377440" y="2921635"/>
          <a:ext cx="733425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" name="Equation" r:id="rId17" imgW="330200" imgH="203200" progId="Equation.DSMT4">
                  <p:embed/>
                </p:oleObj>
              </mc:Choice>
              <mc:Fallback>
                <p:oleObj name="Equation" r:id="rId17" imgW="330200" imgH="203200" progId="Equation.DSMT4">
                  <p:embed/>
                  <p:pic>
                    <p:nvPicPr>
                      <p:cNvPr id="0" name="图片 1843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77440" y="2921635"/>
                        <a:ext cx="733425" cy="5429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4"/>
          <p:cNvGrpSpPr/>
          <p:nvPr/>
        </p:nvGrpSpPr>
        <p:grpSpPr>
          <a:xfrm>
            <a:off x="3110865" y="2900045"/>
            <a:ext cx="6126480" cy="697230"/>
            <a:chOff x="4899" y="4567"/>
            <a:chExt cx="9648" cy="1098"/>
          </a:xfrm>
        </p:grpSpPr>
        <p:sp>
          <p:nvSpPr>
            <p:cNvPr id="35" name="文本框 2"/>
            <p:cNvSpPr txBox="1"/>
            <p:nvPr/>
          </p:nvSpPr>
          <p:spPr>
            <a:xfrm>
              <a:off x="4899" y="4622"/>
              <a:ext cx="9649" cy="834"/>
            </a:xfrm>
            <a:prstGeom prst="rect">
              <a:avLst/>
            </a:prstGeom>
            <a:noFill/>
          </p:spPr>
          <p:txBody>
            <a:bodyPr wrap="square" lIns="100054" tIns="50027" rIns="100054" bIns="50027" rtlCol="0">
              <a:spAutoFit/>
            </a:bodyPr>
            <a:p>
              <a:r>
                <a:rPr lang="zh-CN" altLang="en-US" sz="2800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在复合闭路         围成闭</a:t>
              </a:r>
              <a:r>
                <a:rPr lang="zh-CN" altLang="en-US" sz="2800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区域内解析，</a:t>
              </a:r>
              <a:r>
                <a:rPr lang="zh-CN" altLang="en-US" sz="2800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 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36" name="Object 20"/>
            <p:cNvGraphicFramePr>
              <a:graphicFrameLocks noChangeAspect="1"/>
            </p:cNvGraphicFramePr>
            <p:nvPr/>
          </p:nvGraphicFramePr>
          <p:xfrm>
            <a:off x="7764" y="4567"/>
            <a:ext cx="1714" cy="10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" name="Equation" r:id="rId18" imgW="457200" imgH="241300" progId="Equation.DSMT4">
                    <p:embed/>
                  </p:oleObj>
                </mc:Choice>
                <mc:Fallback>
                  <p:oleObj name="Equation" r:id="rId18" imgW="457200" imgH="241300" progId="Equation.DSMT4">
                    <p:embed/>
                    <p:pic>
                      <p:nvPicPr>
                        <p:cNvPr id="0" name="图片 1843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7764" y="4567"/>
                          <a:ext cx="1714" cy="109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69" name="直接箭头连接符 68"/>
          <p:cNvCxnSpPr/>
          <p:nvPr/>
        </p:nvCxnSpPr>
        <p:spPr>
          <a:xfrm flipH="1" flipV="1">
            <a:off x="2383790" y="3868420"/>
            <a:ext cx="157480" cy="5270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箭头连接符 70"/>
          <p:cNvCxnSpPr/>
          <p:nvPr/>
        </p:nvCxnSpPr>
        <p:spPr>
          <a:xfrm flipH="1" flipV="1">
            <a:off x="2226310" y="4797425"/>
            <a:ext cx="157480" cy="5270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箭头连接符 71"/>
          <p:cNvCxnSpPr/>
          <p:nvPr/>
        </p:nvCxnSpPr>
        <p:spPr>
          <a:xfrm flipH="1" flipV="1">
            <a:off x="2383790" y="4220210"/>
            <a:ext cx="157480" cy="5270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4" name="Object 14"/>
          <p:cNvGraphicFramePr>
            <a:graphicFrameLocks noChangeAspect="1"/>
          </p:cNvGraphicFramePr>
          <p:nvPr/>
        </p:nvGraphicFramePr>
        <p:xfrm>
          <a:off x="2962593" y="4382136"/>
          <a:ext cx="424180" cy="611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" name="Equation" r:id="rId20" imgW="190500" imgH="228600" progId="Equation.DSMT4">
                  <p:embed/>
                </p:oleObj>
              </mc:Choice>
              <mc:Fallback>
                <p:oleObj name="Equation" r:id="rId20" imgW="190500" imgH="228600" progId="Equation.DSMT4">
                  <p:embed/>
                  <p:pic>
                    <p:nvPicPr>
                      <p:cNvPr id="0" name="图片 18433"/>
                      <p:cNvPicPr>
                        <a:picLocks noChangeAspect="1"/>
                      </p:cNvPicPr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2962593" y="4382136"/>
                        <a:ext cx="424180" cy="6115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" name="Object 14"/>
          <p:cNvGraphicFramePr>
            <a:graphicFrameLocks noChangeAspect="1"/>
          </p:cNvGraphicFramePr>
          <p:nvPr/>
        </p:nvGraphicFramePr>
        <p:xfrm>
          <a:off x="9015414" y="2880361"/>
          <a:ext cx="424180" cy="611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" name="Equation" r:id="rId22" imgW="190500" imgH="228600" progId="Equation.DSMT4">
                  <p:embed/>
                </p:oleObj>
              </mc:Choice>
              <mc:Fallback>
                <p:oleObj name="Equation" r:id="rId22" imgW="190500" imgH="228600" progId="Equation.DSMT4">
                  <p:embed/>
                  <p:pic>
                    <p:nvPicPr>
                      <p:cNvPr id="0" name="图片 18433"/>
                      <p:cNvPicPr>
                        <a:picLocks noChangeAspect="1"/>
                      </p:cNvPicPr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9015414" y="2880361"/>
                        <a:ext cx="424180" cy="6115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" name="文本框 2"/>
          <p:cNvSpPr txBox="1"/>
          <p:nvPr/>
        </p:nvSpPr>
        <p:spPr>
          <a:xfrm>
            <a:off x="9522460" y="2927985"/>
            <a:ext cx="2431415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是</a:t>
            </a:r>
            <a:r>
              <a:rPr lang="en-US" altLang="zh-CN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D</a:t>
            </a:r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内包含    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83" name="Object 14"/>
          <p:cNvGraphicFramePr>
            <a:graphicFrameLocks noChangeAspect="1"/>
          </p:cNvGraphicFramePr>
          <p:nvPr/>
        </p:nvGraphicFramePr>
        <p:xfrm>
          <a:off x="11373169" y="2950211"/>
          <a:ext cx="394970" cy="611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" name="Equation" r:id="rId23" imgW="177165" imgH="228600" progId="Equation.DSMT4">
                  <p:embed/>
                </p:oleObj>
              </mc:Choice>
              <mc:Fallback>
                <p:oleObj name="Equation" r:id="rId23" imgW="177165" imgH="228600" progId="Equation.DSMT4">
                  <p:embed/>
                  <p:pic>
                    <p:nvPicPr>
                      <p:cNvPr id="0" name="图片 18433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1373169" y="2950211"/>
                        <a:ext cx="394970" cy="6115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" name="文本框 2"/>
          <p:cNvSpPr txBox="1"/>
          <p:nvPr/>
        </p:nvSpPr>
        <p:spPr>
          <a:xfrm>
            <a:off x="8236585" y="3618865"/>
            <a:ext cx="551815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则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92" name="Object 25"/>
          <p:cNvGraphicFramePr>
            <a:graphicFrameLocks noChangeAspect="1"/>
          </p:cNvGraphicFramePr>
          <p:nvPr/>
        </p:nvGraphicFramePr>
        <p:xfrm>
          <a:off x="4104323" y="4129723"/>
          <a:ext cx="1228725" cy="6642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" name="Equation" r:id="rId25" imgW="660400" imgH="292100" progId="Equation.DSMT4">
                  <p:embed/>
                </p:oleObj>
              </mc:Choice>
              <mc:Fallback>
                <p:oleObj name="Equation" r:id="rId25" imgW="660400" imgH="292100" progId="Equation.DSMT4">
                  <p:embed/>
                  <p:pic>
                    <p:nvPicPr>
                      <p:cNvPr id="0" name="图片 18436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4104323" y="4129723"/>
                        <a:ext cx="1228725" cy="66421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7" name="文本框 2"/>
          <p:cNvSpPr txBox="1"/>
          <p:nvPr/>
        </p:nvSpPr>
        <p:spPr>
          <a:xfrm>
            <a:off x="3512185" y="3618865"/>
            <a:ext cx="4754880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在内的任意一条简单闭曲线，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02" name="Object 25"/>
          <p:cNvGraphicFramePr>
            <a:graphicFrameLocks noChangeAspect="1"/>
          </p:cNvGraphicFramePr>
          <p:nvPr/>
        </p:nvGraphicFramePr>
        <p:xfrm>
          <a:off x="3755708" y="5612130"/>
          <a:ext cx="1228725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" name="Equation" r:id="rId27" imgW="660400" imgH="292100" progId="Equation.DSMT4">
                  <p:embed/>
                </p:oleObj>
              </mc:Choice>
              <mc:Fallback>
                <p:oleObj name="Equation" r:id="rId27" imgW="660400" imgH="292100" progId="Equation.DSMT4">
                  <p:embed/>
                  <p:pic>
                    <p:nvPicPr>
                      <p:cNvPr id="0" name="图片 18436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3755708" y="5612130"/>
                        <a:ext cx="1228725" cy="6635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" name="文本框 2"/>
          <p:cNvSpPr txBox="1"/>
          <p:nvPr/>
        </p:nvSpPr>
        <p:spPr>
          <a:xfrm>
            <a:off x="4964430" y="5643245"/>
            <a:ext cx="1054735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不变。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6007100" y="4955540"/>
            <a:ext cx="6384290" cy="529590"/>
            <a:chOff x="9460" y="7804"/>
            <a:chExt cx="10054" cy="834"/>
          </a:xfrm>
        </p:grpSpPr>
        <p:sp>
          <p:nvSpPr>
            <p:cNvPr id="100" name="文本框 2"/>
            <p:cNvSpPr txBox="1"/>
            <p:nvPr/>
          </p:nvSpPr>
          <p:spPr>
            <a:xfrm>
              <a:off x="9460" y="7804"/>
              <a:ext cx="10055" cy="834"/>
            </a:xfrm>
            <a:prstGeom prst="rect">
              <a:avLst/>
            </a:prstGeom>
            <a:noFill/>
          </p:spPr>
          <p:txBody>
            <a:bodyPr wrap="square" lIns="100054" tIns="50027" rIns="100054" bIns="50027" rtlCol="0">
              <a:spAutoFit/>
            </a:bodyPr>
            <a:p>
              <a:r>
                <a:rPr lang="zh-CN" altLang="en-US" sz="2800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当简单闭曲线   连续变化时，积分值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105" name="Object 14"/>
            <p:cNvGraphicFramePr>
              <a:graphicFrameLocks noChangeAspect="1"/>
            </p:cNvGraphicFramePr>
            <p:nvPr/>
          </p:nvGraphicFramePr>
          <p:xfrm>
            <a:off x="12981" y="7865"/>
            <a:ext cx="535" cy="7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" name="Equation" r:id="rId29" imgW="152400" imgH="177165" progId="Equation.DSMT4">
                    <p:embed/>
                  </p:oleObj>
                </mc:Choice>
                <mc:Fallback>
                  <p:oleObj name="Equation" r:id="rId29" imgW="152400" imgH="177165" progId="Equation.DSMT4">
                    <p:embed/>
                    <p:pic>
                      <p:nvPicPr>
                        <p:cNvPr id="0" name="图片 1843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12981" y="7865"/>
                          <a:ext cx="535" cy="747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7" name="文本框 2"/>
          <p:cNvSpPr txBox="1"/>
          <p:nvPr/>
        </p:nvSpPr>
        <p:spPr>
          <a:xfrm>
            <a:off x="1773172" y="6609273"/>
            <a:ext cx="615315" cy="520700"/>
          </a:xfrm>
          <a:prstGeom prst="rect">
            <a:avLst/>
          </a:prstGeom>
          <a:noFill/>
        </p:spPr>
        <p:txBody>
          <a:bodyPr wrap="none" lIns="91418" tIns="45709" rIns="91418" bIns="45709" rtlCol="0">
            <a:spAutoFit/>
          </a:bodyPr>
          <a:p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</a:rPr>
              <a:t>(4)</a:t>
            </a:r>
            <a:endParaRPr lang="en-US" altLang="zh-CN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08" name="文本框 2"/>
          <p:cNvSpPr txBox="1"/>
          <p:nvPr/>
        </p:nvSpPr>
        <p:spPr>
          <a:xfrm>
            <a:off x="2351140" y="6644249"/>
            <a:ext cx="2670810" cy="520700"/>
          </a:xfrm>
          <a:prstGeom prst="rect">
            <a:avLst/>
          </a:prstGeom>
          <a:noFill/>
        </p:spPr>
        <p:txBody>
          <a:bodyPr wrap="none" lIns="91418" tIns="45709" rIns="91418" bIns="45709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用于计算复积分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6309995" y="6591935"/>
            <a:ext cx="5377180" cy="520700"/>
            <a:chOff x="9937" y="10381"/>
            <a:chExt cx="8468" cy="820"/>
          </a:xfrm>
        </p:grpSpPr>
        <p:graphicFrame>
          <p:nvGraphicFramePr>
            <p:cNvPr id="109" name="Object 24"/>
            <p:cNvGraphicFramePr>
              <a:graphicFrameLocks noChangeAspect="1"/>
            </p:cNvGraphicFramePr>
            <p:nvPr/>
          </p:nvGraphicFramePr>
          <p:xfrm>
            <a:off x="11493" y="10471"/>
            <a:ext cx="501" cy="6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" name="Equation" r:id="rId31" imgW="3657600" imgH="4267200" progId="Equation.DSMT4">
                    <p:embed/>
                  </p:oleObj>
                </mc:Choice>
                <mc:Fallback>
                  <p:oleObj name="Equation" r:id="rId31" imgW="3657600" imgH="4267200" progId="Equation.DSMT4">
                    <p:embed/>
                    <p:pic>
                      <p:nvPicPr>
                        <p:cNvPr id="0" name="图片 1844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2"/>
                        <a:stretch>
                          <a:fillRect/>
                        </a:stretch>
                      </p:blipFill>
                      <p:spPr>
                        <a:xfrm>
                          <a:off x="11493" y="10471"/>
                          <a:ext cx="501" cy="69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3" name="文本框 2"/>
            <p:cNvSpPr txBox="1"/>
            <p:nvPr/>
          </p:nvSpPr>
          <p:spPr>
            <a:xfrm>
              <a:off x="9937" y="10381"/>
              <a:ext cx="8468" cy="820"/>
            </a:xfrm>
            <a:prstGeom prst="rect">
              <a:avLst/>
            </a:prstGeom>
            <a:noFill/>
          </p:spPr>
          <p:txBody>
            <a:bodyPr wrap="none" lIns="91418" tIns="45709" rIns="91418" bIns="45709" rtlCol="0">
              <a:spAutoFit/>
            </a:bodyPr>
            <a:p>
              <a:r>
                <a:rPr lang="en-US" altLang="zh-CN" sz="2800" i="1" dirty="0" smtClean="0">
                  <a:latin typeface="Times New Roman" panose="02020603050405020304" pitchFamily="18" charset="0"/>
                  <a:ea typeface="华文中宋" panose="02010600040101010101" charset="-122"/>
                  <a:cs typeface="Times New Roman" panose="02020603050405020304" pitchFamily="18" charset="0"/>
                </a:rPr>
                <a:t>f(z)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在    围成区域内有有限奇点。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</p:grpSp>
      <p:graphicFrame>
        <p:nvGraphicFramePr>
          <p:cNvPr id="114" name="Object 25"/>
          <p:cNvGraphicFramePr>
            <a:graphicFrameLocks noChangeAspect="1"/>
          </p:cNvGraphicFramePr>
          <p:nvPr/>
        </p:nvGraphicFramePr>
        <p:xfrm>
          <a:off x="4948873" y="6572250"/>
          <a:ext cx="1275715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" name="Equation" r:id="rId33" imgW="685800" imgH="292100" progId="Equation.DSMT4">
                  <p:embed/>
                </p:oleObj>
              </mc:Choice>
              <mc:Fallback>
                <p:oleObj name="Equation" r:id="rId33" imgW="685800" imgH="292100" progId="Equation.DSMT4">
                  <p:embed/>
                  <p:pic>
                    <p:nvPicPr>
                      <p:cNvPr id="0" name="图片 18436"/>
                      <p:cNvPicPr>
                        <a:picLocks noChangeAspect="1"/>
                      </p:cNvPicPr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4948873" y="6572250"/>
                        <a:ext cx="1275715" cy="6635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25"/>
          <p:cNvGraphicFramePr>
            <a:graphicFrameLocks noChangeAspect="1"/>
          </p:cNvGraphicFramePr>
          <p:nvPr/>
        </p:nvGraphicFramePr>
        <p:xfrm>
          <a:off x="5333366" y="4148138"/>
          <a:ext cx="1488440" cy="7200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35" imgW="800100" imgH="316865" progId="Equation.DSMT4">
                  <p:embed/>
                </p:oleObj>
              </mc:Choice>
              <mc:Fallback>
                <p:oleObj name="Equation" r:id="rId35" imgW="800100" imgH="316865" progId="Equation.DSMT4">
                  <p:embed/>
                  <p:pic>
                    <p:nvPicPr>
                      <p:cNvPr id="0" name="图片 18436"/>
                      <p:cNvPicPr>
                        <a:picLocks noChangeAspect="1"/>
                      </p:cNvPicPr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5333366" y="4148138"/>
                        <a:ext cx="1488440" cy="7200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25"/>
          <p:cNvGraphicFramePr>
            <a:graphicFrameLocks noChangeAspect="1"/>
          </p:cNvGraphicFramePr>
          <p:nvPr>
            <p:custDataLst>
              <p:tags r:id="rId37"/>
            </p:custDataLst>
          </p:nvPr>
        </p:nvGraphicFramePr>
        <p:xfrm>
          <a:off x="7160260" y="4212273"/>
          <a:ext cx="1276350" cy="7200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Equation" r:id="rId38" imgW="685800" imgH="316865" progId="Equation.DSMT4">
                  <p:embed/>
                </p:oleObj>
              </mc:Choice>
              <mc:Fallback>
                <p:oleObj name="Equation" r:id="rId38" imgW="685800" imgH="316865" progId="Equation.DSMT4">
                  <p:embed/>
                  <p:pic>
                    <p:nvPicPr>
                      <p:cNvPr id="0" name="图片 18436"/>
                      <p:cNvPicPr>
                        <a:picLocks noChangeAspect="1"/>
                      </p:cNvPicPr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7160260" y="4212273"/>
                        <a:ext cx="1276350" cy="7200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25"/>
          <p:cNvGraphicFramePr>
            <a:graphicFrameLocks noChangeAspect="1"/>
          </p:cNvGraphicFramePr>
          <p:nvPr>
            <p:custDataLst>
              <p:tags r:id="rId40"/>
            </p:custDataLst>
          </p:nvPr>
        </p:nvGraphicFramePr>
        <p:xfrm>
          <a:off x="6923088" y="4358958"/>
          <a:ext cx="236855" cy="260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Equation" r:id="rId41" imgW="127000" imgH="114300" progId="Equation.DSMT4">
                  <p:embed/>
                </p:oleObj>
              </mc:Choice>
              <mc:Fallback>
                <p:oleObj name="Equation" r:id="rId41" imgW="127000" imgH="114300" progId="Equation.DSMT4">
                  <p:embed/>
                  <p:pic>
                    <p:nvPicPr>
                      <p:cNvPr id="0" name="图片 18436"/>
                      <p:cNvPicPr>
                        <a:picLocks noChangeAspect="1"/>
                      </p:cNvPicPr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6923088" y="4358958"/>
                        <a:ext cx="236855" cy="260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4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2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000"/>
                            </p:stCondLst>
                            <p:childTnLst>
                              <p:par>
                                <p:cTn id="8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500"/>
                            </p:stCondLst>
                            <p:childTnLst>
                              <p:par>
                                <p:cTn id="8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00"/>
                            </p:stCondLst>
                            <p:childTnLst>
                              <p:par>
                                <p:cTn id="10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500"/>
                            </p:stCondLst>
                            <p:childTnLst>
                              <p:par>
                                <p:cTn id="1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1000"/>
                            </p:stCondLst>
                            <p:childTnLst>
                              <p:par>
                                <p:cTn id="1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500"/>
                            </p:stCondLst>
                            <p:childTnLst>
                              <p:par>
                                <p:cTn id="1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1000"/>
                            </p:stCondLst>
                            <p:childTnLst>
                              <p:par>
                                <p:cTn id="1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26" grpId="0"/>
      <p:bldP spid="28" grpId="0"/>
      <p:bldP spid="13" grpId="0"/>
      <p:bldP spid="21" grpId="0"/>
      <p:bldP spid="23" grpId="0" animBg="1"/>
      <p:bldP spid="24" grpId="0" animBg="1"/>
      <p:bldP spid="81" grpId="0"/>
      <p:bldP spid="97" grpId="0"/>
      <p:bldP spid="67" grpId="0" animBg="1"/>
      <p:bldP spid="88" grpId="0"/>
      <p:bldP spid="22" grpId="0"/>
      <p:bldP spid="104" grpId="0"/>
      <p:bldP spid="107" grpId="0"/>
      <p:bldP spid="10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文本框 2"/>
          <p:cNvSpPr txBox="1"/>
          <p:nvPr/>
        </p:nvSpPr>
        <p:spPr>
          <a:xfrm>
            <a:off x="243733" y="1374618"/>
            <a:ext cx="1130935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pPr marL="514350" indent="-514350"/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（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）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4" name="文本框 2"/>
          <p:cNvSpPr txBox="1"/>
          <p:nvPr/>
        </p:nvSpPr>
        <p:spPr>
          <a:xfrm>
            <a:off x="3668288" y="3666333"/>
            <a:ext cx="268859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形成复合闭路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，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9" name="文本框 2"/>
          <p:cNvSpPr txBox="1"/>
          <p:nvPr/>
        </p:nvSpPr>
        <p:spPr>
          <a:xfrm>
            <a:off x="10244348" y="2950053"/>
            <a:ext cx="91059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使得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82957" name="Object 13"/>
          <p:cNvGraphicFramePr>
            <a:graphicFrameLocks noChangeAspect="1"/>
          </p:cNvGraphicFramePr>
          <p:nvPr/>
        </p:nvGraphicFramePr>
        <p:xfrm>
          <a:off x="818833" y="3583305"/>
          <a:ext cx="2849562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7" name="Equation" r:id="rId1" imgW="32308800" imgH="5791200" progId="Equation.DSMT4">
                  <p:embed/>
                </p:oleObj>
              </mc:Choice>
              <mc:Fallback>
                <p:oleObj name="Equation" r:id="rId1" imgW="32308800" imgH="5791200" progId="Equation.DSMT4">
                  <p:embed/>
                  <p:pic>
                    <p:nvPicPr>
                      <p:cNvPr id="0" name="图片 2662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18833" y="3583305"/>
                        <a:ext cx="2849562" cy="6127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文本框 2"/>
          <p:cNvSpPr txBox="1"/>
          <p:nvPr/>
        </p:nvSpPr>
        <p:spPr>
          <a:xfrm>
            <a:off x="576473" y="2925288"/>
            <a:ext cx="5255895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pPr marL="514350" indent="-514350"/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(2)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围绕每一个奇点，作正向圆周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88077" name="Object 13"/>
          <p:cNvGraphicFramePr>
            <a:graphicFrameLocks noChangeAspect="1"/>
          </p:cNvGraphicFramePr>
          <p:nvPr/>
        </p:nvGraphicFramePr>
        <p:xfrm>
          <a:off x="5852795" y="2858770"/>
          <a:ext cx="612775" cy="696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8" name="Equation" r:id="rId3" imgW="5791200" imgH="5486400" progId="Equation.DSMT4">
                  <p:embed/>
                </p:oleObj>
              </mc:Choice>
              <mc:Fallback>
                <p:oleObj name="Equation" r:id="rId3" imgW="5791200" imgH="5486400" progId="Equation.DSMT4">
                  <p:embed/>
                  <p:pic>
                    <p:nvPicPr>
                      <p:cNvPr id="0" name="图片 2662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852795" y="2858770"/>
                        <a:ext cx="612775" cy="6969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78" name="Object 14"/>
          <p:cNvGraphicFramePr>
            <a:graphicFrameLocks noChangeAspect="1"/>
          </p:cNvGraphicFramePr>
          <p:nvPr/>
        </p:nvGraphicFramePr>
        <p:xfrm>
          <a:off x="6470333" y="2821940"/>
          <a:ext cx="1804987" cy="696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9" name="Equation" r:id="rId5" imgW="17068800" imgH="5486400" progId="Equation.DSMT4">
                  <p:embed/>
                </p:oleObj>
              </mc:Choice>
              <mc:Fallback>
                <p:oleObj name="Equation" r:id="rId5" imgW="17068800" imgH="5486400" progId="Equation.DSMT4">
                  <p:embed/>
                  <p:pic>
                    <p:nvPicPr>
                      <p:cNvPr id="0" name="图片 2662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470333" y="2821940"/>
                        <a:ext cx="1804987" cy="6969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79" name="Object 15"/>
          <p:cNvGraphicFramePr>
            <a:graphicFrameLocks noChangeAspect="1"/>
          </p:cNvGraphicFramePr>
          <p:nvPr/>
        </p:nvGraphicFramePr>
        <p:xfrm>
          <a:off x="8453120" y="2925445"/>
          <a:ext cx="1690370" cy="5543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0" name="Equation" r:id="rId7" imgW="749300" imgH="203200" progId="Equation.DSMT4">
                  <p:embed/>
                </p:oleObj>
              </mc:Choice>
              <mc:Fallback>
                <p:oleObj name="Equation" r:id="rId7" imgW="749300" imgH="203200" progId="Equation.DSMT4">
                  <p:embed/>
                  <p:pic>
                    <p:nvPicPr>
                      <p:cNvPr id="0" name="图片 2662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453120" y="2925445"/>
                        <a:ext cx="1690370" cy="5543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文本框 2"/>
          <p:cNvSpPr txBox="1"/>
          <p:nvPr/>
        </p:nvSpPr>
        <p:spPr>
          <a:xfrm>
            <a:off x="6860309" y="3625058"/>
            <a:ext cx="482219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在复合闭路围成区域内解析；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1" name="文本框 2"/>
          <p:cNvSpPr txBox="1"/>
          <p:nvPr/>
        </p:nvSpPr>
        <p:spPr>
          <a:xfrm>
            <a:off x="589173" y="4261963"/>
            <a:ext cx="633095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</a:rPr>
              <a:t>(3)</a:t>
            </a:r>
            <a:endParaRPr lang="en-US" altLang="zh-CN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3" name="文本框 2"/>
          <p:cNvSpPr txBox="1"/>
          <p:nvPr/>
        </p:nvSpPr>
        <p:spPr>
          <a:xfrm>
            <a:off x="589173" y="545943"/>
            <a:ext cx="91059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类型</a:t>
            </a:r>
            <a:endParaRPr lang="en-US" altLang="zh-CN" sz="2800" dirty="0" smtClean="0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15738" name="Object 26"/>
          <p:cNvGraphicFramePr>
            <a:graphicFrameLocks noChangeAspect="1"/>
          </p:cNvGraphicFramePr>
          <p:nvPr/>
        </p:nvGraphicFramePr>
        <p:xfrm>
          <a:off x="5948998" y="1262380"/>
          <a:ext cx="1966912" cy="696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3" name="Equation" r:id="rId9" imgW="18592800" imgH="5486400" progId="Equation.DSMT4">
                  <p:embed/>
                </p:oleObj>
              </mc:Choice>
              <mc:Fallback>
                <p:oleObj name="Equation" r:id="rId9" imgW="18592800" imgH="5486400" progId="Equation.DSMT4">
                  <p:embed/>
                  <p:pic>
                    <p:nvPicPr>
                      <p:cNvPr id="0" name="图片 26642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948998" y="1262380"/>
                        <a:ext cx="1966912" cy="6969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" name="Object 25"/>
          <p:cNvGraphicFramePr>
            <a:graphicFrameLocks noChangeAspect="1"/>
          </p:cNvGraphicFramePr>
          <p:nvPr>
            <p:custDataLst>
              <p:tags r:id="rId11"/>
            </p:custDataLst>
          </p:nvPr>
        </p:nvGraphicFramePr>
        <p:xfrm>
          <a:off x="1836421" y="292100"/>
          <a:ext cx="1569085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" name="Equation" r:id="rId12" imgW="787400" imgH="431800" progId="Equation.DSMT4">
                  <p:embed/>
                </p:oleObj>
              </mc:Choice>
              <mc:Fallback>
                <p:oleObj name="Equation" r:id="rId12" imgW="787400" imgH="431800" progId="Equation.DSMT4">
                  <p:embed/>
                  <p:pic>
                    <p:nvPicPr>
                      <p:cNvPr id="0" name="图片 21520"/>
                      <p:cNvPicPr>
                        <a:picLocks noChangeAspect="1"/>
                      </p:cNvPicPr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836421" y="292100"/>
                        <a:ext cx="1569085" cy="10382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" name="文本框 2"/>
          <p:cNvSpPr txBox="1"/>
          <p:nvPr/>
        </p:nvSpPr>
        <p:spPr>
          <a:xfrm>
            <a:off x="3452495" y="546100"/>
            <a:ext cx="3799205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    </a:t>
            </a:r>
            <a:r>
              <a:rPr lang="zh-CN" altLang="en-US" sz="2800" dirty="0" smtClean="0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为</a:t>
            </a:r>
            <a:r>
              <a:rPr lang="en-US" altLang="zh-CN" sz="2800" dirty="0" smtClean="0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z</a:t>
            </a:r>
            <a:r>
              <a:rPr lang="zh-CN" altLang="en-US" sz="2800" dirty="0" smtClean="0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的</a:t>
            </a:r>
            <a:r>
              <a:rPr lang="en-US" altLang="zh-CN" sz="2800" dirty="0" smtClean="0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n</a:t>
            </a:r>
            <a:r>
              <a:rPr lang="zh-CN" altLang="en-US" sz="2800" dirty="0" smtClean="0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次多项式，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        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78" name="Object 25"/>
          <p:cNvGraphicFramePr>
            <a:graphicFrameLocks noChangeAspect="1"/>
          </p:cNvGraphicFramePr>
          <p:nvPr>
            <p:custDataLst>
              <p:tags r:id="rId14"/>
            </p:custDataLst>
          </p:nvPr>
        </p:nvGraphicFramePr>
        <p:xfrm>
          <a:off x="3532188" y="525463"/>
          <a:ext cx="784860" cy="5499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" name="Equation" r:id="rId15" imgW="393700" imgH="228600" progId="Equation.DSMT4">
                  <p:embed/>
                </p:oleObj>
              </mc:Choice>
              <mc:Fallback>
                <p:oleObj name="Equation" r:id="rId15" imgW="393700" imgH="228600" progId="Equation.DSMT4">
                  <p:embed/>
                  <p:pic>
                    <p:nvPicPr>
                      <p:cNvPr id="0" name="图片 21520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532188" y="525463"/>
                        <a:ext cx="784860" cy="54991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25"/>
          <p:cNvGraphicFramePr>
            <a:graphicFrameLocks noChangeAspect="1"/>
          </p:cNvGraphicFramePr>
          <p:nvPr>
            <p:custDataLst>
              <p:tags r:id="rId17"/>
            </p:custDataLst>
          </p:nvPr>
        </p:nvGraphicFramePr>
        <p:xfrm>
          <a:off x="1142683" y="1017905"/>
          <a:ext cx="835660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" name="Equation" r:id="rId18" imgW="419100" imgH="431800" progId="Equation.DSMT4">
                  <p:embed/>
                </p:oleObj>
              </mc:Choice>
              <mc:Fallback>
                <p:oleObj name="Equation" r:id="rId18" imgW="419100" imgH="431800" progId="Equation.DSMT4">
                  <p:embed/>
                  <p:pic>
                    <p:nvPicPr>
                      <p:cNvPr id="0" name="图片 21520"/>
                      <p:cNvPicPr>
                        <a:picLocks noChangeAspect="1"/>
                      </p:cNvPicPr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142683" y="1017905"/>
                        <a:ext cx="835660" cy="10382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文本框 2"/>
          <p:cNvSpPr txBox="1"/>
          <p:nvPr/>
        </p:nvSpPr>
        <p:spPr>
          <a:xfrm>
            <a:off x="2006493" y="1358743"/>
            <a:ext cx="401828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围成区域内的奇点为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20" name="Object 25"/>
          <p:cNvGraphicFramePr>
            <a:graphicFrameLocks noChangeAspect="1"/>
          </p:cNvGraphicFramePr>
          <p:nvPr>
            <p:custDataLst>
              <p:tags r:id="rId20"/>
            </p:custDataLst>
          </p:nvPr>
        </p:nvGraphicFramePr>
        <p:xfrm>
          <a:off x="850583" y="1811655"/>
          <a:ext cx="835660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" name="Equation" r:id="rId21" imgW="419100" imgH="431800" progId="Equation.DSMT4">
                  <p:embed/>
                </p:oleObj>
              </mc:Choice>
              <mc:Fallback>
                <p:oleObj name="Equation" r:id="rId21" imgW="419100" imgH="431800" progId="Equation.DSMT4">
                  <p:embed/>
                  <p:pic>
                    <p:nvPicPr>
                      <p:cNvPr id="0" name="图片 21520"/>
                      <p:cNvPicPr>
                        <a:picLocks noChangeAspect="1"/>
                      </p:cNvPicPr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850583" y="1811655"/>
                        <a:ext cx="835660" cy="10382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5"/>
          <p:cNvGraphicFramePr>
            <a:graphicFrameLocks noChangeAspect="1"/>
          </p:cNvGraphicFramePr>
          <p:nvPr/>
        </p:nvGraphicFramePr>
        <p:xfrm>
          <a:off x="1740853" y="1891665"/>
          <a:ext cx="5672455" cy="9582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" name="Equation" r:id="rId22" imgW="3073400" imgH="431800" progId="Equation.DSMT4">
                  <p:embed/>
                </p:oleObj>
              </mc:Choice>
              <mc:Fallback>
                <p:oleObj name="Equation" r:id="rId22" imgW="3073400" imgH="431800" progId="Equation.DSMT4">
                  <p:embed/>
                  <p:pic>
                    <p:nvPicPr>
                      <p:cNvPr id="0" name="图片 26641"/>
                      <p:cNvPicPr>
                        <a:picLocks noChangeAspect="1"/>
                      </p:cNvPicPr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740853" y="1891665"/>
                        <a:ext cx="5672455" cy="9582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5"/>
          <p:cNvGraphicFramePr>
            <a:graphicFrameLocks noChangeAspect="1"/>
          </p:cNvGraphicFramePr>
          <p:nvPr>
            <p:custDataLst>
              <p:tags r:id="rId24"/>
            </p:custDataLst>
          </p:nvPr>
        </p:nvGraphicFramePr>
        <p:xfrm>
          <a:off x="7437438" y="2125663"/>
          <a:ext cx="60833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" name="Equation" r:id="rId25" imgW="304800" imgH="203200" progId="Equation.DSMT4">
                  <p:embed/>
                </p:oleObj>
              </mc:Choice>
              <mc:Fallback>
                <p:oleObj name="Equation" r:id="rId25" imgW="304800" imgH="203200" progId="Equation.DSMT4">
                  <p:embed/>
                  <p:pic>
                    <p:nvPicPr>
                      <p:cNvPr id="0" name="图片 21520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7437438" y="2125663"/>
                        <a:ext cx="608330" cy="488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文本框 2"/>
          <p:cNvSpPr txBox="1"/>
          <p:nvPr/>
        </p:nvSpPr>
        <p:spPr>
          <a:xfrm>
            <a:off x="8232033" y="2121378"/>
            <a:ext cx="366268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围成区域内解析；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28" name="Object 25"/>
          <p:cNvGraphicFramePr>
            <a:graphicFrameLocks noChangeAspect="1"/>
          </p:cNvGraphicFramePr>
          <p:nvPr>
            <p:custDataLst>
              <p:tags r:id="rId27"/>
            </p:custDataLst>
          </p:nvPr>
        </p:nvGraphicFramePr>
        <p:xfrm>
          <a:off x="6024563" y="3343910"/>
          <a:ext cx="835660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" name="Equation" r:id="rId28" imgW="419100" imgH="431800" progId="Equation.DSMT4">
                  <p:embed/>
                </p:oleObj>
              </mc:Choice>
              <mc:Fallback>
                <p:oleObj name="Equation" r:id="rId28" imgW="419100" imgH="431800" progId="Equation.DSMT4">
                  <p:embed/>
                  <p:pic>
                    <p:nvPicPr>
                      <p:cNvPr id="0" name="图片 21520"/>
                      <p:cNvPicPr>
                        <a:picLocks noChangeAspect="1"/>
                      </p:cNvPicPr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6024563" y="3343910"/>
                        <a:ext cx="835660" cy="10382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25"/>
          <p:cNvGraphicFramePr>
            <a:graphicFrameLocks noChangeAspect="1"/>
          </p:cNvGraphicFramePr>
          <p:nvPr>
            <p:custDataLst>
              <p:tags r:id="rId29"/>
            </p:custDataLst>
          </p:nvPr>
        </p:nvGraphicFramePr>
        <p:xfrm>
          <a:off x="1205866" y="4107815"/>
          <a:ext cx="5517515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" name="Equation" r:id="rId30" imgW="2768600" imgH="431800" progId="Equation.DSMT4">
                  <p:embed/>
                </p:oleObj>
              </mc:Choice>
              <mc:Fallback>
                <p:oleObj name="Equation" r:id="rId30" imgW="2768600" imgH="431800" progId="Equation.DSMT4">
                  <p:embed/>
                  <p:pic>
                    <p:nvPicPr>
                      <p:cNvPr id="0" name="图片 21520"/>
                      <p:cNvPicPr>
                        <a:picLocks noChangeAspect="1"/>
                      </p:cNvPicPr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1205866" y="4107815"/>
                        <a:ext cx="5517515" cy="10382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Object 25"/>
          <p:cNvGraphicFramePr>
            <a:graphicFrameLocks noChangeAspect="1"/>
          </p:cNvGraphicFramePr>
          <p:nvPr/>
        </p:nvGraphicFramePr>
        <p:xfrm>
          <a:off x="2633028" y="5003800"/>
          <a:ext cx="8321675" cy="9582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" name="Equation" r:id="rId32" imgW="4508500" imgH="431800" progId="Equation.DSMT4">
                  <p:embed/>
                </p:oleObj>
              </mc:Choice>
              <mc:Fallback>
                <p:oleObj name="Equation" r:id="rId32" imgW="4508500" imgH="431800" progId="Equation.DSMT4">
                  <p:embed/>
                  <p:pic>
                    <p:nvPicPr>
                      <p:cNvPr id="0" name="图片 26641"/>
                      <p:cNvPicPr>
                        <a:picLocks noChangeAspect="1"/>
                      </p:cNvPicPr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2633028" y="5003800"/>
                        <a:ext cx="8321675" cy="9582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Object 25"/>
          <p:cNvGraphicFramePr>
            <a:graphicFrameLocks noChangeAspect="1"/>
          </p:cNvGraphicFramePr>
          <p:nvPr/>
        </p:nvGraphicFramePr>
        <p:xfrm>
          <a:off x="2434273" y="5962015"/>
          <a:ext cx="8720455" cy="9582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" name="Equation" r:id="rId34" imgW="4724400" imgH="431800" progId="Equation.DSMT4">
                  <p:embed/>
                </p:oleObj>
              </mc:Choice>
              <mc:Fallback>
                <p:oleObj name="Equation" r:id="rId34" imgW="4724400" imgH="431800" progId="Equation.DSMT4">
                  <p:embed/>
                  <p:pic>
                    <p:nvPicPr>
                      <p:cNvPr id="0" name="图片 26641"/>
                      <p:cNvPicPr>
                        <a:picLocks noChangeAspect="1"/>
                      </p:cNvPicPr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2434273" y="5962015"/>
                        <a:ext cx="8720455" cy="9582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" name="Object 25"/>
          <p:cNvGraphicFramePr>
            <a:graphicFrameLocks noChangeAspect="1"/>
          </p:cNvGraphicFramePr>
          <p:nvPr/>
        </p:nvGraphicFramePr>
        <p:xfrm>
          <a:off x="2724468" y="6764020"/>
          <a:ext cx="6868795" cy="9582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" name="Equation" r:id="rId36" imgW="3721100" imgH="431800" progId="Equation.DSMT4">
                  <p:embed/>
                </p:oleObj>
              </mc:Choice>
              <mc:Fallback>
                <p:oleObj name="Equation" r:id="rId36" imgW="3721100" imgH="431800" progId="Equation.DSMT4">
                  <p:embed/>
                  <p:pic>
                    <p:nvPicPr>
                      <p:cNvPr id="0" name="图片 26641"/>
                      <p:cNvPicPr>
                        <a:picLocks noChangeAspect="1"/>
                      </p:cNvPicPr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2724468" y="6764020"/>
                        <a:ext cx="6868795" cy="9582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" name="直接连接符 1"/>
          <p:cNvCxnSpPr/>
          <p:nvPr/>
        </p:nvCxnSpPr>
        <p:spPr>
          <a:xfrm>
            <a:off x="5230495" y="5197475"/>
            <a:ext cx="1126490" cy="7512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7915910" y="5127625"/>
            <a:ext cx="1126490" cy="7512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9593580" y="5128895"/>
            <a:ext cx="1126490" cy="7512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3452495" y="6169025"/>
            <a:ext cx="1126490" cy="7512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5230495" y="6000115"/>
            <a:ext cx="1126490" cy="7512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9593580" y="6000115"/>
            <a:ext cx="1126490" cy="7512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38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15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88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88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88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82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500"/>
                            </p:stCondLst>
                            <p:childTnLst>
                              <p:par>
                                <p:cTn id="10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000"/>
                            </p:stCondLst>
                            <p:childTnLst>
                              <p:par>
                                <p:cTn id="11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500"/>
                            </p:stCondLst>
                            <p:childTnLst>
                              <p:par>
                                <p:cTn id="1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1000"/>
                            </p:stCondLst>
                            <p:childTnLst>
                              <p:par>
                                <p:cTn id="1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  <p:bldP spid="77" grpId="0"/>
      <p:bldP spid="52" grpId="0"/>
      <p:bldP spid="19" grpId="0"/>
      <p:bldP spid="27" grpId="0"/>
      <p:bldP spid="36" grpId="0"/>
      <p:bldP spid="39" grpId="0"/>
      <p:bldP spid="34" grpId="0"/>
      <p:bldP spid="37" grpId="0"/>
      <p:bldP spid="4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任意多边形 113"/>
          <p:cNvSpPr/>
          <p:nvPr/>
        </p:nvSpPr>
        <p:spPr>
          <a:xfrm>
            <a:off x="1714500" y="1377950"/>
            <a:ext cx="1130300" cy="1930400"/>
          </a:xfrm>
          <a:custGeom>
            <a:avLst/>
            <a:gdLst>
              <a:gd name="connisteX0" fmla="*/ 90254 w 1130377"/>
              <a:gd name="connsiteY0" fmla="*/ 486847 h 1930681"/>
              <a:gd name="connisteX1" fmla="*/ 179154 w 1130377"/>
              <a:gd name="connsiteY1" fmla="*/ 237927 h 1930681"/>
              <a:gd name="connisteX2" fmla="*/ 516339 w 1130377"/>
              <a:gd name="connsiteY2" fmla="*/ 7422 h 1930681"/>
              <a:gd name="connisteX3" fmla="*/ 1031959 w 1130377"/>
              <a:gd name="connsiteY3" fmla="*/ 131247 h 1930681"/>
              <a:gd name="connisteX4" fmla="*/ 1120224 w 1130377"/>
              <a:gd name="connsiteY4" fmla="*/ 629087 h 1930681"/>
              <a:gd name="connisteX5" fmla="*/ 960839 w 1130377"/>
              <a:gd name="connsiteY5" fmla="*/ 949127 h 1930681"/>
              <a:gd name="connisteX6" fmla="*/ 1049739 w 1130377"/>
              <a:gd name="connsiteY6" fmla="*/ 1357432 h 1930681"/>
              <a:gd name="connisteX7" fmla="*/ 960839 w 1130377"/>
              <a:gd name="connsiteY7" fmla="*/ 1801932 h 1930681"/>
              <a:gd name="connisteX8" fmla="*/ 587459 w 1130377"/>
              <a:gd name="connsiteY8" fmla="*/ 1925757 h 1930681"/>
              <a:gd name="connisteX9" fmla="*/ 36914 w 1130377"/>
              <a:gd name="connsiteY9" fmla="*/ 1713032 h 1930681"/>
              <a:gd name="connisteX10" fmla="*/ 90254 w 1130377"/>
              <a:gd name="connsiteY10" fmla="*/ 451287 h 1930681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</a:cxnLst>
            <a:rect l="l" t="t" r="r" b="b"/>
            <a:pathLst>
              <a:path w="1130378" h="1930682">
                <a:moveTo>
                  <a:pt x="90255" y="486848"/>
                </a:moveTo>
                <a:cubicBezTo>
                  <a:pt x="101050" y="441763"/>
                  <a:pt x="94065" y="333813"/>
                  <a:pt x="179155" y="237928"/>
                </a:cubicBezTo>
                <a:cubicBezTo>
                  <a:pt x="264245" y="142043"/>
                  <a:pt x="345525" y="29013"/>
                  <a:pt x="516340" y="7423"/>
                </a:cubicBezTo>
                <a:cubicBezTo>
                  <a:pt x="687155" y="-14167"/>
                  <a:pt x="911310" y="6788"/>
                  <a:pt x="1031960" y="131248"/>
                </a:cubicBezTo>
                <a:cubicBezTo>
                  <a:pt x="1152610" y="255708"/>
                  <a:pt x="1134195" y="465258"/>
                  <a:pt x="1120225" y="629088"/>
                </a:cubicBezTo>
                <a:cubicBezTo>
                  <a:pt x="1106255" y="792918"/>
                  <a:pt x="974810" y="803713"/>
                  <a:pt x="960840" y="949128"/>
                </a:cubicBezTo>
                <a:cubicBezTo>
                  <a:pt x="946870" y="1094543"/>
                  <a:pt x="1049740" y="1186618"/>
                  <a:pt x="1049740" y="1357433"/>
                </a:cubicBezTo>
                <a:cubicBezTo>
                  <a:pt x="1049740" y="1528248"/>
                  <a:pt x="1053550" y="1688268"/>
                  <a:pt x="960840" y="1801933"/>
                </a:cubicBezTo>
                <a:cubicBezTo>
                  <a:pt x="868130" y="1915598"/>
                  <a:pt x="772245" y="1943538"/>
                  <a:pt x="587460" y="1925758"/>
                </a:cubicBezTo>
                <a:cubicBezTo>
                  <a:pt x="402675" y="1907978"/>
                  <a:pt x="136610" y="2007673"/>
                  <a:pt x="36915" y="1713033"/>
                </a:cubicBezTo>
                <a:cubicBezTo>
                  <a:pt x="-62780" y="1418393"/>
                  <a:pt x="68665" y="699573"/>
                  <a:pt x="90255" y="451288"/>
                </a:cubicBezTo>
              </a:path>
            </a:pathLst>
          </a:cu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6" name="任意多边形 115"/>
          <p:cNvSpPr/>
          <p:nvPr/>
        </p:nvSpPr>
        <p:spPr>
          <a:xfrm>
            <a:off x="861695" y="4023995"/>
            <a:ext cx="2363470" cy="2250440"/>
          </a:xfrm>
          <a:custGeom>
            <a:avLst/>
            <a:gdLst>
              <a:gd name="connisteX0" fmla="*/ 455760 w 2363207"/>
              <a:gd name="connsiteY0" fmla="*/ 737397 h 2250177"/>
              <a:gd name="connisteX1" fmla="*/ 935820 w 2363207"/>
              <a:gd name="connsiteY1" fmla="*/ 62392 h 2250177"/>
              <a:gd name="connisteX2" fmla="*/ 1593045 w 2363207"/>
              <a:gd name="connsiteY2" fmla="*/ 97317 h 2250177"/>
              <a:gd name="connisteX3" fmla="*/ 2303610 w 2363207"/>
              <a:gd name="connsiteY3" fmla="*/ 381797 h 2250177"/>
              <a:gd name="connisteX4" fmla="*/ 2232490 w 2363207"/>
              <a:gd name="connsiteY4" fmla="*/ 1021242 h 2250177"/>
              <a:gd name="connisteX5" fmla="*/ 1824185 w 2363207"/>
              <a:gd name="connsiteY5" fmla="*/ 1945167 h 2250177"/>
              <a:gd name="connisteX6" fmla="*/ 1166325 w 2363207"/>
              <a:gd name="connsiteY6" fmla="*/ 2247427 h 2250177"/>
              <a:gd name="connisteX7" fmla="*/ 722460 w 2363207"/>
              <a:gd name="connsiteY7" fmla="*/ 2069627 h 2250177"/>
              <a:gd name="connisteX8" fmla="*/ 171915 w 2363207"/>
              <a:gd name="connsiteY8" fmla="*/ 1980727 h 2250177"/>
              <a:gd name="connisteX9" fmla="*/ 11895 w 2363207"/>
              <a:gd name="connsiteY9" fmla="*/ 1607982 h 2250177"/>
              <a:gd name="connisteX10" fmla="*/ 366860 w 2363207"/>
              <a:gd name="connsiteY10" fmla="*/ 1181262 h 2250177"/>
              <a:gd name="connisteX11" fmla="*/ 455760 w 2363207"/>
              <a:gd name="connsiteY11" fmla="*/ 684057 h 2250177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</a:cxnLst>
            <a:rect l="l" t="t" r="r" b="b"/>
            <a:pathLst>
              <a:path w="2363207" h="2250178">
                <a:moveTo>
                  <a:pt x="455760" y="737398"/>
                </a:moveTo>
                <a:cubicBezTo>
                  <a:pt x="538310" y="601508"/>
                  <a:pt x="708490" y="190663"/>
                  <a:pt x="935820" y="62393"/>
                </a:cubicBezTo>
                <a:cubicBezTo>
                  <a:pt x="1163150" y="-65877"/>
                  <a:pt x="1319360" y="33183"/>
                  <a:pt x="1593045" y="97318"/>
                </a:cubicBezTo>
                <a:cubicBezTo>
                  <a:pt x="1866730" y="161453"/>
                  <a:pt x="2175975" y="197013"/>
                  <a:pt x="2303610" y="381798"/>
                </a:cubicBezTo>
                <a:cubicBezTo>
                  <a:pt x="2431245" y="566583"/>
                  <a:pt x="2328375" y="708823"/>
                  <a:pt x="2232490" y="1021243"/>
                </a:cubicBezTo>
                <a:cubicBezTo>
                  <a:pt x="2136605" y="1333663"/>
                  <a:pt x="2037545" y="1700058"/>
                  <a:pt x="1824185" y="1945168"/>
                </a:cubicBezTo>
                <a:cubicBezTo>
                  <a:pt x="1610825" y="2190278"/>
                  <a:pt x="1386670" y="2222663"/>
                  <a:pt x="1166325" y="2247428"/>
                </a:cubicBezTo>
                <a:cubicBezTo>
                  <a:pt x="945980" y="2272193"/>
                  <a:pt x="921215" y="2122968"/>
                  <a:pt x="722460" y="2069628"/>
                </a:cubicBezTo>
                <a:cubicBezTo>
                  <a:pt x="523705" y="2016288"/>
                  <a:pt x="314155" y="2072803"/>
                  <a:pt x="171915" y="1980728"/>
                </a:cubicBezTo>
                <a:cubicBezTo>
                  <a:pt x="29675" y="1888653"/>
                  <a:pt x="-26840" y="1768003"/>
                  <a:pt x="11895" y="1607983"/>
                </a:cubicBezTo>
                <a:cubicBezTo>
                  <a:pt x="50630" y="1447963"/>
                  <a:pt x="277960" y="1366048"/>
                  <a:pt x="366860" y="1181263"/>
                </a:cubicBezTo>
                <a:cubicBezTo>
                  <a:pt x="455760" y="996478"/>
                  <a:pt x="444965" y="774863"/>
                  <a:pt x="455760" y="684058"/>
                </a:cubicBezTo>
              </a:path>
            </a:pathLst>
          </a:cu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1" name="椭圆 130"/>
          <p:cNvSpPr/>
          <p:nvPr/>
        </p:nvSpPr>
        <p:spPr>
          <a:xfrm>
            <a:off x="1915795" y="4851400"/>
            <a:ext cx="532765" cy="497205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文本框 2"/>
          <p:cNvSpPr txBox="1"/>
          <p:nvPr/>
        </p:nvSpPr>
        <p:spPr>
          <a:xfrm>
            <a:off x="737763" y="686913"/>
            <a:ext cx="98171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lstStyle/>
          <a:p>
            <a:r>
              <a:rPr lang="zh-CN" altLang="en-US" sz="2800" b="1" dirty="0" smtClean="0">
                <a:solidFill>
                  <a:schemeClr val="tx2">
                    <a:lumMod val="50000"/>
                  </a:schemeClr>
                </a:solidFill>
                <a:latin typeface="+mn-ea"/>
                <a:cs typeface="+mn-ea"/>
              </a:rPr>
              <a:t>例</a:t>
            </a:r>
            <a:r>
              <a:rPr lang="en-US" altLang="zh-CN" sz="2800" b="1" dirty="0" smtClean="0">
                <a:solidFill>
                  <a:schemeClr val="tx2">
                    <a:lumMod val="50000"/>
                  </a:schemeClr>
                </a:solidFill>
                <a:latin typeface="+mn-ea"/>
                <a:cs typeface="+mn-ea"/>
              </a:rPr>
              <a:t>4. </a:t>
            </a:r>
            <a:endParaRPr lang="en-US" altLang="zh-CN" sz="2800" b="1" dirty="0" smtClean="0">
              <a:solidFill>
                <a:schemeClr val="tx2">
                  <a:lumMod val="50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47" name="文本框 2"/>
          <p:cNvSpPr txBox="1"/>
          <p:nvPr/>
        </p:nvSpPr>
        <p:spPr>
          <a:xfrm>
            <a:off x="1709313" y="648813"/>
            <a:ext cx="91059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lstStyle/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计算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0" name="文本框 2"/>
          <p:cNvSpPr txBox="1"/>
          <p:nvPr/>
        </p:nvSpPr>
        <p:spPr>
          <a:xfrm>
            <a:off x="4166128" y="686913"/>
            <a:ext cx="632968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lstStyle/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其中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为任意一条不过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</a:rPr>
              <a:t>a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的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简单闭曲线。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cxnSp>
        <p:nvCxnSpPr>
          <p:cNvPr id="52" name="直接箭头连接符 51"/>
          <p:cNvCxnSpPr/>
          <p:nvPr/>
        </p:nvCxnSpPr>
        <p:spPr>
          <a:xfrm>
            <a:off x="603250" y="3063240"/>
            <a:ext cx="2456815" cy="2794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/>
          <p:cNvCxnSpPr>
            <a:stCxn id="85" idx="3"/>
          </p:cNvCxnSpPr>
          <p:nvPr/>
        </p:nvCxnSpPr>
        <p:spPr>
          <a:xfrm flipH="1" flipV="1">
            <a:off x="1141730" y="1400175"/>
            <a:ext cx="10795" cy="207010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4" name="Object 4"/>
          <p:cNvGraphicFramePr>
            <a:graphicFrameLocks noChangeAspect="1"/>
          </p:cNvGraphicFramePr>
          <p:nvPr/>
        </p:nvGraphicFramePr>
        <p:xfrm>
          <a:off x="737553" y="3063875"/>
          <a:ext cx="332105" cy="3498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" name="Equation" r:id="rId1" imgW="127000" imgH="139700" progId="Equation.DSMT4">
                  <p:embed/>
                </p:oleObj>
              </mc:Choice>
              <mc:Fallback>
                <p:oleObj name="Equation" r:id="rId1" imgW="127000" imgH="1397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37553" y="3063875"/>
                        <a:ext cx="332105" cy="3498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" name="Object 4"/>
          <p:cNvGraphicFramePr>
            <a:graphicFrameLocks noChangeAspect="1"/>
          </p:cNvGraphicFramePr>
          <p:nvPr/>
        </p:nvGraphicFramePr>
        <p:xfrm>
          <a:off x="792481" y="1303338"/>
          <a:ext cx="365760" cy="4140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" name="Equation" r:id="rId3" imgW="139700" imgH="165100" progId="Equation.DSMT4">
                  <p:embed/>
                </p:oleObj>
              </mc:Choice>
              <mc:Fallback>
                <p:oleObj name="Equation" r:id="rId3" imgW="139700" imgH="1651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92481" y="1303338"/>
                        <a:ext cx="365760" cy="4140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" name="Object 4"/>
          <p:cNvGraphicFramePr>
            <a:graphicFrameLocks noChangeAspect="1"/>
          </p:cNvGraphicFramePr>
          <p:nvPr/>
        </p:nvGraphicFramePr>
        <p:xfrm>
          <a:off x="2957196" y="2898458"/>
          <a:ext cx="332740" cy="350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" name="Equation" r:id="rId5" imgW="127000" imgH="139700" progId="Equation.DSMT4">
                  <p:embed/>
                </p:oleObj>
              </mc:Choice>
              <mc:Fallback>
                <p:oleObj name="Equation" r:id="rId5" imgW="127000" imgH="1397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957196" y="2898458"/>
                        <a:ext cx="332740" cy="3505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" name="椭圆 83"/>
          <p:cNvSpPr/>
          <p:nvPr/>
        </p:nvSpPr>
        <p:spPr>
          <a:xfrm>
            <a:off x="3074035" y="2151380"/>
            <a:ext cx="75565" cy="755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93" name="Object 4"/>
          <p:cNvGraphicFramePr>
            <a:graphicFrameLocks noChangeAspect="1"/>
          </p:cNvGraphicFramePr>
          <p:nvPr/>
        </p:nvGraphicFramePr>
        <p:xfrm>
          <a:off x="1929132" y="1918971"/>
          <a:ext cx="400050" cy="4451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" name="Equation" r:id="rId7" imgW="152400" imgH="177165" progId="Equation.DSMT4">
                  <p:embed/>
                </p:oleObj>
              </mc:Choice>
              <mc:Fallback>
                <p:oleObj name="Equation" r:id="rId7" imgW="152400" imgH="177165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929132" y="1918971"/>
                        <a:ext cx="400050" cy="4451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" name="Object 4"/>
          <p:cNvGraphicFramePr>
            <a:graphicFrameLocks noChangeAspect="1"/>
          </p:cNvGraphicFramePr>
          <p:nvPr/>
        </p:nvGraphicFramePr>
        <p:xfrm>
          <a:off x="3188018" y="2014220"/>
          <a:ext cx="332105" cy="3498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" name="Equation" r:id="rId9" imgW="127000" imgH="139700" progId="Equation.DSMT4">
                  <p:embed/>
                </p:oleObj>
              </mc:Choice>
              <mc:Fallback>
                <p:oleObj name="Equation" r:id="rId9" imgW="127000" imgH="1397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188018" y="2014220"/>
                        <a:ext cx="332105" cy="3498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9" name="直接箭头连接符 98"/>
          <p:cNvCxnSpPr/>
          <p:nvPr/>
        </p:nvCxnSpPr>
        <p:spPr>
          <a:xfrm flipV="1">
            <a:off x="704215" y="6019800"/>
            <a:ext cx="2308225" cy="63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箭头连接符 99"/>
          <p:cNvCxnSpPr/>
          <p:nvPr/>
        </p:nvCxnSpPr>
        <p:spPr>
          <a:xfrm flipH="1" flipV="1">
            <a:off x="1099820" y="4354830"/>
            <a:ext cx="32385" cy="239077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1" name="Object 4"/>
          <p:cNvGraphicFramePr>
            <a:graphicFrameLocks noChangeAspect="1"/>
          </p:cNvGraphicFramePr>
          <p:nvPr/>
        </p:nvGraphicFramePr>
        <p:xfrm>
          <a:off x="799783" y="6057265"/>
          <a:ext cx="332105" cy="3498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" name="Equation" r:id="rId11" imgW="127000" imgH="139700" progId="Equation.DSMT4">
                  <p:embed/>
                </p:oleObj>
              </mc:Choice>
              <mc:Fallback>
                <p:oleObj name="Equation" r:id="rId11" imgW="127000" imgH="1397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99783" y="6057265"/>
                        <a:ext cx="332105" cy="3498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" name="Object 4"/>
          <p:cNvGraphicFramePr>
            <a:graphicFrameLocks noChangeAspect="1"/>
          </p:cNvGraphicFramePr>
          <p:nvPr/>
        </p:nvGraphicFramePr>
        <p:xfrm>
          <a:off x="782956" y="4245293"/>
          <a:ext cx="365760" cy="4140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" name="Equation" r:id="rId12" imgW="139700" imgH="165100" progId="Equation.DSMT4">
                  <p:embed/>
                </p:oleObj>
              </mc:Choice>
              <mc:Fallback>
                <p:oleObj name="Equation" r:id="rId12" imgW="139700" imgH="1651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82956" y="4245293"/>
                        <a:ext cx="365760" cy="4140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" name="Object 4"/>
          <p:cNvGraphicFramePr>
            <a:graphicFrameLocks noChangeAspect="1"/>
          </p:cNvGraphicFramePr>
          <p:nvPr/>
        </p:nvGraphicFramePr>
        <p:xfrm>
          <a:off x="2909571" y="5707698"/>
          <a:ext cx="332740" cy="350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" name="Equation" r:id="rId13" imgW="127000" imgH="139700" progId="Equation.DSMT4">
                  <p:embed/>
                </p:oleObj>
              </mc:Choice>
              <mc:Fallback>
                <p:oleObj name="Equation" r:id="rId13" imgW="127000" imgH="1397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909571" y="5707698"/>
                        <a:ext cx="332740" cy="3505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" name="椭圆 106"/>
          <p:cNvSpPr/>
          <p:nvPr/>
        </p:nvSpPr>
        <p:spPr>
          <a:xfrm>
            <a:off x="2132965" y="5058410"/>
            <a:ext cx="75565" cy="755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109" name="Object 4"/>
          <p:cNvGraphicFramePr>
            <a:graphicFrameLocks noChangeAspect="1"/>
          </p:cNvGraphicFramePr>
          <p:nvPr/>
        </p:nvGraphicFramePr>
        <p:xfrm>
          <a:off x="547372" y="4873626"/>
          <a:ext cx="400050" cy="4451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" name="Equation" r:id="rId14" imgW="152400" imgH="177165" progId="Equation.DSMT4">
                  <p:embed/>
                </p:oleObj>
              </mc:Choice>
              <mc:Fallback>
                <p:oleObj name="Equation" r:id="rId14" imgW="152400" imgH="177165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47372" y="4873626"/>
                        <a:ext cx="400050" cy="4451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" name="Object 4"/>
          <p:cNvGraphicFramePr>
            <a:graphicFrameLocks noChangeAspect="1"/>
          </p:cNvGraphicFramePr>
          <p:nvPr/>
        </p:nvGraphicFramePr>
        <p:xfrm>
          <a:off x="2502218" y="4921250"/>
          <a:ext cx="332105" cy="3498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" name="Equation" r:id="rId15" imgW="127000" imgH="139700" progId="Equation.DSMT4">
                  <p:embed/>
                </p:oleObj>
              </mc:Choice>
              <mc:Fallback>
                <p:oleObj name="Equation" r:id="rId15" imgW="127000" imgH="1397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502218" y="4921250"/>
                        <a:ext cx="332105" cy="3498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15" name="直接箭头连接符 114"/>
          <p:cNvCxnSpPr/>
          <p:nvPr/>
        </p:nvCxnSpPr>
        <p:spPr>
          <a:xfrm>
            <a:off x="1731645" y="2364105"/>
            <a:ext cx="0" cy="14224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接箭头连接符 116"/>
          <p:cNvCxnSpPr/>
          <p:nvPr/>
        </p:nvCxnSpPr>
        <p:spPr>
          <a:xfrm flipH="1">
            <a:off x="1473835" y="4316730"/>
            <a:ext cx="93345" cy="18034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文本框 2"/>
          <p:cNvSpPr txBox="1"/>
          <p:nvPr/>
        </p:nvSpPr>
        <p:spPr>
          <a:xfrm>
            <a:off x="3830320" y="1484630"/>
            <a:ext cx="2216150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若</a:t>
            </a:r>
            <a:r>
              <a:rPr lang="en-US" altLang="zh-CN" sz="2800" i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</a:rPr>
              <a:t>a</a:t>
            </a:r>
            <a:r>
              <a:rPr lang="zh-CN" altLang="en-US" sz="2800" dirty="0" smtClean="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不在</a:t>
            </a:r>
            <a:r>
              <a:rPr lang="en-US" altLang="zh-CN" sz="2800" dirty="0" smtClean="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</a:t>
            </a:r>
            <a:r>
              <a:rPr lang="zh-CN" altLang="en-US" sz="2800" dirty="0" smtClean="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内</a:t>
            </a:r>
            <a:r>
              <a:rPr lang="en-US" altLang="zh-CN" sz="2800" dirty="0" smtClean="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,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21" name="文本框 2"/>
          <p:cNvSpPr txBox="1"/>
          <p:nvPr/>
        </p:nvSpPr>
        <p:spPr>
          <a:xfrm>
            <a:off x="3944620" y="2369185"/>
            <a:ext cx="4495800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由柯西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古萨积分定理可知，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22" name="Object 25"/>
          <p:cNvGraphicFramePr>
            <a:graphicFrameLocks noChangeAspect="1"/>
          </p:cNvGraphicFramePr>
          <p:nvPr/>
        </p:nvGraphicFramePr>
        <p:xfrm>
          <a:off x="8439785" y="2148205"/>
          <a:ext cx="2089785" cy="9709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" name="Equation" r:id="rId16" imgW="952500" imgH="393700" progId="Equation.DSMT4">
                  <p:embed/>
                </p:oleObj>
              </mc:Choice>
              <mc:Fallback>
                <p:oleObj name="Equation" r:id="rId16" imgW="952500" imgH="393700" progId="Equation.DSMT4">
                  <p:embed/>
                  <p:pic>
                    <p:nvPicPr>
                      <p:cNvPr id="0" name="图片 19456"/>
                      <p:cNvPicPr>
                        <a:picLocks noChangeAspect="1"/>
                      </p:cNvPicPr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8439785" y="2148205"/>
                        <a:ext cx="2089785" cy="9709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4" name="文本框 2"/>
          <p:cNvSpPr txBox="1"/>
          <p:nvPr/>
        </p:nvSpPr>
        <p:spPr>
          <a:xfrm>
            <a:off x="4063365" y="3667125"/>
            <a:ext cx="2251075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若</a:t>
            </a:r>
            <a:r>
              <a:rPr lang="en-US" altLang="zh-CN" sz="2800" i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</a:rPr>
              <a:t>a</a:t>
            </a:r>
            <a:r>
              <a:rPr lang="zh-CN" altLang="en-US" sz="2800" dirty="0" smtClean="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</a:t>
            </a:r>
            <a:r>
              <a:rPr lang="en-US" altLang="zh-CN" sz="2800" dirty="0" smtClean="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</a:t>
            </a:r>
            <a:r>
              <a:rPr lang="zh-CN" altLang="en-US" sz="2800" dirty="0" smtClean="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内，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25" name="文本框 2"/>
          <p:cNvSpPr txBox="1"/>
          <p:nvPr/>
        </p:nvSpPr>
        <p:spPr>
          <a:xfrm>
            <a:off x="6429375" y="3682365"/>
            <a:ext cx="2251075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作正向圆周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26" name="Object 25"/>
          <p:cNvGraphicFramePr>
            <a:graphicFrameLocks noChangeAspect="1"/>
          </p:cNvGraphicFramePr>
          <p:nvPr/>
        </p:nvGraphicFramePr>
        <p:xfrm>
          <a:off x="8327073" y="3667125"/>
          <a:ext cx="2202180" cy="6407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" name="Equation" r:id="rId18" imgW="876300" imgH="228600" progId="Equation.DSMT4">
                  <p:embed/>
                </p:oleObj>
              </mc:Choice>
              <mc:Fallback>
                <p:oleObj name="Equation" r:id="rId18" imgW="876300" imgH="228600" progId="Equation.DSMT4">
                  <p:embed/>
                  <p:pic>
                    <p:nvPicPr>
                      <p:cNvPr id="0" name="图片 19456"/>
                      <p:cNvPicPr>
                        <a:picLocks noChangeAspect="1"/>
                      </p:cNvPicPr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8327073" y="3667125"/>
                        <a:ext cx="2202180" cy="6407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8" name="文本框 2"/>
          <p:cNvSpPr txBox="1"/>
          <p:nvPr/>
        </p:nvSpPr>
        <p:spPr>
          <a:xfrm>
            <a:off x="4203700" y="4558030"/>
            <a:ext cx="5395595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       形成一条复合闭路，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29" name="Object 25"/>
          <p:cNvGraphicFramePr>
            <a:graphicFrameLocks noChangeAspect="1"/>
          </p:cNvGraphicFramePr>
          <p:nvPr/>
        </p:nvGraphicFramePr>
        <p:xfrm>
          <a:off x="4203383" y="4534218"/>
          <a:ext cx="1149350" cy="7124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" name="Equation" r:id="rId20" imgW="457200" imgH="254000" progId="Equation.DSMT4">
                  <p:embed/>
                </p:oleObj>
              </mc:Choice>
              <mc:Fallback>
                <p:oleObj name="Equation" r:id="rId20" imgW="457200" imgH="254000" progId="Equation.DSMT4">
                  <p:embed/>
                  <p:pic>
                    <p:nvPicPr>
                      <p:cNvPr id="0" name="图片 19456"/>
                      <p:cNvPicPr>
                        <a:picLocks noChangeAspect="1"/>
                      </p:cNvPicPr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4203383" y="4534218"/>
                        <a:ext cx="1149350" cy="7124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2" name="直接箭头连接符 131"/>
          <p:cNvCxnSpPr/>
          <p:nvPr/>
        </p:nvCxnSpPr>
        <p:spPr>
          <a:xfrm flipH="1">
            <a:off x="1933575" y="4851400"/>
            <a:ext cx="122555" cy="14097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文本框 2"/>
          <p:cNvSpPr txBox="1"/>
          <p:nvPr/>
        </p:nvSpPr>
        <p:spPr>
          <a:xfrm>
            <a:off x="3872865" y="5426075"/>
            <a:ext cx="3708400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及其围成区域内解析，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8439785" y="4208145"/>
            <a:ext cx="3067050" cy="1102360"/>
            <a:chOff x="13291" y="6627"/>
            <a:chExt cx="4830" cy="1736"/>
          </a:xfrm>
        </p:grpSpPr>
        <p:sp>
          <p:nvSpPr>
            <p:cNvPr id="133" name="文本框 2"/>
            <p:cNvSpPr txBox="1"/>
            <p:nvPr/>
          </p:nvSpPr>
          <p:spPr>
            <a:xfrm>
              <a:off x="13291" y="7235"/>
              <a:ext cx="3292" cy="834"/>
            </a:xfrm>
            <a:prstGeom prst="rect">
              <a:avLst/>
            </a:prstGeom>
            <a:noFill/>
          </p:spPr>
          <p:txBody>
            <a:bodyPr wrap="squar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且         在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 </a:t>
              </a:r>
              <a:endPara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134" name="Object 25"/>
            <p:cNvGraphicFramePr>
              <a:graphicFrameLocks noChangeAspect="1"/>
            </p:cNvGraphicFramePr>
            <p:nvPr/>
          </p:nvGraphicFramePr>
          <p:xfrm>
            <a:off x="14262" y="6627"/>
            <a:ext cx="1407" cy="17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" name="Equation" r:id="rId22" imgW="355600" imgH="393700" progId="Equation.DSMT4">
                    <p:embed/>
                  </p:oleObj>
                </mc:Choice>
                <mc:Fallback>
                  <p:oleObj name="Equation" r:id="rId22" imgW="355600" imgH="393700" progId="Equation.DSMT4">
                    <p:embed/>
                    <p:pic>
                      <p:nvPicPr>
                        <p:cNvPr id="0" name="图片 1945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14262" y="6627"/>
                          <a:ext cx="1407" cy="1737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7" name="Object 25"/>
            <p:cNvGraphicFramePr>
              <a:graphicFrameLocks noChangeAspect="1"/>
            </p:cNvGraphicFramePr>
            <p:nvPr/>
          </p:nvGraphicFramePr>
          <p:xfrm>
            <a:off x="16311" y="7094"/>
            <a:ext cx="1810" cy="11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8" name="Equation" r:id="rId24" imgW="457200" imgH="254000" progId="Equation.DSMT4">
                    <p:embed/>
                  </p:oleObj>
                </mc:Choice>
                <mc:Fallback>
                  <p:oleObj name="Equation" r:id="rId24" imgW="457200" imgH="254000" progId="Equation.DSMT4">
                    <p:embed/>
                    <p:pic>
                      <p:nvPicPr>
                        <p:cNvPr id="0" name="图片 1945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16311" y="7094"/>
                          <a:ext cx="1810" cy="112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9" name="文本框 2"/>
          <p:cNvSpPr txBox="1"/>
          <p:nvPr/>
        </p:nvSpPr>
        <p:spPr>
          <a:xfrm>
            <a:off x="7580630" y="5426075"/>
            <a:ext cx="3926205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由复合闭路定理，可得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40" name="文本框 2"/>
          <p:cNvSpPr txBox="1"/>
          <p:nvPr/>
        </p:nvSpPr>
        <p:spPr>
          <a:xfrm>
            <a:off x="10529570" y="3667125"/>
            <a:ext cx="1090295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使得          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41" name="Object 25"/>
          <p:cNvGraphicFramePr>
            <a:graphicFrameLocks noChangeAspect="1"/>
          </p:cNvGraphicFramePr>
          <p:nvPr/>
        </p:nvGraphicFramePr>
        <p:xfrm>
          <a:off x="4457065" y="6019800"/>
          <a:ext cx="3734435" cy="9709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" name="Equation" r:id="rId25" imgW="1701800" imgH="393700" progId="Equation.DSMT4">
                  <p:embed/>
                </p:oleObj>
              </mc:Choice>
              <mc:Fallback>
                <p:oleObj name="Equation" r:id="rId25" imgW="1701800" imgH="393700" progId="Equation.DSMT4">
                  <p:embed/>
                  <p:pic>
                    <p:nvPicPr>
                      <p:cNvPr id="0" name="图片 19456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4457065" y="6019800"/>
                        <a:ext cx="3734435" cy="9709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" name="Object 25"/>
          <p:cNvGraphicFramePr>
            <a:graphicFrameLocks noChangeAspect="1"/>
          </p:cNvGraphicFramePr>
          <p:nvPr/>
        </p:nvGraphicFramePr>
        <p:xfrm>
          <a:off x="8165465" y="6343650"/>
          <a:ext cx="890905" cy="4375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" name="Equation" r:id="rId27" imgW="405765" imgH="177165" progId="Equation.DSMT4">
                  <p:embed/>
                </p:oleObj>
              </mc:Choice>
              <mc:Fallback>
                <p:oleObj name="Equation" r:id="rId27" imgW="405765" imgH="177165" progId="Equation.DSMT4">
                  <p:embed/>
                  <p:pic>
                    <p:nvPicPr>
                      <p:cNvPr id="0" name="图片 19456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8165465" y="6343650"/>
                        <a:ext cx="890905" cy="4375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5" name="Object 25"/>
          <p:cNvGraphicFramePr>
            <a:graphicFrameLocks noChangeAspect="1"/>
          </p:cNvGraphicFramePr>
          <p:nvPr/>
        </p:nvGraphicFramePr>
        <p:xfrm>
          <a:off x="2546033" y="466090"/>
          <a:ext cx="1616710" cy="9709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" name="Equation" r:id="rId29" imgW="736600" imgH="393700" progId="Equation.DSMT4">
                  <p:embed/>
                </p:oleObj>
              </mc:Choice>
              <mc:Fallback>
                <p:oleObj name="Equation" r:id="rId29" imgW="736600" imgH="393700" progId="Equation.DSMT4">
                  <p:embed/>
                  <p:pic>
                    <p:nvPicPr>
                      <p:cNvPr id="0" name="图片 19456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2546033" y="466090"/>
                        <a:ext cx="1616710" cy="9709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/>
          <p:cNvGrpSpPr/>
          <p:nvPr/>
        </p:nvGrpSpPr>
        <p:grpSpPr>
          <a:xfrm>
            <a:off x="5929630" y="1123950"/>
            <a:ext cx="7675880" cy="1102360"/>
            <a:chOff x="9338" y="1770"/>
            <a:chExt cx="12088" cy="1736"/>
          </a:xfrm>
        </p:grpSpPr>
        <p:graphicFrame>
          <p:nvGraphicFramePr>
            <p:cNvPr id="119" name="Object 25"/>
            <p:cNvGraphicFramePr>
              <a:graphicFrameLocks noChangeAspect="1"/>
            </p:cNvGraphicFramePr>
            <p:nvPr/>
          </p:nvGraphicFramePr>
          <p:xfrm>
            <a:off x="10125" y="1770"/>
            <a:ext cx="1407" cy="17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0" name="Equation" r:id="rId31" imgW="355600" imgH="393700" progId="Equation.DSMT4">
                    <p:embed/>
                  </p:oleObj>
                </mc:Choice>
                <mc:Fallback>
                  <p:oleObj name="Equation" r:id="rId31" imgW="355600" imgH="393700" progId="Equation.DSMT4">
                    <p:embed/>
                    <p:pic>
                      <p:nvPicPr>
                        <p:cNvPr id="0" name="图片 1945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10125" y="1770"/>
                          <a:ext cx="1407" cy="1737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" name="文本框 2"/>
            <p:cNvSpPr txBox="1"/>
            <p:nvPr/>
          </p:nvSpPr>
          <p:spPr>
            <a:xfrm>
              <a:off x="9338" y="2338"/>
              <a:ext cx="12089" cy="834"/>
            </a:xfrm>
            <a:prstGeom prst="rect">
              <a:avLst/>
            </a:prstGeom>
            <a:noFill/>
          </p:spPr>
          <p:txBody>
            <a:bodyPr wrap="squar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则         在</a:t>
              </a:r>
              <a:r>
                <a:rPr lang="en-US" altLang="zh-CN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C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以及</a:t>
              </a:r>
              <a:r>
                <a:rPr lang="en-US" altLang="zh-CN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C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围成区域内解析</a:t>
              </a:r>
              <a:r>
                <a:rPr lang="en-US" altLang="zh-CN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,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 </a:t>
              </a:r>
              <a:endPara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</p:grpSp>
    </p:spTree>
    <p:custDataLst>
      <p:tags r:id="rId3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500"/>
                            </p:stCondLst>
                            <p:childTnLst>
                              <p:par>
                                <p:cTn id="10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500"/>
                            </p:stCondLst>
                            <p:childTnLst>
                              <p:par>
                                <p:cTn id="1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1000"/>
                            </p:stCondLst>
                            <p:childTnLst>
                              <p:par>
                                <p:cTn id="1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500"/>
                            </p:stCondLst>
                            <p:childTnLst>
                              <p:par>
                                <p:cTn id="1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500"/>
                            </p:stCondLst>
                            <p:childTnLst>
                              <p:par>
                                <p:cTn id="1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 animBg="1"/>
      <p:bldP spid="114" grpId="0" bldLvl="0" animBg="1"/>
      <p:bldP spid="116" grpId="0" bldLvl="0" animBg="1"/>
      <p:bldP spid="107" grpId="0" bldLvl="0" animBg="1"/>
      <p:bldP spid="118" grpId="0"/>
      <p:bldP spid="121" grpId="0"/>
      <p:bldP spid="124" grpId="0"/>
      <p:bldP spid="125" grpId="0"/>
      <p:bldP spid="131" grpId="0" bldLvl="0" animBg="1"/>
      <p:bldP spid="140" grpId="0"/>
      <p:bldP spid="128" grpId="0"/>
      <p:bldP spid="136" grpId="0"/>
      <p:bldP spid="13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文本框 2"/>
          <p:cNvSpPr txBox="1"/>
          <p:nvPr/>
        </p:nvSpPr>
        <p:spPr>
          <a:xfrm>
            <a:off x="1819910" y="3432810"/>
            <a:ext cx="5876925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                  围成的区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域内解析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；        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24" name="椭圆 123"/>
          <p:cNvSpPr/>
          <p:nvPr/>
        </p:nvSpPr>
        <p:spPr>
          <a:xfrm>
            <a:off x="3181350" y="4401185"/>
            <a:ext cx="3392805" cy="314452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4" name="椭圆 133"/>
          <p:cNvSpPr/>
          <p:nvPr/>
        </p:nvSpPr>
        <p:spPr>
          <a:xfrm>
            <a:off x="4062095" y="5661660"/>
            <a:ext cx="514350" cy="57975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3" name="椭圆 132"/>
          <p:cNvSpPr/>
          <p:nvPr/>
        </p:nvSpPr>
        <p:spPr>
          <a:xfrm>
            <a:off x="4645660" y="5661660"/>
            <a:ext cx="514350" cy="57975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2"/>
          <p:cNvSpPr txBox="1"/>
          <p:nvPr/>
        </p:nvSpPr>
        <p:spPr>
          <a:xfrm>
            <a:off x="343428" y="686913"/>
            <a:ext cx="1001395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b="1" dirty="0" smtClean="0">
                <a:solidFill>
                  <a:schemeClr val="tx2">
                    <a:lumMod val="50000"/>
                  </a:schemeClr>
                </a:solidFill>
                <a:latin typeface="+mn-ea"/>
                <a:cs typeface="+mn-ea"/>
              </a:rPr>
              <a:t>例</a:t>
            </a:r>
            <a:r>
              <a:rPr lang="en-US" altLang="zh-CN" sz="2800" b="1" dirty="0" smtClean="0">
                <a:solidFill>
                  <a:schemeClr val="tx2">
                    <a:lumMod val="50000"/>
                  </a:schemeClr>
                </a:solidFill>
                <a:latin typeface="+mn-ea"/>
                <a:cs typeface="+mn-ea"/>
              </a:rPr>
              <a:t>5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. 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7" name="文本框 2"/>
          <p:cNvSpPr txBox="1"/>
          <p:nvPr/>
        </p:nvSpPr>
        <p:spPr>
          <a:xfrm>
            <a:off x="1314978" y="686913"/>
            <a:ext cx="91059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计算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145" name="Object 25"/>
          <p:cNvGraphicFramePr>
            <a:graphicFrameLocks noChangeAspect="1"/>
          </p:cNvGraphicFramePr>
          <p:nvPr/>
        </p:nvGraphicFramePr>
        <p:xfrm>
          <a:off x="2225358" y="434658"/>
          <a:ext cx="2259330" cy="10337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" name="Equation" r:id="rId1" imgW="1028700" imgH="419100" progId="Equation.DSMT4">
                  <p:embed/>
                </p:oleObj>
              </mc:Choice>
              <mc:Fallback>
                <p:oleObj name="Equation" r:id="rId1" imgW="1028700" imgH="419100" progId="Equation.DSMT4">
                  <p:embed/>
                  <p:pic>
                    <p:nvPicPr>
                      <p:cNvPr id="0" name="图片 1945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25358" y="434658"/>
                        <a:ext cx="2259330" cy="10337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文本框 2"/>
          <p:cNvSpPr txBox="1"/>
          <p:nvPr/>
        </p:nvSpPr>
        <p:spPr>
          <a:xfrm>
            <a:off x="237383" y="1706723"/>
            <a:ext cx="91059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解：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25" name="文本框 2"/>
          <p:cNvSpPr txBox="1"/>
          <p:nvPr/>
        </p:nvSpPr>
        <p:spPr>
          <a:xfrm>
            <a:off x="536575" y="2616200"/>
            <a:ext cx="2251075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作正向圆周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26" name="Object 25"/>
          <p:cNvGraphicFramePr>
            <a:graphicFrameLocks noChangeAspect="1"/>
          </p:cNvGraphicFramePr>
          <p:nvPr/>
        </p:nvGraphicFramePr>
        <p:xfrm>
          <a:off x="2369186" y="2328863"/>
          <a:ext cx="2299335" cy="11036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" name="Equation" r:id="rId3" imgW="914400" imgH="393700" progId="Equation.DSMT4">
                  <p:embed/>
                </p:oleObj>
              </mc:Choice>
              <mc:Fallback>
                <p:oleObj name="Equation" r:id="rId3" imgW="914400" imgH="393700" progId="Equation.DSMT4">
                  <p:embed/>
                  <p:pic>
                    <p:nvPicPr>
                      <p:cNvPr id="0" name="图片 19456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69186" y="2328863"/>
                        <a:ext cx="2299335" cy="110363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8" name="文本框 2"/>
          <p:cNvSpPr txBox="1"/>
          <p:nvPr/>
        </p:nvSpPr>
        <p:spPr>
          <a:xfrm>
            <a:off x="6421755" y="2646045"/>
            <a:ext cx="5368925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使得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              形成复合闭路，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29" name="Object 25"/>
          <p:cNvGraphicFramePr>
            <a:graphicFrameLocks noChangeAspect="1"/>
          </p:cNvGraphicFramePr>
          <p:nvPr/>
        </p:nvGraphicFramePr>
        <p:xfrm>
          <a:off x="2327911" y="3379153"/>
          <a:ext cx="1915795" cy="7124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" name="Equation" r:id="rId5" imgW="762000" imgH="254000" progId="Equation.DSMT4">
                  <p:embed/>
                </p:oleObj>
              </mc:Choice>
              <mc:Fallback>
                <p:oleObj name="Equation" r:id="rId5" imgW="762000" imgH="254000" progId="Equation.DSMT4">
                  <p:embed/>
                  <p:pic>
                    <p:nvPicPr>
                      <p:cNvPr id="0" name="图片 1945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327911" y="3379153"/>
                        <a:ext cx="1915795" cy="7124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" name="文本框 2"/>
          <p:cNvSpPr txBox="1"/>
          <p:nvPr/>
        </p:nvSpPr>
        <p:spPr>
          <a:xfrm>
            <a:off x="2039620" y="1694180"/>
            <a:ext cx="7814945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            及其围成区域         内有两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个奇点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55" name="Object 25"/>
          <p:cNvGraphicFramePr>
            <a:graphicFrameLocks noChangeAspect="1"/>
          </p:cNvGraphicFramePr>
          <p:nvPr/>
        </p:nvGraphicFramePr>
        <p:xfrm>
          <a:off x="2481898" y="1733868"/>
          <a:ext cx="1437640" cy="5702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" name="Equation" r:id="rId7" imgW="571500" imgH="203200" progId="Equation.DSMT4">
                  <p:embed/>
                </p:oleObj>
              </mc:Choice>
              <mc:Fallback>
                <p:oleObj name="Equation" r:id="rId7" imgW="571500" imgH="203200" progId="Equation.DSMT4">
                  <p:embed/>
                  <p:pic>
                    <p:nvPicPr>
                      <p:cNvPr id="0" name="图片 19456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481898" y="1733868"/>
                        <a:ext cx="1437640" cy="57023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" name="Object 25"/>
          <p:cNvGraphicFramePr>
            <a:graphicFrameLocks noChangeAspect="1"/>
          </p:cNvGraphicFramePr>
          <p:nvPr/>
        </p:nvGraphicFramePr>
        <p:xfrm>
          <a:off x="6021388" y="1673543"/>
          <a:ext cx="990600" cy="5702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" name="Equation" r:id="rId9" imgW="393700" imgH="203200" progId="Equation.DSMT4">
                  <p:embed/>
                </p:oleObj>
              </mc:Choice>
              <mc:Fallback>
                <p:oleObj name="Equation" r:id="rId9" imgW="393700" imgH="203200" progId="Equation.DSMT4">
                  <p:embed/>
                  <p:pic>
                    <p:nvPicPr>
                      <p:cNvPr id="0" name="图片 1945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021388" y="1673543"/>
                        <a:ext cx="990600" cy="57023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" name="Object 25"/>
          <p:cNvGraphicFramePr>
            <a:graphicFrameLocks noChangeAspect="1"/>
          </p:cNvGraphicFramePr>
          <p:nvPr/>
        </p:nvGraphicFramePr>
        <p:xfrm>
          <a:off x="9141778" y="1315403"/>
          <a:ext cx="2461260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" name="Equation" r:id="rId11" imgW="977900" imgH="393700" progId="Equation.DSMT4">
                  <p:embed/>
                </p:oleObj>
              </mc:Choice>
              <mc:Fallback>
                <p:oleObj name="Equation" r:id="rId11" imgW="977900" imgH="393700" progId="Equation.DSMT4">
                  <p:embed/>
                  <p:pic>
                    <p:nvPicPr>
                      <p:cNvPr id="0" name="图片 19456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9141778" y="1315403"/>
                        <a:ext cx="2461260" cy="1104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" name="Object 25"/>
          <p:cNvGraphicFramePr>
            <a:graphicFrameLocks noChangeAspect="1"/>
          </p:cNvGraphicFramePr>
          <p:nvPr/>
        </p:nvGraphicFramePr>
        <p:xfrm>
          <a:off x="940435" y="1419543"/>
          <a:ext cx="1283335" cy="10337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" name="Equation" r:id="rId13" imgW="584200" imgH="419100" progId="Equation.DSMT4">
                  <p:embed/>
                </p:oleObj>
              </mc:Choice>
              <mc:Fallback>
                <p:oleObj name="Equation" r:id="rId13" imgW="584200" imgH="419100" progId="Equation.DSMT4">
                  <p:embed/>
                  <p:pic>
                    <p:nvPicPr>
                      <p:cNvPr id="0" name="图片 1945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940435" y="1419543"/>
                        <a:ext cx="1283335" cy="10337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" name="Object 25"/>
          <p:cNvGraphicFramePr>
            <a:graphicFrameLocks noChangeAspect="1"/>
          </p:cNvGraphicFramePr>
          <p:nvPr/>
        </p:nvGraphicFramePr>
        <p:xfrm>
          <a:off x="4633278" y="2589848"/>
          <a:ext cx="1788160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" name="Equation" r:id="rId15" imgW="711200" imgH="228600" progId="Equation.DSMT4">
                  <p:embed/>
                </p:oleObj>
              </mc:Choice>
              <mc:Fallback>
                <p:oleObj name="Equation" r:id="rId15" imgW="711200" imgH="228600" progId="Equation.DSMT4">
                  <p:embed/>
                  <p:pic>
                    <p:nvPicPr>
                      <p:cNvPr id="0" name="图片 19456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633278" y="2589848"/>
                        <a:ext cx="1788160" cy="641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" name="Object 25"/>
          <p:cNvGraphicFramePr>
            <a:graphicFrameLocks noChangeAspect="1"/>
          </p:cNvGraphicFramePr>
          <p:nvPr/>
        </p:nvGraphicFramePr>
        <p:xfrm>
          <a:off x="536575" y="3145473"/>
          <a:ext cx="1283335" cy="10337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" name="Equation" r:id="rId17" imgW="584200" imgH="419100" progId="Equation.DSMT4">
                  <p:embed/>
                </p:oleObj>
              </mc:Choice>
              <mc:Fallback>
                <p:oleObj name="Equation" r:id="rId17" imgW="584200" imgH="419100" progId="Equation.DSMT4">
                  <p:embed/>
                  <p:pic>
                    <p:nvPicPr>
                      <p:cNvPr id="0" name="图片 1945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36575" y="3145473"/>
                        <a:ext cx="1283335" cy="10337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" name="Object 25"/>
          <p:cNvGraphicFramePr>
            <a:graphicFrameLocks noChangeAspect="1"/>
          </p:cNvGraphicFramePr>
          <p:nvPr/>
        </p:nvGraphicFramePr>
        <p:xfrm>
          <a:off x="7258051" y="2577783"/>
          <a:ext cx="1915795" cy="7124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" name="Equation" r:id="rId18" imgW="762000" imgH="254000" progId="Equation.DSMT4">
                  <p:embed/>
                </p:oleObj>
              </mc:Choice>
              <mc:Fallback>
                <p:oleObj name="Equation" r:id="rId18" imgW="762000" imgH="254000" progId="Equation.DSMT4">
                  <p:embed/>
                  <p:pic>
                    <p:nvPicPr>
                      <p:cNvPr id="0" name="图片 1945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258051" y="2577783"/>
                        <a:ext cx="1915795" cy="7124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9" name="直接箭头连接符 108"/>
          <p:cNvCxnSpPr/>
          <p:nvPr/>
        </p:nvCxnSpPr>
        <p:spPr>
          <a:xfrm>
            <a:off x="2905125" y="5933440"/>
            <a:ext cx="4082415" cy="4445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接箭头连接符 109"/>
          <p:cNvCxnSpPr/>
          <p:nvPr/>
        </p:nvCxnSpPr>
        <p:spPr>
          <a:xfrm flipH="1" flipV="1">
            <a:off x="4873625" y="4134485"/>
            <a:ext cx="34925" cy="392239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1" name="Object 4"/>
          <p:cNvGraphicFramePr>
            <a:graphicFrameLocks noChangeAspect="1"/>
          </p:cNvGraphicFramePr>
          <p:nvPr/>
        </p:nvGraphicFramePr>
        <p:xfrm>
          <a:off x="4576128" y="5977890"/>
          <a:ext cx="332105" cy="3498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" name="Equation" r:id="rId19" imgW="127000" imgH="139700" progId="Equation.DSMT4">
                  <p:embed/>
                </p:oleObj>
              </mc:Choice>
              <mc:Fallback>
                <p:oleObj name="Equation" r:id="rId19" imgW="127000" imgH="1397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576128" y="5977890"/>
                        <a:ext cx="332105" cy="3498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" name="Object 4"/>
          <p:cNvGraphicFramePr>
            <a:graphicFrameLocks noChangeAspect="1"/>
          </p:cNvGraphicFramePr>
          <p:nvPr/>
        </p:nvGraphicFramePr>
        <p:xfrm>
          <a:off x="4485006" y="3939223"/>
          <a:ext cx="365760" cy="4140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" name="Equation" r:id="rId21" imgW="139700" imgH="165100" progId="Equation.DSMT4">
                  <p:embed/>
                </p:oleObj>
              </mc:Choice>
              <mc:Fallback>
                <p:oleObj name="Equation" r:id="rId21" imgW="139700" imgH="1651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485006" y="3939223"/>
                        <a:ext cx="365760" cy="4140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" name="Object 4"/>
          <p:cNvGraphicFramePr>
            <a:graphicFrameLocks noChangeAspect="1"/>
          </p:cNvGraphicFramePr>
          <p:nvPr/>
        </p:nvGraphicFramePr>
        <p:xfrm>
          <a:off x="6925311" y="6105843"/>
          <a:ext cx="332740" cy="350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" name="Equation" r:id="rId23" imgW="127000" imgH="139700" progId="Equation.DSMT4">
                  <p:embed/>
                </p:oleObj>
              </mc:Choice>
              <mc:Fallback>
                <p:oleObj name="Equation" r:id="rId23" imgW="127000" imgH="1397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6925311" y="6105843"/>
                        <a:ext cx="332740" cy="3505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" name="Object 4"/>
          <p:cNvGraphicFramePr>
            <a:graphicFrameLocks noChangeAspect="1"/>
          </p:cNvGraphicFramePr>
          <p:nvPr/>
        </p:nvGraphicFramePr>
        <p:xfrm>
          <a:off x="3319147" y="4401186"/>
          <a:ext cx="400050" cy="4451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" name="Equation" r:id="rId25" imgW="152400" imgH="177165" progId="Equation.DSMT4">
                  <p:embed/>
                </p:oleObj>
              </mc:Choice>
              <mc:Fallback>
                <p:oleObj name="Equation" r:id="rId25" imgW="152400" imgH="177165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3319147" y="4401186"/>
                        <a:ext cx="400050" cy="4451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23" name="直接箭头连接符 122"/>
          <p:cNvCxnSpPr/>
          <p:nvPr/>
        </p:nvCxnSpPr>
        <p:spPr>
          <a:xfrm flipH="1">
            <a:off x="4180205" y="4467860"/>
            <a:ext cx="266700" cy="889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接箭头连接符 131"/>
          <p:cNvCxnSpPr/>
          <p:nvPr/>
        </p:nvCxnSpPr>
        <p:spPr>
          <a:xfrm flipH="1">
            <a:off x="4086860" y="5695950"/>
            <a:ext cx="122555" cy="14097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椭圆 134"/>
          <p:cNvSpPr/>
          <p:nvPr/>
        </p:nvSpPr>
        <p:spPr>
          <a:xfrm>
            <a:off x="4274820" y="5918200"/>
            <a:ext cx="88900" cy="755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6" name="椭圆 135"/>
          <p:cNvSpPr/>
          <p:nvPr/>
        </p:nvSpPr>
        <p:spPr>
          <a:xfrm>
            <a:off x="4836795" y="5913755"/>
            <a:ext cx="88900" cy="755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37" name="直接箭头连接符 136"/>
          <p:cNvCxnSpPr/>
          <p:nvPr/>
        </p:nvCxnSpPr>
        <p:spPr>
          <a:xfrm flipH="1" flipV="1">
            <a:off x="4802505" y="5658485"/>
            <a:ext cx="177165" cy="2032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8" name="Object 4"/>
          <p:cNvGraphicFramePr>
            <a:graphicFrameLocks noChangeAspect="1"/>
          </p:cNvGraphicFramePr>
          <p:nvPr/>
        </p:nvGraphicFramePr>
        <p:xfrm>
          <a:off x="3747455" y="5924551"/>
          <a:ext cx="46545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" name="Equation" r:id="rId27" imgW="177165" imgH="228600" progId="Equation.DSMT4">
                  <p:embed/>
                </p:oleObj>
              </mc:Choice>
              <mc:Fallback>
                <p:oleObj name="Equation" r:id="rId27" imgW="177165" imgH="2286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3747455" y="5924551"/>
                        <a:ext cx="465455" cy="5746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1" name="Object 4"/>
          <p:cNvGraphicFramePr>
            <a:graphicFrameLocks noChangeAspect="1"/>
          </p:cNvGraphicFramePr>
          <p:nvPr/>
        </p:nvGraphicFramePr>
        <p:xfrm>
          <a:off x="5081590" y="5994401"/>
          <a:ext cx="50101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" name="Equation" r:id="rId29" imgW="190500" imgH="228600" progId="Equation.DSMT4">
                  <p:embed/>
                </p:oleObj>
              </mc:Choice>
              <mc:Fallback>
                <p:oleObj name="Equation" r:id="rId29" imgW="190500" imgH="2286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5081590" y="5994401"/>
                        <a:ext cx="501015" cy="5746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3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124" grpId="0" animBg="1"/>
      <p:bldP spid="54" grpId="0"/>
      <p:bldP spid="136" grpId="0" animBg="1"/>
      <p:bldP spid="135" grpId="0" animBg="1"/>
      <p:bldP spid="125" grpId="0"/>
      <p:bldP spid="133" grpId="0" animBg="1"/>
      <p:bldP spid="134" grpId="0" animBg="1"/>
      <p:bldP spid="128" grpId="0"/>
      <p:bldP spid="140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2"/>
          <p:cNvSpPr txBox="1"/>
          <p:nvPr/>
        </p:nvSpPr>
        <p:spPr>
          <a:xfrm>
            <a:off x="343428" y="686913"/>
            <a:ext cx="1002665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例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5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. 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7" name="文本框 2"/>
          <p:cNvSpPr txBox="1"/>
          <p:nvPr/>
        </p:nvSpPr>
        <p:spPr>
          <a:xfrm>
            <a:off x="1314978" y="686913"/>
            <a:ext cx="91059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计算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145" name="Object 25"/>
          <p:cNvGraphicFramePr>
            <a:graphicFrameLocks noChangeAspect="1"/>
          </p:cNvGraphicFramePr>
          <p:nvPr/>
        </p:nvGraphicFramePr>
        <p:xfrm>
          <a:off x="2225358" y="434658"/>
          <a:ext cx="2259330" cy="10337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" name="Equation" r:id="rId1" imgW="1028700" imgH="419100" progId="Equation.DSMT4">
                  <p:embed/>
                </p:oleObj>
              </mc:Choice>
              <mc:Fallback>
                <p:oleObj name="Equation" r:id="rId1" imgW="1028700" imgH="419100" progId="Equation.DSMT4">
                  <p:embed/>
                  <p:pic>
                    <p:nvPicPr>
                      <p:cNvPr id="0" name="图片 1945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25358" y="434658"/>
                        <a:ext cx="2259330" cy="10337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25"/>
          <p:cNvGraphicFramePr>
            <a:graphicFrameLocks noChangeAspect="1"/>
          </p:cNvGraphicFramePr>
          <p:nvPr/>
        </p:nvGraphicFramePr>
        <p:xfrm>
          <a:off x="4557714" y="434658"/>
          <a:ext cx="2872740" cy="10337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" name="Equation" r:id="rId3" imgW="1308100" imgH="419100" progId="Equation.DSMT4">
                  <p:embed/>
                </p:oleObj>
              </mc:Choice>
              <mc:Fallback>
                <p:oleObj name="Equation" r:id="rId3" imgW="1308100" imgH="419100" progId="Equation.DSMT4">
                  <p:embed/>
                  <p:pic>
                    <p:nvPicPr>
                      <p:cNvPr id="0" name="图片 19456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57714" y="434658"/>
                        <a:ext cx="2872740" cy="10337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" name="文本框 2"/>
          <p:cNvSpPr txBox="1"/>
          <p:nvPr/>
        </p:nvSpPr>
        <p:spPr>
          <a:xfrm>
            <a:off x="441325" y="4293870"/>
            <a:ext cx="4304030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由复合闭路定理，可得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99" name="Object 25"/>
          <p:cNvGraphicFramePr>
            <a:graphicFrameLocks noChangeAspect="1"/>
          </p:cNvGraphicFramePr>
          <p:nvPr/>
        </p:nvGraphicFramePr>
        <p:xfrm>
          <a:off x="670561" y="4747578"/>
          <a:ext cx="2202815" cy="10337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" name="Equation" r:id="rId5" imgW="1002665" imgH="419100" progId="Equation.DSMT4">
                  <p:embed/>
                </p:oleObj>
              </mc:Choice>
              <mc:Fallback>
                <p:oleObj name="Equation" r:id="rId5" imgW="1002665" imgH="419100" progId="Equation.DSMT4">
                  <p:embed/>
                  <p:pic>
                    <p:nvPicPr>
                      <p:cNvPr id="0" name="图片 1945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70561" y="4747578"/>
                        <a:ext cx="2202815" cy="10337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" name="Object 25"/>
          <p:cNvGraphicFramePr>
            <a:graphicFrameLocks noChangeAspect="1"/>
          </p:cNvGraphicFramePr>
          <p:nvPr/>
        </p:nvGraphicFramePr>
        <p:xfrm>
          <a:off x="2924493" y="4747578"/>
          <a:ext cx="5302250" cy="10655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" name="Equation" r:id="rId7" imgW="2413000" imgH="431800" progId="Equation.DSMT4">
                  <p:embed/>
                </p:oleObj>
              </mc:Choice>
              <mc:Fallback>
                <p:oleObj name="Equation" r:id="rId7" imgW="2413000" imgH="431800" progId="Equation.DSMT4">
                  <p:embed/>
                  <p:pic>
                    <p:nvPicPr>
                      <p:cNvPr id="0" name="图片 19456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924493" y="4747578"/>
                        <a:ext cx="5302250" cy="106553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" name="Object 25"/>
          <p:cNvGraphicFramePr>
            <a:graphicFrameLocks noChangeAspect="1"/>
          </p:cNvGraphicFramePr>
          <p:nvPr/>
        </p:nvGraphicFramePr>
        <p:xfrm>
          <a:off x="2924493" y="5781676"/>
          <a:ext cx="4103370" cy="14420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" name="Equation" r:id="rId9" imgW="1866900" imgH="584200" progId="Equation.DSMT4">
                  <p:embed/>
                </p:oleObj>
              </mc:Choice>
              <mc:Fallback>
                <p:oleObj name="Equation" r:id="rId9" imgW="1866900" imgH="584200" progId="Equation.DSMT4">
                  <p:embed/>
                  <p:pic>
                    <p:nvPicPr>
                      <p:cNvPr id="0" name="图片 1945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924493" y="5781676"/>
                        <a:ext cx="4103370" cy="14420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" name="Object 25"/>
          <p:cNvGraphicFramePr>
            <a:graphicFrameLocks noChangeAspect="1"/>
          </p:cNvGraphicFramePr>
          <p:nvPr/>
        </p:nvGraphicFramePr>
        <p:xfrm>
          <a:off x="3014028" y="7052311"/>
          <a:ext cx="1470660" cy="4972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" name="Equation" r:id="rId11" imgW="584200" imgH="177165" progId="Equation.DSMT4">
                  <p:embed/>
                </p:oleObj>
              </mc:Choice>
              <mc:Fallback>
                <p:oleObj name="Equation" r:id="rId11" imgW="584200" imgH="177165" progId="Equation.DSMT4">
                  <p:embed/>
                  <p:pic>
                    <p:nvPicPr>
                      <p:cNvPr id="0" name="图片 19456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014028" y="7052311"/>
                        <a:ext cx="1470660" cy="4972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" name="Object 25"/>
          <p:cNvGraphicFramePr>
            <a:graphicFrameLocks noChangeAspect="1"/>
          </p:cNvGraphicFramePr>
          <p:nvPr/>
        </p:nvGraphicFramePr>
        <p:xfrm>
          <a:off x="5817554" y="7052311"/>
          <a:ext cx="671830" cy="4972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" name="Equation" r:id="rId13" imgW="266700" imgH="177165" progId="Equation.DSMT4">
                  <p:embed/>
                </p:oleObj>
              </mc:Choice>
              <mc:Fallback>
                <p:oleObj name="Equation" r:id="rId13" imgW="266700" imgH="177165" progId="Equation.DSMT4">
                  <p:embed/>
                  <p:pic>
                    <p:nvPicPr>
                      <p:cNvPr id="0" name="图片 1945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817554" y="7052311"/>
                        <a:ext cx="671830" cy="4972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4" name="椭圆 123"/>
          <p:cNvSpPr/>
          <p:nvPr/>
        </p:nvSpPr>
        <p:spPr>
          <a:xfrm>
            <a:off x="4834255" y="1603375"/>
            <a:ext cx="3392805" cy="314452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4" name="椭圆 133"/>
          <p:cNvSpPr/>
          <p:nvPr/>
        </p:nvSpPr>
        <p:spPr>
          <a:xfrm>
            <a:off x="5715000" y="2863850"/>
            <a:ext cx="514350" cy="57975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3" name="椭圆 132"/>
          <p:cNvSpPr/>
          <p:nvPr/>
        </p:nvSpPr>
        <p:spPr>
          <a:xfrm>
            <a:off x="6298565" y="2863850"/>
            <a:ext cx="514350" cy="57975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09" name="直接箭头连接符 108"/>
          <p:cNvCxnSpPr/>
          <p:nvPr/>
        </p:nvCxnSpPr>
        <p:spPr>
          <a:xfrm>
            <a:off x="4558030" y="3135630"/>
            <a:ext cx="4082415" cy="4445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接箭头连接符 109"/>
          <p:cNvCxnSpPr/>
          <p:nvPr/>
        </p:nvCxnSpPr>
        <p:spPr>
          <a:xfrm flipH="1" flipV="1">
            <a:off x="6526530" y="1336675"/>
            <a:ext cx="39370" cy="362013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1" name="Object 4"/>
          <p:cNvGraphicFramePr>
            <a:graphicFrameLocks noChangeAspect="1"/>
          </p:cNvGraphicFramePr>
          <p:nvPr/>
        </p:nvGraphicFramePr>
        <p:xfrm>
          <a:off x="6229033" y="3180080"/>
          <a:ext cx="332105" cy="3498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" name="Equation" r:id="rId15" imgW="127000" imgH="139700" progId="Equation.DSMT4">
                  <p:embed/>
                </p:oleObj>
              </mc:Choice>
              <mc:Fallback>
                <p:oleObj name="Equation" r:id="rId15" imgW="127000" imgH="1397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229033" y="3180080"/>
                        <a:ext cx="332105" cy="3498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" name="Object 4"/>
          <p:cNvGraphicFramePr>
            <a:graphicFrameLocks noChangeAspect="1"/>
          </p:cNvGraphicFramePr>
          <p:nvPr/>
        </p:nvGraphicFramePr>
        <p:xfrm>
          <a:off x="6526531" y="1336358"/>
          <a:ext cx="365760" cy="4140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" name="Equation" r:id="rId17" imgW="139700" imgH="165100" progId="Equation.DSMT4">
                  <p:embed/>
                </p:oleObj>
              </mc:Choice>
              <mc:Fallback>
                <p:oleObj name="Equation" r:id="rId17" imgW="139700" imgH="1651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526531" y="1336358"/>
                        <a:ext cx="365760" cy="4140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" name="Object 4"/>
          <p:cNvGraphicFramePr>
            <a:graphicFrameLocks noChangeAspect="1"/>
          </p:cNvGraphicFramePr>
          <p:nvPr/>
        </p:nvGraphicFramePr>
        <p:xfrm>
          <a:off x="8578216" y="3308033"/>
          <a:ext cx="332740" cy="350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" name="Equation" r:id="rId19" imgW="127000" imgH="139700" progId="Equation.DSMT4">
                  <p:embed/>
                </p:oleObj>
              </mc:Choice>
              <mc:Fallback>
                <p:oleObj name="Equation" r:id="rId19" imgW="127000" imgH="1397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8578216" y="3308033"/>
                        <a:ext cx="332740" cy="3505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" name="Object 4"/>
          <p:cNvGraphicFramePr>
            <a:graphicFrameLocks noChangeAspect="1"/>
          </p:cNvGraphicFramePr>
          <p:nvPr/>
        </p:nvGraphicFramePr>
        <p:xfrm>
          <a:off x="4972052" y="1603376"/>
          <a:ext cx="400050" cy="4451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" name="Equation" r:id="rId21" imgW="152400" imgH="177165" progId="Equation.DSMT4">
                  <p:embed/>
                </p:oleObj>
              </mc:Choice>
              <mc:Fallback>
                <p:oleObj name="Equation" r:id="rId21" imgW="152400" imgH="177165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972052" y="1603376"/>
                        <a:ext cx="400050" cy="4451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23" name="直接箭头连接符 122"/>
          <p:cNvCxnSpPr/>
          <p:nvPr/>
        </p:nvCxnSpPr>
        <p:spPr>
          <a:xfrm flipH="1">
            <a:off x="5833110" y="1670050"/>
            <a:ext cx="266700" cy="889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接箭头连接符 131"/>
          <p:cNvCxnSpPr/>
          <p:nvPr/>
        </p:nvCxnSpPr>
        <p:spPr>
          <a:xfrm flipH="1">
            <a:off x="5739765" y="2898140"/>
            <a:ext cx="122555" cy="14097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椭圆 134"/>
          <p:cNvSpPr/>
          <p:nvPr/>
        </p:nvSpPr>
        <p:spPr>
          <a:xfrm>
            <a:off x="5927725" y="3120390"/>
            <a:ext cx="88900" cy="755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6" name="椭圆 135"/>
          <p:cNvSpPr/>
          <p:nvPr/>
        </p:nvSpPr>
        <p:spPr>
          <a:xfrm>
            <a:off x="6489700" y="3115945"/>
            <a:ext cx="88900" cy="755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37" name="直接箭头连接符 136"/>
          <p:cNvCxnSpPr/>
          <p:nvPr/>
        </p:nvCxnSpPr>
        <p:spPr>
          <a:xfrm flipH="1" flipV="1">
            <a:off x="6455410" y="2860675"/>
            <a:ext cx="177165" cy="2032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8" name="Object 4"/>
          <p:cNvGraphicFramePr>
            <a:graphicFrameLocks noChangeAspect="1"/>
          </p:cNvGraphicFramePr>
          <p:nvPr/>
        </p:nvGraphicFramePr>
        <p:xfrm>
          <a:off x="5400360" y="3126741"/>
          <a:ext cx="46545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" name="Equation" r:id="rId23" imgW="177165" imgH="228600" progId="Equation.DSMT4">
                  <p:embed/>
                </p:oleObj>
              </mc:Choice>
              <mc:Fallback>
                <p:oleObj name="Equation" r:id="rId23" imgW="177165" imgH="2286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5400360" y="3126741"/>
                        <a:ext cx="465455" cy="5746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1" name="Object 4"/>
          <p:cNvGraphicFramePr>
            <a:graphicFrameLocks noChangeAspect="1"/>
          </p:cNvGraphicFramePr>
          <p:nvPr/>
        </p:nvGraphicFramePr>
        <p:xfrm>
          <a:off x="6734495" y="3196591"/>
          <a:ext cx="50101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" name="Equation" r:id="rId25" imgW="190500" imgH="228600" progId="Equation.DSMT4">
                  <p:embed/>
                </p:oleObj>
              </mc:Choice>
              <mc:Fallback>
                <p:oleObj name="Equation" r:id="rId25" imgW="190500" imgH="2286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6734495" y="3196591"/>
                        <a:ext cx="501015" cy="5746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25"/>
          <p:cNvGraphicFramePr>
            <a:graphicFrameLocks noChangeAspect="1"/>
          </p:cNvGraphicFramePr>
          <p:nvPr/>
        </p:nvGraphicFramePr>
        <p:xfrm>
          <a:off x="7430454" y="434975"/>
          <a:ext cx="1590040" cy="14408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27" imgW="723900" imgH="584200" progId="Equation.DSMT4">
                  <p:embed/>
                </p:oleObj>
              </mc:Choice>
              <mc:Fallback>
                <p:oleObj name="Equation" r:id="rId27" imgW="723900" imgH="584200" progId="Equation.DSMT4">
                  <p:embed/>
                  <p:pic>
                    <p:nvPicPr>
                      <p:cNvPr id="0" name="图片 19456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7430454" y="434975"/>
                        <a:ext cx="1590040" cy="14408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25"/>
          <p:cNvGraphicFramePr>
            <a:graphicFrameLocks noChangeAspect="1"/>
          </p:cNvGraphicFramePr>
          <p:nvPr/>
        </p:nvGraphicFramePr>
        <p:xfrm>
          <a:off x="7122796" y="6189664"/>
          <a:ext cx="307975" cy="345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29" imgW="139700" imgH="139700" progId="Equation.DSMT4">
                  <p:embed/>
                </p:oleObj>
              </mc:Choice>
              <mc:Fallback>
                <p:oleObj name="Equation" r:id="rId29" imgW="139700" imgH="139700" progId="Equation.DSMT4">
                  <p:embed/>
                  <p:pic>
                    <p:nvPicPr>
                      <p:cNvPr id="0" name="图片 19456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7122796" y="6189664"/>
                        <a:ext cx="307975" cy="3454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25"/>
          <p:cNvGraphicFramePr>
            <a:graphicFrameLocks noChangeAspect="1"/>
          </p:cNvGraphicFramePr>
          <p:nvPr/>
        </p:nvGraphicFramePr>
        <p:xfrm>
          <a:off x="7563168" y="5781676"/>
          <a:ext cx="3404870" cy="14420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31" imgW="1548765" imgH="584200" progId="Equation.DSMT4">
                  <p:embed/>
                </p:oleObj>
              </mc:Choice>
              <mc:Fallback>
                <p:oleObj name="Equation" r:id="rId31" imgW="1548765" imgH="584200" progId="Equation.DSMT4">
                  <p:embed/>
                  <p:pic>
                    <p:nvPicPr>
                      <p:cNvPr id="0" name="图片 19456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7563168" y="5781676"/>
                        <a:ext cx="3404870" cy="14420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25"/>
          <p:cNvGraphicFramePr>
            <a:graphicFrameLocks noChangeAspect="1"/>
          </p:cNvGraphicFramePr>
          <p:nvPr/>
        </p:nvGraphicFramePr>
        <p:xfrm>
          <a:off x="4411346" y="7052311"/>
          <a:ext cx="1406525" cy="4972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33" imgW="558800" imgH="177165" progId="Equation.DSMT4">
                  <p:embed/>
                </p:oleObj>
              </mc:Choice>
              <mc:Fallback>
                <p:oleObj name="Equation" r:id="rId33" imgW="558800" imgH="177165" progId="Equation.DSMT4">
                  <p:embed/>
                  <p:pic>
                    <p:nvPicPr>
                      <p:cNvPr id="0" name="图片 19456"/>
                      <p:cNvPicPr>
                        <a:picLocks noChangeAspect="1"/>
                      </p:cNvPicPr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4411346" y="7052311"/>
                        <a:ext cx="1406525" cy="4972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3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2072533" y="3075783"/>
            <a:ext cx="113919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b="1" dirty="0" smtClean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练习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. 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044083" y="3075783"/>
            <a:ext cx="91059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计算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23" name="Object 10"/>
          <p:cNvGraphicFramePr>
            <a:graphicFrameLocks noChangeAspect="1"/>
          </p:cNvGraphicFramePr>
          <p:nvPr/>
        </p:nvGraphicFramePr>
        <p:xfrm>
          <a:off x="3954780" y="2819400"/>
          <a:ext cx="2033270" cy="10426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4" name="Equation" r:id="rId1" imgW="862965" imgH="393700" progId="Equation.DSMT4">
                  <p:embed/>
                </p:oleObj>
              </mc:Choice>
              <mc:Fallback>
                <p:oleObj name="Equation" r:id="rId1" imgW="862965" imgH="393700" progId="Equation.DSMT4">
                  <p:embed/>
                  <p:pic>
                    <p:nvPicPr>
                      <p:cNvPr id="0" name="图片 25603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954780" y="2819400"/>
                        <a:ext cx="2033270" cy="10426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7" name="Object 4"/>
          <p:cNvGraphicFramePr>
            <a:graphicFrameLocks noChangeAspect="1"/>
          </p:cNvGraphicFramePr>
          <p:nvPr/>
        </p:nvGraphicFramePr>
        <p:xfrm>
          <a:off x="939165" y="678498"/>
          <a:ext cx="1580515" cy="6019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" name="Equation" r:id="rId1" imgW="914400" imgH="292100" progId="Equation.DSMT4">
                  <p:embed/>
                </p:oleObj>
              </mc:Choice>
              <mc:Fallback>
                <p:oleObj name="Equation" r:id="rId1" imgW="914400" imgH="2921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39165" y="678498"/>
                        <a:ext cx="1580515" cy="6019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"/>
          <p:cNvGraphicFramePr>
            <a:graphicFrameLocks noChangeAspect="1"/>
          </p:cNvGraphicFramePr>
          <p:nvPr/>
        </p:nvGraphicFramePr>
        <p:xfrm>
          <a:off x="4363721" y="575945"/>
          <a:ext cx="3184525" cy="9150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Equation" r:id="rId3" imgW="1841500" imgH="444500" progId="Equation.DSMT4">
                  <p:embed/>
                </p:oleObj>
              </mc:Choice>
              <mc:Fallback>
                <p:oleObj name="Equation" r:id="rId3" imgW="1841500" imgH="4445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363721" y="575945"/>
                        <a:ext cx="3184525" cy="9150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4"/>
          <p:cNvGraphicFramePr>
            <a:graphicFrameLocks noChangeAspect="1"/>
          </p:cNvGraphicFramePr>
          <p:nvPr/>
        </p:nvGraphicFramePr>
        <p:xfrm>
          <a:off x="7828915" y="829310"/>
          <a:ext cx="598805" cy="4756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" name="Equation" r:id="rId5" imgW="304800" imgH="203200" progId="Equation.DSMT4">
                  <p:embed/>
                </p:oleObj>
              </mc:Choice>
              <mc:Fallback>
                <p:oleObj name="Equation" r:id="rId5" imgW="304800" imgH="2032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828915" y="829310"/>
                        <a:ext cx="598805" cy="4756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文本框 2"/>
          <p:cNvSpPr txBox="1"/>
          <p:nvPr/>
        </p:nvSpPr>
        <p:spPr>
          <a:xfrm>
            <a:off x="8357852" y="813515"/>
            <a:ext cx="231521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是多项式函数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50" name="圆角矩形 49"/>
          <p:cNvSpPr/>
          <p:nvPr/>
        </p:nvSpPr>
        <p:spPr>
          <a:xfrm>
            <a:off x="503555" y="2244725"/>
            <a:ext cx="1069340" cy="320040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</a:t>
            </a:r>
            <a:r>
              <a:rPr lang="en-US" altLang="zh-CN" sz="24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</a:t>
            </a:r>
            <a:r>
              <a:rPr lang="zh-CN" altLang="en-US" sz="24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围成闭域内是否有奇点</a:t>
            </a:r>
            <a:endParaRPr lang="zh-CN" altLang="en-US" sz="240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51" name="右箭头 50"/>
          <p:cNvSpPr/>
          <p:nvPr/>
        </p:nvSpPr>
        <p:spPr>
          <a:xfrm>
            <a:off x="1572895" y="2678430"/>
            <a:ext cx="1302385" cy="2349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2" name="右箭头 51"/>
          <p:cNvSpPr/>
          <p:nvPr/>
        </p:nvSpPr>
        <p:spPr>
          <a:xfrm>
            <a:off x="1572895" y="4667885"/>
            <a:ext cx="3266440" cy="126365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矩形 52"/>
          <p:cNvSpPr/>
          <p:nvPr/>
        </p:nvSpPr>
        <p:spPr>
          <a:xfrm>
            <a:off x="1862455" y="2063115"/>
            <a:ext cx="624205" cy="6153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否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6" name="圆角矩形 55"/>
          <p:cNvSpPr/>
          <p:nvPr/>
        </p:nvSpPr>
        <p:spPr>
          <a:xfrm>
            <a:off x="2982595" y="2352675"/>
            <a:ext cx="4846320" cy="81407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24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</a:rPr>
              <a:t>由柯西古萨积分定理，</a:t>
            </a:r>
            <a:endParaRPr lang="zh-CN" altLang="en-US" sz="240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57" name="Object 4"/>
          <p:cNvGraphicFramePr>
            <a:graphicFrameLocks noChangeAspect="1"/>
          </p:cNvGraphicFramePr>
          <p:nvPr/>
        </p:nvGraphicFramePr>
        <p:xfrm>
          <a:off x="6098540" y="2586038"/>
          <a:ext cx="65849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" name="Equation" r:id="rId7" imgW="381000" imgH="203200" progId="Equation.DSMT4">
                  <p:embed/>
                </p:oleObj>
              </mc:Choice>
              <mc:Fallback>
                <p:oleObj name="Equation" r:id="rId7" imgW="381000" imgH="2032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098540" y="2586038"/>
                        <a:ext cx="658495" cy="419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" name="圆角矩形 60"/>
          <p:cNvSpPr/>
          <p:nvPr/>
        </p:nvSpPr>
        <p:spPr>
          <a:xfrm>
            <a:off x="4881245" y="3552190"/>
            <a:ext cx="1049020" cy="2357755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24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</a:rPr>
              <a:t>复合闭路定理</a:t>
            </a:r>
            <a:endParaRPr lang="zh-CN" altLang="en-US" sz="240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1725295" y="4829810"/>
            <a:ext cx="2793365" cy="6153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</a:t>
            </a:r>
            <a:r>
              <a:rPr lang="en-US" altLang="zh-CN" sz="24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</a:t>
            </a:r>
            <a:r>
              <a:rPr lang="zh-CN" altLang="en-US" sz="24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围成区域内</a:t>
            </a:r>
            <a:endParaRPr lang="zh-CN" altLang="en-US" sz="240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91" name="Object 4"/>
          <p:cNvGraphicFramePr>
            <a:graphicFrameLocks noChangeAspect="1"/>
          </p:cNvGraphicFramePr>
          <p:nvPr/>
        </p:nvGraphicFramePr>
        <p:xfrm>
          <a:off x="6137275" y="4997133"/>
          <a:ext cx="379730" cy="340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" name="Equation" r:id="rId9" imgW="215900" imgH="165100" progId="Equation.DSMT4">
                  <p:embed/>
                </p:oleObj>
              </mc:Choice>
              <mc:Fallback>
                <p:oleObj name="Equation" r:id="rId9" imgW="215900" imgH="1651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137275" y="4997133"/>
                        <a:ext cx="379730" cy="3403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" name="矩形 92"/>
          <p:cNvSpPr/>
          <p:nvPr/>
        </p:nvSpPr>
        <p:spPr>
          <a:xfrm>
            <a:off x="1725295" y="3983990"/>
            <a:ext cx="1120140" cy="6153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</a:rPr>
              <a:t>有且</a:t>
            </a:r>
            <a:endParaRPr lang="zh-CN" altLang="en-US" sz="280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94" name="Object 4"/>
          <p:cNvGraphicFramePr>
            <a:graphicFrameLocks noChangeAspect="1"/>
          </p:cNvGraphicFramePr>
          <p:nvPr/>
        </p:nvGraphicFramePr>
        <p:xfrm>
          <a:off x="6068695" y="3683000"/>
          <a:ext cx="448310" cy="6927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" name="Equation" r:id="rId11" imgW="177165" imgH="228600" progId="Equation.DSMT4">
                  <p:embed/>
                </p:oleObj>
              </mc:Choice>
              <mc:Fallback>
                <p:oleObj name="Equation" r:id="rId11" imgW="177165" imgH="2286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068695" y="3683000"/>
                        <a:ext cx="448310" cy="6927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" name="文本框 2"/>
          <p:cNvSpPr txBox="1"/>
          <p:nvPr/>
        </p:nvSpPr>
        <p:spPr>
          <a:xfrm>
            <a:off x="6516987" y="3778965"/>
            <a:ext cx="124841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为正向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97" name="文本框 2"/>
          <p:cNvSpPr txBox="1"/>
          <p:nvPr/>
        </p:nvSpPr>
        <p:spPr>
          <a:xfrm>
            <a:off x="7654272" y="3749120"/>
            <a:ext cx="124841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圆周：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98" name="Object 4"/>
          <p:cNvGraphicFramePr>
            <a:graphicFrameLocks noChangeAspect="1"/>
          </p:cNvGraphicFramePr>
          <p:nvPr/>
        </p:nvGraphicFramePr>
        <p:xfrm>
          <a:off x="8656320" y="3749040"/>
          <a:ext cx="2937510" cy="5505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" name="Equation" r:id="rId13" imgW="1459865" imgH="228600" progId="Equation.DSMT4">
                  <p:embed/>
                </p:oleObj>
              </mc:Choice>
              <mc:Fallback>
                <p:oleObj name="Equation" r:id="rId13" imgW="1459865" imgH="2286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8656320" y="3749040"/>
                        <a:ext cx="2937510" cy="5505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/>
        </p:nvGraphicFramePr>
        <p:xfrm>
          <a:off x="752475" y="2259013"/>
          <a:ext cx="57086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15" imgW="330200" imgH="203200" progId="Equation.DSMT4">
                  <p:embed/>
                </p:oleObj>
              </mc:Choice>
              <mc:Fallback>
                <p:oleObj name="Equation" r:id="rId15" imgW="330200" imgH="2032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52475" y="2259013"/>
                        <a:ext cx="570865" cy="419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2"/>
          <p:cNvSpPr txBox="1"/>
          <p:nvPr/>
        </p:nvSpPr>
        <p:spPr>
          <a:xfrm>
            <a:off x="3148947" y="750015"/>
            <a:ext cx="124841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可化为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2578100" y="785178"/>
          <a:ext cx="57086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17" imgW="330200" imgH="203200" progId="Equation.DSMT4">
                  <p:embed/>
                </p:oleObj>
              </mc:Choice>
              <mc:Fallback>
                <p:oleObj name="Equation" r:id="rId17" imgW="330200" imgH="2032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578100" y="785178"/>
                        <a:ext cx="570865" cy="419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" name="Object 4"/>
          <p:cNvGraphicFramePr>
            <a:graphicFrameLocks noChangeAspect="1"/>
          </p:cNvGraphicFramePr>
          <p:nvPr/>
        </p:nvGraphicFramePr>
        <p:xfrm>
          <a:off x="2659380" y="3983990"/>
          <a:ext cx="1831340" cy="6927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" name="Equation" r:id="rId19" imgW="723900" imgH="228600" progId="Equation.DSMT4">
                  <p:embed/>
                </p:oleObj>
              </mc:Choice>
              <mc:Fallback>
                <p:oleObj name="Equation" r:id="rId19" imgW="723900" imgH="2286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659380" y="3983990"/>
                        <a:ext cx="1831340" cy="692785"/>
                      </a:xfrm>
                      <a:prstGeom prst="rect">
                        <a:avLst/>
                      </a:prstGeom>
                      <a:solidFill>
                        <a:schemeClr val="accent3"/>
                      </a:solidFill>
                      <a:ln w="9525">
                        <a:solidFill>
                          <a:schemeClr val="tx2">
                            <a:lumMod val="50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矩形标注 20"/>
          <p:cNvSpPr/>
          <p:nvPr>
            <p:custDataLst>
              <p:tags r:id="rId21"/>
            </p:custDataLst>
          </p:nvPr>
        </p:nvSpPr>
        <p:spPr>
          <a:xfrm>
            <a:off x="7281545" y="4655185"/>
            <a:ext cx="1946910" cy="936625"/>
          </a:xfrm>
          <a:prstGeom prst="wedgeRectCallout">
            <a:avLst>
              <a:gd name="adj1" fmla="val 66275"/>
              <a:gd name="adj2" fmla="val 128847"/>
            </a:avLst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矩形标注 19"/>
          <p:cNvSpPr/>
          <p:nvPr>
            <p:custDataLst>
              <p:tags r:id="rId22"/>
            </p:custDataLst>
          </p:nvPr>
        </p:nvSpPr>
        <p:spPr>
          <a:xfrm>
            <a:off x="7281545" y="4669155"/>
            <a:ext cx="1946910" cy="936625"/>
          </a:xfrm>
          <a:prstGeom prst="wedgeRectCallout">
            <a:avLst>
              <a:gd name="adj1" fmla="val -60135"/>
              <a:gd name="adj2" fmla="val 136440"/>
            </a:avLst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22" name="Object 4"/>
          <p:cNvGraphicFramePr>
            <a:graphicFrameLocks noChangeAspect="1"/>
          </p:cNvGraphicFramePr>
          <p:nvPr>
            <p:custDataLst>
              <p:tags r:id="rId23"/>
            </p:custDataLst>
          </p:nvPr>
        </p:nvGraphicFramePr>
        <p:xfrm>
          <a:off x="9503728" y="5731193"/>
          <a:ext cx="614680" cy="472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" name="Equation" r:id="rId24" imgW="355600" imgH="228600" progId="Equation.DSMT4">
                  <p:embed/>
                </p:oleObj>
              </mc:Choice>
              <mc:Fallback>
                <p:oleObj name="Equation" r:id="rId24" imgW="355600" imgH="2286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9503728" y="5731193"/>
                        <a:ext cx="614680" cy="4724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4"/>
          <p:cNvGraphicFramePr>
            <a:graphicFrameLocks noChangeAspect="1"/>
          </p:cNvGraphicFramePr>
          <p:nvPr>
            <p:custDataLst>
              <p:tags r:id="rId26"/>
            </p:custDataLst>
          </p:nvPr>
        </p:nvGraphicFramePr>
        <p:xfrm>
          <a:off x="7597458" y="5993766"/>
          <a:ext cx="614680" cy="4743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" name="Equation" r:id="rId27" imgW="355600" imgH="228600" progId="Equation.DSMT4">
                  <p:embed/>
                </p:oleObj>
              </mc:Choice>
              <mc:Fallback>
                <p:oleObj name="Equation" r:id="rId27" imgW="355600" imgH="2286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7597458" y="5993766"/>
                        <a:ext cx="614680" cy="4743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4"/>
          <p:cNvGraphicFramePr>
            <a:graphicFrameLocks noChangeAspect="1"/>
          </p:cNvGraphicFramePr>
          <p:nvPr/>
        </p:nvGraphicFramePr>
        <p:xfrm>
          <a:off x="7281228" y="4722813"/>
          <a:ext cx="1829435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Equation" r:id="rId29" imgW="1041400" imgH="431800" progId="Equation.DSMT4">
                  <p:embed/>
                </p:oleObj>
              </mc:Choice>
              <mc:Fallback>
                <p:oleObj name="Equation" r:id="rId29" imgW="1041400" imgH="4318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7281228" y="4722813"/>
                        <a:ext cx="1829435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4"/>
          <p:cNvGraphicFramePr>
            <a:graphicFrameLocks noChangeAspect="1"/>
          </p:cNvGraphicFramePr>
          <p:nvPr/>
        </p:nvGraphicFramePr>
        <p:xfrm>
          <a:off x="6516688" y="4722813"/>
          <a:ext cx="602615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Equation" r:id="rId31" imgW="342900" imgH="431800" progId="Equation.DSMT4">
                  <p:embed/>
                </p:oleObj>
              </mc:Choice>
              <mc:Fallback>
                <p:oleObj name="Equation" r:id="rId31" imgW="342900" imgH="4318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6516688" y="4722813"/>
                        <a:ext cx="602615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4"/>
          <p:cNvGraphicFramePr>
            <a:graphicFrameLocks noChangeAspect="1"/>
          </p:cNvGraphicFramePr>
          <p:nvPr/>
        </p:nvGraphicFramePr>
        <p:xfrm>
          <a:off x="6811963" y="6468111"/>
          <a:ext cx="469265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" name="Equation" r:id="rId33" imgW="266700" imgH="177165" progId="Equation.DSMT4">
                  <p:embed/>
                </p:oleObj>
              </mc:Choice>
              <mc:Fallback>
                <p:oleObj name="Equation" r:id="rId33" imgW="266700" imgH="177165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6811963" y="6468111"/>
                        <a:ext cx="469265" cy="3651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4"/>
          <p:cNvGraphicFramePr>
            <a:graphicFrameLocks noChangeAspect="1"/>
          </p:cNvGraphicFramePr>
          <p:nvPr/>
        </p:nvGraphicFramePr>
        <p:xfrm>
          <a:off x="9631046" y="6468111"/>
          <a:ext cx="223520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" name="Equation" r:id="rId35" imgW="127000" imgH="177165" progId="Equation.DSMT4">
                  <p:embed/>
                </p:oleObj>
              </mc:Choice>
              <mc:Fallback>
                <p:oleObj name="Equation" r:id="rId35" imgW="127000" imgH="177165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9631046" y="6468111"/>
                        <a:ext cx="223520" cy="3651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37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bldLvl="0" animBg="1"/>
      <p:bldP spid="53" grpId="0" bldLvl="0" animBg="1"/>
      <p:bldP spid="51" grpId="0" bldLvl="0" animBg="1"/>
      <p:bldP spid="56" grpId="0" bldLvl="0" animBg="1"/>
      <p:bldP spid="52" grpId="0" bldLvl="0" animBg="1"/>
      <p:bldP spid="86" grpId="0" bldLvl="0" animBg="1"/>
      <p:bldP spid="93" grpId="0" bldLvl="0" animBg="1"/>
      <p:bldP spid="61" grpId="0" bldLvl="0" animBg="1"/>
      <p:bldP spid="96" grpId="0"/>
      <p:bldP spid="97" grpId="0"/>
      <p:bldP spid="20" grpId="0" bldLvl="0" animBg="1"/>
      <p:bldP spid="21" grpId="0" bldLvl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/>
          <p:cNvGrpSpPr/>
          <p:nvPr>
            <p:custDataLst>
              <p:tags r:id="rId1"/>
            </p:custDataLst>
          </p:nvPr>
        </p:nvGrpSpPr>
        <p:grpSpPr>
          <a:xfrm>
            <a:off x="1034697" y="3628708"/>
            <a:ext cx="486583" cy="475615"/>
            <a:chOff x="1100668" y="795868"/>
            <a:chExt cx="269602" cy="263525"/>
          </a:xfrm>
          <a:solidFill>
            <a:schemeClr val="accent1"/>
          </a:solidFill>
        </p:grpSpPr>
        <p:sp>
          <p:nvSpPr>
            <p:cNvPr id="27" name="矩形 26"/>
            <p:cNvSpPr/>
            <p:nvPr>
              <p:custDataLst>
                <p:tags r:id="rId2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8" name="矩形 27"/>
            <p:cNvSpPr/>
            <p:nvPr>
              <p:custDataLst>
                <p:tags r:id="rId3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9" name="矩形 28"/>
            <p:cNvSpPr/>
            <p:nvPr>
              <p:custDataLst>
                <p:tags r:id="rId4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cxnSp>
        <p:nvCxnSpPr>
          <p:cNvPr id="30" name="直接连接符 29"/>
          <p:cNvCxnSpPr/>
          <p:nvPr>
            <p:custDataLst>
              <p:tags r:id="rId5"/>
            </p:custDataLst>
          </p:nvPr>
        </p:nvCxnSpPr>
        <p:spPr>
          <a:xfrm>
            <a:off x="3989705" y="819150"/>
            <a:ext cx="14605" cy="6136640"/>
          </a:xfrm>
          <a:prstGeom prst="line">
            <a:avLst/>
          </a:prstGeom>
          <a:ln w="1270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/>
          <p:cNvSpPr txBox="1"/>
          <p:nvPr>
            <p:custDataLst>
              <p:tags r:id="rId6"/>
            </p:custDataLst>
          </p:nvPr>
        </p:nvSpPr>
        <p:spPr>
          <a:xfrm>
            <a:off x="4422140" y="5916930"/>
            <a:ext cx="6082030" cy="422275"/>
          </a:xfrm>
          <a:prstGeom prst="rect">
            <a:avLst/>
          </a:prstGeom>
          <a:noFill/>
        </p:spPr>
        <p:txBody>
          <a:bodyPr wrap="square" lIns="91440" tIns="45720" rIns="91440" bIns="0" anchor="ctr" anchorCtr="0">
            <a:noAutofit/>
          </a:bodyPr>
          <a:lstStyle/>
          <a:p>
            <a:pPr>
              <a:lnSpc>
                <a:spcPct val="110000"/>
              </a:lnSpc>
            </a:pP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难点：用复合闭路定理计算复积分</a:t>
            </a:r>
            <a:endParaRPr lang="zh-CN" altLang="en-US" sz="2800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53" name="文本框 52"/>
          <p:cNvSpPr txBox="1"/>
          <p:nvPr>
            <p:custDataLst>
              <p:tags r:id="rId7"/>
            </p:custDataLst>
          </p:nvPr>
        </p:nvSpPr>
        <p:spPr>
          <a:xfrm>
            <a:off x="4422140" y="3039745"/>
            <a:ext cx="5171440" cy="422275"/>
          </a:xfrm>
          <a:prstGeom prst="rect">
            <a:avLst/>
          </a:prstGeom>
          <a:noFill/>
        </p:spPr>
        <p:txBody>
          <a:bodyPr wrap="square" lIns="91440" tIns="45720" rIns="91440" bIns="0" anchor="ctr" anchorCtr="0"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zh-CN" sz="28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2</a:t>
            </a: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、牛顿</a:t>
            </a:r>
            <a:r>
              <a:rPr lang="en-US" altLang="zh-CN" sz="28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-</a:t>
            </a: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莱布尼兹公式</a:t>
            </a:r>
            <a:endParaRPr lang="zh-CN" altLang="en-US" sz="2800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60" name="文本框 59"/>
          <p:cNvSpPr txBox="1"/>
          <p:nvPr>
            <p:custDataLst>
              <p:tags r:id="rId8"/>
            </p:custDataLst>
          </p:nvPr>
        </p:nvSpPr>
        <p:spPr>
          <a:xfrm>
            <a:off x="5053965" y="3622040"/>
            <a:ext cx="5695315" cy="422275"/>
          </a:xfrm>
          <a:prstGeom prst="rect">
            <a:avLst/>
          </a:prstGeom>
          <a:noFill/>
        </p:spPr>
        <p:txBody>
          <a:bodyPr wrap="square" lIns="91440" tIns="45720" rIns="91440" bIns="0" anchor="ctr" anchorCtr="0">
            <a:noAutofit/>
          </a:bodyPr>
          <a:lstStyle/>
          <a:p>
            <a:pPr>
              <a:lnSpc>
                <a:spcPct val="110000"/>
              </a:lnSpc>
            </a:pP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用牛顿莱布尼兹公式计算积分</a:t>
            </a:r>
            <a:endParaRPr lang="zh-CN" altLang="en-US" sz="2800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33" name="文本框 32"/>
          <p:cNvSpPr txBox="1"/>
          <p:nvPr>
            <p:custDataLst>
              <p:tags r:id="rId9"/>
            </p:custDataLst>
          </p:nvPr>
        </p:nvSpPr>
        <p:spPr>
          <a:xfrm>
            <a:off x="1666249" y="3370581"/>
            <a:ext cx="2604765" cy="768350"/>
          </a:xfrm>
          <a:prstGeom prst="rect">
            <a:avLst/>
          </a:prstGeom>
          <a:noFill/>
        </p:spPr>
        <p:txBody>
          <a:bodyPr wrap="square" lIns="90000" tIns="46800" rIns="90000" bIns="0" rtlCol="0" anchor="b" anchorCtr="0">
            <a:normAutofit/>
          </a:bodyPr>
          <a:lstStyle/>
          <a:p>
            <a:r>
              <a:rPr lang="zh-CN" altLang="en-US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  <a:sym typeface="Arial" panose="020B0604020202020204" pitchFamily="34" charset="0"/>
              </a:rPr>
              <a:t>总结</a:t>
            </a:r>
            <a:endParaRPr lang="zh-CN" altLang="en-US" sz="44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汉仪旗黑-85S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9" name="文本框 8"/>
          <p:cNvSpPr txBox="1"/>
          <p:nvPr>
            <p:custDataLst>
              <p:tags r:id="rId10"/>
            </p:custDataLst>
          </p:nvPr>
        </p:nvSpPr>
        <p:spPr>
          <a:xfrm>
            <a:off x="4486275" y="4495800"/>
            <a:ext cx="5171440" cy="422275"/>
          </a:xfrm>
          <a:prstGeom prst="rect">
            <a:avLst/>
          </a:prstGeom>
          <a:noFill/>
        </p:spPr>
        <p:txBody>
          <a:bodyPr wrap="square" lIns="91440" tIns="45720" rIns="91440" bIns="0" anchor="ctr" anchorCtr="0">
            <a:noAutofit/>
          </a:bodyPr>
          <a:p>
            <a:pPr>
              <a:lnSpc>
                <a:spcPct val="110000"/>
              </a:lnSpc>
            </a:pPr>
            <a:r>
              <a:rPr lang="en-US" altLang="zh-CN" sz="28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3</a:t>
            </a: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、复合闭路定理</a:t>
            </a:r>
            <a:endParaRPr lang="zh-CN" altLang="en-US" sz="2800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>
            <p:custDataLst>
              <p:tags r:id="rId11"/>
            </p:custDataLst>
          </p:nvPr>
        </p:nvSpPr>
        <p:spPr>
          <a:xfrm>
            <a:off x="5025390" y="2082800"/>
            <a:ext cx="5641340" cy="422275"/>
          </a:xfrm>
          <a:prstGeom prst="rect">
            <a:avLst/>
          </a:prstGeom>
          <a:noFill/>
        </p:spPr>
        <p:txBody>
          <a:bodyPr wrap="square" lIns="91440" tIns="45720" rIns="91440" bIns="0" anchor="ctr" anchorCtr="0">
            <a:noAutofit/>
          </a:bodyPr>
          <a:p>
            <a:pPr>
              <a:lnSpc>
                <a:spcPct val="110000"/>
              </a:lnSpc>
            </a:pP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用柯西</a:t>
            </a:r>
            <a:r>
              <a:rPr lang="en-US" altLang="zh-CN" sz="28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-</a:t>
            </a: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古萨积分定理计算积分</a:t>
            </a:r>
            <a:endParaRPr lang="zh-CN" altLang="en-US" sz="2800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>
            <p:custDataLst>
              <p:tags r:id="rId12"/>
            </p:custDataLst>
          </p:nvPr>
        </p:nvSpPr>
        <p:spPr>
          <a:xfrm>
            <a:off x="4942205" y="5120640"/>
            <a:ext cx="5171440" cy="422275"/>
          </a:xfrm>
          <a:prstGeom prst="rect">
            <a:avLst/>
          </a:prstGeom>
          <a:noFill/>
        </p:spPr>
        <p:txBody>
          <a:bodyPr wrap="square" lIns="91440" tIns="45720" rIns="91440" bIns="0" anchor="ctr" anchorCtr="0">
            <a:noAutofit/>
          </a:bodyPr>
          <a:p>
            <a:pPr>
              <a:lnSpc>
                <a:spcPct val="110000"/>
              </a:lnSpc>
            </a:pPr>
            <a:r>
              <a:rPr lang="en-US" altLang="zh-CN" sz="28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 </a:t>
            </a: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用复合闭路定理计算复积分</a:t>
            </a:r>
            <a:endParaRPr lang="zh-CN" altLang="en-US" sz="2800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>
            <p:custDataLst>
              <p:tags r:id="rId13"/>
            </p:custDataLst>
          </p:nvPr>
        </p:nvSpPr>
        <p:spPr>
          <a:xfrm>
            <a:off x="4344670" y="1459865"/>
            <a:ext cx="4873625" cy="422275"/>
          </a:xfrm>
          <a:prstGeom prst="rect">
            <a:avLst/>
          </a:prstGeom>
          <a:noFill/>
        </p:spPr>
        <p:txBody>
          <a:bodyPr wrap="square" lIns="91440" tIns="45720" rIns="91440" bIns="0" anchor="ctr" anchorCtr="0">
            <a:noAutofit/>
          </a:bodyPr>
          <a:p>
            <a:pPr>
              <a:lnSpc>
                <a:spcPct val="110000"/>
              </a:lnSpc>
            </a:pPr>
            <a:r>
              <a:rPr lang="en-US" altLang="zh-CN" sz="28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1</a:t>
            </a: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、柯西</a:t>
            </a:r>
            <a:r>
              <a:rPr lang="en-US" altLang="zh-CN" sz="28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-</a:t>
            </a: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古萨积分定理</a:t>
            </a:r>
            <a:endParaRPr lang="zh-CN" altLang="en-US" sz="2800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</p:spTree>
    <p:custDataLst>
      <p:tags r:id="rId1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/>
          <p:cNvGrpSpPr/>
          <p:nvPr>
            <p:custDataLst>
              <p:tags r:id="rId1"/>
            </p:custDataLst>
          </p:nvPr>
        </p:nvGrpSpPr>
        <p:grpSpPr>
          <a:xfrm>
            <a:off x="1034697" y="3628708"/>
            <a:ext cx="486583" cy="475615"/>
            <a:chOff x="1100668" y="795868"/>
            <a:chExt cx="269602" cy="263525"/>
          </a:xfrm>
          <a:solidFill>
            <a:schemeClr val="accent1"/>
          </a:solidFill>
        </p:grpSpPr>
        <p:sp>
          <p:nvSpPr>
            <p:cNvPr id="27" name="矩形 26"/>
            <p:cNvSpPr/>
            <p:nvPr>
              <p:custDataLst>
                <p:tags r:id="rId2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8" name="矩形 27"/>
            <p:cNvSpPr/>
            <p:nvPr>
              <p:custDataLst>
                <p:tags r:id="rId3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9" name="矩形 28"/>
            <p:cNvSpPr/>
            <p:nvPr>
              <p:custDataLst>
                <p:tags r:id="rId4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cxnSp>
        <p:nvCxnSpPr>
          <p:cNvPr id="30" name="直接连接符 29"/>
          <p:cNvCxnSpPr/>
          <p:nvPr>
            <p:custDataLst>
              <p:tags r:id="rId5"/>
            </p:custDataLst>
          </p:nvPr>
        </p:nvCxnSpPr>
        <p:spPr>
          <a:xfrm>
            <a:off x="3989705" y="819150"/>
            <a:ext cx="14605" cy="6136640"/>
          </a:xfrm>
          <a:prstGeom prst="line">
            <a:avLst/>
          </a:prstGeom>
          <a:ln w="1270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>
            <p:custDataLst>
              <p:tags r:id="rId6"/>
            </p:custDataLst>
          </p:nvPr>
        </p:nvSpPr>
        <p:spPr>
          <a:xfrm>
            <a:off x="1666249" y="3370581"/>
            <a:ext cx="2604765" cy="768350"/>
          </a:xfrm>
          <a:prstGeom prst="rect">
            <a:avLst/>
          </a:prstGeom>
          <a:noFill/>
        </p:spPr>
        <p:txBody>
          <a:bodyPr wrap="square" lIns="90000" tIns="46800" rIns="90000" bIns="0" rtlCol="0" anchor="b" anchorCtr="0">
            <a:normAutofit/>
          </a:bodyPr>
          <a:lstStyle/>
          <a:p>
            <a:r>
              <a:rPr lang="zh-CN" altLang="en-US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  <a:sym typeface="Arial" panose="020B0604020202020204" pitchFamily="34" charset="0"/>
              </a:rPr>
              <a:t>作业</a:t>
            </a:r>
            <a:endParaRPr lang="zh-CN" altLang="en-US" sz="44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汉仪旗黑-85S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048250" y="3376295"/>
            <a:ext cx="49726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习题</a:t>
            </a:r>
            <a:r>
              <a:rPr lang="en-US" altLang="zh-CN" sz="2800"/>
              <a:t>3.    6</a:t>
            </a:r>
            <a:r>
              <a:rPr lang="zh-CN" altLang="en-US" sz="2800"/>
              <a:t>，</a:t>
            </a:r>
            <a:r>
              <a:rPr lang="en-US" altLang="zh-CN" sz="2800"/>
              <a:t>7</a:t>
            </a:r>
            <a:r>
              <a:rPr lang="zh-CN" altLang="en-US" sz="2800"/>
              <a:t>，</a:t>
            </a:r>
            <a:r>
              <a:rPr lang="en-US" altLang="zh-CN" sz="2800"/>
              <a:t>9</a:t>
            </a:r>
            <a:r>
              <a:rPr lang="zh-CN" altLang="en-US" sz="2800"/>
              <a:t>，</a:t>
            </a:r>
            <a:r>
              <a:rPr lang="en-US" altLang="zh-CN" sz="2800"/>
              <a:t>10(3)</a:t>
            </a:r>
            <a:endParaRPr lang="zh-CN" altLang="en-US" sz="2800"/>
          </a:p>
        </p:txBody>
      </p:sp>
    </p:spTree>
    <p:custDataLst>
      <p:tags r:id="rId7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3*i*1"/>
  <p:tag name="KSO_WM_UNIT_LAYERLEVEL" val="1"/>
  <p:tag name="KSO_WM_TAG_VERSION" val="1.0"/>
  <p:tag name="KSO_WM_BEAUTIFY_FLAG" val="#wm#"/>
  <p:tag name="KSO_WM_UNIT_SUBTYPE" val="h"/>
  <p:tag name="KSO_WM_SLIDE_BACKGROUND_TYPE" val="frame"/>
  <p:tag name="KSO_WM_SLIDE_BK_DARK_LIGHT" val="2"/>
  <p:tag name="KSO_WM_UNIT_BK_DARK_LIGHT" val="2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leftRight"/>
  <p:tag name="KSO_WM_SLIDE_BK_DARK_LIGHT" val="2"/>
  <p:tag name="KSO_WM_UNIT_BK_DARK_LIGHT" val="2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topBottom"/>
  <p:tag name="KSO_WM_SLIDE_BK_DARK_LIGHT" val="2"/>
  <p:tag name="KSO_WM_UNIT_BK_DARK_LIGHT" val="2"/>
</p:tagLst>
</file>

<file path=ppt/tags/tag14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57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ottomTop"/>
  <p:tag name="KSO_WM_SLIDE_BK_DARK_LIGHT" val="2"/>
  <p:tag name="KSO_WM_UNIT_BK_DARK_LIGHT" val="2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elt"/>
  <p:tag name="KSO_WM_SLIDE_BK_DARK_LIGHT" val="2"/>
  <p:tag name="KSO_WM_UNIT_BK_DARK_LIGHT" val="2"/>
</p:tagLst>
</file>

<file path=ppt/tags/tag18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86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973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973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00.xml><?xml version="1.0" encoding="utf-8"?>
<p:tagLst xmlns:p="http://schemas.openxmlformats.org/presentationml/2006/main">
  <p:tag name="KSO_WM_BEAUTIFY_FLAG" val="#wm#"/>
  <p:tag name="KSO_WM_TEMPLATE_CATEGORY" val="custom"/>
  <p:tag name="KSO_WM_TEMPLATE_INDEX" val="20204973"/>
  <p:tag name="KSO_WM_TEMPLATE_SUBCATEGORY" val="0"/>
  <p:tag name="KSO_WM_TEMPLATE_MASTER_TYPE" val="1"/>
  <p:tag name="KSO_WM_TEMPLATE_COLOR_TYPE" val="1"/>
  <p:tag name="KSO_WM_TAG_VERSION" val="1.0"/>
  <p:tag name="KSO_WM_TEMPLATE_THUMBS_INDEX" val="1、4、7、10、13、15、17、18、19、20、22"/>
</p:tagLst>
</file>

<file path=ppt/tags/tag201.xml><?xml version="1.0" encoding="utf-8"?>
<p:tagLst xmlns:p="http://schemas.openxmlformats.org/presentationml/2006/main">
  <p:tag name="KSO_WM_BEAUTIFY_FLAG" val=""/>
</p:tagLst>
</file>

<file path=ppt/tags/tag202.xml><?xml version="1.0" encoding="utf-8"?>
<p:tagLst xmlns:p="http://schemas.openxmlformats.org/presentationml/2006/main">
  <p:tag name="KSO_WM_BEAUTIFY_FLAG" val=""/>
</p:tagLst>
</file>

<file path=ppt/tags/tag203.xml><?xml version="1.0" encoding="utf-8"?>
<p:tagLst xmlns:p="http://schemas.openxmlformats.org/presentationml/2006/main">
  <p:tag name="KSO_WM_BEAUTIFY_FLAG" val=""/>
</p:tagLst>
</file>

<file path=ppt/tags/tag204.xml><?xml version="1.0" encoding="utf-8"?>
<p:tagLst xmlns:p="http://schemas.openxmlformats.org/presentationml/2006/main">
  <p:tag name="KSO_WM_BEAUTIFY_FLAG" val=""/>
</p:tagLst>
</file>

<file path=ppt/tags/tag205.xml><?xml version="1.0" encoding="utf-8"?>
<p:tagLst xmlns:p="http://schemas.openxmlformats.org/presentationml/2006/main">
  <p:tag name="KSO_WM_BEAUTIFY_FLAG" val=""/>
</p:tagLst>
</file>

<file path=ppt/tags/tag206.xml><?xml version="1.0" encoding="utf-8"?>
<p:tagLst xmlns:p="http://schemas.openxmlformats.org/presentationml/2006/main">
  <p:tag name="KSO_WM_BEAUTIFY_FLAG" val=""/>
</p:tagLst>
</file>

<file path=ppt/tags/tag207.xml><?xml version="1.0" encoding="utf-8"?>
<p:tagLst xmlns:p="http://schemas.openxmlformats.org/presentationml/2006/main">
  <p:tag name="KSO_WM_BEAUTIFY_FLAG" val=""/>
</p:tagLst>
</file>

<file path=ppt/tags/tag208.xml><?xml version="1.0" encoding="utf-8"?>
<p:tagLst xmlns:p="http://schemas.openxmlformats.org/presentationml/2006/main">
  <p:tag name="KSO_WM_BEAUTIFY_FLAG" val=""/>
</p:tagLst>
</file>

<file path=ppt/tags/tag209.xml><?xml version="1.0" encoding="utf-8"?>
<p:tagLst xmlns:p="http://schemas.openxmlformats.org/presentationml/2006/main">
  <p:tag name="KSO_WM_BEAUTIFY_FLAG" val=""/>
</p:tagLst>
</file>

<file path=ppt/tags/tag210.xml><?xml version="1.0" encoding="utf-8"?>
<p:tagLst xmlns:p="http://schemas.openxmlformats.org/presentationml/2006/main">
  <p:tag name="KSO_WM_BEAUTIFY_FLAG" val=""/>
</p:tagLst>
</file>

<file path=ppt/tags/tag211.xml><?xml version="1.0" encoding="utf-8"?>
<p:tagLst xmlns:p="http://schemas.openxmlformats.org/presentationml/2006/main">
  <p:tag name="KSO_WM_BEAUTIFY_FLAG" val=""/>
</p:tagLst>
</file>

<file path=ppt/tags/tag212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</p:tagLst>
</file>

<file path=ppt/tags/tag213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</p:tagLst>
</file>

<file path=ppt/tags/tag214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</p:tagLst>
</file>

<file path=ppt/tags/tag215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9"/>
  <p:tag name="KSO_WM_UNIT_ID" val="custom20204973_4*i*9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USESOURCEFORMAT_APPLY" val="1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0"/>
  <p:tag name="KSO_WM_UNIT_ID" val="custom20204973_4*i*10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1"/>
  <p:tag name="KSO_WM_UNIT_ID" val="custom20204973_4*i*1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2"/>
  <p:tag name="KSO_WM_UNIT_ID" val="custom20204973_4*i*12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3"/>
  <p:tag name="KSO_WM_UNIT_ID" val="custom20204973_4*i*13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LINE_FORE_SCHEMECOLOR_INDEX" val="5"/>
  <p:tag name="KSO_WM_UNIT_LINE_FILL_TYPE" val="2"/>
  <p:tag name="KSO_WM_UNIT_USESOURCEFORMAT_APPLY" val="1"/>
</p:tagLst>
</file>

<file path=ppt/tags/tag221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1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222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2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223.xml><?xml version="1.0" encoding="utf-8"?>
<p:tagLst xmlns:p="http://schemas.openxmlformats.org/presentationml/2006/main">
  <p:tag name="KSO_WM_UNIT_COLOR_SCHEME_SHAPE_ID" val="132"/>
  <p:tag name="KSO_WM_UNIT_COLOR_SCHEME_PARENT_PAGE" val="0_4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f*1_2_1"/>
  <p:tag name="KSO_WM_UNIT_PRESET_TEXT" val="单击此处添加文本具体内容，简明扼要的阐述您的观点。"/>
  <p:tag name="KSO_WM_UNIT_TEXT_FILL_FORE_SCHEMECOLOR_INDEX" val="13"/>
  <p:tag name="KSO_WM_UNIT_TEXT_FILL_TYPE" val="1"/>
  <p:tag name="KSO_WM_UNIT_USESOURCEFORMAT_APPLY" val="1"/>
</p:tagLst>
</file>

<file path=ppt/tags/tag224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3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225.xml><?xml version="1.0" encoding="utf-8"?>
<p:tagLst xmlns:p="http://schemas.openxmlformats.org/presentationml/2006/main">
  <p:tag name="KSO_WM_UNIT_COLOR_SCHEME_SHAPE_ID" val="132"/>
  <p:tag name="KSO_WM_UNIT_COLOR_SCHEME_PARENT_PAGE" val="0_4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f*1_3_1"/>
  <p:tag name="KSO_WM_UNIT_PRESET_TEXT" val="单击此处添加文本具体内容，简明扼要的阐述您的观点。"/>
  <p:tag name="KSO_WM_UNIT_TEXT_FILL_FORE_SCHEMECOLOR_INDEX" val="13"/>
  <p:tag name="KSO_WM_UNIT_TEXT_FILL_TYPE" val="1"/>
  <p:tag name="KSO_WM_UNIT_USESOURCEFORMAT_APPLY" val="1"/>
</p:tagLst>
</file>

<file path=ppt/tags/tag226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4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4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227.xml><?xml version="1.0" encoding="utf-8"?>
<p:tagLst xmlns:p="http://schemas.openxmlformats.org/presentationml/2006/main">
  <p:tag name="KSO_WM_UNIT_ISCONTENTSTITLE" val="1"/>
  <p:tag name="KSO_WM_UNIT_ISNUMDGMTITLE" val="0"/>
  <p:tag name="KSO_WM_UNIT_NOCLEAR" val="0"/>
  <p:tag name="KSO_WM_UNIT_VALUE" val="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20204973_4*a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PRESET_TEXT" val="目录"/>
  <p:tag name="KSO_WM_UNIT_TEXT_FILL_FORE_SCHEMECOLOR_INDEX" val="13"/>
  <p:tag name="KSO_WM_UNIT_TEXT_FILL_TYPE" val="1"/>
  <p:tag name="KSO_WM_UNIT_USESOURCEFORMAT_APPLY" val="1"/>
</p:tagLst>
</file>

<file path=ppt/tags/tag228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4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4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229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4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4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230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4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4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231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2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232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3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233.xml><?xml version="1.0" encoding="utf-8"?>
<p:tagLst xmlns:p="http://schemas.openxmlformats.org/presentationml/2006/main">
  <p:tag name="KSO_WM_BEAUTIFY_FLAG" val="#wm#"/>
  <p:tag name="KSO_WM_TEMPLATE_CATEGORY" val="custom"/>
  <p:tag name="KSO_WM_TEMPLATE_INDEX" val="20204973"/>
  <p:tag name="KSO_WM_SLIDE_ID" val="custom20204973_4"/>
  <p:tag name="KSO_WM_TEMPLATE_SUBCATEGORY" val="0"/>
  <p:tag name="KSO_WM_TEMPLATE_MASTER_TYPE" val="1"/>
  <p:tag name="KSO_WM_TEMPLATE_COLOR_TYPE" val="1"/>
  <p:tag name="KSO_WM_SLIDE_ITEM_CNT" val="4"/>
  <p:tag name="KSO_WM_SLIDE_INDEX" val="4"/>
  <p:tag name="KSO_WM_DIAGRAM_GROUP_CODE" val="l1-1"/>
  <p:tag name="KSO_WM_SLIDE_DIAGTYPE" val="l"/>
  <p:tag name="KSO_WM_TAG_VERSION" val="1.0"/>
  <p:tag name="KSO_WM_SLIDE_LAYOUT" val="a_b_l"/>
  <p:tag name="KSO_WM_SLIDE_LAYOUT_CNT" val="1_1_1"/>
  <p:tag name="KSO_WM_SLIDE_TYPE" val="contents"/>
  <p:tag name="KSO_WM_SLIDE_SUBTYPE" val="diag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9"/>
  <p:tag name="KSO_WM_UNIT_ID" val="custom20204973_4*i*9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USESOURCEFORMAT_APPLY" val="1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0"/>
  <p:tag name="KSO_WM_UNIT_ID" val="custom20204973_4*i*10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1"/>
  <p:tag name="KSO_WM_UNIT_ID" val="custom20204973_4*i*1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2"/>
  <p:tag name="KSO_WM_UNIT_ID" val="custom20204973_4*i*12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3"/>
  <p:tag name="KSO_WM_UNIT_ID" val="custom20204973_4*i*13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LINE_FORE_SCHEMECOLOR_INDEX" val="5"/>
  <p:tag name="KSO_WM_UNIT_LINE_FILL_TYPE" val="2"/>
  <p:tag name="KSO_WM_UNIT_USESOURCEFORMAT_APPLY" val="1"/>
</p:tagLst>
</file>

<file path=ppt/tags/tag239.xml><?xml version="1.0" encoding="utf-8"?>
<p:tagLst xmlns:p="http://schemas.openxmlformats.org/presentationml/2006/main">
  <p:tag name="KSO_WM_UNIT_ISCONTENTSTITLE" val="1"/>
  <p:tag name="KSO_WM_UNIT_ISNUMDGMTITLE" val="0"/>
  <p:tag name="KSO_WM_UNIT_NOCLEAR" val="0"/>
  <p:tag name="KSO_WM_UNIT_VALUE" val="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20204973_4*a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PRESET_TEXT" val="目录"/>
  <p:tag name="KSO_WM_UNIT_TEXT_FILL_FORE_SCHEMECOLOR_INDEX" val="13"/>
  <p:tag name="KSO_WM_UNIT_TEXT_FILL_TYPE" val="1"/>
  <p:tag name="KSO_WM_UNIT_USESOURCEFORMAT_APPLY" val="1"/>
</p:tagLst>
</file>

<file path=ppt/tags/tag240.xml><?xml version="1.0" encoding="utf-8"?>
<p:tagLst xmlns:p="http://schemas.openxmlformats.org/presentationml/2006/main">
  <p:tag name="KSO_WM_UNIT_ISCONTENTSTITLE" val="1"/>
  <p:tag name="KSO_WM_UNIT_ISNUMDGMTITLE" val="0"/>
  <p:tag name="KSO_WM_UNIT_NOCLEAR" val="0"/>
  <p:tag name="KSO_WM_UNIT_VALUE" val="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20204973_4*a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PRESET_TEXT" val="目录"/>
  <p:tag name="KSO_WM_UNIT_TEXT_FILL_FORE_SCHEMECOLOR_INDEX" val="13"/>
  <p:tag name="KSO_WM_UNIT_TEXT_FILL_TYPE" val="1"/>
  <p:tag name="KSO_WM_UNIT_USESOURCEFORMAT_APPLY" val="1"/>
</p:tagLst>
</file>

<file path=ppt/tags/tag241.xml><?xml version="1.0" encoding="utf-8"?>
<p:tagLst xmlns:p="http://schemas.openxmlformats.org/presentationml/2006/main">
  <p:tag name="KSO_WM_UNIT_ISCONTENTSTITLE" val="1"/>
  <p:tag name="KSO_WM_UNIT_ISNUMDGMTITLE" val="0"/>
  <p:tag name="KSO_WM_UNIT_NOCLEAR" val="0"/>
  <p:tag name="KSO_WM_UNIT_VALUE" val="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20204973_4*a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PRESET_TEXT" val="目录"/>
  <p:tag name="KSO_WM_UNIT_TEXT_FILL_FORE_SCHEMECOLOR_INDEX" val="13"/>
  <p:tag name="KSO_WM_UNIT_TEXT_FILL_TYPE" val="1"/>
  <p:tag name="KSO_WM_UNIT_USESOURCEFORMAT_APPLY" val="1"/>
</p:tagLst>
</file>

<file path=ppt/tags/tag242.xml><?xml version="1.0" encoding="utf-8"?>
<p:tagLst xmlns:p="http://schemas.openxmlformats.org/presentationml/2006/main">
  <p:tag name="KSO_WM_BEAUTIFY_FLAG" val="#wm#"/>
  <p:tag name="KSO_WM_TEMPLATE_CATEGORY" val="custom"/>
  <p:tag name="KSO_WM_TEMPLATE_INDEX" val="20204973"/>
  <p:tag name="KSO_WM_SLIDE_ID" val="custom20204973_4"/>
  <p:tag name="KSO_WM_TEMPLATE_SUBCATEGORY" val="0"/>
  <p:tag name="KSO_WM_TEMPLATE_MASTER_TYPE" val="1"/>
  <p:tag name="KSO_WM_TEMPLATE_COLOR_TYPE" val="1"/>
  <p:tag name="KSO_WM_SLIDE_ITEM_CNT" val="4"/>
  <p:tag name="KSO_WM_SLIDE_INDEX" val="4"/>
  <p:tag name="KSO_WM_DIAGRAM_GROUP_CODE" val="l1-1"/>
  <p:tag name="KSO_WM_SLIDE_DIAGTYPE" val="l"/>
  <p:tag name="KSO_WM_TAG_VERSION" val="1.0"/>
  <p:tag name="KSO_WM_SLIDE_LAYOUT" val="a_b_l"/>
  <p:tag name="KSO_WM_SLIDE_LAYOUT_CNT" val="1_1_1"/>
  <p:tag name="KSO_WM_SLIDE_TYPE" val="contents"/>
  <p:tag name="KSO_WM_SLIDE_SUBTYPE" val="diag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9"/>
  <p:tag name="KSO_WM_UNIT_ID" val="custom20204973_4*i*9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USESOURCEFORMAT_APPLY" val="1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0"/>
  <p:tag name="KSO_WM_UNIT_ID" val="custom20204973_4*i*10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1"/>
  <p:tag name="KSO_WM_UNIT_ID" val="custom20204973_4*i*1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2"/>
  <p:tag name="KSO_WM_UNIT_ID" val="custom20204973_4*i*12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3"/>
  <p:tag name="KSO_WM_UNIT_ID" val="custom20204973_4*i*13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LINE_FORE_SCHEMECOLOR_INDEX" val="5"/>
  <p:tag name="KSO_WM_UNIT_LINE_FILL_TYPE" val="2"/>
  <p:tag name="KSO_WM_UNIT_USESOURCEFORMAT_APPLY" val="1"/>
</p:tagLst>
</file>

<file path=ppt/tags/tag248.xml><?xml version="1.0" encoding="utf-8"?>
<p:tagLst xmlns:p="http://schemas.openxmlformats.org/presentationml/2006/main">
  <p:tag name="KSO_WM_UNIT_ISCONTENTSTITLE" val="1"/>
  <p:tag name="KSO_WM_UNIT_ISNUMDGMTITLE" val="0"/>
  <p:tag name="KSO_WM_UNIT_NOCLEAR" val="0"/>
  <p:tag name="KSO_WM_UNIT_VALUE" val="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20204973_4*a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PRESET_TEXT" val="目录"/>
  <p:tag name="KSO_WM_UNIT_TEXT_FILL_FORE_SCHEMECOLOR_INDEX" val="13"/>
  <p:tag name="KSO_WM_UNIT_TEXT_FILL_TYPE" val="1"/>
  <p:tag name="KSO_WM_UNIT_USESOURCEFORMAT_APPLY" val="1"/>
</p:tagLst>
</file>

<file path=ppt/tags/tag249.xml><?xml version="1.0" encoding="utf-8"?>
<p:tagLst xmlns:p="http://schemas.openxmlformats.org/presentationml/2006/main">
  <p:tag name="KSO_WM_UNIT_ISCONTENTSTITLE" val="1"/>
  <p:tag name="KSO_WM_UNIT_ISNUMDGMTITLE" val="0"/>
  <p:tag name="KSO_WM_UNIT_NOCLEAR" val="0"/>
  <p:tag name="KSO_WM_UNIT_VALUE" val="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20204973_4*a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PRESET_TEXT" val="目录"/>
  <p:tag name="KSO_WM_UNIT_TEXT_FILL_FORE_SCHEMECOLOR_INDEX" val="13"/>
  <p:tag name="KSO_WM_UNIT_TEXT_FILL_TYPE" val="1"/>
  <p:tag name="KSO_WM_UNIT_USESOURCEFORMAT_APPLY" val="1"/>
</p:tagLst>
</file>

<file path=ppt/tags/tag250.xml><?xml version="1.0" encoding="utf-8"?>
<p:tagLst xmlns:p="http://schemas.openxmlformats.org/presentationml/2006/main">
  <p:tag name="KSO_WM_BEAUTIFY_FLAG" val="#wm#"/>
  <p:tag name="KSO_WM_TEMPLATE_CATEGORY" val="custom"/>
  <p:tag name="KSO_WM_TEMPLATE_INDEX" val="20204973"/>
  <p:tag name="KSO_WM_SLIDE_ID" val="custom20204973_4"/>
  <p:tag name="KSO_WM_TEMPLATE_SUBCATEGORY" val="0"/>
  <p:tag name="KSO_WM_TEMPLATE_MASTER_TYPE" val="1"/>
  <p:tag name="KSO_WM_TEMPLATE_COLOR_TYPE" val="1"/>
  <p:tag name="KSO_WM_SLIDE_ITEM_CNT" val="4"/>
  <p:tag name="KSO_WM_SLIDE_INDEX" val="4"/>
  <p:tag name="KSO_WM_DIAGRAM_GROUP_CODE" val="l1-1"/>
  <p:tag name="KSO_WM_SLIDE_DIAGTYPE" val="l"/>
  <p:tag name="KSO_WM_TAG_VERSION" val="1.0"/>
  <p:tag name="KSO_WM_SLIDE_LAYOUT" val="a_b_l"/>
  <p:tag name="KSO_WM_SLIDE_LAYOUT_CNT" val="1_1_1"/>
  <p:tag name="KSO_WM_SLIDE_TYPE" val="contents"/>
  <p:tag name="KSO_WM_SLIDE_SUBTYPE" val="diag"/>
</p:tagLst>
</file>

<file path=ppt/tags/tag251.xml><?xml version="1.0" encoding="utf-8"?>
<p:tagLst xmlns:p="http://schemas.openxmlformats.org/presentationml/2006/main">
  <p:tag name="KSO_WM_BEAUTIFY_FLAG" val="#wm#"/>
  <p:tag name="KSO_WM_TEMPLATE_CATEGORY" val="custom"/>
  <p:tag name="KSO_WM_TEMPLATE_INDEX" val="20204973"/>
  <p:tag name="KSO_WM_SLIDE_ID" val="custom20204973_1"/>
  <p:tag name="KSO_WM_TEMPLATE_SUBCATEGORY" val="0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SLIDE_LAYOUT" val="a_b"/>
  <p:tag name="KSO_WM_SLIDE_LAYOUT_CNT" val="1_1"/>
  <p:tag name="KSO_WM_TEMPLATE_THUMBS_INDEX" val="1、4、7、10、13、15、17、18、19、20、22"/>
  <p:tag name="KSO_WM_TEMPLATE_MASTER_THUMB_INDEX" val="12"/>
  <p:tag name="KSO_WM_SPECIAL_SOURCE" val="bdnull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9"/>
  <p:tag name="KSO_WM_UNIT_ID" val="custom20204973_4*i*9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USESOURCEFORMAT_APPLY" val="1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0"/>
  <p:tag name="KSO_WM_UNIT_ID" val="custom20204973_4*i*10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1"/>
  <p:tag name="KSO_WM_UNIT_ID" val="custom20204973_4*i*1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2"/>
  <p:tag name="KSO_WM_UNIT_ID" val="custom20204973_4*i*12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3"/>
  <p:tag name="KSO_WM_UNIT_ID" val="custom20204973_4*i*13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LINE_FORE_SCHEMECOLOR_INDEX" val="5"/>
  <p:tag name="KSO_WM_UNIT_LINE_FILL_TYPE" val="2"/>
  <p:tag name="KSO_WM_UNIT_USESOURCEFORMAT_APPLY" val="1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i*1_1_1"/>
  <p:tag name="KSO_WM_UNIT_TEXT_FILL_FORE_SCHEMECOLOR_INDEX" val="5"/>
  <p:tag name="KSO_WM_UNIT_TEXT_FILL_TYPE" val="1"/>
  <p:tag name="KSO_WM_UNIT_USESOURCEFORMAT_APPLY" val="1"/>
</p:tagLst>
</file>

<file path=ppt/tags/tag258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1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2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i*1_2_1"/>
  <p:tag name="KSO_WM_UNIT_TEXT_FILL_FORE_SCHEMECOLOR_INDEX" val="5"/>
  <p:tag name="KSO_WM_UNIT_TEXT_FILL_TYPE" val="1"/>
  <p:tag name="KSO_WM_UNIT_USESOURCEFORMAT_APPLY" val="1"/>
</p:tagLst>
</file>

<file path=ppt/tags/tag260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2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i*1_3_1"/>
  <p:tag name="KSO_WM_UNIT_TEXT_FILL_FORE_SCHEMECOLOR_INDEX" val="5"/>
  <p:tag name="KSO_WM_UNIT_TEXT_FILL_TYPE" val="1"/>
  <p:tag name="KSO_WM_UNIT_USESOURCEFORMAT_APPLY" val="1"/>
</p:tagLst>
</file>

<file path=ppt/tags/tag262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3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263.xml><?xml version="1.0" encoding="utf-8"?>
<p:tagLst xmlns:p="http://schemas.openxmlformats.org/presentationml/2006/main">
  <p:tag name="KSO_WM_UNIT_ISCONTENTSTITLE" val="1"/>
  <p:tag name="KSO_WM_UNIT_ISNUMDGMTITLE" val="0"/>
  <p:tag name="KSO_WM_UNIT_NOCLEAR" val="0"/>
  <p:tag name="KSO_WM_UNIT_VALUE" val="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20204973_4*a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PRESET_TEXT" val="目录"/>
  <p:tag name="KSO_WM_UNIT_TEXT_FILL_FORE_SCHEMECOLOR_INDEX" val="13"/>
  <p:tag name="KSO_WM_UNIT_TEXT_FILL_TYPE" val="1"/>
  <p:tag name="KSO_WM_UNIT_USESOURCEFORMAT_APPLY" val="1"/>
</p:tagLst>
</file>

<file path=ppt/tags/tag264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2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265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2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266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3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267.xml><?xml version="1.0" encoding="utf-8"?>
<p:tagLst xmlns:p="http://schemas.openxmlformats.org/presentationml/2006/main">
  <p:tag name="KSO_WM_BEAUTIFY_FLAG" val="#wm#"/>
  <p:tag name="KSO_WM_TEMPLATE_CATEGORY" val="custom"/>
  <p:tag name="KSO_WM_TEMPLATE_INDEX" val="20204973"/>
  <p:tag name="KSO_WM_SLIDE_ID" val="custom20204973_4"/>
  <p:tag name="KSO_WM_TEMPLATE_SUBCATEGORY" val="0"/>
  <p:tag name="KSO_WM_TEMPLATE_MASTER_TYPE" val="1"/>
  <p:tag name="KSO_WM_TEMPLATE_COLOR_TYPE" val="1"/>
  <p:tag name="KSO_WM_SLIDE_ITEM_CNT" val="4"/>
  <p:tag name="KSO_WM_SLIDE_INDEX" val="4"/>
  <p:tag name="KSO_WM_DIAGRAM_GROUP_CODE" val="l1-1"/>
  <p:tag name="KSO_WM_SLIDE_DIAGTYPE" val="l"/>
  <p:tag name="KSO_WM_TAG_VERSION" val="1.0"/>
  <p:tag name="KSO_WM_SLIDE_LAYOUT" val="a_b_l"/>
  <p:tag name="KSO_WM_SLIDE_LAYOUT_CNT" val="1_1_1"/>
  <p:tag name="KSO_WM_SLIDE_TYPE" val="contents"/>
  <p:tag name="KSO_WM_SLIDE_SUBTYPE" val="diag"/>
  <p:tag name="KSO_WM_SPECIAL_SOURCE" val="bdnull"/>
</p:tagLst>
</file>

<file path=ppt/tags/tag268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04973_7*e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</p:tagLst>
</file>

<file path=ppt/tags/tag2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4973_7*i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2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4973_7*b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VALUE" val="69"/>
  <p:tag name="KSO_WM_UNIT_TYPE" val="b"/>
  <p:tag name="KSO_WM_UNIT_INDEX" val="1"/>
  <p:tag name="KSO_WM_UNIT_PRESET_TEXT" val="单击此处添加文本具体内容"/>
</p:tagLst>
</file>

<file path=ppt/tags/tag271.xml><?xml version="1.0" encoding="utf-8"?>
<p:tagLst xmlns:p="http://schemas.openxmlformats.org/presentationml/2006/main">
  <p:tag name="KSO_WM_BEAUTIFY_FLAG" val="#wm#"/>
  <p:tag name="KSO_WM_TEMPLATE_CATEGORY" val="custom"/>
  <p:tag name="KSO_WM_TEMPLATE_INDEX" val="20204973"/>
  <p:tag name="KSO_WM_SLIDE_ID" val="custom20204973_7"/>
  <p:tag name="KSO_WM_TEMPLATE_SUBCATEGORY" val="0"/>
  <p:tag name="KSO_WM_TEMPLATE_MASTER_TYPE" val="1"/>
  <p:tag name="KSO_WM_TEMPLATE_COLOR_TYPE" val="1"/>
  <p:tag name="KSO_WM_SLIDE_ITEM_CNT" val="0"/>
  <p:tag name="KSO_WM_SLIDE_INDEX" val="7"/>
  <p:tag name="KSO_WM_TAG_VERSION" val="1.0"/>
  <p:tag name="KSO_WM_SLIDE_TYPE" val="sectionTitle"/>
  <p:tag name="KSO_WM_SLIDE_SUBTYPE" val="pureTxt"/>
  <p:tag name="KSO_WM_SLIDE_LAYOUT" val="a_b_e"/>
  <p:tag name="KSO_WM_SLIDE_LAYOUT_CNT" val="1_1_1"/>
  <p:tag name="KSO_WM_SPECIAL_SOURCE" val="bdnull"/>
</p:tagLst>
</file>

<file path=ppt/tags/tag272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04973_7*e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</p:tagLst>
</file>

<file path=ppt/tags/tag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4973_7*i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4973_7*b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VALUE" val="69"/>
  <p:tag name="KSO_WM_UNIT_TYPE" val="b"/>
  <p:tag name="KSO_WM_UNIT_INDEX" val="1"/>
  <p:tag name="KSO_WM_UNIT_PRESET_TEXT" val="单击此处添加文本具体内容"/>
</p:tagLst>
</file>

<file path=ppt/tags/tag275.xml><?xml version="1.0" encoding="utf-8"?>
<p:tagLst xmlns:p="http://schemas.openxmlformats.org/presentationml/2006/main">
  <p:tag name="KSO_WM_BEAUTIFY_FLAG" val="#wm#"/>
  <p:tag name="KSO_WM_TEMPLATE_CATEGORY" val="custom"/>
  <p:tag name="KSO_WM_TEMPLATE_INDEX" val="20204973"/>
  <p:tag name="KSO_WM_SLIDE_ID" val="custom20204973_7"/>
  <p:tag name="KSO_WM_TEMPLATE_SUBCATEGORY" val="0"/>
  <p:tag name="KSO_WM_TEMPLATE_MASTER_TYPE" val="1"/>
  <p:tag name="KSO_WM_TEMPLATE_COLOR_TYPE" val="1"/>
  <p:tag name="KSO_WM_SLIDE_ITEM_CNT" val="0"/>
  <p:tag name="KSO_WM_SLIDE_INDEX" val="7"/>
  <p:tag name="KSO_WM_TAG_VERSION" val="1.0"/>
  <p:tag name="KSO_WM_SLIDE_TYPE" val="sectionTitle"/>
  <p:tag name="KSO_WM_SLIDE_SUBTYPE" val="pureTxt"/>
  <p:tag name="KSO_WM_SLIDE_LAYOUT" val="a_b_e"/>
  <p:tag name="KSO_WM_SLIDE_LAYOUT_CNT" val="1_1_1"/>
  <p:tag name="KSO_WM_SPECIAL_SOURCE" val="bdnull"/>
</p:tagLst>
</file>

<file path=ppt/tags/tag276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4973_7*b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VALUE" val="69"/>
  <p:tag name="KSO_WM_UNIT_TYPE" val="b"/>
  <p:tag name="KSO_WM_UNIT_INDEX" val="1"/>
  <p:tag name="KSO_WM_UNIT_PRESET_TEXT" val="单击此处添加文本具体内容"/>
</p:tagLst>
</file>

<file path=ppt/tags/tag278.xml><?xml version="1.0" encoding="utf-8"?>
<p:tagLst xmlns:p="http://schemas.openxmlformats.org/presentationml/2006/main">
  <p:tag name="KSO_WM_BEAUTIFY_FLAG" val="#wm#"/>
  <p:tag name="KSO_WM_TEMPLATE_CATEGORY" val="custom"/>
  <p:tag name="KSO_WM_TEMPLATE_INDEX" val="20204973"/>
  <p:tag name="KSO_WM_SLIDE_ID" val="custom20204973_7"/>
  <p:tag name="KSO_WM_TEMPLATE_SUBCATEGORY" val="0"/>
  <p:tag name="KSO_WM_TEMPLATE_MASTER_TYPE" val="1"/>
  <p:tag name="KSO_WM_TEMPLATE_COLOR_TYPE" val="1"/>
  <p:tag name="KSO_WM_SLIDE_ITEM_CNT" val="0"/>
  <p:tag name="KSO_WM_SLIDE_INDEX" val="7"/>
  <p:tag name="KSO_WM_TAG_VERSION" val="1.0"/>
  <p:tag name="KSO_WM_SLIDE_TYPE" val="sectionTitle"/>
  <p:tag name="KSO_WM_SLIDE_SUBTYPE" val="pureTxt"/>
  <p:tag name="KSO_WM_SLIDE_LAYOUT" val="a_b_e"/>
  <p:tag name="KSO_WM_SLIDE_LAYOUT_CNT" val="1_1_1"/>
  <p:tag name="KSO_WM_SPECIAL_SOURCE" val="bdnull"/>
</p:tagLst>
</file>

<file path=ppt/tags/tag279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80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81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82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83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84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85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04973_7*e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4973_7*i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2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4973_7*b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VALUE" val="69"/>
  <p:tag name="KSO_WM_UNIT_TYPE" val="b"/>
  <p:tag name="KSO_WM_UNIT_INDEX" val="1"/>
  <p:tag name="KSO_WM_UNIT_PRESET_TEXT" val="单击此处添加文本具体内容"/>
</p:tagLst>
</file>

<file path=ppt/tags/tag288.xml><?xml version="1.0" encoding="utf-8"?>
<p:tagLst xmlns:p="http://schemas.openxmlformats.org/presentationml/2006/main">
  <p:tag name="KSO_WM_BEAUTIFY_FLAG" val="#wm#"/>
  <p:tag name="KSO_WM_TEMPLATE_CATEGORY" val="custom"/>
  <p:tag name="KSO_WM_TEMPLATE_INDEX" val="20204973"/>
  <p:tag name="KSO_WM_SLIDE_ID" val="custom20204973_7"/>
  <p:tag name="KSO_WM_TEMPLATE_SUBCATEGORY" val="0"/>
  <p:tag name="KSO_WM_TEMPLATE_MASTER_TYPE" val="1"/>
  <p:tag name="KSO_WM_TEMPLATE_COLOR_TYPE" val="1"/>
  <p:tag name="KSO_WM_SLIDE_ITEM_CNT" val="0"/>
  <p:tag name="KSO_WM_SLIDE_INDEX" val="7"/>
  <p:tag name="KSO_WM_TAG_VERSION" val="1.0"/>
  <p:tag name="KSO_WM_SLIDE_TYPE" val="sectionTitle"/>
  <p:tag name="KSO_WM_SLIDE_SUBTYPE" val="pureTxt"/>
  <p:tag name="KSO_WM_SLIDE_LAYOUT" val="a_b_e"/>
  <p:tag name="KSO_WM_SLIDE_LAYOUT_CNT" val="1_1_1"/>
  <p:tag name="KSO_WM_SPECIAL_SOURCE" val="bdnull"/>
</p:tagLst>
</file>

<file path=ppt/tags/tag289.xml><?xml version="1.0" encoding="utf-8"?>
<p:tagLst xmlns:p="http://schemas.openxmlformats.org/presentationml/2006/main">
  <p:tag name="KSO_WM_BEAUTIFY_FLAG" val=""/>
</p:tagLst>
</file>

<file path=ppt/tags/tag290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91.xml><?xml version="1.0" encoding="utf-8"?>
<p:tagLst xmlns:p="http://schemas.openxmlformats.org/presentationml/2006/main">
  <p:tag name="KSO_WM_BEAUTIFY_FLAG" val=""/>
</p:tagLst>
</file>

<file path=ppt/tags/tag292.xml><?xml version="1.0" encoding="utf-8"?>
<p:tagLst xmlns:p="http://schemas.openxmlformats.org/presentationml/2006/main">
  <p:tag name="KSO_WM_BEAUTIFY_FLAG" val=""/>
</p:tagLst>
</file>

<file path=ppt/tags/tag293.xml><?xml version="1.0" encoding="utf-8"?>
<p:tagLst xmlns:p="http://schemas.openxmlformats.org/presentationml/2006/main">
  <p:tag name="KSO_WM_BEAUTIFY_FLAG" val=""/>
</p:tagLst>
</file>

<file path=ppt/tags/tag294.xml><?xml version="1.0" encoding="utf-8"?>
<p:tagLst xmlns:p="http://schemas.openxmlformats.org/presentationml/2006/main">
  <p:tag name="KSO_WM_BEAUTIFY_FLAG" val=""/>
</p:tagLst>
</file>

<file path=ppt/tags/tag295.xml><?xml version="1.0" encoding="utf-8"?>
<p:tagLst xmlns:p="http://schemas.openxmlformats.org/presentationml/2006/main">
  <p:tag name="KSO_WM_BEAUTIFY_FLAG" val=""/>
</p:tagLst>
</file>

<file path=ppt/tags/tag296.xml><?xml version="1.0" encoding="utf-8"?>
<p:tagLst xmlns:p="http://schemas.openxmlformats.org/presentationml/2006/main">
  <p:tag name="KSO_WM_BEAUTIFY_FLAG" val=""/>
</p:tagLst>
</file>

<file path=ppt/tags/tag297.xml><?xml version="1.0" encoding="utf-8"?>
<p:tagLst xmlns:p="http://schemas.openxmlformats.org/presentationml/2006/main">
  <p:tag name="KSO_WM_BEAUTIFY_FLAG" val=""/>
</p:tagLst>
</file>

<file path=ppt/tags/tag298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99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300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04973_7*e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</p:tagLst>
</file>

<file path=ppt/tags/tag3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4973_7*i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3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4973_7*b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VALUE" val="69"/>
  <p:tag name="KSO_WM_UNIT_TYPE" val="b"/>
  <p:tag name="KSO_WM_UNIT_INDEX" val="1"/>
  <p:tag name="KSO_WM_UNIT_PRESET_TEXT" val="单击此处添加文本具体内容"/>
</p:tagLst>
</file>

<file path=ppt/tags/tag303.xml><?xml version="1.0" encoding="utf-8"?>
<p:tagLst xmlns:p="http://schemas.openxmlformats.org/presentationml/2006/main">
  <p:tag name="KSO_WM_BEAUTIFY_FLAG" val="#wm#"/>
  <p:tag name="KSO_WM_TEMPLATE_CATEGORY" val="custom"/>
  <p:tag name="KSO_WM_TEMPLATE_INDEX" val="20204973"/>
  <p:tag name="KSO_WM_SLIDE_ID" val="custom20204973_7"/>
  <p:tag name="KSO_WM_TEMPLATE_SUBCATEGORY" val="0"/>
  <p:tag name="KSO_WM_TEMPLATE_MASTER_TYPE" val="1"/>
  <p:tag name="KSO_WM_TEMPLATE_COLOR_TYPE" val="1"/>
  <p:tag name="KSO_WM_SLIDE_ITEM_CNT" val="0"/>
  <p:tag name="KSO_WM_SLIDE_INDEX" val="7"/>
  <p:tag name="KSO_WM_TAG_VERSION" val="1.0"/>
  <p:tag name="KSO_WM_SLIDE_TYPE" val="sectionTitle"/>
  <p:tag name="KSO_WM_SLIDE_SUBTYPE" val="pureTxt"/>
  <p:tag name="KSO_WM_SLIDE_LAYOUT" val="a_b_e"/>
  <p:tag name="KSO_WM_SLIDE_LAYOUT_CNT" val="1_1_1"/>
  <p:tag name="KSO_WM_SPECIAL_SOURCE" val="bdnull"/>
</p:tagLst>
</file>

<file path=ppt/tags/tag3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4973_7*b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VALUE" val="69"/>
  <p:tag name="KSO_WM_UNIT_TYPE" val="b"/>
  <p:tag name="KSO_WM_UNIT_INDEX" val="1"/>
  <p:tag name="KSO_WM_UNIT_PRESET_TEXT" val="单击此处添加文本具体内容"/>
</p:tagLst>
</file>

<file path=ppt/tags/tag305.xml><?xml version="1.0" encoding="utf-8"?>
<p:tagLst xmlns:p="http://schemas.openxmlformats.org/presentationml/2006/main">
  <p:tag name="KSO_WM_BEAUTIFY_FLAG" val="#wm#"/>
  <p:tag name="KSO_WM_TEMPLATE_CATEGORY" val="custom"/>
  <p:tag name="KSO_WM_TEMPLATE_INDEX" val="20204973"/>
  <p:tag name="KSO_WM_SLIDE_ID" val="custom20204973_7"/>
  <p:tag name="KSO_WM_TEMPLATE_SUBCATEGORY" val="0"/>
  <p:tag name="KSO_WM_TEMPLATE_MASTER_TYPE" val="1"/>
  <p:tag name="KSO_WM_TEMPLATE_COLOR_TYPE" val="1"/>
  <p:tag name="KSO_WM_SLIDE_ITEM_CNT" val="0"/>
  <p:tag name="KSO_WM_SLIDE_INDEX" val="7"/>
  <p:tag name="KSO_WM_TAG_VERSION" val="1.0"/>
  <p:tag name="KSO_WM_SLIDE_TYPE" val="sectionTitle"/>
  <p:tag name="KSO_WM_SLIDE_SUBTYPE" val="pureTxt"/>
  <p:tag name="KSO_WM_SLIDE_LAYOUT" val="a_b_e"/>
  <p:tag name="KSO_WM_SLIDE_LAYOUT_CNT" val="1_1_1"/>
  <p:tag name="KSO_WM_SPECIAL_SOURCE" val="bdnull"/>
</p:tagLst>
</file>

<file path=ppt/tags/tag306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3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4973_7*b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VALUE" val="69"/>
  <p:tag name="KSO_WM_UNIT_TYPE" val="b"/>
  <p:tag name="KSO_WM_UNIT_INDEX" val="1"/>
  <p:tag name="KSO_WM_UNIT_PRESET_TEXT" val="单击此处添加文本具体内容"/>
</p:tagLst>
</file>

<file path=ppt/tags/tag308.xml><?xml version="1.0" encoding="utf-8"?>
<p:tagLst xmlns:p="http://schemas.openxmlformats.org/presentationml/2006/main">
  <p:tag name="KSO_WM_BEAUTIFY_FLAG" val="#wm#"/>
  <p:tag name="KSO_WM_TEMPLATE_CATEGORY" val="custom"/>
  <p:tag name="KSO_WM_TEMPLATE_INDEX" val="20204973"/>
  <p:tag name="KSO_WM_SLIDE_ID" val="custom20204973_7"/>
  <p:tag name="KSO_WM_TEMPLATE_SUBCATEGORY" val="0"/>
  <p:tag name="KSO_WM_TEMPLATE_MASTER_TYPE" val="1"/>
  <p:tag name="KSO_WM_TEMPLATE_COLOR_TYPE" val="1"/>
  <p:tag name="KSO_WM_SLIDE_ITEM_CNT" val="0"/>
  <p:tag name="KSO_WM_SLIDE_INDEX" val="7"/>
  <p:tag name="KSO_WM_TAG_VERSION" val="1.0"/>
  <p:tag name="KSO_WM_SLIDE_TYPE" val="sectionTitle"/>
  <p:tag name="KSO_WM_SLIDE_SUBTYPE" val="pureTxt"/>
  <p:tag name="KSO_WM_SLIDE_LAYOUT" val="a_b_e"/>
  <p:tag name="KSO_WM_SLIDE_LAYOUT_CNT" val="1_1_1"/>
  <p:tag name="KSO_WM_SPECIAL_SOURCE" val="bdnull"/>
</p:tagLst>
</file>

<file path=ppt/tags/tag309.xml><?xml version="1.0" encoding="utf-8"?>
<p:tagLst xmlns:p="http://schemas.openxmlformats.org/presentationml/2006/main">
  <p:tag name="KSO_WM_UNIT_PLACING_PICTURE_USER_VIEWPORT" val="{&quot;height&quot;:1239.5322834645669,&quot;width&quot;:2105.1732283464567}"/>
</p:tagLst>
</file>

<file path=ppt/tags/tag310.xml><?xml version="1.0" encoding="utf-8"?>
<p:tagLst xmlns:p="http://schemas.openxmlformats.org/presentationml/2006/main">
  <p:tag name="KSO_WM_UNIT_PLACING_PICTURE_USER_VIEWPORT" val="{&quot;height&quot;:1239.5322834645669,&quot;width&quot;:2064.5322834645667}"/>
</p:tagLst>
</file>

<file path=ppt/tags/tag311.xml><?xml version="1.0" encoding="utf-8"?>
<p:tagLst xmlns:p="http://schemas.openxmlformats.org/presentationml/2006/main">
  <p:tag name="KSO_WM_UNIT_PLACING_PICTURE_USER_VIEWPORT" val="{&quot;height&quot;:1237.4992125984252,&quot;width&quot;:2105.171653543307}"/>
</p:tagLst>
</file>

<file path=ppt/tags/tag312.xml><?xml version="1.0" encoding="utf-8"?>
<p:tagLst xmlns:p="http://schemas.openxmlformats.org/presentationml/2006/main">
  <p:tag name="KSO_WM_UNIT_PLACING_PICTURE_USER_VIEWPORT" val="{&quot;height&quot;:445.01259842519687,&quot;width&quot;:412.49921259842517}"/>
</p:tagLst>
</file>

<file path=ppt/tags/tag313.xml><?xml version="1.0" encoding="utf-8"?>
<p:tagLst xmlns:p="http://schemas.openxmlformats.org/presentationml/2006/main">
  <p:tag name="KSO_WM_UNIT_PLACING_PICTURE_USER_VIEWPORT" val="{&quot;height&quot;:396.24409448818898,&quot;width&quot;:412.49921259842517}"/>
</p:tagLst>
</file>

<file path=ppt/tags/tag314.xml><?xml version="1.0" encoding="utf-8"?>
<p:tagLst xmlns:p="http://schemas.openxmlformats.org/presentationml/2006/main">
  <p:tag name="KSO_WM_UNIT_PLACING_PICTURE_USER_VIEWPORT" val="{&quot;height&quot;:396.24409448818898,&quot;width&quot;:412.49921259842517}"/>
</p:tagLst>
</file>

<file path=ppt/tags/tag315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316.xml><?xml version="1.0" encoding="utf-8"?>
<p:tagLst xmlns:p="http://schemas.openxmlformats.org/presentationml/2006/main">
  <p:tag name="KSO_WM_BEAUTIFY_FLAG" val=""/>
</p:tagLst>
</file>

<file path=ppt/tags/tag317.xml><?xml version="1.0" encoding="utf-8"?>
<p:tagLst xmlns:p="http://schemas.openxmlformats.org/presentationml/2006/main">
  <p:tag name="KSO_WM_BEAUTIFY_FLAG" val=""/>
</p:tagLst>
</file>

<file path=ppt/tags/tag318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319.xml><?xml version="1.0" encoding="utf-8"?>
<p:tagLst xmlns:p="http://schemas.openxmlformats.org/presentationml/2006/main">
  <p:tag name="REFSHAPE" val="-1531952924"/>
</p:tagLst>
</file>

<file path=ppt/tags/tag320.xml><?xml version="1.0" encoding="utf-8"?>
<p:tagLst xmlns:p="http://schemas.openxmlformats.org/presentationml/2006/main">
  <p:tag name="REFSHAPE" val="-1531952924"/>
</p:tagLst>
</file>

<file path=ppt/tags/tag321.xml><?xml version="1.0" encoding="utf-8"?>
<p:tagLst xmlns:p="http://schemas.openxmlformats.org/presentationml/2006/main">
  <p:tag name="REFSHAPE" val="-1531952924"/>
</p:tagLst>
</file>

<file path=ppt/tags/tag322.xml><?xml version="1.0" encoding="utf-8"?>
<p:tagLst xmlns:p="http://schemas.openxmlformats.org/presentationml/2006/main">
  <p:tag name="REFSHAPE" val="-1531952924"/>
</p:tagLst>
</file>

<file path=ppt/tags/tag323.xml><?xml version="1.0" encoding="utf-8"?>
<p:tagLst xmlns:p="http://schemas.openxmlformats.org/presentationml/2006/main">
  <p:tag name="REFSHAPE" val="-1531952924"/>
</p:tagLst>
</file>

<file path=ppt/tags/tag324.xml><?xml version="1.0" encoding="utf-8"?>
<p:tagLst xmlns:p="http://schemas.openxmlformats.org/presentationml/2006/main">
  <p:tag name="REFSHAPE" val="-1531952924"/>
</p:tagLst>
</file>

<file path=ppt/tags/tag325.xml><?xml version="1.0" encoding="utf-8"?>
<p:tagLst xmlns:p="http://schemas.openxmlformats.org/presentationml/2006/main">
  <p:tag name="REFSHAPE" val="-1531952924"/>
</p:tagLst>
</file>

<file path=ppt/tags/tag326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327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328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329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330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331.xml><?xml version="1.0" encoding="utf-8"?>
<p:tagLst xmlns:p="http://schemas.openxmlformats.org/presentationml/2006/main">
  <p:tag name="REFSHAPE" val="-1674774700"/>
</p:tagLst>
</file>

<file path=ppt/tags/tag332.xml><?xml version="1.0" encoding="utf-8"?>
<p:tagLst xmlns:p="http://schemas.openxmlformats.org/presentationml/2006/main">
  <p:tag name="REFSHAPE" val="-1674775516"/>
</p:tagLst>
</file>

<file path=ppt/tags/tag333.xml><?xml version="1.0" encoding="utf-8"?>
<p:tagLst xmlns:p="http://schemas.openxmlformats.org/presentationml/2006/main">
  <p:tag name="REFSHAPE" val="-1674768308"/>
</p:tagLst>
</file>

<file path=ppt/tags/tag334.xml><?xml version="1.0" encoding="utf-8"?>
<p:tagLst xmlns:p="http://schemas.openxmlformats.org/presentationml/2006/main">
  <p:tag name="REFSHAPE" val="-1674767900"/>
</p:tagLst>
</file>

<file path=ppt/tags/tag335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3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9"/>
  <p:tag name="KSO_WM_UNIT_ID" val="custom20204973_4*i*9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USESOURCEFORMAT_APPLY" val="1"/>
</p:tagLst>
</file>

<file path=ppt/tags/tag3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0"/>
  <p:tag name="KSO_WM_UNIT_ID" val="custom20204973_4*i*10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1"/>
  <p:tag name="KSO_WM_UNIT_ID" val="custom20204973_4*i*1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2"/>
  <p:tag name="KSO_WM_UNIT_ID" val="custom20204973_4*i*12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3"/>
  <p:tag name="KSO_WM_UNIT_ID" val="custom20204973_4*i*13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LINE_FORE_SCHEMECOLOR_INDEX" val="5"/>
  <p:tag name="KSO_WM_UNIT_LINE_FILL_TYPE" val="2"/>
  <p:tag name="KSO_WM_UNIT_USESOURCEFORMAT_APPLY" val="1"/>
</p:tagLst>
</file>

<file path=ppt/tags/tag341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1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342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3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343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4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4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344.xml><?xml version="1.0" encoding="utf-8"?>
<p:tagLst xmlns:p="http://schemas.openxmlformats.org/presentationml/2006/main">
  <p:tag name="KSO_WM_UNIT_ISCONTENTSTITLE" val="1"/>
  <p:tag name="KSO_WM_UNIT_ISNUMDGMTITLE" val="0"/>
  <p:tag name="KSO_WM_UNIT_NOCLEAR" val="0"/>
  <p:tag name="KSO_WM_UNIT_VALUE" val="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20204973_4*a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PRESET_TEXT" val="目录"/>
  <p:tag name="KSO_WM_UNIT_TEXT_FILL_FORE_SCHEMECOLOR_INDEX" val="13"/>
  <p:tag name="KSO_WM_UNIT_TEXT_FILL_TYPE" val="1"/>
  <p:tag name="KSO_WM_UNIT_USESOURCEFORMAT_APPLY" val="1"/>
</p:tagLst>
</file>

<file path=ppt/tags/tag345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3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346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1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347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3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348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1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349.xml><?xml version="1.0" encoding="utf-8"?>
<p:tagLst xmlns:p="http://schemas.openxmlformats.org/presentationml/2006/main">
  <p:tag name="KSO_WM_BEAUTIFY_FLAG" val="#wm#"/>
  <p:tag name="KSO_WM_TEMPLATE_CATEGORY" val="custom"/>
  <p:tag name="KSO_WM_TEMPLATE_INDEX" val="20204973"/>
  <p:tag name="KSO_WM_SLIDE_ID" val="custom20204973_4"/>
  <p:tag name="KSO_WM_TEMPLATE_SUBCATEGORY" val="0"/>
  <p:tag name="KSO_WM_TEMPLATE_MASTER_TYPE" val="1"/>
  <p:tag name="KSO_WM_TEMPLATE_COLOR_TYPE" val="1"/>
  <p:tag name="KSO_WM_SLIDE_ITEM_CNT" val="4"/>
  <p:tag name="KSO_WM_SLIDE_INDEX" val="4"/>
  <p:tag name="KSO_WM_DIAGRAM_GROUP_CODE" val="l1-1"/>
  <p:tag name="KSO_WM_SLIDE_DIAGTYPE" val="l"/>
  <p:tag name="KSO_WM_TAG_VERSION" val="1.0"/>
  <p:tag name="KSO_WM_SLIDE_LAYOUT" val="a_b_l"/>
  <p:tag name="KSO_WM_SLIDE_LAYOUT_CNT" val="1_1_1"/>
  <p:tag name="KSO_WM_SLIDE_TYPE" val="contents"/>
  <p:tag name="KSO_WM_SLIDE_SUBTYPE" val="diag"/>
  <p:tag name="KSO_WM_SPECIAL_SOURCE" val="bdnull"/>
</p:tagLst>
</file>

<file path=ppt/tags/tag3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9"/>
  <p:tag name="KSO_WM_UNIT_ID" val="custom20204973_4*i*9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USESOURCEFORMAT_APPLY" val="1"/>
</p:tagLst>
</file>

<file path=ppt/tags/tag3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0"/>
  <p:tag name="KSO_WM_UNIT_ID" val="custom20204973_4*i*10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1"/>
  <p:tag name="KSO_WM_UNIT_ID" val="custom20204973_4*i*1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2"/>
  <p:tag name="KSO_WM_UNIT_ID" val="custom20204973_4*i*12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3"/>
  <p:tag name="KSO_WM_UNIT_ID" val="custom20204973_4*i*13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LINE_FORE_SCHEMECOLOR_INDEX" val="5"/>
  <p:tag name="KSO_WM_UNIT_LINE_FILL_TYPE" val="2"/>
  <p:tag name="KSO_WM_UNIT_USESOURCEFORMAT_APPLY" val="1"/>
</p:tagLst>
</file>

<file path=ppt/tags/tag355.xml><?xml version="1.0" encoding="utf-8"?>
<p:tagLst xmlns:p="http://schemas.openxmlformats.org/presentationml/2006/main">
  <p:tag name="KSO_WM_UNIT_ISCONTENTSTITLE" val="1"/>
  <p:tag name="KSO_WM_UNIT_ISNUMDGMTITLE" val="0"/>
  <p:tag name="KSO_WM_UNIT_NOCLEAR" val="0"/>
  <p:tag name="KSO_WM_UNIT_VALUE" val="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20204973_4*a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PRESET_TEXT" val="目录"/>
  <p:tag name="KSO_WM_UNIT_TEXT_FILL_FORE_SCHEMECOLOR_INDEX" val="13"/>
  <p:tag name="KSO_WM_UNIT_TEXT_FILL_TYPE" val="1"/>
  <p:tag name="KSO_WM_UNIT_USESOURCEFORMAT_APPLY" val="1"/>
</p:tagLst>
</file>

<file path=ppt/tags/tag356.xml><?xml version="1.0" encoding="utf-8"?>
<p:tagLst xmlns:p="http://schemas.openxmlformats.org/presentationml/2006/main">
  <p:tag name="KSO_WM_BEAUTIFY_FLAG" val="#wm#"/>
  <p:tag name="KSO_WM_TEMPLATE_CATEGORY" val="custom"/>
  <p:tag name="KSO_WM_TEMPLATE_INDEX" val="20204973"/>
  <p:tag name="KSO_WM_SLIDE_ID" val="custom20204973_4"/>
  <p:tag name="KSO_WM_TEMPLATE_SUBCATEGORY" val="0"/>
  <p:tag name="KSO_WM_TEMPLATE_MASTER_TYPE" val="1"/>
  <p:tag name="KSO_WM_TEMPLATE_COLOR_TYPE" val="1"/>
  <p:tag name="KSO_WM_SLIDE_ITEM_CNT" val="4"/>
  <p:tag name="KSO_WM_SLIDE_INDEX" val="4"/>
  <p:tag name="KSO_WM_DIAGRAM_GROUP_CODE" val="l1-1"/>
  <p:tag name="KSO_WM_SLIDE_DIAGTYPE" val="l"/>
  <p:tag name="KSO_WM_TAG_VERSION" val="1.0"/>
  <p:tag name="KSO_WM_SLIDE_LAYOUT" val="a_b_l"/>
  <p:tag name="KSO_WM_SLIDE_LAYOUT_CNT" val="1_1_1"/>
  <p:tag name="KSO_WM_SLIDE_TYPE" val="contents"/>
  <p:tag name="KSO_WM_SLIDE_SUBTYPE" val="diag"/>
  <p:tag name="KSO_WM_SPECIAL_SOURCE" val="bdnull"/>
</p:tagLst>
</file>

<file path=ppt/tags/tag357.xml><?xml version="1.0" encoding="utf-8"?>
<p:tagLst xmlns:p="http://schemas.openxmlformats.org/presentationml/2006/main">
  <p:tag name="KSO_WPP_MARK_KEY" val="74b0bddc-cc6d-4ed0-accc-7126e0a82e67"/>
  <p:tag name="COMMONDATA" val="eyJoZGlkIjoiZGVlMWU0ZDMwNTgzY2I5MzA3YTY2MzlkMjY5ZDc1ODMifQ=="/>
</p:tagLst>
</file>

<file path=ppt/theme/theme1.xml><?xml version="1.0" encoding="utf-8"?>
<a:theme xmlns:a="http://schemas.openxmlformats.org/drawingml/2006/main" name="2_Office 主题​​">
  <a:themeElements>
    <a:clrScheme name="2-12-26">
      <a:dk1>
        <a:sysClr val="windowText" lastClr="000000"/>
      </a:dk1>
      <a:lt1>
        <a:sysClr val="window" lastClr="FFFFFF"/>
      </a:lt1>
      <a:dk2>
        <a:srgbClr val="EAF4FD"/>
      </a:dk2>
      <a:lt2>
        <a:srgbClr val="FFFFFF"/>
      </a:lt2>
      <a:accent1>
        <a:srgbClr val="5BAAEB"/>
      </a:accent1>
      <a:accent2>
        <a:srgbClr val="5FB3EB"/>
      </a:accent2>
      <a:accent3>
        <a:srgbClr val="63BBEB"/>
      </a:accent3>
      <a:accent4>
        <a:srgbClr val="68C4EA"/>
      </a:accent4>
      <a:accent5>
        <a:srgbClr val="6CCCEA"/>
      </a:accent5>
      <a:accent6>
        <a:srgbClr val="70D5EA"/>
      </a:accent6>
      <a:hlink>
        <a:srgbClr val="658BD5"/>
      </a:hlink>
      <a:folHlink>
        <a:srgbClr val="A16AA5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0</TotalTime>
  <Words>2670</Words>
  <Application>WPS 演示</Application>
  <PresentationFormat>自定义</PresentationFormat>
  <Paragraphs>548</Paragraphs>
  <Slides>37</Slides>
  <Notes>0</Notes>
  <HiddenSlides>2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334</vt:i4>
      </vt:variant>
      <vt:variant>
        <vt:lpstr>幻灯片标题</vt:lpstr>
      </vt:variant>
      <vt:variant>
        <vt:i4>37</vt:i4>
      </vt:variant>
    </vt:vector>
  </HeadingPairs>
  <TitlesOfParts>
    <vt:vector size="388" baseType="lpstr">
      <vt:lpstr>Arial</vt:lpstr>
      <vt:lpstr>宋体</vt:lpstr>
      <vt:lpstr>Wingdings</vt:lpstr>
      <vt:lpstr>微软雅黑</vt:lpstr>
      <vt:lpstr>汉仪旗黑-85S</vt:lpstr>
      <vt:lpstr>黑体</vt:lpstr>
      <vt:lpstr>华文中宋</vt:lpstr>
      <vt:lpstr>Times New Roman</vt:lpstr>
      <vt:lpstr>Arial Unicode MS</vt:lpstr>
      <vt:lpstr>Calibri</vt:lpstr>
      <vt:lpstr>幼圆</vt:lpstr>
      <vt:lpstr>楷体_GB2312</vt:lpstr>
      <vt:lpstr>新宋体</vt:lpstr>
      <vt:lpstr>Cambria Math</vt:lpstr>
      <vt:lpstr>MS Mincho</vt:lpstr>
      <vt:lpstr>Segoe Print</vt:lpstr>
      <vt:lpstr>2_Office 主题​​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apple</dc:creator>
  <cp:lastModifiedBy>吴君</cp:lastModifiedBy>
  <cp:revision>306</cp:revision>
  <dcterms:created xsi:type="dcterms:W3CDTF">2018-03-03T11:57:00Z</dcterms:created>
  <dcterms:modified xsi:type="dcterms:W3CDTF">2025-04-17T13:03:49Z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ICV">
    <vt:lpwstr>D1A9C546FDA1415B9FBB839E6D2F13C5_12</vt:lpwstr>
  </property>
</Properties>
</file>