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0"/>
  </p:notesMasterIdLst>
  <p:sldIdLst>
    <p:sldId id="844" r:id="rId3"/>
    <p:sldId id="857" r:id="rId4"/>
    <p:sldId id="858" r:id="rId5"/>
    <p:sldId id="859" r:id="rId6"/>
    <p:sldId id="860" r:id="rId7"/>
    <p:sldId id="861" r:id="rId8"/>
    <p:sldId id="862" r:id="rId9"/>
  </p:sldIdLst>
  <p:sldSz cx="14389100" cy="9719945"/>
  <p:notesSz cx="6858000" cy="9144000"/>
  <p:custDataLst>
    <p:tags r:id="rId15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178" userDrawn="1">
          <p15:clr>
            <a:srgbClr val="A4A3A4"/>
          </p15:clr>
        </p15:guide>
        <p15:guide id="2" pos="4378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作者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BAAEB"/>
    <a:srgbClr val="66FF33"/>
    <a:srgbClr val="FF33CC"/>
    <a:srgbClr val="FFCC00"/>
    <a:srgbClr val="FFCC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29706" autoAdjust="0"/>
    <p:restoredTop sz="94414" autoAdjust="0"/>
  </p:normalViewPr>
  <p:slideViewPr>
    <p:cSldViewPr snapToGrid="0" showGuides="1">
      <p:cViewPr varScale="1">
        <p:scale>
          <a:sx n="55" d="100"/>
          <a:sy n="55" d="100"/>
        </p:scale>
        <p:origin x="-234" y="-96"/>
      </p:cViewPr>
      <p:guideLst>
        <p:guide orient="horz" pos="3178"/>
        <p:guide pos="437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5" Type="http://schemas.openxmlformats.org/officeDocument/2006/relationships/tags" Target="tags/tag241.xml"/><Relationship Id="rId14" Type="http://schemas.openxmlformats.org/officeDocument/2006/relationships/commentAuthors" Target="commentAuthors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4" Type="http://schemas.openxmlformats.org/officeDocument/2006/relationships/image" Target="../media/image33.wmf"/><Relationship Id="rId3" Type="http://schemas.openxmlformats.org/officeDocument/2006/relationships/image" Target="../media/image32.wmf"/><Relationship Id="rId2" Type="http://schemas.openxmlformats.org/officeDocument/2006/relationships/image" Target="../media/image31.wmf"/><Relationship Id="rId1" Type="http://schemas.openxmlformats.org/officeDocument/2006/relationships/image" Target="../media/image30.wmf"/></Relationships>
</file>

<file path=ppt/drawings/_rels/vmlDrawing2.vml.rels><?xml version="1.0" encoding="UTF-8" standalone="yes"?>
<Relationships xmlns="http://schemas.openxmlformats.org/package/2006/relationships"><Relationship Id="rId2" Type="http://schemas.openxmlformats.org/officeDocument/2006/relationships/image" Target="../media/image79.wmf"/><Relationship Id="rId1" Type="http://schemas.openxmlformats.org/officeDocument/2006/relationships/image" Target="../media/image7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09DF81B-7435-47FF-810F-104EA4E5F614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4714" y="1143000"/>
            <a:ext cx="4568571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5D60B-1BF6-4D2B-AF67-18B93172C662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9" Type="http://schemas.openxmlformats.org/officeDocument/2006/relationships/tags" Target="../tags/tag8.xml"/><Relationship Id="rId8" Type="http://schemas.openxmlformats.org/officeDocument/2006/relationships/tags" Target="../tags/tag7.xml"/><Relationship Id="rId7" Type="http://schemas.openxmlformats.org/officeDocument/2006/relationships/tags" Target="../tags/tag6.xml"/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1" Type="http://schemas.openxmlformats.org/officeDocument/2006/relationships/tags" Target="../tags/tag20.xml"/><Relationship Id="rId20" Type="http://schemas.openxmlformats.org/officeDocument/2006/relationships/tags" Target="../tags/tag19.xml"/><Relationship Id="rId2" Type="http://schemas.openxmlformats.org/officeDocument/2006/relationships/tags" Target="../tags/tag1.xml"/><Relationship Id="rId19" Type="http://schemas.openxmlformats.org/officeDocument/2006/relationships/tags" Target="../tags/tag18.xml"/><Relationship Id="rId18" Type="http://schemas.openxmlformats.org/officeDocument/2006/relationships/tags" Target="../tags/tag17.xml"/><Relationship Id="rId17" Type="http://schemas.openxmlformats.org/officeDocument/2006/relationships/tags" Target="../tags/tag16.xml"/><Relationship Id="rId16" Type="http://schemas.openxmlformats.org/officeDocument/2006/relationships/tags" Target="../tags/tag15.xml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tags" Target="../tags/tag10.xml"/><Relationship Id="rId10" Type="http://schemas.openxmlformats.org/officeDocument/2006/relationships/tags" Target="../tags/tag9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25.xml"/><Relationship Id="rId5" Type="http://schemas.openxmlformats.org/officeDocument/2006/relationships/tags" Target="../tags/tag24.xml"/><Relationship Id="rId4" Type="http://schemas.openxmlformats.org/officeDocument/2006/relationships/tags" Target="../tags/tag23.xml"/><Relationship Id="rId3" Type="http://schemas.openxmlformats.org/officeDocument/2006/relationships/tags" Target="../tags/tag22.xml"/><Relationship Id="rId2" Type="http://schemas.openxmlformats.org/officeDocument/2006/relationships/tags" Target="../tags/tag21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9" Type="http://schemas.openxmlformats.org/officeDocument/2006/relationships/tags" Target="../tags/tag33.xml"/><Relationship Id="rId8" Type="http://schemas.openxmlformats.org/officeDocument/2006/relationships/tags" Target="../tags/tag32.xml"/><Relationship Id="rId7" Type="http://schemas.openxmlformats.org/officeDocument/2006/relationships/tags" Target="../tags/tag31.xml"/><Relationship Id="rId6" Type="http://schemas.openxmlformats.org/officeDocument/2006/relationships/tags" Target="../tags/tag30.xml"/><Relationship Id="rId5" Type="http://schemas.openxmlformats.org/officeDocument/2006/relationships/tags" Target="../tags/tag29.xml"/><Relationship Id="rId4" Type="http://schemas.openxmlformats.org/officeDocument/2006/relationships/tags" Target="../tags/tag28.xml"/><Relationship Id="rId3" Type="http://schemas.openxmlformats.org/officeDocument/2006/relationships/tags" Target="../tags/tag27.xml"/><Relationship Id="rId25" Type="http://schemas.openxmlformats.org/officeDocument/2006/relationships/tags" Target="../tags/tag49.xml"/><Relationship Id="rId24" Type="http://schemas.openxmlformats.org/officeDocument/2006/relationships/tags" Target="../tags/tag48.xml"/><Relationship Id="rId23" Type="http://schemas.openxmlformats.org/officeDocument/2006/relationships/tags" Target="../tags/tag47.xml"/><Relationship Id="rId22" Type="http://schemas.openxmlformats.org/officeDocument/2006/relationships/tags" Target="../tags/tag46.xml"/><Relationship Id="rId21" Type="http://schemas.openxmlformats.org/officeDocument/2006/relationships/tags" Target="../tags/tag45.xml"/><Relationship Id="rId20" Type="http://schemas.openxmlformats.org/officeDocument/2006/relationships/tags" Target="../tags/tag44.xml"/><Relationship Id="rId2" Type="http://schemas.openxmlformats.org/officeDocument/2006/relationships/tags" Target="../tags/tag26.xml"/><Relationship Id="rId19" Type="http://schemas.openxmlformats.org/officeDocument/2006/relationships/tags" Target="../tags/tag43.xml"/><Relationship Id="rId18" Type="http://schemas.openxmlformats.org/officeDocument/2006/relationships/tags" Target="../tags/tag42.xml"/><Relationship Id="rId17" Type="http://schemas.openxmlformats.org/officeDocument/2006/relationships/tags" Target="../tags/tag41.xml"/><Relationship Id="rId16" Type="http://schemas.openxmlformats.org/officeDocument/2006/relationships/tags" Target="../tags/tag40.xml"/><Relationship Id="rId15" Type="http://schemas.openxmlformats.org/officeDocument/2006/relationships/tags" Target="../tags/tag39.xml"/><Relationship Id="rId14" Type="http://schemas.openxmlformats.org/officeDocument/2006/relationships/tags" Target="../tags/tag38.xml"/><Relationship Id="rId13" Type="http://schemas.openxmlformats.org/officeDocument/2006/relationships/tags" Target="../tags/tag37.xml"/><Relationship Id="rId12" Type="http://schemas.openxmlformats.org/officeDocument/2006/relationships/tags" Target="../tags/tag36.xml"/><Relationship Id="rId11" Type="http://schemas.openxmlformats.org/officeDocument/2006/relationships/tags" Target="../tags/tag35.xml"/><Relationship Id="rId10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55.xml"/><Relationship Id="rId6" Type="http://schemas.openxmlformats.org/officeDocument/2006/relationships/tags" Target="../tags/tag54.xml"/><Relationship Id="rId5" Type="http://schemas.openxmlformats.org/officeDocument/2006/relationships/tags" Target="../tags/tag53.xml"/><Relationship Id="rId4" Type="http://schemas.openxmlformats.org/officeDocument/2006/relationships/tags" Target="../tags/tag52.xml"/><Relationship Id="rId3" Type="http://schemas.openxmlformats.org/officeDocument/2006/relationships/tags" Target="../tags/tag51.xml"/><Relationship Id="rId2" Type="http://schemas.openxmlformats.org/officeDocument/2006/relationships/tags" Target="../tags/tag50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63.xml"/><Relationship Id="rId8" Type="http://schemas.openxmlformats.org/officeDocument/2006/relationships/tags" Target="../tags/tag62.xml"/><Relationship Id="rId7" Type="http://schemas.openxmlformats.org/officeDocument/2006/relationships/tags" Target="../tags/tag61.xml"/><Relationship Id="rId6" Type="http://schemas.openxmlformats.org/officeDocument/2006/relationships/tags" Target="../tags/tag60.xml"/><Relationship Id="rId5" Type="http://schemas.openxmlformats.org/officeDocument/2006/relationships/tags" Target="../tags/tag59.xml"/><Relationship Id="rId4" Type="http://schemas.openxmlformats.org/officeDocument/2006/relationships/tags" Target="../tags/tag58.xml"/><Relationship Id="rId3" Type="http://schemas.openxmlformats.org/officeDocument/2006/relationships/tags" Target="../tags/tag57.xml"/><Relationship Id="rId2" Type="http://schemas.openxmlformats.org/officeDocument/2006/relationships/tags" Target="../tags/tag56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9" Type="http://schemas.openxmlformats.org/officeDocument/2006/relationships/tags" Target="../tags/tag71.xml"/><Relationship Id="rId8" Type="http://schemas.openxmlformats.org/officeDocument/2006/relationships/tags" Target="../tags/tag70.xml"/><Relationship Id="rId7" Type="http://schemas.openxmlformats.org/officeDocument/2006/relationships/tags" Target="../tags/tag69.xml"/><Relationship Id="rId6" Type="http://schemas.openxmlformats.org/officeDocument/2006/relationships/tags" Target="../tags/tag68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3" Type="http://schemas.openxmlformats.org/officeDocument/2006/relationships/tags" Target="../tags/tag75.xml"/><Relationship Id="rId12" Type="http://schemas.openxmlformats.org/officeDocument/2006/relationships/tags" Target="../tags/tag74.xml"/><Relationship Id="rId11" Type="http://schemas.openxmlformats.org/officeDocument/2006/relationships/tags" Target="../tags/tag73.xml"/><Relationship Id="rId10" Type="http://schemas.openxmlformats.org/officeDocument/2006/relationships/tags" Target="../tags/tag72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78.xml"/><Relationship Id="rId3" Type="http://schemas.openxmlformats.org/officeDocument/2006/relationships/tags" Target="../tags/tag77.xml"/><Relationship Id="rId2" Type="http://schemas.openxmlformats.org/officeDocument/2006/relationships/tags" Target="../tags/tag76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tags" Target="../tags/tag81.xml"/><Relationship Id="rId3" Type="http://schemas.openxmlformats.org/officeDocument/2006/relationships/tags" Target="../tags/tag80.xml"/><Relationship Id="rId2" Type="http://schemas.openxmlformats.org/officeDocument/2006/relationships/tags" Target="../tags/tag79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89.xml"/><Relationship Id="rId5" Type="http://schemas.openxmlformats.org/officeDocument/2006/relationships/tags" Target="../tags/tag88.xml"/><Relationship Id="rId4" Type="http://schemas.openxmlformats.org/officeDocument/2006/relationships/tags" Target="../tags/tag87.xml"/><Relationship Id="rId3" Type="http://schemas.openxmlformats.org/officeDocument/2006/relationships/tags" Target="../tags/tag86.xml"/><Relationship Id="rId2" Type="http://schemas.openxmlformats.org/officeDocument/2006/relationships/tags" Target="../tags/tag85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93.xml"/><Relationship Id="rId4" Type="http://schemas.openxmlformats.org/officeDocument/2006/relationships/tags" Target="../tags/tag92.xml"/><Relationship Id="rId3" Type="http://schemas.openxmlformats.org/officeDocument/2006/relationships/tags" Target="../tags/tag91.xml"/><Relationship Id="rId2" Type="http://schemas.openxmlformats.org/officeDocument/2006/relationships/tags" Target="../tags/tag90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9" Type="http://schemas.openxmlformats.org/officeDocument/2006/relationships/tags" Target="../tags/tag101.xml"/><Relationship Id="rId8" Type="http://schemas.openxmlformats.org/officeDocument/2006/relationships/tags" Target="../tags/tag100.xml"/><Relationship Id="rId7" Type="http://schemas.openxmlformats.org/officeDocument/2006/relationships/tags" Target="../tags/tag99.xml"/><Relationship Id="rId6" Type="http://schemas.openxmlformats.org/officeDocument/2006/relationships/tags" Target="../tags/tag98.xml"/><Relationship Id="rId5" Type="http://schemas.openxmlformats.org/officeDocument/2006/relationships/tags" Target="../tags/tag97.xml"/><Relationship Id="rId4" Type="http://schemas.openxmlformats.org/officeDocument/2006/relationships/tags" Target="../tags/tag96.xml"/><Relationship Id="rId3" Type="http://schemas.openxmlformats.org/officeDocument/2006/relationships/tags" Target="../tags/tag95.xml"/><Relationship Id="rId23" Type="http://schemas.openxmlformats.org/officeDocument/2006/relationships/tags" Target="../tags/tag115.xml"/><Relationship Id="rId22" Type="http://schemas.openxmlformats.org/officeDocument/2006/relationships/tags" Target="../tags/tag114.xml"/><Relationship Id="rId21" Type="http://schemas.openxmlformats.org/officeDocument/2006/relationships/tags" Target="../tags/tag113.xml"/><Relationship Id="rId20" Type="http://schemas.openxmlformats.org/officeDocument/2006/relationships/tags" Target="../tags/tag112.xml"/><Relationship Id="rId2" Type="http://schemas.openxmlformats.org/officeDocument/2006/relationships/tags" Target="../tags/tag94.xml"/><Relationship Id="rId19" Type="http://schemas.openxmlformats.org/officeDocument/2006/relationships/tags" Target="../tags/tag111.xml"/><Relationship Id="rId18" Type="http://schemas.openxmlformats.org/officeDocument/2006/relationships/tags" Target="../tags/tag110.xml"/><Relationship Id="rId17" Type="http://schemas.openxmlformats.org/officeDocument/2006/relationships/tags" Target="../tags/tag109.xml"/><Relationship Id="rId16" Type="http://schemas.openxmlformats.org/officeDocument/2006/relationships/tags" Target="../tags/tag108.xml"/><Relationship Id="rId15" Type="http://schemas.openxmlformats.org/officeDocument/2006/relationships/tags" Target="../tags/tag107.xml"/><Relationship Id="rId14" Type="http://schemas.openxmlformats.org/officeDocument/2006/relationships/tags" Target="../tags/tag106.xml"/><Relationship Id="rId13" Type="http://schemas.openxmlformats.org/officeDocument/2006/relationships/tags" Target="../tags/tag105.xml"/><Relationship Id="rId12" Type="http://schemas.openxmlformats.org/officeDocument/2006/relationships/tags" Target="../tags/tag104.xml"/><Relationship Id="rId11" Type="http://schemas.openxmlformats.org/officeDocument/2006/relationships/tags" Target="../tags/tag103.xml"/><Relationship Id="rId10" Type="http://schemas.openxmlformats.org/officeDocument/2006/relationships/tags" Target="../tags/tag102.xml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tags" Target="../tags/tag122.xml"/><Relationship Id="rId7" Type="http://schemas.openxmlformats.org/officeDocument/2006/relationships/tags" Target="../tags/tag121.xml"/><Relationship Id="rId6" Type="http://schemas.openxmlformats.org/officeDocument/2006/relationships/tags" Target="../tags/tag120.xml"/><Relationship Id="rId5" Type="http://schemas.openxmlformats.org/officeDocument/2006/relationships/tags" Target="../tags/tag119.xml"/><Relationship Id="rId4" Type="http://schemas.openxmlformats.org/officeDocument/2006/relationships/tags" Target="../tags/tag118.xml"/><Relationship Id="rId3" Type="http://schemas.openxmlformats.org/officeDocument/2006/relationships/tags" Target="../tags/tag117.xml"/><Relationship Id="rId2" Type="http://schemas.openxmlformats.org/officeDocument/2006/relationships/tags" Target="../tags/tag116.xml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9" Type="http://schemas.openxmlformats.org/officeDocument/2006/relationships/tags" Target="../tags/tag130.xml"/><Relationship Id="rId8" Type="http://schemas.openxmlformats.org/officeDocument/2006/relationships/tags" Target="../tags/tag129.xml"/><Relationship Id="rId7" Type="http://schemas.openxmlformats.org/officeDocument/2006/relationships/tags" Target="../tags/tag128.xml"/><Relationship Id="rId6" Type="http://schemas.openxmlformats.org/officeDocument/2006/relationships/tags" Target="../tags/tag127.xml"/><Relationship Id="rId5" Type="http://schemas.openxmlformats.org/officeDocument/2006/relationships/tags" Target="../tags/tag126.xml"/><Relationship Id="rId4" Type="http://schemas.openxmlformats.org/officeDocument/2006/relationships/tags" Target="../tags/tag125.xml"/><Relationship Id="rId3" Type="http://schemas.openxmlformats.org/officeDocument/2006/relationships/tags" Target="../tags/tag124.xml"/><Relationship Id="rId2" Type="http://schemas.openxmlformats.org/officeDocument/2006/relationships/tags" Target="../tags/tag123.xml"/><Relationship Id="rId14" Type="http://schemas.openxmlformats.org/officeDocument/2006/relationships/tags" Target="../tags/tag135.xml"/><Relationship Id="rId13" Type="http://schemas.openxmlformats.org/officeDocument/2006/relationships/tags" Target="../tags/tag134.xml"/><Relationship Id="rId12" Type="http://schemas.openxmlformats.org/officeDocument/2006/relationships/tags" Target="../tags/tag133.xml"/><Relationship Id="rId11" Type="http://schemas.openxmlformats.org/officeDocument/2006/relationships/tags" Target="../tags/tag132.xml"/><Relationship Id="rId10" Type="http://schemas.openxmlformats.org/officeDocument/2006/relationships/tags" Target="../tags/tag131.xml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9" Type="http://schemas.openxmlformats.org/officeDocument/2006/relationships/tags" Target="../tags/tag143.xml"/><Relationship Id="rId8" Type="http://schemas.openxmlformats.org/officeDocument/2006/relationships/tags" Target="../tags/tag142.xml"/><Relationship Id="rId7" Type="http://schemas.openxmlformats.org/officeDocument/2006/relationships/tags" Target="../tags/tag141.xml"/><Relationship Id="rId6" Type="http://schemas.openxmlformats.org/officeDocument/2006/relationships/tags" Target="../tags/tag140.xml"/><Relationship Id="rId5" Type="http://schemas.openxmlformats.org/officeDocument/2006/relationships/tags" Target="../tags/tag139.xml"/><Relationship Id="rId4" Type="http://schemas.openxmlformats.org/officeDocument/2006/relationships/tags" Target="../tags/tag138.xml"/><Relationship Id="rId3" Type="http://schemas.openxmlformats.org/officeDocument/2006/relationships/tags" Target="../tags/tag137.xml"/><Relationship Id="rId2" Type="http://schemas.openxmlformats.org/officeDocument/2006/relationships/tags" Target="../tags/tag136.xml"/><Relationship Id="rId12" Type="http://schemas.openxmlformats.org/officeDocument/2006/relationships/tags" Target="../tags/tag146.xml"/><Relationship Id="rId11" Type="http://schemas.openxmlformats.org/officeDocument/2006/relationships/tags" Target="../tags/tag145.xml"/><Relationship Id="rId10" Type="http://schemas.openxmlformats.org/officeDocument/2006/relationships/tags" Target="../tags/tag144.xml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9" Type="http://schemas.openxmlformats.org/officeDocument/2006/relationships/tags" Target="../tags/tag154.xml"/><Relationship Id="rId8" Type="http://schemas.openxmlformats.org/officeDocument/2006/relationships/tags" Target="../tags/tag153.xml"/><Relationship Id="rId7" Type="http://schemas.openxmlformats.org/officeDocument/2006/relationships/tags" Target="../tags/tag152.xml"/><Relationship Id="rId6" Type="http://schemas.openxmlformats.org/officeDocument/2006/relationships/tags" Target="../tags/tag151.xml"/><Relationship Id="rId5" Type="http://schemas.openxmlformats.org/officeDocument/2006/relationships/tags" Target="../tags/tag150.xml"/><Relationship Id="rId4" Type="http://schemas.openxmlformats.org/officeDocument/2006/relationships/tags" Target="../tags/tag149.xml"/><Relationship Id="rId3" Type="http://schemas.openxmlformats.org/officeDocument/2006/relationships/tags" Target="../tags/tag148.xml"/><Relationship Id="rId2" Type="http://schemas.openxmlformats.org/officeDocument/2006/relationships/tags" Target="../tags/tag147.xml"/><Relationship Id="rId11" Type="http://schemas.openxmlformats.org/officeDocument/2006/relationships/tags" Target="../tags/tag156.xml"/><Relationship Id="rId10" Type="http://schemas.openxmlformats.org/officeDocument/2006/relationships/tags" Target="../tags/tag155.xml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9" Type="http://schemas.openxmlformats.org/officeDocument/2006/relationships/tags" Target="../tags/tag164.xml"/><Relationship Id="rId8" Type="http://schemas.openxmlformats.org/officeDocument/2006/relationships/tags" Target="../tags/tag163.xml"/><Relationship Id="rId7" Type="http://schemas.openxmlformats.org/officeDocument/2006/relationships/tags" Target="../tags/tag162.xml"/><Relationship Id="rId6" Type="http://schemas.openxmlformats.org/officeDocument/2006/relationships/tags" Target="../tags/tag161.xml"/><Relationship Id="rId5" Type="http://schemas.openxmlformats.org/officeDocument/2006/relationships/tags" Target="../tags/tag160.xml"/><Relationship Id="rId4" Type="http://schemas.openxmlformats.org/officeDocument/2006/relationships/tags" Target="../tags/tag159.xml"/><Relationship Id="rId3" Type="http://schemas.openxmlformats.org/officeDocument/2006/relationships/tags" Target="../tags/tag158.xml"/><Relationship Id="rId2" Type="http://schemas.openxmlformats.org/officeDocument/2006/relationships/tags" Target="../tags/tag157.xml"/><Relationship Id="rId11" Type="http://schemas.openxmlformats.org/officeDocument/2006/relationships/tags" Target="../tags/tag166.xml"/><Relationship Id="rId10" Type="http://schemas.openxmlformats.org/officeDocument/2006/relationships/tags" Target="../tags/tag165.xml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5" Type="http://schemas.openxmlformats.org/officeDocument/2006/relationships/tags" Target="../tags/tag180.xml"/><Relationship Id="rId14" Type="http://schemas.openxmlformats.org/officeDocument/2006/relationships/tags" Target="../tags/tag179.xml"/><Relationship Id="rId13" Type="http://schemas.openxmlformats.org/officeDocument/2006/relationships/tags" Target="../tags/tag178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9" Type="http://schemas.openxmlformats.org/officeDocument/2006/relationships/tags" Target="../tags/tag188.xml"/><Relationship Id="rId8" Type="http://schemas.openxmlformats.org/officeDocument/2006/relationships/tags" Target="../tags/tag187.xml"/><Relationship Id="rId7" Type="http://schemas.openxmlformats.org/officeDocument/2006/relationships/tags" Target="../tags/tag186.xml"/><Relationship Id="rId6" Type="http://schemas.openxmlformats.org/officeDocument/2006/relationships/tags" Target="../tags/tag185.xml"/><Relationship Id="rId5" Type="http://schemas.openxmlformats.org/officeDocument/2006/relationships/tags" Target="../tags/tag184.xml"/><Relationship Id="rId4" Type="http://schemas.openxmlformats.org/officeDocument/2006/relationships/tags" Target="../tags/tag183.xml"/><Relationship Id="rId3" Type="http://schemas.openxmlformats.org/officeDocument/2006/relationships/tags" Target="../tags/tag182.xml"/><Relationship Id="rId2" Type="http://schemas.openxmlformats.org/officeDocument/2006/relationships/tags" Target="../tags/tag181.xml"/><Relationship Id="rId15" Type="http://schemas.openxmlformats.org/officeDocument/2006/relationships/tags" Target="../tags/tag194.xml"/><Relationship Id="rId14" Type="http://schemas.openxmlformats.org/officeDocument/2006/relationships/tags" Target="../tags/tag193.xml"/><Relationship Id="rId13" Type="http://schemas.openxmlformats.org/officeDocument/2006/relationships/tags" Target="../tags/tag192.xml"/><Relationship Id="rId12" Type="http://schemas.openxmlformats.org/officeDocument/2006/relationships/tags" Target="../tags/tag191.xml"/><Relationship Id="rId11" Type="http://schemas.openxmlformats.org/officeDocument/2006/relationships/tags" Target="../tags/tag190.xml"/><Relationship Id="rId10" Type="http://schemas.openxmlformats.org/officeDocument/2006/relationships/tags" Target="../tags/tag189.xml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5" name="直线连接符 21"/>
          <p:cNvCxnSpPr/>
          <p:nvPr userDrawn="1">
            <p:custDataLst>
              <p:tags r:id="rId2"/>
            </p:custDataLst>
          </p:nvPr>
        </p:nvCxnSpPr>
        <p:spPr>
          <a:xfrm>
            <a:off x="1525811" y="6048610"/>
            <a:ext cx="607073" cy="0"/>
          </a:xfrm>
          <a:prstGeom prst="line">
            <a:avLst/>
          </a:prstGeom>
          <a:ln w="285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38" name="组合 37"/>
          <p:cNvGrpSpPr/>
          <p:nvPr userDrawn="1">
            <p:custDataLst>
              <p:tags r:id="rId3"/>
            </p:custDataLst>
          </p:nvPr>
        </p:nvGrpSpPr>
        <p:grpSpPr>
          <a:xfrm>
            <a:off x="1613866" y="1396859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39" name="矩形 38"/>
            <p:cNvSpPr/>
            <p:nvPr>
              <p:custDataLst>
                <p:tags r:id="rId4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0" name="矩形 39"/>
            <p:cNvSpPr/>
            <p:nvPr>
              <p:custDataLst>
                <p:tags r:id="rId5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>
              <p:custDataLst>
                <p:tags r:id="rId6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2" name="矩形 41"/>
            <p:cNvSpPr/>
            <p:nvPr>
              <p:custDataLst>
                <p:tags r:id="rId7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43" name="组合 42"/>
          <p:cNvGrpSpPr/>
          <p:nvPr userDrawn="1">
            <p:custDataLst>
              <p:tags r:id="rId8"/>
            </p:custDataLst>
          </p:nvPr>
        </p:nvGrpSpPr>
        <p:grpSpPr>
          <a:xfrm>
            <a:off x="6916625" y="-7"/>
            <a:ext cx="7473243" cy="9720061"/>
            <a:chOff x="5860199" y="-5"/>
            <a:chExt cx="6331801" cy="6858005"/>
          </a:xfrm>
        </p:grpSpPr>
        <p:sp>
          <p:nvSpPr>
            <p:cNvPr id="44" name="等腰三角形 43"/>
            <p:cNvSpPr/>
            <p:nvPr>
              <p:custDataLst>
                <p:tags r:id="rId9"/>
              </p:custDataLst>
            </p:nvPr>
          </p:nvSpPr>
          <p:spPr>
            <a:xfrm>
              <a:off x="5860199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5" name="等腰三角形 44"/>
            <p:cNvSpPr/>
            <p:nvPr>
              <p:custDataLst>
                <p:tags r:id="rId10"/>
              </p:custDataLst>
            </p:nvPr>
          </p:nvSpPr>
          <p:spPr>
            <a:xfrm>
              <a:off x="6468332" y="3429000"/>
              <a:ext cx="2916968" cy="3428999"/>
            </a:xfrm>
            <a:prstGeom prst="triangle">
              <a:avLst>
                <a:gd name="adj" fmla="val 100000"/>
              </a:avLst>
            </a:prstGeom>
            <a:solidFill>
              <a:schemeClr val="accent3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/>
            </a:p>
          </p:txBody>
        </p:sp>
        <p:grpSp>
          <p:nvGrpSpPr>
            <p:cNvPr id="46" name="组合 45"/>
            <p:cNvGrpSpPr/>
            <p:nvPr/>
          </p:nvGrpSpPr>
          <p:grpSpPr>
            <a:xfrm>
              <a:off x="6468332" y="0"/>
              <a:ext cx="5723668" cy="6858000"/>
              <a:chOff x="6468332" y="0"/>
              <a:chExt cx="5723668" cy="6858000"/>
            </a:xfrm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3" name="矩形 52"/>
              <p:cNvSpPr/>
              <p:nvPr>
                <p:custDataLst>
                  <p:tags r:id="rId11"/>
                </p:custDataLst>
              </p:nvPr>
            </p:nvSpPr>
            <p:spPr>
              <a:xfrm>
                <a:off x="9385300" y="0"/>
                <a:ext cx="2806700" cy="6858000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4" name="等腰三角形 53"/>
              <p:cNvSpPr/>
              <p:nvPr>
                <p:custDataLst>
                  <p:tags r:id="rId12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20000"/>
                  <a:lumOff val="8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7" name="组合 46"/>
            <p:cNvGrpSpPr/>
            <p:nvPr/>
          </p:nvGrpSpPr>
          <p:grpSpPr>
            <a:xfrm>
              <a:off x="7634514" y="0"/>
              <a:ext cx="4557486" cy="6858000"/>
              <a:chOff x="6468332" y="0"/>
              <a:chExt cx="4557486" cy="6858000"/>
            </a:xfrm>
            <a:solidFill>
              <a:srgbClr val="5CABEC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40000"/>
                </a:schemeClr>
              </a:outerShdw>
            </a:effectLst>
          </p:grpSpPr>
          <p:sp>
            <p:nvSpPr>
              <p:cNvPr id="51" name="矩形 50"/>
              <p:cNvSpPr/>
              <p:nvPr>
                <p:custDataLst>
                  <p:tags r:id="rId13"/>
                </p:custDataLst>
              </p:nvPr>
            </p:nvSpPr>
            <p:spPr>
              <a:xfrm>
                <a:off x="9385300" y="0"/>
                <a:ext cx="1640518" cy="6858000"/>
              </a:xfrm>
              <a:prstGeom prst="rect">
                <a:avLst/>
              </a:prstGeom>
              <a:solidFill>
                <a:schemeClr val="accent3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/>
              </a:p>
            </p:txBody>
          </p:sp>
          <p:sp>
            <p:nvSpPr>
              <p:cNvPr id="52" name="等腰三角形 51"/>
              <p:cNvSpPr/>
              <p:nvPr>
                <p:custDataLst>
                  <p:tags r:id="rId14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40000"/>
                  <a:lumOff val="6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  <p:grpSp>
          <p:nvGrpSpPr>
            <p:cNvPr id="48" name="组合 47"/>
            <p:cNvGrpSpPr/>
            <p:nvPr/>
          </p:nvGrpSpPr>
          <p:grpSpPr>
            <a:xfrm>
              <a:off x="8800695" y="-5"/>
              <a:ext cx="3391305" cy="6858001"/>
              <a:chOff x="6468332" y="-5"/>
              <a:chExt cx="3391305" cy="6858001"/>
            </a:xfrm>
            <a:solidFill>
              <a:schemeClr val="accent2"/>
            </a:solidFill>
            <a:effectLst>
              <a:outerShdw blurRad="609600" dist="279400" dir="10800000" sx="93000" sy="93000" algn="r" rotWithShape="0">
                <a:schemeClr val="accent1">
                  <a:lumMod val="75000"/>
                  <a:alpha val="15000"/>
                </a:schemeClr>
              </a:outerShdw>
            </a:effectLst>
          </p:grpSpPr>
          <p:sp>
            <p:nvSpPr>
              <p:cNvPr id="49" name="矩形 48"/>
              <p:cNvSpPr/>
              <p:nvPr>
                <p:custDataLst>
                  <p:tags r:id="rId15"/>
                </p:custDataLst>
              </p:nvPr>
            </p:nvSpPr>
            <p:spPr>
              <a:xfrm>
                <a:off x="9385300" y="-5"/>
                <a:ext cx="474337" cy="6858000"/>
              </a:xfrm>
              <a:prstGeom prst="rect">
                <a:avLst/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  <p:sp>
            <p:nvSpPr>
              <p:cNvPr id="50" name="等腰三角形 49"/>
              <p:cNvSpPr/>
              <p:nvPr>
                <p:custDataLst>
                  <p:tags r:id="rId16"/>
                </p:custDataLst>
              </p:nvPr>
            </p:nvSpPr>
            <p:spPr>
              <a:xfrm rot="10800000">
                <a:off x="6468332" y="0"/>
                <a:ext cx="2916968" cy="6857996"/>
              </a:xfrm>
              <a:prstGeom prst="triangle">
                <a:avLst>
                  <a:gd name="adj" fmla="val 0"/>
                </a:avLst>
              </a:prstGeom>
              <a:solidFill>
                <a:schemeClr val="accent4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/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ctrTitle" hasCustomPrompt="1"/>
            <p:custDataLst>
              <p:tags r:id="rId17"/>
            </p:custDataLst>
          </p:nvPr>
        </p:nvSpPr>
        <p:spPr>
          <a:xfrm>
            <a:off x="1372460" y="4361176"/>
            <a:ext cx="7929563" cy="1611638"/>
          </a:xfrm>
        </p:spPr>
        <p:txBody>
          <a:bodyPr lIns="90000" tIns="46800" rIns="90000" bIns="46800" anchor="b" anchorCtr="0">
            <a:normAutofit/>
          </a:bodyPr>
          <a:lstStyle>
            <a:lvl1pPr algn="l">
              <a:defRPr sz="7655" b="0" spc="600" baseline="0">
                <a:solidFill>
                  <a:schemeClr val="tx1">
                    <a:lumMod val="85000"/>
                    <a:lumOff val="15000"/>
                  </a:schemeClr>
                </a:solidFill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 hasCustomPrompt="1"/>
            <p:custDataLst>
              <p:tags r:id="rId18"/>
            </p:custDataLst>
          </p:nvPr>
        </p:nvSpPr>
        <p:spPr>
          <a:xfrm>
            <a:off x="1389590" y="6084374"/>
            <a:ext cx="7929563" cy="898280"/>
          </a:xfrm>
        </p:spPr>
        <p:txBody>
          <a:bodyPr lIns="101600" tIns="38100" rIns="76200" bIns="38100">
            <a:normAutofit/>
          </a:bodyPr>
          <a:lstStyle>
            <a:lvl1pPr marL="0" indent="0" algn="l" eaLnBrk="1" fontAlgn="auto" latinLnBrk="0" hangingPunct="1">
              <a:lnSpc>
                <a:spcPct val="100000"/>
              </a:lnSpc>
              <a:buNone/>
              <a:defRPr sz="3965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</a:defRPr>
            </a:lvl1pPr>
            <a:lvl2pPr marL="647700" indent="0" algn="ctr">
              <a:buNone/>
              <a:defRPr sz="2840"/>
            </a:lvl2pPr>
            <a:lvl3pPr marL="1296670" indent="0" algn="ctr">
              <a:buNone/>
              <a:defRPr sz="2550"/>
            </a:lvl3pPr>
            <a:lvl4pPr marL="1943735" indent="0" algn="ctr">
              <a:buNone/>
              <a:defRPr sz="2270"/>
            </a:lvl4pPr>
            <a:lvl5pPr marL="2592070" indent="0" algn="ctr">
              <a:buNone/>
              <a:defRPr sz="2270"/>
            </a:lvl5pPr>
            <a:lvl6pPr marL="3239770" indent="0" algn="ctr">
              <a:buNone/>
              <a:defRPr sz="2270"/>
            </a:lvl6pPr>
            <a:lvl7pPr marL="3888740" indent="0" algn="ctr">
              <a:buNone/>
              <a:defRPr sz="2270"/>
            </a:lvl7pPr>
            <a:lvl8pPr marL="4536440" indent="0" algn="ctr">
              <a:buNone/>
              <a:defRPr sz="2270"/>
            </a:lvl8pPr>
            <a:lvl9pPr marL="5183505" indent="0" algn="ctr">
              <a:buNone/>
              <a:defRPr sz="2270"/>
            </a:lvl9pPr>
          </a:lstStyle>
          <a:p>
            <a:r>
              <a:rPr lang="zh-CN" altLang="en-US" dirty="0"/>
              <a:t>单击此处编辑副标题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790643" y="1350019"/>
            <a:ext cx="12808584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等腰三角形 6"/>
          <p:cNvSpPr/>
          <p:nvPr userDrawn="1">
            <p:custDataLst>
              <p:tags r:id="rId2"/>
            </p:custDataLst>
          </p:nvPr>
        </p:nvSpPr>
        <p:spPr>
          <a:xfrm rot="10800000" flipV="1">
            <a:off x="4030429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8" name="等腰三角形 7"/>
          <p:cNvSpPr/>
          <p:nvPr userDrawn="1">
            <p:custDataLst>
              <p:tags r:id="rId3"/>
            </p:custDataLst>
          </p:nvPr>
        </p:nvSpPr>
        <p:spPr>
          <a:xfrm rot="10800000" flipV="1">
            <a:off x="3312668" y="4860026"/>
            <a:ext cx="3442814" cy="4860025"/>
          </a:xfrm>
          <a:prstGeom prst="triangle">
            <a:avLst>
              <a:gd name="adj" fmla="val 100000"/>
            </a:avLst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9" name="组合 8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0" y="0"/>
            <a:ext cx="6755481" cy="9720054"/>
            <a:chOff x="6468332" y="0"/>
            <a:chExt cx="5723668" cy="6858000"/>
          </a:xfrm>
          <a:solidFill>
            <a:schemeClr val="accent1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0" name="矩形 9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2806700" cy="6858000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5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2" name="组合 11"/>
          <p:cNvGrpSpPr/>
          <p:nvPr userDrawn="1">
            <p:custDataLst>
              <p:tags r:id="rId7"/>
            </p:custDataLst>
          </p:nvPr>
        </p:nvGrpSpPr>
        <p:grpSpPr>
          <a:xfrm rot="10800000" flipV="1">
            <a:off x="0" y="0"/>
            <a:ext cx="5379070" cy="9720054"/>
            <a:chOff x="6468332" y="0"/>
            <a:chExt cx="4557486" cy="6858000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13" name="矩形 12"/>
            <p:cNvSpPr/>
            <p:nvPr>
              <p:custDataLst>
                <p:tags r:id="rId8"/>
              </p:custDataLst>
            </p:nvPr>
          </p:nvSpPr>
          <p:spPr>
            <a:xfrm>
              <a:off x="9385300" y="0"/>
              <a:ext cx="1640518" cy="6858000"/>
            </a:xfrm>
            <a:prstGeom prst="rect">
              <a:avLst/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4" name="等腰三角形 13"/>
            <p:cNvSpPr/>
            <p:nvPr>
              <p:custDataLst>
                <p:tags r:id="rId9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5" name="组合 14"/>
          <p:cNvGrpSpPr/>
          <p:nvPr userDrawn="1">
            <p:custDataLst>
              <p:tags r:id="rId10"/>
            </p:custDataLst>
          </p:nvPr>
        </p:nvGrpSpPr>
        <p:grpSpPr>
          <a:xfrm rot="10800000" flipV="1">
            <a:off x="0" y="-7"/>
            <a:ext cx="4002660" cy="9720055"/>
            <a:chOff x="6468332" y="-5"/>
            <a:chExt cx="3391305" cy="6858001"/>
          </a:xfrm>
          <a:solidFill>
            <a:schemeClr val="accent3">
              <a:lumMod val="60000"/>
              <a:lumOff val="40000"/>
            </a:schemeClr>
          </a:solidFill>
          <a:effectLst>
            <a:outerShdw blurRad="609600" dist="279400" dir="10800000" sx="93000" sy="93000" algn="r" rotWithShape="0">
              <a:schemeClr val="accent1">
                <a:lumMod val="75000"/>
                <a:alpha val="15000"/>
              </a:schemeClr>
            </a:outerShdw>
          </a:effectLst>
        </p:grpSpPr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9385300" y="-5"/>
              <a:ext cx="474337" cy="68580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等腰三角形 16"/>
            <p:cNvSpPr/>
            <p:nvPr>
              <p:custDataLst>
                <p:tags r:id="rId12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2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3" name="组合 22"/>
          <p:cNvGrpSpPr/>
          <p:nvPr userDrawn="1">
            <p:custDataLst>
              <p:tags r:id="rId13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24" name="矩形 23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5" name="矩形 24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6" name="矩形 25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27" name="组合 26"/>
          <p:cNvGrpSpPr/>
          <p:nvPr userDrawn="1">
            <p:custDataLst>
              <p:tags r:id="rId17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28" name="矩形 27"/>
            <p:cNvSpPr/>
            <p:nvPr>
              <p:custDataLst>
                <p:tags r:id="rId1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9" name="矩形 28"/>
            <p:cNvSpPr/>
            <p:nvPr>
              <p:custDataLst>
                <p:tags r:id="rId1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30" name="矩形 29"/>
            <p:cNvSpPr/>
            <p:nvPr>
              <p:custDataLst>
                <p:tags r:id="rId2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 userDrawn="1">
            <p:ph type="title" hasCustomPrompt="1"/>
            <p:custDataLst>
              <p:tags r:id="rId21"/>
            </p:custDataLst>
          </p:nvPr>
        </p:nvSpPr>
        <p:spPr>
          <a:xfrm>
            <a:off x="5406838" y="4444225"/>
            <a:ext cx="6452883" cy="1090552"/>
          </a:xfrm>
        </p:spPr>
        <p:txBody>
          <a:bodyPr lIns="90000" tIns="46800" rIns="90000" bIns="46800" anchor="b" anchorCtr="0">
            <a:normAutofit/>
          </a:bodyPr>
          <a:lstStyle>
            <a:lvl1pPr algn="r">
              <a:defRPr sz="6235" b="0" u="none" strike="noStrike" kern="1200" cap="none" spc="3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 userDrawn="1">
            <p:ph type="body" idx="1" hasCustomPrompt="1"/>
            <p:custDataLst>
              <p:tags r:id="rId22"/>
            </p:custDataLst>
          </p:nvPr>
        </p:nvSpPr>
        <p:spPr>
          <a:xfrm>
            <a:off x="5406838" y="5609185"/>
            <a:ext cx="6452883" cy="1527861"/>
          </a:xfrm>
        </p:spPr>
        <p:txBody>
          <a:bodyPr lIns="101600" tIns="38100" rIns="76200" bIns="38100">
            <a:normAutofit/>
          </a:bodyPr>
          <a:lstStyle>
            <a:lvl1pPr marL="0" indent="0" algn="r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2840" b="0" i="0" u="none" strike="noStrike" kern="1200" cap="none" spc="150" normalizeH="0" baseline="0" noProof="1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>
                <a:solidFill>
                  <a:schemeClr val="tx1">
                    <a:tint val="75000"/>
                  </a:schemeClr>
                </a:solidFill>
              </a:defRPr>
            </a:lvl2pPr>
            <a:lvl3pPr marL="1296670" indent="0">
              <a:buNone/>
              <a:defRPr sz="2550">
                <a:solidFill>
                  <a:schemeClr val="tx1">
                    <a:tint val="75000"/>
                  </a:schemeClr>
                </a:solidFill>
              </a:defRPr>
            </a:lvl3pPr>
            <a:lvl4pPr marL="194373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4pPr>
            <a:lvl5pPr marL="25920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5pPr>
            <a:lvl6pPr marL="323977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6pPr>
            <a:lvl7pPr marL="38887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7pPr>
            <a:lvl8pPr marL="4536440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8pPr>
            <a:lvl9pPr marL="5183505" indent="0">
              <a:buNone/>
              <a:defRPr sz="227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 userDrawn="1">
            <p:ph type="dt" sz="half" idx="10"/>
            <p:custDataLst>
              <p:tags r:id="rId2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 userDrawn="1">
            <p:ph type="ftr" sz="quarter" idx="11"/>
            <p:custDataLst>
              <p:tags r:id="rId2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 userDrawn="1">
            <p:ph type="sldNum" sz="quarter" idx="12"/>
            <p:custDataLst>
              <p:tags r:id="rId2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  <a:p>
            <a:pPr lvl="1"/>
            <a:r>
              <a:rPr>
                <a:sym typeface="+mn-ea"/>
              </a:rPr>
              <a:t>第二级</a:t>
            </a:r>
            <a:endParaRPr>
              <a:sym typeface="+mn-ea"/>
            </a:endParaRPr>
          </a:p>
          <a:p>
            <a:pPr lvl="2"/>
            <a:r>
              <a:rPr>
                <a:sym typeface="+mn-ea"/>
              </a:rPr>
              <a:t>第三级</a:t>
            </a:r>
            <a:endParaRPr>
              <a:sym typeface="+mn-ea"/>
            </a:endParaRPr>
          </a:p>
          <a:p>
            <a:pPr lvl="3"/>
            <a:r>
              <a:rPr>
                <a:sym typeface="+mn-ea"/>
              </a:rPr>
              <a:t>第四级</a:t>
            </a:r>
            <a:endParaRPr>
              <a:sym typeface="+mn-ea"/>
            </a:endParaRPr>
          </a:p>
          <a:p>
            <a:pPr lvl="4"/>
            <a:r>
              <a:rPr>
                <a:sym typeface="+mn-ea"/>
              </a:rPr>
              <a:t>第五级</a:t>
            </a:r>
            <a:endParaRPr>
              <a:sym typeface="+mn-ea"/>
            </a:endParaRP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363568" y="1350019"/>
            <a:ext cx="6235659" cy="7637863"/>
          </a:xfrm>
        </p:spPr>
        <p:txBody>
          <a:bodyPr>
            <a:normAutofit/>
          </a:bodyPr>
          <a:lstStyle>
            <a:lvl1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sz="2270"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43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790699" y="1350019"/>
            <a:ext cx="6235659" cy="540007"/>
          </a:xfrm>
        </p:spPr>
        <p:txBody>
          <a:bodyPr lIns="101600" tIns="38100" rIns="76200" bIns="38100" anchor="t" anchorCtr="0">
            <a:normAutofit/>
          </a:bodyPr>
          <a:lstStyle>
            <a:lvl1pPr marL="0" indent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sz="2840" b="0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790693" y="1993511"/>
            <a:ext cx="623560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7359877" y="1350019"/>
            <a:ext cx="6235659" cy="540007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None/>
              <a:defRPr kumimoji="0" lang="zh-CN" altLang="en-US" sz="2840" b="0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647700" indent="0">
              <a:buNone/>
              <a:defRPr sz="2840" b="1"/>
            </a:lvl2pPr>
            <a:lvl3pPr marL="1296670" indent="0">
              <a:buNone/>
              <a:defRPr sz="2550" b="1"/>
            </a:lvl3pPr>
            <a:lvl4pPr marL="1943735" indent="0">
              <a:buNone/>
              <a:defRPr sz="2270" b="1"/>
            </a:lvl4pPr>
            <a:lvl5pPr marL="2592070" indent="0">
              <a:buNone/>
              <a:defRPr sz="2270" b="1"/>
            </a:lvl5pPr>
            <a:lvl6pPr marL="3239770" indent="0">
              <a:buNone/>
              <a:defRPr sz="2270" b="1"/>
            </a:lvl6pPr>
            <a:lvl7pPr marL="3888740" indent="0">
              <a:buNone/>
              <a:defRPr sz="2270" b="1"/>
            </a:lvl7pPr>
            <a:lvl8pPr marL="4536440" indent="0">
              <a:buNone/>
              <a:defRPr sz="2270" b="1"/>
            </a:lvl8pPr>
            <a:lvl9pPr marL="5183505" indent="0">
              <a:buNone/>
              <a:defRPr sz="2270" b="1"/>
            </a:lvl9pPr>
          </a:lstStyle>
          <a:p>
            <a:pPr lvl="0"/>
            <a:r>
              <a:rPr>
                <a:sym typeface="+mn-ea"/>
              </a:rPr>
              <a:t>单击此处编辑文本</a:t>
            </a:r>
            <a:endParaRPr>
              <a:sym typeface="+mn-ea"/>
            </a:endParaRP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7359877" y="1993511"/>
            <a:ext cx="6235659" cy="6994176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5pPr>
          </a:lstStyle>
          <a:p>
            <a:pPr lvl="0"/>
            <a:r>
              <a:rPr dirty="0">
                <a:sym typeface="+mn-ea"/>
              </a:rPr>
              <a:t>单击此处编辑母版文本样式</a:t>
            </a:r>
            <a:endParaRPr dirty="0">
              <a:sym typeface="+mn-ea"/>
            </a:endParaRPr>
          </a:p>
          <a:p>
            <a:pPr lvl="1"/>
            <a:r>
              <a:rPr dirty="0">
                <a:sym typeface="+mn-ea"/>
              </a:rPr>
              <a:t>第二级</a:t>
            </a:r>
            <a:endParaRPr dirty="0">
              <a:sym typeface="+mn-ea"/>
            </a:endParaRPr>
          </a:p>
          <a:p>
            <a:pPr lvl="2"/>
            <a:r>
              <a:rPr dirty="0">
                <a:sym typeface="+mn-ea"/>
              </a:rPr>
              <a:t>第三级</a:t>
            </a:r>
            <a:endParaRPr dirty="0">
              <a:sym typeface="+mn-ea"/>
            </a:endParaRPr>
          </a:p>
          <a:p>
            <a:pPr lvl="3"/>
            <a:r>
              <a:rPr dirty="0">
                <a:sym typeface="+mn-ea"/>
              </a:rPr>
              <a:t>第四级</a:t>
            </a:r>
            <a:endParaRPr dirty="0">
              <a:sym typeface="+mn-ea"/>
            </a:endParaRPr>
          </a:p>
          <a:p>
            <a:pPr lvl="4"/>
            <a:r>
              <a:rPr dirty="0">
                <a:sym typeface="+mn-ea"/>
              </a:rPr>
              <a:t>第五级</a:t>
            </a:r>
            <a:endParaRPr dirty="0">
              <a:sym typeface="+mn-ea"/>
            </a:endParaRP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组合 5"/>
          <p:cNvGrpSpPr/>
          <p:nvPr userDrawn="1">
            <p:custDataLst>
              <p:tags r:id="rId2"/>
            </p:custDataLst>
          </p:nvPr>
        </p:nvGrpSpPr>
        <p:grpSpPr>
          <a:xfrm>
            <a:off x="-9098" y="-7"/>
            <a:ext cx="14398965" cy="9720061"/>
            <a:chOff x="-7708" y="-5"/>
            <a:chExt cx="12199708" cy="6858005"/>
          </a:xfrm>
        </p:grpSpPr>
        <p:grpSp>
          <p:nvGrpSpPr>
            <p:cNvPr id="7" name="组合 6"/>
            <p:cNvGrpSpPr/>
            <p:nvPr/>
          </p:nvGrpSpPr>
          <p:grpSpPr>
            <a:xfrm>
              <a:off x="-7706" y="-5"/>
              <a:ext cx="1695321" cy="3979334"/>
              <a:chOff x="-7706" y="-5"/>
              <a:chExt cx="1695321" cy="3979334"/>
            </a:xfrm>
          </p:grpSpPr>
          <p:sp>
            <p:nvSpPr>
              <p:cNvPr id="14" name="等腰三角形 13"/>
              <p:cNvSpPr/>
              <p:nvPr>
                <p:custDataLst>
                  <p:tags r:id="rId3"/>
                </p:custDataLst>
              </p:nvPr>
            </p:nvSpPr>
            <p:spPr>
              <a:xfrm rot="10800000" flipH="1">
                <a:off x="-4946" y="0"/>
                <a:ext cx="1692561" cy="3979329"/>
              </a:xfrm>
              <a:prstGeom prst="triangle">
                <a:avLst>
                  <a:gd name="adj" fmla="val 0"/>
                </a:avLst>
              </a:prstGeom>
              <a:solidFill>
                <a:schemeClr val="accent6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5" name="等腰三角形 14"/>
              <p:cNvSpPr/>
              <p:nvPr>
                <p:custDataLst>
                  <p:tags r:id="rId4"/>
                </p:custDataLst>
              </p:nvPr>
            </p:nvSpPr>
            <p:spPr>
              <a:xfrm rot="10800000" flipH="1">
                <a:off x="-7706" y="-5"/>
                <a:ext cx="1441199" cy="338836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6" name="等腰三角形 15"/>
              <p:cNvSpPr/>
              <p:nvPr>
                <p:custDataLst>
                  <p:tags r:id="rId5"/>
                </p:custDataLst>
              </p:nvPr>
            </p:nvSpPr>
            <p:spPr>
              <a:xfrm rot="10800000" flipH="1">
                <a:off x="0" y="-1"/>
                <a:ext cx="1137920" cy="2675329"/>
              </a:xfrm>
              <a:prstGeom prst="triangle">
                <a:avLst>
                  <a:gd name="adj" fmla="val 0"/>
                </a:avLst>
              </a:prstGeom>
              <a:solidFill>
                <a:schemeClr val="accent3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8" name="组合 7"/>
            <p:cNvGrpSpPr/>
            <p:nvPr/>
          </p:nvGrpSpPr>
          <p:grpSpPr>
            <a:xfrm>
              <a:off x="10710334" y="3374500"/>
              <a:ext cx="1481666" cy="3483500"/>
              <a:chOff x="10710334" y="3374500"/>
              <a:chExt cx="1481666" cy="3483500"/>
            </a:xfrm>
          </p:grpSpPr>
          <p:sp>
            <p:nvSpPr>
              <p:cNvPr id="12" name="等腰三角形 11"/>
              <p:cNvSpPr/>
              <p:nvPr>
                <p:custDataLst>
                  <p:tags r:id="rId6"/>
                </p:custDataLst>
              </p:nvPr>
            </p:nvSpPr>
            <p:spPr>
              <a:xfrm flipH="1">
                <a:off x="10710334" y="3374500"/>
                <a:ext cx="1481666" cy="3483500"/>
              </a:xfrm>
              <a:prstGeom prst="triangle">
                <a:avLst>
                  <a:gd name="adj" fmla="val 0"/>
                </a:avLst>
              </a:prstGeom>
              <a:solidFill>
                <a:schemeClr val="accent5">
                  <a:lumMod val="60000"/>
                  <a:lumOff val="40000"/>
                </a:schemeClr>
              </a:solidFill>
              <a:ln>
                <a:noFill/>
              </a:ln>
              <a:effectLst>
                <a:outerShdw blurRad="406400" dist="38100" dir="10800000" sx="93000" sy="93000" algn="r" rotWithShape="0">
                  <a:schemeClr val="accent1">
                    <a:lumMod val="75000"/>
                    <a:alpha val="28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dirty="0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3" name="等腰三角形 12"/>
              <p:cNvSpPr/>
              <p:nvPr>
                <p:custDataLst>
                  <p:tags r:id="rId7"/>
                </p:custDataLst>
              </p:nvPr>
            </p:nvSpPr>
            <p:spPr>
              <a:xfrm flipH="1">
                <a:off x="11201399" y="4529029"/>
                <a:ext cx="990600" cy="2328970"/>
              </a:xfrm>
              <a:prstGeom prst="triangle">
                <a:avLst>
                  <a:gd name="adj" fmla="val 0"/>
                </a:avLst>
              </a:prstGeom>
              <a:solidFill>
                <a:schemeClr val="accent1">
                  <a:lumMod val="60000"/>
                  <a:lumOff val="40000"/>
                </a:schemeClr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  <p:grpSp>
          <p:nvGrpSpPr>
            <p:cNvPr id="9" name="组合 8"/>
            <p:cNvGrpSpPr/>
            <p:nvPr/>
          </p:nvGrpSpPr>
          <p:grpSpPr>
            <a:xfrm>
              <a:off x="-7708" y="6149280"/>
              <a:ext cx="2410683" cy="708720"/>
              <a:chOff x="-7708" y="6149280"/>
              <a:chExt cx="2410683" cy="708720"/>
            </a:xfrm>
          </p:grpSpPr>
          <p:sp>
            <p:nvSpPr>
              <p:cNvPr id="10" name="等腰三角形 9"/>
              <p:cNvSpPr/>
              <p:nvPr>
                <p:custDataLst>
                  <p:tags r:id="rId8"/>
                </p:custDataLst>
              </p:nvPr>
            </p:nvSpPr>
            <p:spPr>
              <a:xfrm rot="5400000" flipH="1">
                <a:off x="843274" y="5298298"/>
                <a:ext cx="708720" cy="2410683"/>
              </a:xfrm>
              <a:prstGeom prst="triangle">
                <a:avLst>
                  <a:gd name="adj" fmla="val 0"/>
                </a:avLst>
              </a:prstGeom>
              <a:solidFill>
                <a:schemeClr val="accent2"/>
              </a:solidFill>
              <a:ln>
                <a:noFill/>
              </a:ln>
              <a:effectLst>
                <a:outerShdw blurRad="228600" dist="38100" dir="16200000" rotWithShape="0">
                  <a:schemeClr val="accent1">
                    <a:lumMod val="75000"/>
                    <a:alpha val="17000"/>
                  </a:schemeClr>
                </a:outerShdw>
              </a:effectLst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  <p:sp>
            <p:nvSpPr>
              <p:cNvPr id="11" name="等腰三角形 10"/>
              <p:cNvSpPr/>
              <p:nvPr>
                <p:custDataLst>
                  <p:tags r:id="rId9"/>
                </p:custDataLst>
              </p:nvPr>
            </p:nvSpPr>
            <p:spPr>
              <a:xfrm rot="5400000" flipH="1">
                <a:off x="478765" y="5670515"/>
                <a:ext cx="708720" cy="1666249"/>
              </a:xfrm>
              <a:prstGeom prst="triangle">
                <a:avLst>
                  <a:gd name="adj" fmla="val 0"/>
                </a:avLst>
              </a:prstGeom>
              <a:gradFill>
                <a:gsLst>
                  <a:gs pos="0">
                    <a:schemeClr val="accent3">
                      <a:lumMod val="60000"/>
                      <a:lumOff val="40000"/>
                    </a:schemeClr>
                  </a:gs>
                  <a:gs pos="100000">
                    <a:schemeClr val="accent6">
                      <a:lumMod val="75000"/>
                    </a:schemeClr>
                  </a:gs>
                </a:gsLst>
                <a:lin ang="6480000" scaled="0"/>
              </a:gra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91449" tIns="45724" rIns="91449" bIns="45724" numCol="1" spcCol="0" rtlCol="0" fromWordArt="0" anchor="ctr" anchorCtr="0" forceAA="0" compatLnSpc="1">
                <a:noAutofit/>
              </a:bodyPr>
              <a:lstStyle/>
              <a:p>
                <a:pPr algn="ctr"/>
                <a:endParaRPr lang="zh-CN" altLang="en-US">
                  <a:latin typeface="Arial" panose="020B0604020202020204" pitchFamily="34" charset="0"/>
                  <a:ea typeface="微软雅黑" panose="020B0503020204020204" charset="-122"/>
                  <a:sym typeface="Arial" panose="020B0604020202020204" pitchFamily="34" charset="0"/>
                </a:endParaRPr>
              </a:p>
            </p:txBody>
          </p:sp>
        </p:grp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10"/>
            </p:custDataLst>
          </p:nvPr>
        </p:nvSpPr>
        <p:spPr/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2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3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790699" y="628209"/>
            <a:ext cx="12808584" cy="626409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单击此处编辑母版标题样式</a:t>
            </a:r>
            <a:endParaRPr dirty="0">
              <a:sym typeface="+mn-ea"/>
            </a:endParaRP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3"/>
            </p:custDataLst>
          </p:nvPr>
        </p:nvSpPr>
        <p:spPr>
          <a:xfrm>
            <a:off x="790699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None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  <a:lvl2pPr marL="972185" marR="0" lvl="1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tabLst>
                <a:tab pos="1609725" algn="l"/>
              </a:tabLst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2pPr>
            <a:lvl3pPr marL="1620520" marR="0" lvl="2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3pPr>
            <a:lvl4pPr marL="2267585" marR="0" lvl="3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4pPr>
            <a:lvl5pPr marL="2915920" marR="0" lvl="4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/>
                </a:solidFill>
                <a:uFillTx/>
                <a:latin typeface="+mn-lt"/>
                <a:ea typeface="+mn-ea"/>
                <a:cs typeface="+mn-cs"/>
                <a:sym typeface="+mn-ea"/>
              </a:defRPr>
            </a:lvl5pPr>
          </a:lstStyle>
          <a:p>
            <a:pPr lvl="0"/>
            <a:endParaRPr dirty="0">
              <a:sym typeface="+mn-ea"/>
            </a:endParaRP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4"/>
            </p:custDataLst>
          </p:nvPr>
        </p:nvSpPr>
        <p:spPr>
          <a:xfrm>
            <a:off x="7363624" y="1350019"/>
            <a:ext cx="6235659" cy="7637863"/>
          </a:xfrm>
        </p:spPr>
        <p:txBody>
          <a:bodyPr vert="horz" lIns="101600" tIns="0" rIns="82550" bIns="0" rtlCol="0">
            <a:normAutofit/>
          </a:bodyPr>
          <a:lstStyle>
            <a:lvl1pPr marL="323850" marR="0" lvl="0" indent="-323850" algn="l" defTabSz="914400" rtl="0" eaLnBrk="1" fontAlgn="auto" latinLnBrk="0" hangingPunct="1">
              <a:lnSpc>
                <a:spcPct val="130000"/>
              </a:lnSpc>
              <a:spcBef>
                <a:spcPts val="0"/>
              </a:spcBef>
              <a:spcAft>
                <a:spcPts val="1000"/>
              </a:spcAft>
              <a:buFont typeface="Arial" panose="020B0604020202020204" pitchFamily="34" charset="0"/>
              <a:buChar char="•"/>
              <a:defRPr kumimoji="0" lang="zh-CN" altLang="en-US" sz="2270" b="0" i="0" u="none" strike="noStrike" kern="1200" cap="none" spc="15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n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单击此处编辑母版文本样式</a:t>
            </a:r>
            <a:endParaRPr>
              <a:sym typeface="+mn-ea"/>
            </a:endParaRP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  <p:custDataLst>
              <p:tags r:id="rId2"/>
            </p:custDataLst>
          </p:nvPr>
        </p:nvSpPr>
        <p:spPr>
          <a:xfrm>
            <a:off x="12476807" y="1350019"/>
            <a:ext cx="1122419" cy="7637863"/>
          </a:xfrm>
        </p:spPr>
        <p:txBody>
          <a:bodyPr vert="eaVert" lIns="101600" tIns="38100" rIns="76200" bIns="38100" rtlCol="0" anchor="ctr" anchorCtr="0">
            <a:normAutofit/>
          </a:bodyPr>
          <a:lstStyle>
            <a:lvl1pPr marL="0" marR="0" lvl="0" algn="l" defTabSz="914400" rtl="0" eaLnBrk="1" fontAlgn="auto" latinLnBrk="0" hangingPunct="1">
              <a:lnSpc>
                <a:spcPct val="100000"/>
              </a:lnSpc>
              <a:spcAft>
                <a:spcPts val="0"/>
              </a:spcAft>
              <a:buNone/>
              <a:defRPr kumimoji="0" lang="zh-CN" altLang="en-US" sz="3405" b="1" i="0" u="none" strike="noStrike" kern="1200" cap="none" spc="2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  <a:sym typeface="+mn-ea"/>
              </a:defRPr>
            </a:lvl1pPr>
          </a:lstStyle>
          <a:p>
            <a:pPr lvl="0"/>
            <a:r>
              <a:rPr>
                <a:sym typeface="+mn-ea"/>
              </a:rPr>
              <a:t>单击此处编辑母版标题样式</a:t>
            </a:r>
            <a:endParaRPr>
              <a:sym typeface="+mn-ea"/>
            </a:endParaRP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790693" y="1350008"/>
            <a:ext cx="11599826" cy="7637863"/>
          </a:xfrm>
        </p:spPr>
        <p:txBody>
          <a:bodyPr vert="eaVert">
            <a:normAutofit/>
          </a:bodyPr>
          <a:lstStyle>
            <a:lvl1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 indent="0" eaLnBrk="1" fontAlgn="auto" latinLnBrk="0" hangingPunct="1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790699" y="1350019"/>
            <a:ext cx="12808584" cy="7637863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等腰三角形 5"/>
          <p:cNvSpPr/>
          <p:nvPr userDrawn="1">
            <p:custDataLst>
              <p:tags r:id="rId2"/>
            </p:custDataLst>
          </p:nvPr>
        </p:nvSpPr>
        <p:spPr>
          <a:xfrm rot="10800000" flipV="1">
            <a:off x="-5115" y="5730759"/>
            <a:ext cx="2825992" cy="3989294"/>
          </a:xfrm>
          <a:prstGeom prst="triangle">
            <a:avLst>
              <a:gd name="adj" fmla="val 100000"/>
            </a:avLst>
          </a:prstGeom>
          <a:solidFill>
            <a:schemeClr val="accent2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7" name="等腰三角形 6"/>
          <p:cNvSpPr/>
          <p:nvPr userDrawn="1">
            <p:custDataLst>
              <p:tags r:id="rId3"/>
            </p:custDataLst>
          </p:nvPr>
        </p:nvSpPr>
        <p:spPr>
          <a:xfrm rot="10800000" flipV="1">
            <a:off x="-1" y="6228034"/>
            <a:ext cx="2473725" cy="3492019"/>
          </a:xfrm>
          <a:prstGeom prst="triangle">
            <a:avLst>
              <a:gd name="adj" fmla="val 100000"/>
            </a:avLst>
          </a:prstGeom>
          <a:gradFill>
            <a:gsLst>
              <a:gs pos="0">
                <a:schemeClr val="accent3">
                  <a:lumMod val="60000"/>
                  <a:lumOff val="40000"/>
                </a:schemeClr>
              </a:gs>
              <a:gs pos="100000">
                <a:schemeClr val="accent6">
                  <a:lumMod val="75000"/>
                </a:schemeClr>
              </a:gs>
            </a:gsLst>
            <a:lin ang="648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4"/>
            </p:custDataLst>
          </p:nvPr>
        </p:nvGrpSpPr>
        <p:grpSpPr>
          <a:xfrm rot="10800000" flipV="1">
            <a:off x="1" y="0"/>
            <a:ext cx="4089836" cy="9720054"/>
            <a:chOff x="6468332" y="0"/>
            <a:chExt cx="3465166" cy="6858000"/>
          </a:xfrm>
          <a:effectLst>
            <a:outerShdw blurRad="609600" dist="279400" dir="10800000" sx="93000" sy="93000" algn="r" rotWithShape="0">
              <a:schemeClr val="accent1">
                <a:lumMod val="75000"/>
                <a:alpha val="40000"/>
              </a:schemeClr>
            </a:outerShdw>
          </a:effectLst>
        </p:grpSpPr>
        <p:sp>
          <p:nvSpPr>
            <p:cNvPr id="9" name="矩形 8"/>
            <p:cNvSpPr/>
            <p:nvPr>
              <p:custDataLst>
                <p:tags r:id="rId5"/>
              </p:custDataLst>
            </p:nvPr>
          </p:nvSpPr>
          <p:spPr>
            <a:xfrm>
              <a:off x="9385300" y="0"/>
              <a:ext cx="54819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0" name="等腰三角形 9"/>
            <p:cNvSpPr/>
            <p:nvPr>
              <p:custDataLst>
                <p:tags r:id="rId6"/>
              </p:custDataLst>
            </p:nvPr>
          </p:nvSpPr>
          <p:spPr>
            <a:xfrm rot="10800000">
              <a:off x="6468332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60000"/>
                <a:lumOff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11" name="等腰三角形 10"/>
          <p:cNvSpPr/>
          <p:nvPr userDrawn="1">
            <p:custDataLst>
              <p:tags r:id="rId7"/>
            </p:custDataLst>
          </p:nvPr>
        </p:nvSpPr>
        <p:spPr>
          <a:xfrm flipV="1">
            <a:off x="0" y="0"/>
            <a:ext cx="3442814" cy="9720048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12" name="等腰三角形 11"/>
          <p:cNvSpPr/>
          <p:nvPr userDrawn="1">
            <p:custDataLst>
              <p:tags r:id="rId8"/>
            </p:custDataLst>
          </p:nvPr>
        </p:nvSpPr>
        <p:spPr>
          <a:xfrm flipV="1">
            <a:off x="0" y="0"/>
            <a:ext cx="2820877" cy="7964144"/>
          </a:xfrm>
          <a:prstGeom prst="triangle">
            <a:avLst>
              <a:gd name="adj" fmla="val 0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grpSp>
        <p:nvGrpSpPr>
          <p:cNvPr id="13" name="组合 12"/>
          <p:cNvGrpSpPr/>
          <p:nvPr userDrawn="1">
            <p:custDataLst>
              <p:tags r:id="rId9"/>
            </p:custDataLst>
          </p:nvPr>
        </p:nvGrpSpPr>
        <p:grpSpPr>
          <a:xfrm rot="10800000">
            <a:off x="1703709" y="2313911"/>
            <a:ext cx="574300" cy="674104"/>
            <a:chOff x="1100668" y="795868"/>
            <a:chExt cx="269602" cy="263525"/>
          </a:xfrm>
          <a:solidFill>
            <a:schemeClr val="bg1"/>
          </a:solidFill>
        </p:grpSpPr>
        <p:sp>
          <p:nvSpPr>
            <p:cNvPr id="14" name="矩形 13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7" name="组合 16"/>
          <p:cNvGrpSpPr/>
          <p:nvPr userDrawn="1">
            <p:custDataLst>
              <p:tags r:id="rId13"/>
            </p:custDataLst>
          </p:nvPr>
        </p:nvGrpSpPr>
        <p:grpSpPr>
          <a:xfrm>
            <a:off x="12342318" y="7290041"/>
            <a:ext cx="574300" cy="674104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8" name="矩形 17"/>
            <p:cNvSpPr/>
            <p:nvPr>
              <p:custDataLst>
                <p:tags r:id="rId14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9" name="矩形 18"/>
            <p:cNvSpPr/>
            <p:nvPr>
              <p:custDataLst>
                <p:tags r:id="rId15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20" name="矩形 19"/>
            <p:cNvSpPr/>
            <p:nvPr>
              <p:custDataLst>
                <p:tags r:id="rId16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cxnSp>
        <p:nvCxnSpPr>
          <p:cNvPr id="24" name="直接连接符 23"/>
          <p:cNvCxnSpPr/>
          <p:nvPr userDrawn="1">
            <p:custDataLst>
              <p:tags r:id="rId17"/>
            </p:custDataLst>
          </p:nvPr>
        </p:nvCxnSpPr>
        <p:spPr>
          <a:xfrm>
            <a:off x="3972763" y="5690732"/>
            <a:ext cx="6602851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8"/>
            </p:custDataLst>
          </p:nvPr>
        </p:nvSpPr>
        <p:spPr>
          <a:xfrm>
            <a:off x="3808538" y="4131034"/>
            <a:ext cx="7523484" cy="1506025"/>
          </a:xfrm>
        </p:spPr>
        <p:txBody>
          <a:bodyPr vert="horz" lIns="90000" tIns="46800" rIns="90000" bIns="46800" rtlCol="0" anchor="b" anchorCtr="0">
            <a:normAutofit/>
          </a:bodyPr>
          <a:lstStyle>
            <a:lvl1pPr marL="0" marR="0" algn="l" defTabSz="914400" rtl="0" eaLnBrk="1" fontAlgn="auto" latinLnBrk="0" hangingPunct="1">
              <a:lnSpc>
                <a:spcPct val="100000"/>
              </a:lnSpc>
              <a:buNone/>
              <a:defRPr kumimoji="0" lang="zh-CN" altLang="en-US" sz="7655" b="0" i="0" u="none" strike="noStrike" kern="1200" cap="none" spc="600" normalizeH="0" baseline="0" noProof="1" dirty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汉仪旗黑-85S" panose="00020600040101010101" pitchFamily="18" charset="-122"/>
                <a:cs typeface="+mj-cs"/>
                <a:sym typeface="+mn-ea"/>
              </a:defRPr>
            </a:lvl1pPr>
          </a:lstStyle>
          <a:p>
            <a:pPr lvl="0"/>
            <a:r>
              <a:rPr dirty="0">
                <a:sym typeface="+mn-ea"/>
              </a:rPr>
              <a:t>单击此处编辑标题</a:t>
            </a:r>
            <a:endParaRPr dirty="0">
              <a:sym typeface="+mn-ea"/>
            </a:endParaRP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9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20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21"/>
            </p:custDataLst>
          </p:nvPr>
        </p:nvSpPr>
        <p:spPr/>
        <p:txBody>
          <a:bodyPr>
            <a:normAutofit/>
          </a:bodyPr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6" name="文本占位符 25"/>
          <p:cNvSpPr>
            <a:spLocks noGrp="1"/>
          </p:cNvSpPr>
          <p:nvPr>
            <p:ph type="body" sz="quarter" idx="13" hasCustomPrompt="1"/>
            <p:custDataLst>
              <p:tags r:id="rId22"/>
            </p:custDataLst>
          </p:nvPr>
        </p:nvSpPr>
        <p:spPr>
          <a:xfrm>
            <a:off x="3809193" y="5730783"/>
            <a:ext cx="7523445" cy="1377007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3405"/>
            </a:lvl1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22" name="文本占位符 21"/>
          <p:cNvSpPr>
            <a:spLocks noGrp="1"/>
          </p:cNvSpPr>
          <p:nvPr>
            <p:ph type="body" sz="quarter" idx="14" hasCustomPrompt="1"/>
            <p:custDataLst>
              <p:tags r:id="rId23"/>
            </p:custDataLst>
          </p:nvPr>
        </p:nvSpPr>
        <p:spPr>
          <a:xfrm>
            <a:off x="3808538" y="2892710"/>
            <a:ext cx="3931154" cy="1156695"/>
          </a:xfrm>
        </p:spPr>
        <p:txBody>
          <a:bodyPr lIns="90000" tIns="46800" rIns="90000" anchor="b" anchorCtr="0">
            <a:normAutofit/>
          </a:bodyPr>
          <a:lstStyle>
            <a:lvl1pPr marL="0" indent="0">
              <a:buNone/>
              <a:defRPr sz="6235">
                <a:solidFill>
                  <a:schemeClr val="accent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通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组合 7"/>
          <p:cNvGrpSpPr/>
          <p:nvPr userDrawn="1">
            <p:custDataLst>
              <p:tags r:id="rId2"/>
            </p:custDataLst>
          </p:nvPr>
        </p:nvGrpSpPr>
        <p:grpSpPr>
          <a:xfrm rot="5400000" flipH="1">
            <a:off x="12378884" y="7305161"/>
            <a:ext cx="1200204" cy="3388519"/>
            <a:chOff x="0" y="0"/>
            <a:chExt cx="2916968" cy="6857996"/>
          </a:xfrm>
        </p:grpSpPr>
        <p:sp>
          <p:nvSpPr>
            <p:cNvPr id="6" name="等腰三角形 5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7" name="等腰三角形 6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5"/>
            </p:custDataLst>
          </p:nvPr>
        </p:nvSpPr>
        <p:spPr/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6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7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8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相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345583" y="431153"/>
            <a:ext cx="13698701" cy="885775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3"/>
            </p:custDataLst>
          </p:nvPr>
        </p:nvSpPr>
        <p:spPr>
          <a:xfrm>
            <a:off x="1512061" y="3066537"/>
            <a:ext cx="11362000" cy="488298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grpSp>
        <p:nvGrpSpPr>
          <p:cNvPr id="9" name="组合 8"/>
          <p:cNvGrpSpPr/>
          <p:nvPr userDrawn="1">
            <p:custDataLst>
              <p:tags r:id="rId7"/>
            </p:custDataLst>
          </p:nvPr>
        </p:nvGrpSpPr>
        <p:grpSpPr>
          <a:xfrm>
            <a:off x="13232890" y="835945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0" name="矩形 9"/>
            <p:cNvSpPr/>
            <p:nvPr>
              <p:custDataLst>
                <p:tags r:id="rId8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矩形 10"/>
            <p:cNvSpPr/>
            <p:nvPr>
              <p:custDataLst>
                <p:tags r:id="rId9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矩形 11"/>
            <p:cNvSpPr/>
            <p:nvPr>
              <p:custDataLst>
                <p:tags r:id="rId10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11"/>
            </p:custDataLst>
          </p:nvPr>
        </p:nvGrpSpPr>
        <p:grpSpPr>
          <a:xfrm rot="10800000">
            <a:off x="217654" y="284731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左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矩形 7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5692991" cy="9731754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 dirty="0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3"/>
            </p:custDataLst>
          </p:nvPr>
        </p:nvSpPr>
        <p:spPr>
          <a:xfrm>
            <a:off x="688334" y="1091912"/>
            <a:ext cx="4673874" cy="1250086"/>
          </a:xfrm>
        </p:spPr>
        <p:txBody>
          <a:bodyPr anchor="ctr"/>
          <a:lstStyle>
            <a:lvl1pPr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7"/>
            </p:custDataLst>
          </p:nvPr>
        </p:nvSpPr>
        <p:spPr>
          <a:xfrm>
            <a:off x="692583" y="2500171"/>
            <a:ext cx="4669625" cy="5801418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6020800" y="1091257"/>
            <a:ext cx="7648158" cy="7211290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grpSp>
        <p:nvGrpSpPr>
          <p:cNvPr id="14" name="组合 13"/>
          <p:cNvGrpSpPr/>
          <p:nvPr userDrawn="1">
            <p:custDataLst>
              <p:tags r:id="rId9"/>
            </p:custDataLst>
          </p:nvPr>
        </p:nvGrpSpPr>
        <p:grpSpPr>
          <a:xfrm rot="5400000">
            <a:off x="217654" y="8290648"/>
            <a:ext cx="928082" cy="1089366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5" name="矩形 14"/>
            <p:cNvSpPr/>
            <p:nvPr>
              <p:custDataLst>
                <p:tags r:id="rId10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7" name="矩形 16"/>
            <p:cNvSpPr/>
            <p:nvPr>
              <p:custDataLst>
                <p:tags r:id="rId12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上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3775769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11" name="组合 10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3" name="等腰三角形 12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22326" y="1107219"/>
            <a:ext cx="12955130" cy="887816"/>
          </a:xfrm>
        </p:spPr>
        <p:txBody>
          <a:bodyPr anchor="ctr"/>
          <a:lstStyle>
            <a:lvl1pPr algn="ctr">
              <a:defRPr sz="51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0"/>
            </p:custDataLst>
          </p:nvPr>
        </p:nvSpPr>
        <p:spPr>
          <a:xfrm>
            <a:off x="722326" y="2352202"/>
            <a:ext cx="12954628" cy="117355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11"/>
            </p:custDataLst>
          </p:nvPr>
        </p:nvSpPr>
        <p:spPr>
          <a:xfrm>
            <a:off x="723241" y="3979865"/>
            <a:ext cx="12942383" cy="4862578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组合 9"/>
          <p:cNvGrpSpPr/>
          <p:nvPr userDrawn="1">
            <p:custDataLst>
              <p:tags r:id="rId2"/>
            </p:custDataLst>
          </p:nvPr>
        </p:nvGrpSpPr>
        <p:grpSpPr>
          <a:xfrm rot="16200000" flipH="1">
            <a:off x="1331524" y="-1600556"/>
            <a:ext cx="1394022" cy="4875126"/>
            <a:chOff x="0" y="0"/>
            <a:chExt cx="2916968" cy="6857996"/>
          </a:xfrm>
        </p:grpSpPr>
        <p:sp>
          <p:nvSpPr>
            <p:cNvPr id="11" name="等腰三角形 10"/>
            <p:cNvSpPr/>
            <p:nvPr userDrawn="1">
              <p:custDataLst>
                <p:tags r:id="rId3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8" name="矩形 7"/>
          <p:cNvSpPr/>
          <p:nvPr userDrawn="1">
            <p:custDataLst>
              <p:tags r:id="rId5"/>
            </p:custDataLst>
          </p:nvPr>
        </p:nvSpPr>
        <p:spPr>
          <a:xfrm>
            <a:off x="0" y="7128041"/>
            <a:ext cx="14389868" cy="2592013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6"/>
            </p:custDataLst>
          </p:nvPr>
        </p:nvSpPr>
        <p:spPr>
          <a:xfrm>
            <a:off x="713828" y="949045"/>
            <a:ext cx="12955130" cy="801075"/>
          </a:xfrm>
        </p:spPr>
        <p:txBody>
          <a:bodyPr anchor="ctr"/>
          <a:lstStyle>
            <a:lvl1pPr algn="ctr">
              <a:defRPr sz="4535"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10"/>
            </p:custDataLst>
          </p:nvPr>
        </p:nvSpPr>
        <p:spPr>
          <a:xfrm>
            <a:off x="713872" y="2382816"/>
            <a:ext cx="12972126" cy="455133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文本占位符 8"/>
          <p:cNvSpPr>
            <a:spLocks noGrp="1"/>
          </p:cNvSpPr>
          <p:nvPr>
            <p:ph type="body" sz="quarter" idx="14"/>
            <p:custDataLst>
              <p:tags r:id="rId11"/>
            </p:custDataLst>
          </p:nvPr>
        </p:nvSpPr>
        <p:spPr>
          <a:xfrm>
            <a:off x="701081" y="7342340"/>
            <a:ext cx="12984873" cy="1433772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导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0"/>
            <a:ext cx="14389868" cy="1296007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  <p:custDataLst>
              <p:tags r:id="rId3"/>
            </p:custDataLst>
          </p:nvPr>
        </p:nvSpPr>
        <p:spPr>
          <a:xfrm>
            <a:off x="684085" y="336758"/>
            <a:ext cx="13027363" cy="626409"/>
          </a:xfrm>
        </p:spPr>
        <p:txBody>
          <a:bodyPr/>
          <a:lstStyle>
            <a:lvl1pPr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7"/>
            </p:custDataLst>
          </p:nvPr>
        </p:nvSpPr>
        <p:spPr>
          <a:xfrm>
            <a:off x="684085" y="2357304"/>
            <a:ext cx="6305481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9" name="内容占位符 8"/>
          <p:cNvSpPr>
            <a:spLocks noGrp="1"/>
          </p:cNvSpPr>
          <p:nvPr>
            <p:ph sz="quarter" idx="14"/>
            <p:custDataLst>
              <p:tags r:id="rId8"/>
            </p:custDataLst>
          </p:nvPr>
        </p:nvSpPr>
        <p:spPr>
          <a:xfrm>
            <a:off x="7367726" y="2357304"/>
            <a:ext cx="6335224" cy="4102322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  <a:lvl2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2pPr>
            <a:lvl3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3pPr>
            <a:lvl4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4pPr>
            <a:lvl5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11" name="文本占位符 10"/>
          <p:cNvSpPr>
            <a:spLocks noGrp="1"/>
          </p:cNvSpPr>
          <p:nvPr>
            <p:ph type="body" sz="quarter" idx="15"/>
            <p:custDataLst>
              <p:tags r:id="rId9"/>
            </p:custDataLst>
          </p:nvPr>
        </p:nvSpPr>
        <p:spPr>
          <a:xfrm>
            <a:off x="675587" y="6826999"/>
            <a:ext cx="6305481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13" name="文本占位符 12"/>
          <p:cNvSpPr>
            <a:spLocks noGrp="1"/>
          </p:cNvSpPr>
          <p:nvPr>
            <p:ph type="body" sz="quarter" idx="16"/>
            <p:custDataLst>
              <p:tags r:id="rId10"/>
            </p:custDataLst>
          </p:nvPr>
        </p:nvSpPr>
        <p:spPr>
          <a:xfrm>
            <a:off x="7380473" y="6821896"/>
            <a:ext cx="6335224" cy="1107219"/>
          </a:xfrm>
        </p:spPr>
        <p:txBody>
          <a:bodyPr/>
          <a:lstStyle>
            <a:lvl1pPr>
              <a:defRPr baseline="0"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grpSp>
        <p:nvGrpSpPr>
          <p:cNvPr id="12" name="组合 11"/>
          <p:cNvGrpSpPr/>
          <p:nvPr userDrawn="1">
            <p:custDataLst>
              <p:tags r:id="rId11"/>
            </p:custDataLst>
          </p:nvPr>
        </p:nvGrpSpPr>
        <p:grpSpPr>
          <a:xfrm>
            <a:off x="13529742" y="8735237"/>
            <a:ext cx="450808" cy="529152"/>
            <a:chOff x="1100668" y="795868"/>
            <a:chExt cx="269602" cy="263525"/>
          </a:xfrm>
          <a:solidFill>
            <a:schemeClr val="accent1"/>
          </a:solidFill>
        </p:grpSpPr>
        <p:sp>
          <p:nvSpPr>
            <p:cNvPr id="14" name="矩形 13"/>
            <p:cNvSpPr/>
            <p:nvPr>
              <p:custDataLst>
                <p:tags r:id="rId12"/>
              </p:custDataLst>
            </p:nvPr>
          </p:nvSpPr>
          <p:spPr>
            <a:xfrm>
              <a:off x="1100668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5" name="矩形 14"/>
            <p:cNvSpPr/>
            <p:nvPr>
              <p:custDataLst>
                <p:tags r:id="rId13"/>
              </p:custDataLst>
            </p:nvPr>
          </p:nvSpPr>
          <p:spPr>
            <a:xfrm>
              <a:off x="1255970" y="795868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6" name="矩形 15"/>
            <p:cNvSpPr/>
            <p:nvPr>
              <p:custDataLst>
                <p:tags r:id="rId14"/>
              </p:custDataLst>
            </p:nvPr>
          </p:nvSpPr>
          <p:spPr>
            <a:xfrm>
              <a:off x="1100668" y="945093"/>
              <a:ext cx="114300" cy="114300"/>
            </a:xfrm>
            <a:prstGeom prst="rect">
              <a:avLst/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>
              <p:custDataLst>
                <p:tags r:id="rId15"/>
              </p:custDataLst>
            </p:nvPr>
          </p:nvSpPr>
          <p:spPr>
            <a:xfrm>
              <a:off x="1255970" y="945093"/>
              <a:ext cx="114300" cy="114300"/>
            </a:xfrm>
            <a:prstGeom prst="rect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腰带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矩形 9"/>
          <p:cNvSpPr/>
          <p:nvPr userDrawn="1">
            <p:custDataLst>
              <p:tags r:id="rId2"/>
            </p:custDataLst>
          </p:nvPr>
        </p:nvSpPr>
        <p:spPr>
          <a:xfrm>
            <a:off x="0" y="1359538"/>
            <a:ext cx="14389868" cy="7000981"/>
          </a:xfrm>
          <a:prstGeom prst="rect">
            <a:avLst/>
          </a:prstGeom>
          <a:solidFill>
            <a:schemeClr val="tx2"/>
          </a:solid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lvl="0" algn="ctr"/>
            <a:endParaRPr lang="en-US" altLang="zh-CN">
              <a:sym typeface="+mn-ea"/>
            </a:endParaRPr>
          </a:p>
        </p:txBody>
      </p:sp>
      <p:grpSp>
        <p:nvGrpSpPr>
          <p:cNvPr id="8" name="组合 7"/>
          <p:cNvGrpSpPr/>
          <p:nvPr userDrawn="1">
            <p:custDataLst>
              <p:tags r:id="rId3"/>
            </p:custDataLst>
          </p:nvPr>
        </p:nvGrpSpPr>
        <p:grpSpPr>
          <a:xfrm rot="16200000" flipH="1">
            <a:off x="2145822" y="-2580218"/>
            <a:ext cx="2675616" cy="8373449"/>
            <a:chOff x="0" y="-1532"/>
            <a:chExt cx="3368984" cy="7916555"/>
          </a:xfrm>
        </p:grpSpPr>
        <p:sp>
          <p:nvSpPr>
            <p:cNvPr id="12" name="等腰三角形 11"/>
            <p:cNvSpPr/>
            <p:nvPr userDrawn="1">
              <p:custDataLst>
                <p:tags r:id="rId4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9" name="等腰三角形 8"/>
            <p:cNvSpPr/>
            <p:nvPr userDrawn="1">
              <p:custDataLst>
                <p:tags r:id="rId5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1" name="等腰三角形 10"/>
            <p:cNvSpPr/>
            <p:nvPr userDrawn="1">
              <p:custDataLst>
                <p:tags r:id="rId6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grpSp>
        <p:nvGrpSpPr>
          <p:cNvPr id="13" name="组合 12"/>
          <p:cNvGrpSpPr/>
          <p:nvPr userDrawn="1">
            <p:custDataLst>
              <p:tags r:id="rId7"/>
            </p:custDataLst>
          </p:nvPr>
        </p:nvGrpSpPr>
        <p:grpSpPr>
          <a:xfrm rot="5400000" flipH="1">
            <a:off x="9565596" y="3926819"/>
            <a:ext cx="2675616" cy="8373449"/>
            <a:chOff x="0" y="-1532"/>
            <a:chExt cx="3368984" cy="7916555"/>
          </a:xfrm>
        </p:grpSpPr>
        <p:sp>
          <p:nvSpPr>
            <p:cNvPr id="14" name="等腰三角形 13"/>
            <p:cNvSpPr/>
            <p:nvPr userDrawn="1">
              <p:custDataLst>
                <p:tags r:id="rId8"/>
              </p:custDataLst>
            </p:nvPr>
          </p:nvSpPr>
          <p:spPr>
            <a:xfrm flipV="1">
              <a:off x="1770" y="-1532"/>
              <a:ext cx="3367214" cy="7916555"/>
            </a:xfrm>
            <a:prstGeom prst="triangle">
              <a:avLst>
                <a:gd name="adj" fmla="val 0"/>
              </a:avLst>
            </a:prstGeom>
            <a:solidFill>
              <a:schemeClr val="accent1">
                <a:lumMod val="40000"/>
                <a:lumOff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5" name="等腰三角形 14"/>
            <p:cNvSpPr/>
            <p:nvPr userDrawn="1">
              <p:custDataLst>
                <p:tags r:id="rId9"/>
              </p:custDataLst>
            </p:nvPr>
          </p:nvSpPr>
          <p:spPr>
            <a:xfrm flipV="1">
              <a:off x="0" y="0"/>
              <a:ext cx="2916968" cy="6857996"/>
            </a:xfrm>
            <a:prstGeom prst="triangle">
              <a:avLst>
                <a:gd name="adj" fmla="val 0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dirty="0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  <p:sp>
          <p:nvSpPr>
            <p:cNvPr id="16" name="等腰三角形 15"/>
            <p:cNvSpPr/>
            <p:nvPr userDrawn="1">
              <p:custDataLst>
                <p:tags r:id="rId10"/>
              </p:custDataLst>
            </p:nvPr>
          </p:nvSpPr>
          <p:spPr>
            <a:xfrm flipV="1">
              <a:off x="0" y="0"/>
              <a:ext cx="2390024" cy="5619115"/>
            </a:xfrm>
            <a:prstGeom prst="triangle">
              <a:avLst>
                <a:gd name="adj" fmla="val 0"/>
              </a:avLst>
            </a:prstGeom>
            <a:solidFill>
              <a:schemeClr val="accent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endParaRPr>
            </a:p>
          </p:txBody>
        </p:sp>
      </p:grp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11"/>
            </p:custDataLst>
          </p:nvPr>
        </p:nvSpPr>
        <p:spPr>
          <a:xfrm>
            <a:off x="1797317" y="1898089"/>
            <a:ext cx="10792401" cy="3382885"/>
          </a:xfrm>
        </p:spPr>
        <p:txBody>
          <a:bodyPr anchor="b"/>
          <a:lstStyle>
            <a:lvl1pPr algn="ctr">
              <a:defRPr sz="8505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1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13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1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15"/>
            </p:custDataLst>
          </p:nvPr>
        </p:nvSpPr>
        <p:spPr>
          <a:xfrm>
            <a:off x="1796860" y="5474865"/>
            <a:ext cx="10792401" cy="2347100"/>
          </a:xfrm>
        </p:spPr>
        <p:txBody>
          <a:bodyPr/>
          <a:lstStyle>
            <a:lvl1pPr algn="ctr">
              <a:defRPr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标题和内容">
    <p:bg>
      <p:bgPr>
        <a:solidFill>
          <a:srgbClr val="2D2D8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8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697010" cy="6750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ransition>
    <p:wipe/>
  </p:transition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9" Type="http://schemas.openxmlformats.org/officeDocument/2006/relationships/theme" Target="../theme/theme1.xml"/><Relationship Id="rId28" Type="http://schemas.openxmlformats.org/officeDocument/2006/relationships/tags" Target="../tags/tag200.xml"/><Relationship Id="rId27" Type="http://schemas.openxmlformats.org/officeDocument/2006/relationships/tags" Target="../tags/tag199.xml"/><Relationship Id="rId26" Type="http://schemas.openxmlformats.org/officeDocument/2006/relationships/tags" Target="../tags/tag198.xml"/><Relationship Id="rId25" Type="http://schemas.openxmlformats.org/officeDocument/2006/relationships/tags" Target="../tags/tag197.xml"/><Relationship Id="rId24" Type="http://schemas.openxmlformats.org/officeDocument/2006/relationships/tags" Target="../tags/tag196.xml"/><Relationship Id="rId23" Type="http://schemas.openxmlformats.org/officeDocument/2006/relationships/tags" Target="../tags/tag195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0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23"/>
            </p:custDataLst>
          </p:nvPr>
        </p:nvSpPr>
        <p:spPr>
          <a:xfrm>
            <a:off x="790643" y="628204"/>
            <a:ext cx="12808584" cy="626409"/>
          </a:xfrm>
          <a:prstGeom prst="rect">
            <a:avLst/>
          </a:prstGeom>
        </p:spPr>
        <p:txBody>
          <a:bodyPr vert="horz" lIns="101600" tIns="38100" rIns="76200" bIns="38100" rtlCol="0" anchor="t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24"/>
            </p:custDataLst>
          </p:nvPr>
        </p:nvSpPr>
        <p:spPr>
          <a:xfrm>
            <a:off x="790643" y="1350019"/>
            <a:ext cx="12808584" cy="7637863"/>
          </a:xfrm>
          <a:prstGeom prst="rect">
            <a:avLst/>
          </a:prstGeo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25"/>
            </p:custDataLst>
          </p:nvPr>
        </p:nvSpPr>
        <p:spPr>
          <a:xfrm>
            <a:off x="103833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26"/>
            </p:custDataLst>
          </p:nvPr>
        </p:nvSpPr>
        <p:spPr>
          <a:xfrm>
            <a:off x="4857997" y="8999813"/>
            <a:ext cx="4673874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27"/>
            </p:custDataLst>
          </p:nvPr>
        </p:nvSpPr>
        <p:spPr>
          <a:xfrm>
            <a:off x="10162844" y="8999813"/>
            <a:ext cx="3186733" cy="44901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700" baseline="0">
                <a:solidFill>
                  <a:schemeClr val="tx1">
                    <a:lumMod val="85000"/>
                    <a:lumOff val="15000"/>
                  </a:schemeClr>
                </a:solidFill>
                <a:latin typeface="Arial" panose="020B0604020202020204" pitchFamily="34" charset="0"/>
                <a:ea typeface="微软雅黑" panose="020B0503020204020204" charset="-122"/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  <p:sp>
        <p:nvSpPr>
          <p:cNvPr id="7" name="KSO_TEMPLATE" hidden="1"/>
          <p:cNvSpPr/>
          <p:nvPr userDrawn="1">
            <p:custDataLst>
              <p:tags r:id="rId28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</p:sldLayoutIdLst>
  <p:txStyles>
    <p:titleStyle>
      <a:lvl1pPr algn="l" defTabSz="1296670" rtl="0" eaLnBrk="1" fontAlgn="auto" latinLnBrk="0" hangingPunct="1">
        <a:lnSpc>
          <a:spcPct val="100000"/>
        </a:lnSpc>
        <a:spcBef>
          <a:spcPct val="0"/>
        </a:spcBef>
        <a:buNone/>
        <a:defRPr sz="3405" b="1" u="none" strike="noStrike" kern="1200" cap="none" spc="20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j-cs"/>
        </a:defRPr>
      </a:lvl1pPr>
    </p:titleStyle>
    <p:bodyStyle>
      <a:lvl1pPr marL="32385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1pPr>
      <a:lvl2pPr marL="9721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tabLst>
          <a:tab pos="2281555" algn="l"/>
        </a:tabLst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2pPr>
      <a:lvl3pPr marL="16205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3pPr>
      <a:lvl4pPr marL="2267585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4pPr>
      <a:lvl5pPr marL="2915920" indent="-323850" algn="l" defTabSz="129667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•"/>
        <a:defRPr sz="2270" u="none" strike="noStrike" kern="1200" cap="none" spc="150" normalizeH="0" baseline="0">
          <a:solidFill>
            <a:schemeClr val="tx1">
              <a:lumMod val="85000"/>
              <a:lumOff val="15000"/>
            </a:schemeClr>
          </a:solidFill>
          <a:uFillTx/>
          <a:latin typeface="Arial" panose="020B0604020202020204" pitchFamily="34" charset="0"/>
          <a:ea typeface="微软雅黑" panose="020B0503020204020204" charset="-122"/>
          <a:cs typeface="+mn-cs"/>
        </a:defRPr>
      </a:lvl5pPr>
      <a:lvl6pPr marL="3564255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42125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8602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507990" indent="-323850" algn="l" defTabSz="1296670" rtl="0" eaLnBrk="1" latinLnBrk="0" hangingPunct="1">
        <a:lnSpc>
          <a:spcPct val="90000"/>
        </a:lnSpc>
        <a:spcBef>
          <a:spcPct val="142000"/>
        </a:spcBef>
        <a:buFont typeface="Arial" panose="020B0604020202020204" pitchFamily="34" charset="0"/>
        <a:buChar char="•"/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1pPr>
      <a:lvl2pPr marL="64770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2pPr>
      <a:lvl3pPr marL="12966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3pPr>
      <a:lvl4pPr marL="194373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4pPr>
      <a:lvl5pPr marL="25920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5pPr>
      <a:lvl6pPr marL="323977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6pPr>
      <a:lvl7pPr marL="38887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7pPr>
      <a:lvl8pPr marL="4536440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8pPr>
      <a:lvl9pPr marL="5183505" algn="l" defTabSz="1296670" rtl="0" eaLnBrk="1" latinLnBrk="0" hangingPunct="1">
        <a:defRPr sz="25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slideLayout" Target="../slideLayouts/slideLayout3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" Type="http://schemas.openxmlformats.org/officeDocument/2006/relationships/tags" Target="../tags/tag201.xml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image" Target="../media/image10.png"/><Relationship Id="rId8" Type="http://schemas.openxmlformats.org/officeDocument/2006/relationships/image" Target="../media/image9.png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9" Type="http://schemas.openxmlformats.org/officeDocument/2006/relationships/slideLayout" Target="../slideLayouts/slideLayout13.xml"/><Relationship Id="rId18" Type="http://schemas.openxmlformats.org/officeDocument/2006/relationships/tags" Target="../tags/tag205.xml"/><Relationship Id="rId17" Type="http://schemas.openxmlformats.org/officeDocument/2006/relationships/image" Target="../media/image18.png"/><Relationship Id="rId16" Type="http://schemas.openxmlformats.org/officeDocument/2006/relationships/image" Target="../media/image17.png"/><Relationship Id="rId15" Type="http://schemas.openxmlformats.org/officeDocument/2006/relationships/image" Target="../media/image16.png"/><Relationship Id="rId14" Type="http://schemas.openxmlformats.org/officeDocument/2006/relationships/image" Target="../media/image15.png"/><Relationship Id="rId13" Type="http://schemas.openxmlformats.org/officeDocument/2006/relationships/image" Target="../media/image14.png"/><Relationship Id="rId12" Type="http://schemas.openxmlformats.org/officeDocument/2006/relationships/image" Target="../media/image13.png"/><Relationship Id="rId11" Type="http://schemas.openxmlformats.org/officeDocument/2006/relationships/image" Target="../media/image12.png"/><Relationship Id="rId10" Type="http://schemas.openxmlformats.org/officeDocument/2006/relationships/image" Target="../media/image11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tags" Target="../tags/tag208.xml"/><Relationship Id="rId8" Type="http://schemas.openxmlformats.org/officeDocument/2006/relationships/image" Target="../media/image24.png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39" Type="http://schemas.openxmlformats.org/officeDocument/2006/relationships/vmlDrawing" Target="../drawings/vmlDrawing1.vml"/><Relationship Id="rId38" Type="http://schemas.openxmlformats.org/officeDocument/2006/relationships/slideLayout" Target="../slideLayouts/slideLayout13.xml"/><Relationship Id="rId37" Type="http://schemas.openxmlformats.org/officeDocument/2006/relationships/tags" Target="../tags/tag223.xml"/><Relationship Id="rId36" Type="http://schemas.openxmlformats.org/officeDocument/2006/relationships/image" Target="../media/image33.wmf"/><Relationship Id="rId35" Type="http://schemas.openxmlformats.org/officeDocument/2006/relationships/oleObject" Target="../embeddings/oleObject4.bin"/><Relationship Id="rId34" Type="http://schemas.openxmlformats.org/officeDocument/2006/relationships/image" Target="../media/image32.wmf"/><Relationship Id="rId33" Type="http://schemas.openxmlformats.org/officeDocument/2006/relationships/oleObject" Target="../embeddings/oleObject3.bin"/><Relationship Id="rId32" Type="http://schemas.openxmlformats.org/officeDocument/2006/relationships/tags" Target="../tags/tag222.xml"/><Relationship Id="rId31" Type="http://schemas.openxmlformats.org/officeDocument/2006/relationships/image" Target="../media/image31.wmf"/><Relationship Id="rId30" Type="http://schemas.openxmlformats.org/officeDocument/2006/relationships/oleObject" Target="../embeddings/oleObject2.bin"/><Relationship Id="rId3" Type="http://schemas.openxmlformats.org/officeDocument/2006/relationships/image" Target="../media/image21.png"/><Relationship Id="rId29" Type="http://schemas.openxmlformats.org/officeDocument/2006/relationships/tags" Target="../tags/tag221.xml"/><Relationship Id="rId28" Type="http://schemas.openxmlformats.org/officeDocument/2006/relationships/image" Target="../media/image30.wmf"/><Relationship Id="rId27" Type="http://schemas.openxmlformats.org/officeDocument/2006/relationships/oleObject" Target="../embeddings/oleObject1.bin"/><Relationship Id="rId26" Type="http://schemas.openxmlformats.org/officeDocument/2006/relationships/tags" Target="../tags/tag220.xml"/><Relationship Id="rId25" Type="http://schemas.openxmlformats.org/officeDocument/2006/relationships/image" Target="../media/image29.png"/><Relationship Id="rId24" Type="http://schemas.openxmlformats.org/officeDocument/2006/relationships/tags" Target="../tags/tag219.xml"/><Relationship Id="rId23" Type="http://schemas.openxmlformats.org/officeDocument/2006/relationships/tags" Target="../tags/tag218.xml"/><Relationship Id="rId22" Type="http://schemas.openxmlformats.org/officeDocument/2006/relationships/image" Target="../media/image28.png"/><Relationship Id="rId21" Type="http://schemas.openxmlformats.org/officeDocument/2006/relationships/tags" Target="../tags/tag217.xml"/><Relationship Id="rId20" Type="http://schemas.openxmlformats.org/officeDocument/2006/relationships/tags" Target="../tags/tag216.xml"/><Relationship Id="rId2" Type="http://schemas.openxmlformats.org/officeDocument/2006/relationships/image" Target="../media/image20.png"/><Relationship Id="rId19" Type="http://schemas.openxmlformats.org/officeDocument/2006/relationships/tags" Target="../tags/tag215.xml"/><Relationship Id="rId18" Type="http://schemas.openxmlformats.org/officeDocument/2006/relationships/image" Target="../media/image27.png"/><Relationship Id="rId17" Type="http://schemas.openxmlformats.org/officeDocument/2006/relationships/tags" Target="../tags/tag214.xml"/><Relationship Id="rId16" Type="http://schemas.openxmlformats.org/officeDocument/2006/relationships/tags" Target="../tags/tag213.xml"/><Relationship Id="rId15" Type="http://schemas.openxmlformats.org/officeDocument/2006/relationships/tags" Target="../tags/tag212.xml"/><Relationship Id="rId14" Type="http://schemas.openxmlformats.org/officeDocument/2006/relationships/image" Target="../media/image26.png"/><Relationship Id="rId13" Type="http://schemas.openxmlformats.org/officeDocument/2006/relationships/tags" Target="../tags/tag211.xml"/><Relationship Id="rId12" Type="http://schemas.openxmlformats.org/officeDocument/2006/relationships/image" Target="../media/image25.png"/><Relationship Id="rId11" Type="http://schemas.openxmlformats.org/officeDocument/2006/relationships/tags" Target="../tags/tag210.xml"/><Relationship Id="rId10" Type="http://schemas.openxmlformats.org/officeDocument/2006/relationships/tags" Target="../tags/tag209.xml"/><Relationship Id="rId1" Type="http://schemas.openxmlformats.org/officeDocument/2006/relationships/image" Target="../media/image1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42.png"/><Relationship Id="rId8" Type="http://schemas.openxmlformats.org/officeDocument/2006/relationships/image" Target="../media/image41.png"/><Relationship Id="rId7" Type="http://schemas.openxmlformats.org/officeDocument/2006/relationships/image" Target="../media/image40.png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Relationship Id="rId3" Type="http://schemas.openxmlformats.org/officeDocument/2006/relationships/image" Target="../media/image36.png"/><Relationship Id="rId2" Type="http://schemas.openxmlformats.org/officeDocument/2006/relationships/image" Target="../media/image35.png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24.xml"/><Relationship Id="rId16" Type="http://schemas.openxmlformats.org/officeDocument/2006/relationships/image" Target="../media/image49.png"/><Relationship Id="rId15" Type="http://schemas.openxmlformats.org/officeDocument/2006/relationships/image" Target="../media/image48.png"/><Relationship Id="rId14" Type="http://schemas.openxmlformats.org/officeDocument/2006/relationships/image" Target="../media/image47.png"/><Relationship Id="rId13" Type="http://schemas.openxmlformats.org/officeDocument/2006/relationships/image" Target="../media/image46.png"/><Relationship Id="rId12" Type="http://schemas.openxmlformats.org/officeDocument/2006/relationships/image" Target="../media/image45.png"/><Relationship Id="rId11" Type="http://schemas.openxmlformats.org/officeDocument/2006/relationships/image" Target="../media/image44.png"/><Relationship Id="rId10" Type="http://schemas.openxmlformats.org/officeDocument/2006/relationships/image" Target="../media/image43.png"/><Relationship Id="rId1" Type="http://schemas.openxmlformats.org/officeDocument/2006/relationships/image" Target="../media/image34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png"/><Relationship Id="rId8" Type="http://schemas.openxmlformats.org/officeDocument/2006/relationships/image" Target="../media/image57.png"/><Relationship Id="rId7" Type="http://schemas.openxmlformats.org/officeDocument/2006/relationships/image" Target="../media/image56.png"/><Relationship Id="rId6" Type="http://schemas.openxmlformats.org/officeDocument/2006/relationships/image" Target="../media/image55.png"/><Relationship Id="rId5" Type="http://schemas.openxmlformats.org/officeDocument/2006/relationships/image" Target="../media/image54.png"/><Relationship Id="rId4" Type="http://schemas.openxmlformats.org/officeDocument/2006/relationships/image" Target="../media/image53.png"/><Relationship Id="rId3" Type="http://schemas.openxmlformats.org/officeDocument/2006/relationships/image" Target="../media/image52.png"/><Relationship Id="rId2" Type="http://schemas.openxmlformats.org/officeDocument/2006/relationships/image" Target="../media/image51.png"/><Relationship Id="rId18" Type="http://schemas.openxmlformats.org/officeDocument/2006/relationships/slideLayout" Target="../slideLayouts/slideLayout13.xml"/><Relationship Id="rId17" Type="http://schemas.openxmlformats.org/officeDocument/2006/relationships/tags" Target="../tags/tag225.xml"/><Relationship Id="rId16" Type="http://schemas.openxmlformats.org/officeDocument/2006/relationships/image" Target="../media/image63.png"/><Relationship Id="rId15" Type="http://schemas.openxmlformats.org/officeDocument/2006/relationships/image" Target="../media/image62.png"/><Relationship Id="rId14" Type="http://schemas.openxmlformats.org/officeDocument/2006/relationships/image" Target="../media/image48.png"/><Relationship Id="rId13" Type="http://schemas.openxmlformats.org/officeDocument/2006/relationships/image" Target="../media/image47.png"/><Relationship Id="rId12" Type="http://schemas.openxmlformats.org/officeDocument/2006/relationships/image" Target="../media/image61.png"/><Relationship Id="rId11" Type="http://schemas.openxmlformats.org/officeDocument/2006/relationships/image" Target="../media/image60.png"/><Relationship Id="rId10" Type="http://schemas.openxmlformats.org/officeDocument/2006/relationships/image" Target="../media/image59.png"/><Relationship Id="rId1" Type="http://schemas.openxmlformats.org/officeDocument/2006/relationships/image" Target="../media/image50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229.xml"/><Relationship Id="rId8" Type="http://schemas.openxmlformats.org/officeDocument/2006/relationships/image" Target="../media/image68.png"/><Relationship Id="rId7" Type="http://schemas.openxmlformats.org/officeDocument/2006/relationships/image" Target="../media/image67.png"/><Relationship Id="rId6" Type="http://schemas.openxmlformats.org/officeDocument/2006/relationships/tags" Target="../tags/tag228.xml"/><Relationship Id="rId5" Type="http://schemas.openxmlformats.org/officeDocument/2006/relationships/tags" Target="../tags/tag227.xml"/><Relationship Id="rId4" Type="http://schemas.openxmlformats.org/officeDocument/2006/relationships/image" Target="../media/image66.png"/><Relationship Id="rId34" Type="http://schemas.openxmlformats.org/officeDocument/2006/relationships/vmlDrawing" Target="../drawings/vmlDrawing2.vml"/><Relationship Id="rId33" Type="http://schemas.openxmlformats.org/officeDocument/2006/relationships/slideLayout" Target="../slideLayouts/slideLayout13.xml"/><Relationship Id="rId32" Type="http://schemas.openxmlformats.org/officeDocument/2006/relationships/tags" Target="../tags/tag239.xml"/><Relationship Id="rId31" Type="http://schemas.openxmlformats.org/officeDocument/2006/relationships/image" Target="../media/image79.wmf"/><Relationship Id="rId30" Type="http://schemas.openxmlformats.org/officeDocument/2006/relationships/oleObject" Target="../embeddings/oleObject6.bin"/><Relationship Id="rId3" Type="http://schemas.openxmlformats.org/officeDocument/2006/relationships/tags" Target="../tags/tag226.xml"/><Relationship Id="rId29" Type="http://schemas.openxmlformats.org/officeDocument/2006/relationships/image" Target="../media/image78.wmf"/><Relationship Id="rId28" Type="http://schemas.openxmlformats.org/officeDocument/2006/relationships/oleObject" Target="../embeddings/oleObject5.bin"/><Relationship Id="rId27" Type="http://schemas.openxmlformats.org/officeDocument/2006/relationships/image" Target="../media/image77.png"/><Relationship Id="rId26" Type="http://schemas.openxmlformats.org/officeDocument/2006/relationships/tags" Target="../tags/tag238.xml"/><Relationship Id="rId25" Type="http://schemas.openxmlformats.org/officeDocument/2006/relationships/tags" Target="../tags/tag237.xml"/><Relationship Id="rId24" Type="http://schemas.openxmlformats.org/officeDocument/2006/relationships/image" Target="../media/image76.png"/><Relationship Id="rId23" Type="http://schemas.openxmlformats.org/officeDocument/2006/relationships/image" Target="../media/image75.png"/><Relationship Id="rId22" Type="http://schemas.openxmlformats.org/officeDocument/2006/relationships/tags" Target="../tags/tag236.xml"/><Relationship Id="rId21" Type="http://schemas.openxmlformats.org/officeDocument/2006/relationships/tags" Target="../tags/tag235.xml"/><Relationship Id="rId20" Type="http://schemas.openxmlformats.org/officeDocument/2006/relationships/image" Target="../media/image74.png"/><Relationship Id="rId2" Type="http://schemas.openxmlformats.org/officeDocument/2006/relationships/image" Target="../media/image65.png"/><Relationship Id="rId19" Type="http://schemas.openxmlformats.org/officeDocument/2006/relationships/image" Target="../media/image73.png"/><Relationship Id="rId18" Type="http://schemas.openxmlformats.org/officeDocument/2006/relationships/tags" Target="../tags/tag234.xml"/><Relationship Id="rId17" Type="http://schemas.openxmlformats.org/officeDocument/2006/relationships/tags" Target="../tags/tag233.xml"/><Relationship Id="rId16" Type="http://schemas.openxmlformats.org/officeDocument/2006/relationships/tags" Target="../tags/tag232.xml"/><Relationship Id="rId15" Type="http://schemas.openxmlformats.org/officeDocument/2006/relationships/image" Target="../media/image72.png"/><Relationship Id="rId14" Type="http://schemas.openxmlformats.org/officeDocument/2006/relationships/tags" Target="../tags/tag231.xml"/><Relationship Id="rId13" Type="http://schemas.openxmlformats.org/officeDocument/2006/relationships/tags" Target="../tags/tag230.xml"/><Relationship Id="rId12" Type="http://schemas.openxmlformats.org/officeDocument/2006/relationships/image" Target="../media/image71.png"/><Relationship Id="rId11" Type="http://schemas.openxmlformats.org/officeDocument/2006/relationships/image" Target="../media/image70.png"/><Relationship Id="rId10" Type="http://schemas.openxmlformats.org/officeDocument/2006/relationships/image" Target="../media/image69.png"/><Relationship Id="rId1" Type="http://schemas.openxmlformats.org/officeDocument/2006/relationships/image" Target="../media/image6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7" Type="http://schemas.openxmlformats.org/officeDocument/2006/relationships/tags" Target="../tags/tag240.xml"/><Relationship Id="rId6" Type="http://schemas.openxmlformats.org/officeDocument/2006/relationships/image" Target="../media/image85.png"/><Relationship Id="rId5" Type="http://schemas.openxmlformats.org/officeDocument/2006/relationships/image" Target="../media/image84.png"/><Relationship Id="rId4" Type="http://schemas.openxmlformats.org/officeDocument/2006/relationships/image" Target="../media/image83.png"/><Relationship Id="rId3" Type="http://schemas.openxmlformats.org/officeDocument/2006/relationships/image" Target="../media/image82.png"/><Relationship Id="rId2" Type="http://schemas.openxmlformats.org/officeDocument/2006/relationships/image" Target="../media/image81.png"/><Relationship Id="rId1" Type="http://schemas.openxmlformats.org/officeDocument/2006/relationships/image" Target="../media/image8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文本框 27"/>
          <p:cNvSpPr txBox="1"/>
          <p:nvPr>
            <p:custDataLst>
              <p:tags r:id="rId1"/>
            </p:custDataLst>
          </p:nvPr>
        </p:nvSpPr>
        <p:spPr>
          <a:xfrm>
            <a:off x="8601100" y="2805994"/>
            <a:ext cx="1826331" cy="1862242"/>
          </a:xfrm>
          <a:prstGeom prst="rect">
            <a:avLst/>
          </a:prstGeom>
          <a:noFill/>
        </p:spPr>
        <p:txBody>
          <a:bodyPr wrap="square" lIns="90008" tIns="46804" rIns="90008" bIns="0" rtlCol="0" anchor="b" anchorCtr="0">
            <a:normAutofit fontScale="50000"/>
          </a:bodyPr>
          <a:lstStyle/>
          <a:p>
            <a:pPr algn="ctr"/>
            <a:r>
              <a:rPr lang="en-US" altLang="zh-CN" sz="11500" b="1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02.1</a:t>
            </a:r>
            <a:endParaRPr lang="en-US" altLang="zh-CN" sz="11500" b="1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7" name="矩形 36"/>
          <p:cNvSpPr/>
          <p:nvPr>
            <p:custDataLst>
              <p:tags r:id="rId2"/>
            </p:custDataLst>
          </p:nvPr>
        </p:nvSpPr>
        <p:spPr>
          <a:xfrm>
            <a:off x="7767842" y="4140433"/>
            <a:ext cx="962799" cy="369370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/>
            <a:r>
              <a:rPr lang="en-US" altLang="zh-CN" b="1" spc="200" dirty="0">
                <a:solidFill>
                  <a:schemeClr val="accent2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PART.</a:t>
            </a:r>
            <a:endParaRPr lang="en-US" altLang="zh-CN" b="1" spc="200" dirty="0">
              <a:solidFill>
                <a:schemeClr val="accent2"/>
              </a:solidFill>
              <a:latin typeface="Arial" panose="020B0604020202020204" pitchFamily="34" charset="0"/>
              <a:ea typeface="微软雅黑" panose="020B0503020204020204" charset="-122"/>
              <a:sym typeface="Arial" panose="020B0604020202020204" pitchFamily="34" charset="0"/>
            </a:endParaRP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3"/>
            </p:custDataLst>
          </p:nvPr>
        </p:nvSpPr>
        <p:spPr>
          <a:xfrm>
            <a:off x="5581650" y="4997450"/>
            <a:ext cx="6860540" cy="1287145"/>
          </a:xfrm>
        </p:spPr>
        <p:txBody>
          <a:bodyPr>
            <a:noAutofit/>
          </a:bodyPr>
          <a:lstStyle/>
          <a:p>
            <a:r>
              <a:rPr sz="4400" dirty="0">
                <a:latin typeface="华文中宋" panose="02010600040101010101" charset="-122"/>
                <a:ea typeface="华文中宋" panose="02010600040101010101" charset="-122"/>
                <a:sym typeface="Arial" panose="020B0604020202020204" pitchFamily="34" charset="0"/>
              </a:rPr>
              <a:t>实数项级数的相关知识</a:t>
            </a:r>
            <a:endParaRPr sz="4400" dirty="0">
              <a:latin typeface="华文中宋" panose="02010600040101010101" charset="-122"/>
              <a:ea typeface="华文中宋" panose="02010600040101010101" charset="-122"/>
              <a:sym typeface="Arial" panose="020B0604020202020204" pitchFamily="34" charset="0"/>
            </a:endParaRPr>
          </a:p>
        </p:txBody>
      </p:sp>
    </p:spTree>
    <p:custDataLst>
      <p:tags r:id="rId4"/>
    </p:custData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Text Box 3"/>
          <p:cNvSpPr txBox="1">
            <a:spLocks noChangeArrowheads="1"/>
          </p:cNvSpPr>
          <p:nvPr/>
        </p:nvSpPr>
        <p:spPr bwMode="auto">
          <a:xfrm>
            <a:off x="1536429" y="841145"/>
            <a:ext cx="26670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给定一个数列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8" name="Object 4"/>
              <p:cNvSpPr txBox="1"/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 , ⋯ , 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 , ⋯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18" name="Object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762104" y="810982"/>
                <a:ext cx="4219575" cy="504826"/>
              </a:xfrm>
              <a:prstGeom prst="rect">
                <a:avLst/>
              </a:prstGeom>
              <a:blipFill rotWithShape="1">
                <a:blip r:embed="rId1"/>
                <a:stretch>
                  <a:fillRect l="-9" t="-17" r="9" b="1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5"/>
          <p:cNvSpPr txBox="1">
            <a:spLocks noChangeArrowheads="1"/>
          </p:cNvSpPr>
          <p:nvPr/>
        </p:nvSpPr>
        <p:spPr bwMode="auto">
          <a:xfrm>
            <a:off x="7841979" y="849879"/>
            <a:ext cx="1676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将各项依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6"/>
              <p:cNvSpPr txBox="1"/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1" name="Object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88834" y="559364"/>
                <a:ext cx="1149350" cy="1263650"/>
              </a:xfrm>
              <a:prstGeom prst="rect">
                <a:avLst/>
              </a:prstGeom>
              <a:blipFill rotWithShape="1">
                <a:blip r:embed="rId2"/>
                <a:stretch>
                  <a:fillRect l="-32" t="-45" r="32" b="45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Text Box 7"/>
          <p:cNvSpPr txBox="1">
            <a:spLocks noChangeArrowheads="1"/>
          </p:cNvSpPr>
          <p:nvPr/>
        </p:nvSpPr>
        <p:spPr bwMode="auto">
          <a:xfrm>
            <a:off x="983343" y="1730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即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4780" y="1379150"/>
                <a:ext cx="1063624" cy="1243011"/>
              </a:xfrm>
              <a:prstGeom prst="rect">
                <a:avLst/>
              </a:prstGeom>
              <a:blipFill rotWithShape="1">
                <a:blip r:embed="rId3"/>
                <a:stretch>
                  <a:fillRect l="-34" t="-45" r="34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4" name="Object 9"/>
              <p:cNvSpPr txBox="1"/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+ ⋯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4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368675" y="1744345"/>
                <a:ext cx="5831840" cy="51308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5" name="Text Box 10"/>
          <p:cNvSpPr txBox="1">
            <a:spLocks noChangeArrowheads="1"/>
          </p:cNvSpPr>
          <p:nvPr/>
        </p:nvSpPr>
        <p:spPr bwMode="auto">
          <a:xfrm>
            <a:off x="1536430" y="282513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称上式为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无穷级数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zh-CN" altLang="en-US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1"/>
              <p:cNvSpPr txBox="1">
                <a:spLocks noChangeArrowheads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其中第 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华文中宋" panose="02010600040101010101" charset="-122"/>
                        <a:cs typeface="Cambria Math" panose="02040503050406030204" charset="0"/>
                      </a:rPr>
                      <m:t>𝑛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华文中宋" panose="02010600040101010101" charset="-122"/>
                    <a:ea typeface="华文中宋" panose="02010600040101010101" charset="-122"/>
                    <a:cs typeface="华文中宋" panose="02010600040101010101" charset="-122"/>
                  </a:rPr>
                  <a:t> 项</a:t>
                </a:r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6" name="Text 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559300" y="2839720"/>
                <a:ext cx="2387600" cy="52197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2"/>
              <p:cNvSpPr txBox="1"/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27" name="Object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56340" y="2823543"/>
                <a:ext cx="490290" cy="550863"/>
              </a:xfrm>
              <a:prstGeom prst="rect">
                <a:avLst/>
              </a:prstGeom>
              <a:blipFill rotWithShape="1">
                <a:blip r:embed="rId6"/>
                <a:stretch>
                  <a:fillRect l="-60" t="-60" r="74" b="3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8" name="Text Box 13"/>
          <p:cNvSpPr txBox="1">
            <a:spLocks noChangeArrowheads="1"/>
          </p:cNvSpPr>
          <p:nvPr/>
        </p:nvSpPr>
        <p:spPr bwMode="auto">
          <a:xfrm>
            <a:off x="6946630" y="2848710"/>
            <a:ext cx="3200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叫做级数的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一般项</a:t>
            </a:r>
            <a:r>
              <a:rPr kumimoji="1" lang="en-US" altLang="zh-CN" sz="2800" b="1" dirty="0">
                <a:solidFill>
                  <a:srgbClr val="04926A"/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</a:t>
            </a:r>
            <a:endParaRPr kumimoji="1" lang="en-US" altLang="zh-CN" sz="2800" b="1" dirty="0">
              <a:solidFill>
                <a:srgbClr val="04926A"/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30" name="Text Box 40"/>
          <p:cNvSpPr txBox="1">
            <a:spLocks noChangeArrowheads="1"/>
          </p:cNvSpPr>
          <p:nvPr/>
        </p:nvSpPr>
        <p:spPr bwMode="auto">
          <a:xfrm>
            <a:off x="9441545" y="841145"/>
            <a:ext cx="28194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次相加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  <a:cs typeface="华文中宋" panose="02010600040101010101" charset="-122"/>
              </a:rPr>
              <a:t>简记为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  <a:cs typeface="华文中宋" panose="02010600040101010101" charset="-122"/>
            </a:endParaRPr>
          </a:p>
        </p:txBody>
      </p:sp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411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1.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p:sp>
        <p:nvSpPr>
          <p:cNvPr id="31" name="Text Box 7"/>
          <p:cNvSpPr txBox="1">
            <a:spLocks noChangeArrowheads="1"/>
          </p:cNvSpPr>
          <p:nvPr/>
        </p:nvSpPr>
        <p:spPr bwMode="auto">
          <a:xfrm>
            <a:off x="952228" y="373928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2.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6"/>
              <p:cNvSpPr txBox="1"/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kumimoji="1" lang="zh-CN" altLang="en-US" sz="280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en-US" altLang="zh-CN" sz="2800" b="0" i="1" smtClean="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𝑠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𝑘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𝑘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3" name="Object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1980" y="3349410"/>
                <a:ext cx="1981200" cy="1219200"/>
              </a:xfrm>
              <a:prstGeom prst="rect">
                <a:avLst/>
              </a:prstGeom>
              <a:blipFill rotWithShape="1">
                <a:blip r:embed="rId7"/>
                <a:stretch>
                  <a:fillRect l="-18" t="-34" r="18" b="3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4" name="Object 35"/>
              <p:cNvSpPr txBox="1"/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3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+ ⋯ +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4" name="Object 3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403358" y="3719750"/>
                <a:ext cx="4438650" cy="519112"/>
              </a:xfrm>
              <a:prstGeom prst="rect">
                <a:avLst/>
              </a:prstGeom>
              <a:blipFill rotWithShape="1">
                <a:blip r:embed="rId8"/>
                <a:stretch>
                  <a:fillRect l="-9" t="-107" r="9" b="46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5" name="Text Box 17"/>
          <p:cNvSpPr txBox="1">
            <a:spLocks noChangeArrowheads="1"/>
          </p:cNvSpPr>
          <p:nvPr/>
        </p:nvSpPr>
        <p:spPr bwMode="auto">
          <a:xfrm>
            <a:off x="7657195" y="3768479"/>
            <a:ext cx="3124199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称为级数的</a:t>
            </a: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部分和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b="1" dirty="0">
              <a:solidFill>
                <a:srgbClr val="04926A"/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37" name="Text Box 7"/>
          <p:cNvSpPr txBox="1">
            <a:spLocks noChangeArrowheads="1"/>
          </p:cNvSpPr>
          <p:nvPr/>
        </p:nvSpPr>
        <p:spPr bwMode="auto">
          <a:xfrm>
            <a:off x="962388" y="4968009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3.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1" name="Object 41"/>
              <p:cNvSpPr txBox="1"/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smtClean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若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𝑠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 =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存在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1" name="Object 4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50174" y="4804463"/>
                <a:ext cx="3276599" cy="685800"/>
              </a:xfrm>
              <a:prstGeom prst="rect">
                <a:avLst/>
              </a:prstGeom>
              <a:blipFill rotWithShape="1">
                <a:blip r:embed="rId9"/>
                <a:stretch>
                  <a:fillRect l="-3" t="-8" r="3" b="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2" name="Text Box 44"/>
          <p:cNvSpPr txBox="1">
            <a:spLocks noChangeArrowheads="1"/>
          </p:cNvSpPr>
          <p:nvPr/>
        </p:nvSpPr>
        <p:spPr bwMode="auto">
          <a:xfrm>
            <a:off x="7122525" y="4838481"/>
            <a:ext cx="108585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收敛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3" name="Text Box 45"/>
          <p:cNvSpPr txBox="1">
            <a:spLocks noChangeArrowheads="1"/>
          </p:cNvSpPr>
          <p:nvPr/>
        </p:nvSpPr>
        <p:spPr bwMode="auto">
          <a:xfrm>
            <a:off x="4849021" y="4804195"/>
            <a:ext cx="23622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4" name="Text Box 47"/>
              <p:cNvSpPr txBox="1">
                <a:spLocks noChangeArrowheads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并称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𝑠</m:t>
                    </m:r>
                  </m:oMath>
                </a14:m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为级数的</a:t>
                </a:r>
                <a:r>
                  <a:rPr kumimoji="1" lang="zh-CN" altLang="en-US" sz="2800" b="1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和</a:t>
                </a:r>
                <a:r>
                  <a:rPr kumimoji="1" lang="en-US" altLang="zh-CN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latin typeface="Cambria Math" panose="02040503050406030204" charset="0"/>
                    <a:ea typeface="黑体" panose="02010609060101010101" charset="-122"/>
                  </a:rPr>
                  <a:t>,</a:t>
                </a:r>
                <a:endParaRPr kumimoji="1" lang="en-US" altLang="zh-CN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4" name="Text Box 4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093824" y="4838481"/>
                <a:ext cx="3200400" cy="519112"/>
              </a:xfrm>
              <a:prstGeom prst="rect">
                <a:avLst/>
              </a:prstGeom>
              <a:blipFill rotWithShape="1">
                <a:blip r:embed="rId10"/>
                <a:stretch>
                  <a:fillRect l="-4" t="-80" r="4" b="1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5" name="Text Box 48"/>
          <p:cNvSpPr txBox="1">
            <a:spLocks noChangeArrowheads="1"/>
          </p:cNvSpPr>
          <p:nvPr/>
        </p:nvSpPr>
        <p:spPr bwMode="auto">
          <a:xfrm>
            <a:off x="11035709" y="4838481"/>
            <a:ext cx="965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记作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6" name="Object 22"/>
              <p:cNvSpPr txBox="1"/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46" name="Object 2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1837192" y="4412615"/>
                <a:ext cx="2159000" cy="1301750"/>
              </a:xfrm>
              <a:prstGeom prst="rect">
                <a:avLst/>
              </a:prstGeom>
              <a:blipFill rotWithShape="1">
                <a:blip r:embed="rId11"/>
                <a:stretch>
                  <a:fillRect l="-7" r="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7" name="Text Box 44"/>
          <p:cNvSpPr txBox="1">
            <a:spLocks noChangeArrowheads="1"/>
          </p:cNvSpPr>
          <p:nvPr/>
        </p:nvSpPr>
        <p:spPr bwMode="auto">
          <a:xfrm>
            <a:off x="4189460" y="5822731"/>
            <a:ext cx="10858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发散</a:t>
            </a:r>
            <a:r>
              <a:rPr kumimoji="1" lang="en-US" altLang="zh-CN" sz="2800" b="1" dirty="0">
                <a:solidFill>
                  <a:srgbClr val="04926A"/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8" name="Text Box 45"/>
          <p:cNvSpPr txBox="1">
            <a:spLocks noChangeArrowheads="1"/>
          </p:cNvSpPr>
          <p:nvPr/>
        </p:nvSpPr>
        <p:spPr bwMode="auto">
          <a:xfrm>
            <a:off x="1692910" y="578929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否则称无穷级数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49" name="Text Box 7"/>
          <p:cNvSpPr txBox="1">
            <a:spLocks noChangeArrowheads="1"/>
          </p:cNvSpPr>
          <p:nvPr/>
        </p:nvSpPr>
        <p:spPr bwMode="auto">
          <a:xfrm>
            <a:off x="983343" y="686094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4.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6" name="Object 8"/>
              <p:cNvSpPr txBox="1"/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6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69415" y="6500495"/>
                <a:ext cx="3001645" cy="1242695"/>
              </a:xfrm>
              <a:prstGeom prst="rect">
                <a:avLst/>
              </a:prstGeom>
              <a:blipFill rotWithShape="1">
                <a:blip r:embed="rId1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7" name="Text Box 45"/>
          <p:cNvSpPr txBox="1">
            <a:spLocks noChangeArrowheads="1"/>
          </p:cNvSpPr>
          <p:nvPr/>
        </p:nvSpPr>
        <p:spPr bwMode="auto">
          <a:xfrm>
            <a:off x="4203700" y="6864350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正项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8" name="Object 8"/>
              <p:cNvSpPr txBox="1"/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华文中宋" panose="02010600040101010101" charset="-122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≥</m:t>
                          </m:r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0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58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133465" y="6450965"/>
                <a:ext cx="3001645" cy="1242695"/>
              </a:xfrm>
              <a:prstGeom prst="rect">
                <a:avLst/>
              </a:prstGeom>
              <a:blipFill rotWithShape="1">
                <a:blip r:embed="rId13"/>
                <a:stretch>
                  <a:fillRect r="-2045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9" name="Text Box 45"/>
          <p:cNvSpPr txBox="1">
            <a:spLocks noChangeArrowheads="1"/>
          </p:cNvSpPr>
          <p:nvPr/>
        </p:nvSpPr>
        <p:spPr bwMode="auto">
          <a:xfrm>
            <a:off x="9898380" y="6814820"/>
            <a:ext cx="187769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交错级数；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0" name="Object 8"/>
              <p:cNvSpPr txBox="1"/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不定号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)</m:t>
                          </m:r>
                        </m:e>
                      </m:nary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华文中宋" panose="02010600040101010101" charset="-122"/>
                  <a:ea typeface="华文中宋" panose="02010600040101010101" charset="-122"/>
                  <a:cs typeface="华文中宋" panose="02010600040101010101" charset="-122"/>
                </a:endParaRPr>
              </a:p>
            </p:txBody>
          </p:sp>
        </mc:Choice>
        <mc:Fallback>
          <p:sp>
            <p:nvSpPr>
              <p:cNvPr id="60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735455" y="7939405"/>
                <a:ext cx="3001645" cy="1242695"/>
              </a:xfrm>
              <a:prstGeom prst="rect">
                <a:avLst/>
              </a:prstGeom>
              <a:blipFill rotWithShape="1">
                <a:blip r:embed="rId1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1" name="Text Box 45"/>
          <p:cNvSpPr txBox="1">
            <a:spLocks noChangeArrowheads="1"/>
          </p:cNvSpPr>
          <p:nvPr/>
        </p:nvSpPr>
        <p:spPr bwMode="auto">
          <a:xfrm>
            <a:off x="4559300" y="8300085"/>
            <a:ext cx="30670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任意项级数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ad>
                                <m:radPr>
                                  <m:degHide m:val="on"/>
                                  <m:ctrlP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)(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  <m:r>
                                    <a:rPr lang="en-US" altLang="zh-CN" sz="2800" i="1">
                                      <a:solidFill>
                                        <a:schemeClr val="bg1"/>
                                      </a:solidFill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</m:rad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75056" y="7743127"/>
                <a:ext cx="3223260" cy="1261110"/>
              </a:xfrm>
              <a:prstGeom prst="rect">
                <a:avLst/>
              </a:prstGeom>
              <a:blipFill rotWithShape="1">
                <a:blip r:embed="rId15"/>
                <a:stretch>
                  <a:fillRect l="-18" t="-45" r="-21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𝑠𝑖𝑛𝑛</m:t>
                          </m:r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374181" y="7743127"/>
                <a:ext cx="1402715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1" t="-45" r="-503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p>
                            <m:sSup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(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sup>
                          </m:sSup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147236" y="7743127"/>
                <a:ext cx="1978025" cy="1261110"/>
              </a:xfrm>
              <a:prstGeom prst="rect">
                <a:avLst/>
              </a:prstGeom>
              <a:blipFill rotWithShape="1">
                <a:blip r:embed="rId17"/>
                <a:stretch>
                  <a:fillRect l="-29" t="-45" r="2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8"/>
              <p:cNvSpPr txBox="1"/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发散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但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，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92910" y="440055"/>
                <a:ext cx="6055995" cy="1242695"/>
              </a:xfrm>
              <a:prstGeom prst="rect">
                <a:avLst/>
              </a:prstGeom>
              <a:blipFill rotWithShape="1">
                <a:blip r:embed="rId1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7"/>
          <p:cNvSpPr txBox="1">
            <a:spLocks noChangeArrowheads="1"/>
          </p:cNvSpPr>
          <p:nvPr/>
        </p:nvSpPr>
        <p:spPr bwMode="auto">
          <a:xfrm>
            <a:off x="952228" y="80050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5.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Object 8"/>
              <p:cNvSpPr txBox="1"/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条件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；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909435" y="461010"/>
                <a:ext cx="6055995" cy="1242695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Object 8"/>
              <p:cNvSpPr txBox="1"/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若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|</m:t>
                          </m:r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|</m:t>
                          </m:r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收敛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华文中宋" panose="02010600040101010101" charset="-122"/>
                          <a:cs typeface="Cambria Math" panose="02040503050406030204" charset="0"/>
                        </a:rPr>
                        <m:t>，</m:t>
                      </m:r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74165" y="1859915"/>
                <a:ext cx="3144520" cy="1242695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Object 8"/>
              <p:cNvSpPr txBox="1"/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cs typeface="Cambria Math" panose="02040503050406030204" charset="0"/>
                        </a:rPr>
                        <m:t>则称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MS Mincho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华文中宋" panose="0201060004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绝对收敛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华文中宋" panose="02010600040101010101" charset="-122"/>
                              <a:cs typeface="Cambria Math" panose="02040503050406030204" charset="0"/>
                            </a:rPr>
                            <m:t>.</m:t>
                          </m:r>
                        </m:e>
                      </m:nary>
                    </m:oMath>
                  </m:oMathPara>
                </a14:m>
                <a:endParaRPr kumimoji="1" lang="zh-CN" altLang="en-US" sz="280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华文中宋" panose="0201060004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4" name="Object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299585" y="1870075"/>
                <a:ext cx="3677285" cy="1242695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 Box 7"/>
          <p:cNvSpPr txBox="1">
            <a:spLocks noChangeArrowheads="1"/>
          </p:cNvSpPr>
          <p:nvPr/>
        </p:nvSpPr>
        <p:spPr bwMode="auto">
          <a:xfrm>
            <a:off x="869043" y="369991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6.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Object 7"/>
              <p:cNvSpPr txBox="1"/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0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𝑎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𝑞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p>
                          </m:sSup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𝑎𝑞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sSup>
                        <m:sSup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pPr>
                        <m:e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𝑞</m:t>
                          </m:r>
                        </m:e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p>
                      </m:sSup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+⋯  (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𝑎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≠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 )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0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555110" y="3265539"/>
                <a:ext cx="8081015" cy="1225550"/>
              </a:xfrm>
              <a:prstGeom prst="rect">
                <a:avLst/>
              </a:prstGeom>
              <a:blipFill rotWithShape="1">
                <a:blip r:embed="rId5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1" name="Rectangle 2"/>
          <p:cNvSpPr txBox="1">
            <a:spLocks noChangeArrowheads="1"/>
          </p:cNvSpPr>
          <p:nvPr/>
        </p:nvSpPr>
        <p:spPr>
          <a:xfrm>
            <a:off x="9327515" y="370014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等比级数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(</a:t>
            </a:r>
            <a:r>
              <a:rPr kumimoji="1" lang="zh-CN" altLang="en-US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或几何级数</a:t>
            </a:r>
            <a:r>
              <a:rPr kumimoji="1" lang="en-US" altLang="zh-CN" sz="2800" dirty="0">
                <a:gradFill>
                  <a:gsLst>
                    <a:gs pos="50000">
                      <a:srgbClr val="1F5FBF"/>
                    </a:gs>
                    <a:gs pos="0">
                      <a:srgbClr val="1486CB"/>
                    </a:gs>
                    <a:gs pos="100000">
                      <a:srgbClr val="2A34B2"/>
                    </a:gs>
                  </a:gsLst>
                  <a:lin ang="5400000" scaled="1"/>
                </a:gradFill>
                <a:latin typeface="Cambria Math" panose="02040503050406030204" charset="0"/>
                <a:ea typeface="黑体" panose="02010609060101010101" charset="-122"/>
                <a:cs typeface="+mn-cs"/>
              </a:rPr>
              <a:t>).</a:t>
            </a:r>
            <a:endParaRPr kumimoji="1" lang="en-US" altLang="zh-CN" sz="2800" dirty="0">
              <a:gradFill>
                <a:gsLst>
                  <a:gs pos="50000">
                    <a:srgbClr val="1F5FBF"/>
                  </a:gs>
                  <a:gs pos="0">
                    <a:srgbClr val="1486CB"/>
                  </a:gs>
                  <a:gs pos="100000">
                    <a:srgbClr val="2A34B2"/>
                  </a:gs>
                </a:gsLst>
                <a:lin ang="5400000" scaled="1"/>
              </a:gra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2" name="Object 27"/>
              <p:cNvSpPr txBox="1"/>
              <p:nvPr>
                <p:custDataLst>
                  <p:tags r:id="rId6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a:rPr kumimoji="1" lang="en-US" altLang="zh-CN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2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7"/>
                </p:custDataLst>
              </p:nvPr>
            </p:nvSpPr>
            <p:spPr bwMode="auto">
              <a:xfrm>
                <a:off x="2242820" y="4415155"/>
                <a:ext cx="1757045" cy="469900"/>
              </a:xfrm>
              <a:prstGeom prst="rect">
                <a:avLst/>
              </a:prstGeom>
              <a:blipFill rotWithShape="1">
                <a:blip r:embed="rId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3" name="Text Box 2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3703320" y="443039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Object 29"/>
              <p:cNvSpPr txBox="1"/>
              <p:nvPr>
                <p:custDataLst>
                  <p:tags r:id="rId10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endChr m:val="|"/>
                        <m:ctrlPr>
                          <a:rPr kumimoji="1" lang="zh-CN" altLang="en-US" sz="2800" i="1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zh-CN" altLang="en-US" sz="2800">
                            <a:solidFill>
                              <a:schemeClr val="tx1">
                                <a:lumMod val="95000"/>
                                <a:lumOff val="5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𝑞</m:t>
                        </m:r>
                      </m:e>
                    </m:d>
                    <m:r>
                      <m:rPr>
                        <m:nor/>
                      </m:rPr>
                      <a:rPr kumimoji="1" lang="en-US" altLang="zh-CN" sz="2800" b="0" i="0" smtClean="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m:rPr>
                        <m:nor/>
                      </m:rPr>
                      <a:rPr lang="en-US" altLang="zh-CN" sz="2800" dirty="0">
                        <a:latin typeface="宋体" panose="02010600030101010101" pitchFamily="2" charset="-122"/>
                      </a:rPr>
                      <m:t>≥</m:t>
                    </m:r>
                    <m:r>
                      <a:rPr kumimoji="1" lang="zh-CN" altLang="en-US" sz="2800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4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1"/>
                </p:custDataLst>
              </p:nvPr>
            </p:nvSpPr>
            <p:spPr bwMode="auto">
              <a:xfrm>
                <a:off x="2233295" y="4977765"/>
                <a:ext cx="1766570" cy="469900"/>
              </a:xfrm>
              <a:prstGeom prst="rect">
                <a:avLst/>
              </a:prstGeom>
              <a:blipFill rotWithShape="1">
                <a:blip r:embed="rId1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5" name="Text Box 30"/>
          <p:cNvSpPr txBox="1">
            <a:spLocks noChangeArrowheads="1"/>
          </p:cNvSpPr>
          <p:nvPr>
            <p:custDataLst>
              <p:tags r:id="rId13"/>
            </p:custDataLst>
          </p:nvPr>
        </p:nvSpPr>
        <p:spPr bwMode="auto">
          <a:xfrm>
            <a:off x="3794760" y="500824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等比级数发散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6" name="Text Box 7"/>
          <p:cNvSpPr txBox="1">
            <a:spLocks noChangeArrowheads="1"/>
          </p:cNvSpPr>
          <p:nvPr/>
        </p:nvSpPr>
        <p:spPr bwMode="auto">
          <a:xfrm>
            <a:off x="955403" y="5952894"/>
            <a:ext cx="6858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华文中宋" panose="02010600040101010101" charset="-122"/>
                <a:ea typeface="华文中宋" panose="02010600040101010101" charset="-122"/>
              </a:rPr>
              <a:t>7.</a:t>
            </a:r>
            <a:endParaRPr kumimoji="1" lang="zh-CN" altLang="en-US" sz="2800" dirty="0">
              <a:solidFill>
                <a:schemeClr val="tx1">
                  <a:lumMod val="95000"/>
                  <a:lumOff val="5000"/>
                </a:schemeClr>
              </a:solidFill>
              <a:latin typeface="华文中宋" panose="02010600040101010101" charset="-122"/>
              <a:ea typeface="华文中宋" panose="0201060004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Object 7"/>
              <p:cNvSpPr txBox="1"/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kumimoji="1" lang="zh-CN" altLang="en-US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kumimoji="1" lang="en-US" altLang="zh-CN" sz="2800" i="1">
                                      <a:solidFill>
                                        <a:schemeClr val="tx1">
                                          <a:lumMod val="95000"/>
                                          <a:lumOff val="5000"/>
                                        </a:schemeClr>
                                      </a:solidFill>
                                      <a:latin typeface="Cambria Math" panose="02040503050406030204" charset="0"/>
                                      <a:ea typeface="黑体" panose="02010609060101010101" charset="-122"/>
                                      <a:cs typeface="Cambria Math" panose="02040503050406030204" charset="0"/>
                                    </a:rPr>
                                    <m:t>𝑝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2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3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e>
                            <m:sup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𝑝</m:t>
                              </m:r>
                            </m:sup>
                          </m:sSup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(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MS Mincho" charset="0"/>
                          <a:cs typeface="Cambria Math" panose="02040503050406030204" charset="0"/>
                        </a:rPr>
                        <m:t>常数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𝑝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&gt;</m:t>
                      </m:r>
                      <m:r>
                        <a:rPr kumimoji="1" lang="en-US" altLang="zh-CN" sz="2800" i="1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)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641470" y="5518519"/>
                <a:ext cx="8081015" cy="1225550"/>
              </a:xfrm>
              <a:prstGeom prst="rect">
                <a:avLst/>
              </a:prstGeom>
              <a:blipFill rotWithShape="1">
                <a:blip r:embed="rId14"/>
                <a:stretch>
                  <a:fillRect l="-8" t="-30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Rectangle 2"/>
          <p:cNvSpPr txBox="1">
            <a:spLocks noChangeArrowheads="1"/>
          </p:cNvSpPr>
          <p:nvPr>
            <p:custDataLst>
              <p:tags r:id="rId15"/>
            </p:custDataLst>
          </p:nvPr>
        </p:nvSpPr>
        <p:spPr>
          <a:xfrm>
            <a:off x="8251190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调和级数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,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9" name="Object 27"/>
              <p:cNvSpPr txBox="1"/>
              <p:nvPr>
                <p:custDataLst>
                  <p:tags r:id="rId16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𝑝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≤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Object 27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2420620" y="6668135"/>
                <a:ext cx="2464435" cy="469900"/>
              </a:xfrm>
              <a:prstGeom prst="rect">
                <a:avLst/>
              </a:prstGeom>
              <a:blipFill rotWithShape="1">
                <a:blip r:embed="rId18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Text Box 28"/>
          <p:cNvSpPr txBox="1">
            <a:spLocks noChangeArrowheads="1"/>
          </p:cNvSpPr>
          <p:nvPr>
            <p:custDataLst>
              <p:tags r:id="rId19"/>
            </p:custDataLst>
          </p:nvPr>
        </p:nvSpPr>
        <p:spPr bwMode="auto">
          <a:xfrm>
            <a:off x="4548505" y="6683375"/>
            <a:ext cx="342265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级数发散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;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1" name="Object 29"/>
              <p:cNvSpPr txBox="1"/>
              <p:nvPr>
                <p:custDataLst>
                  <p:tags r:id="rId20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:r>
                  <a:rPr kumimoji="1" lang="zh-CN" altLang="en-US" sz="2800" dirty="0">
                    <a:solidFill>
                      <a:schemeClr val="tx1">
                        <a:lumMod val="95000"/>
                        <a:lumOff val="5000"/>
                      </a:schemeClr>
                    </a:solidFill>
                    <a:ea typeface="黑体" panose="02010609060101010101" charset="-122"/>
                  </a:rPr>
                  <a:t>当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   </m:t>
                    </m:r>
                    <m:r>
                      <m:rPr>
                        <m:nor/>
                      </m:rPr>
                      <a:rPr kumimoji="1" 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p</m:t>
                    </m:r>
                    <m:r>
                      <a:rPr kumimoji="1" lang="en-US" altLang="zh-CN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&gt;</m:t>
                    </m:r>
                    <m:r>
                      <a:rPr kumimoji="1" lang="zh-CN" altLang="en-US" sz="2800" i="1">
                        <a:solidFill>
                          <a:schemeClr val="tx1">
                            <a:lumMod val="95000"/>
                            <a:lumOff val="5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1</m:t>
                    </m:r>
                  </m:oMath>
                </a14:m>
                <a:endParaRPr kumimoji="1" lang="zh-CN" altLang="en-US" sz="2800" i="1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1" name="Object 29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2411095" y="7230745"/>
                <a:ext cx="1766570" cy="469900"/>
              </a:xfrm>
              <a:prstGeom prst="rect">
                <a:avLst/>
              </a:prstGeom>
              <a:blipFill rotWithShape="1">
                <a:blip r:embed="rId22"/>
                <a:stretch>
                  <a:fillRect b="-5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2" name="Text Box 30"/>
          <p:cNvSpPr txBox="1">
            <a:spLocks noChangeArrowheads="1"/>
          </p:cNvSpPr>
          <p:nvPr>
            <p:custDataLst>
              <p:tags r:id="rId23"/>
            </p:custDataLst>
          </p:nvPr>
        </p:nvSpPr>
        <p:spPr bwMode="auto">
          <a:xfrm>
            <a:off x="4618355" y="7261225"/>
            <a:ext cx="3098165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时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, </a:t>
            </a:r>
            <a:r>
              <a:rPr kumimoji="1" lang="en-US" altLang="zh-CN" sz="2800" i="1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p--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级数</a:t>
            </a:r>
            <a:r>
              <a:rPr kumimoji="1" lang="zh-CN" altLang="en-US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收敛 </a:t>
            </a:r>
            <a:r>
              <a:rPr kumimoji="1" lang="en-US" altLang="zh-CN" sz="2800" dirty="0">
                <a:solidFill>
                  <a:schemeClr val="tx1">
                    <a:lumMod val="95000"/>
                    <a:lumOff val="5000"/>
                  </a:schemeClr>
                </a:solidFill>
                <a:latin typeface="Cambria Math" panose="02040503050406030204" charset="0"/>
                <a:ea typeface="黑体" panose="02010609060101010101" charset="-122"/>
              </a:rPr>
              <a:t>.</a:t>
            </a:r>
            <a:endParaRPr kumimoji="1" lang="en-US" altLang="zh-CN" sz="2800" dirty="0">
              <a:solidFill>
                <a:schemeClr val="tx1">
                  <a:lumMod val="95000"/>
                  <a:lumOff val="5000"/>
                </a:schemeClr>
              </a:solidFill>
              <a:latin typeface="Cambria Math" panose="02040503050406030204" charset="0"/>
              <a:ea typeface="黑体" panose="02010609060101010101" charset="-122"/>
            </a:endParaRPr>
          </a:p>
        </p:txBody>
      </p:sp>
      <p:sp>
        <p:nvSpPr>
          <p:cNvPr id="13" name="Rectangle 2"/>
          <p:cNvSpPr txBox="1">
            <a:spLocks noChangeArrowheads="1"/>
          </p:cNvSpPr>
          <p:nvPr>
            <p:custDataLst>
              <p:tags r:id="rId24"/>
            </p:custDataLst>
          </p:nvPr>
        </p:nvSpPr>
        <p:spPr>
          <a:xfrm>
            <a:off x="1361440" y="7839075"/>
            <a:ext cx="419163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i="1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特别的，</a:t>
            </a:r>
            <a:endParaRPr kumimoji="1" lang="zh-CN" altLang="en-US" sz="2800" i="1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4" name="Object 7"/>
              <p:cNvSpPr txBox="1"/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</p:spPr>
            <p:txBody>
              <a:bodyPr>
                <a:noAutofit/>
              </a:bodyPr>
              <a:p>
                <a:pPr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en-US" altLang="zh-CN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kumimoji="1" lang="zh-CN" alt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kumimoji="1" lang="en-US" altLang="zh-CN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kumimoji="1" lang="en-US" sz="2800" i="1">
                                  <a:solidFill>
                                    <a:schemeClr val="tx1">
                                      <a:lumMod val="95000"/>
                                      <a:lumOff val="5000"/>
                                    </a:schemeClr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en-US" altLang="zh-CN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2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3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+⋯+</m:t>
                      </m:r>
                      <m:f>
                        <m:fPr>
                          <m:ctrlPr>
                            <a:rPr kumimoji="1" lang="zh-CN" alt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</m:ctrlPr>
                        </m:fPr>
                        <m:num>
                          <m:r>
                            <a:rPr kumimoji="1" lang="en-US" altLang="zh-CN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1</m:t>
                          </m:r>
                        </m:num>
                        <m:den>
                          <m:r>
                            <a:rPr kumimoji="1" lang="en-US" sz="2800" i="1">
                              <a:solidFill>
                                <a:schemeClr val="tx1">
                                  <a:lumMod val="95000"/>
                                  <a:lumOff val="5000"/>
                                </a:schemeClr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  <a:cs typeface="Cambria Math" panose="02040503050406030204" charset="0"/>
                            </a:rPr>
                            <m:t>𝑛</m:t>
                          </m:r>
                        </m:den>
                      </m:f>
                      <m:r>
                        <a:rPr kumimoji="1" lang="zh-CN" alt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+⋯</m:t>
                      </m:r>
                      <m:r>
                        <a:rPr kumimoji="1" lang="en-US" sz="280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schemeClr val="tx1">
                      <a:lumMod val="95000"/>
                      <a:lumOff val="5000"/>
                    </a:schemeClr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763520" y="7771765"/>
                <a:ext cx="5487670" cy="1225550"/>
              </a:xfrm>
              <a:prstGeom prst="rect">
                <a:avLst/>
              </a:prstGeom>
              <a:blipFill rotWithShape="1">
                <a:blip r:embed="rId2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Rectangle 2"/>
          <p:cNvSpPr txBox="1">
            <a:spLocks noChangeArrowheads="1"/>
          </p:cNvSpPr>
          <p:nvPr/>
        </p:nvSpPr>
        <p:spPr>
          <a:xfrm>
            <a:off x="10191115" y="8079740"/>
            <a:ext cx="1812925" cy="6096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kumimoji="1" lang="zh-CN" altLang="en-US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发散</a:t>
            </a:r>
            <a:r>
              <a:rPr kumimoji="1" lang="en-US" altLang="zh-CN" sz="2800" dirty="0">
                <a:solidFill>
                  <a:schemeClr val="tx2">
                    <a:lumMod val="50000"/>
                  </a:schemeClr>
                </a:solidFill>
                <a:latin typeface="Cambria Math" panose="02040503050406030204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dirty="0">
              <a:solidFill>
                <a:schemeClr val="tx2">
                  <a:lumMod val="50000"/>
                </a:schemeClr>
              </a:solidFill>
              <a:latin typeface="Cambria Math" panose="02040503050406030204" charset="0"/>
              <a:ea typeface="黑体" panose="02010609060101010101" charset="-122"/>
              <a:cs typeface="+mn-cs"/>
            </a:endParaRPr>
          </a:p>
        </p:txBody>
      </p:sp>
      <p:graphicFrame>
        <p:nvGraphicFramePr>
          <p:cNvPr id="15" name="对象 3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6"/>
            </p:custDataLst>
          </p:nvPr>
        </p:nvGraphicFramePr>
        <p:xfrm>
          <a:off x="7332028" y="4586288"/>
          <a:ext cx="1012825" cy="8826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6" name="" r:id="rId27" imgW="495300" imgH="431800" progId="Equation.DSMT4">
                  <p:embed/>
                </p:oleObj>
              </mc:Choice>
              <mc:Fallback>
                <p:oleObj name="" r:id="rId27" imgW="495300" imgH="431800" progId="Equation.DSMT4">
                  <p:embed/>
                  <p:pic>
                    <p:nvPicPr>
                      <p:cNvPr id="0" name="图片 3085"/>
                      <p:cNvPicPr/>
                      <p:nvPr/>
                    </p:nvPicPr>
                    <p:blipFill>
                      <a:blip r:embed="rId28"/>
                      <a:stretch>
                        <a:fillRect/>
                      </a:stretch>
                    </p:blipFill>
                    <p:spPr>
                      <a:xfrm>
                        <a:off x="7332028" y="4586288"/>
                        <a:ext cx="1012825" cy="88265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" name="对象 16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29"/>
            </p:custDataLst>
          </p:nvPr>
        </p:nvGraphicFramePr>
        <p:xfrm>
          <a:off x="9078278" y="4562475"/>
          <a:ext cx="1222375" cy="8842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95" name="" r:id="rId30" imgW="596900" imgH="431800" progId="Equation.DSMT4">
                  <p:embed/>
                </p:oleObj>
              </mc:Choice>
              <mc:Fallback>
                <p:oleObj name="" r:id="rId30" imgW="596900" imgH="431800" progId="Equation.DSMT4">
                  <p:embed/>
                  <p:pic>
                    <p:nvPicPr>
                      <p:cNvPr id="0" name="图片 309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9078278" y="4562475"/>
                        <a:ext cx="1222375" cy="884238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7" name="对象 8">
            <a:hlinkClick r:id="" action="ppaction://ole?verb="/>
          </p:cNvPr>
          <p:cNvGraphicFramePr>
            <a:graphicFrameLocks noChangeAspect="1"/>
          </p:cNvGraphicFramePr>
          <p:nvPr>
            <p:custDataLst>
              <p:tags r:id="rId32"/>
            </p:custDataLst>
          </p:nvPr>
        </p:nvGraphicFramePr>
        <p:xfrm>
          <a:off x="7879715" y="6737033"/>
          <a:ext cx="984250" cy="9540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18" name="" r:id="rId33" imgW="444500" imgH="431800" progId="Equation.DSMT4">
                  <p:embed/>
                </p:oleObj>
              </mc:Choice>
              <mc:Fallback>
                <p:oleObj name="" r:id="rId33" imgW="444500" imgH="431800" progId="Equation.DSMT4">
                  <p:embed/>
                  <p:pic>
                    <p:nvPicPr>
                      <p:cNvPr id="0" name="图片 3117"/>
                      <p:cNvPicPr/>
                      <p:nvPr/>
                    </p:nvPicPr>
                    <p:blipFill>
                      <a:blip r:embed="rId34"/>
                      <a:stretch>
                        <a:fillRect/>
                      </a:stretch>
                    </p:blipFill>
                    <p:spPr>
                      <a:xfrm>
                        <a:off x="7879715" y="6737033"/>
                        <a:ext cx="984250" cy="954087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7419" name="对象 12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9967278" y="6683058"/>
          <a:ext cx="928687" cy="1152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23" name="" r:id="rId35" imgW="419100" imgH="520700" progId="Equation.DSMT4">
                  <p:embed/>
                </p:oleObj>
              </mc:Choice>
              <mc:Fallback>
                <p:oleObj name="" r:id="rId35" imgW="419100" imgH="520700" progId="Equation.DSMT4">
                  <p:embed/>
                  <p:pic>
                    <p:nvPicPr>
                      <p:cNvPr id="0" name="图片 3122"/>
                      <p:cNvPicPr/>
                      <p:nvPr/>
                    </p:nvPicPr>
                    <p:blipFill>
                      <a:blip r:embed="rId36"/>
                      <a:stretch>
                        <a:fillRect/>
                      </a:stretch>
                    </p:blipFill>
                    <p:spPr>
                      <a:xfrm>
                        <a:off x="9967278" y="6683058"/>
                        <a:ext cx="928687" cy="115252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 Box 84"/>
              <p:cNvSpPr txBox="1">
                <a:spLocks noChangeArrowheads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5" name="Text Box 8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19172" y="3781713"/>
                <a:ext cx="1981200" cy="523220"/>
              </a:xfrm>
              <a:prstGeom prst="rect">
                <a:avLst/>
              </a:prstGeom>
              <a:blipFill rotWithShape="1">
                <a:blip r:embed="rId1"/>
                <a:stretch>
                  <a:fillRect l="-26" t="-55" r="26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" name="Text Box 86"/>
              <p:cNvSpPr txBox="1">
                <a:spLocks noChangeArrowheads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收敛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" name="Text Box 8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1637" y="3784888"/>
                <a:ext cx="1069662" cy="523220"/>
              </a:xfrm>
              <a:prstGeom prst="rect">
                <a:avLst/>
              </a:prstGeom>
              <a:blipFill rotWithShape="1">
                <a:blip r:embed="rId2"/>
                <a:stretch>
                  <a:fillRect l="-23" t="-55" r="53" b="51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" name="Text Box 87"/>
          <p:cNvSpPr txBox="1">
            <a:spLocks noChangeArrowheads="1"/>
          </p:cNvSpPr>
          <p:nvPr/>
        </p:nvSpPr>
        <p:spPr bwMode="auto">
          <a:xfrm>
            <a:off x="5713920" y="3784888"/>
            <a:ext cx="130492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" name="Text Box 89"/>
              <p:cNvSpPr txBox="1">
                <a:spLocks noChangeArrowheads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8" name="Text Box 8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76896" y="3793277"/>
                <a:ext cx="1517541" cy="523220"/>
              </a:xfrm>
              <a:prstGeom prst="rect">
                <a:avLst/>
              </a:prstGeom>
              <a:blipFill rotWithShape="1">
                <a:blip r:embed="rId3"/>
                <a:stretch>
                  <a:fillRect l="-3" t="-81" r="38" b="7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9" name="Text Box 90"/>
              <p:cNvSpPr txBox="1">
                <a:spLocks noChangeArrowheads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14:m>
                  <m:oMath xmlns:m="http://schemas.openxmlformats.org/officeDocument/2006/math">
                    <m:d>
                      <m:dPr>
                        <m:ctrlPr>
                          <a:rPr lang="zh-CN" altLang="en-US" sz="280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lang="zh-CN" altLang="en-US" sz="280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</m:oMath>
                </a14:m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 若级数</a:t>
                </a:r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9" name="Text Box 9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053462" y="5166655"/>
                <a:ext cx="1981200" cy="523220"/>
              </a:xfrm>
              <a:prstGeom prst="rect">
                <a:avLst/>
              </a:prstGeom>
              <a:blipFill rotWithShape="1">
                <a:blip r:embed="rId4"/>
                <a:stretch>
                  <a:fillRect l="-26" t="-56" r="26" b="53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0" name="Text Box 92"/>
              <p:cNvSpPr txBox="1">
                <a:spLocks noChangeArrowheads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,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0" name="Text Box 9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4770203" y="5161118"/>
                <a:ext cx="1304925" cy="523220"/>
              </a:xfrm>
              <a:prstGeom prst="rect">
                <a:avLst/>
              </a:prstGeom>
              <a:blipFill rotWithShape="1">
                <a:blip r:embed="rId5"/>
                <a:stretch>
                  <a:fillRect l="-6" t="-90" r="6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Text Box 93"/>
          <p:cNvSpPr txBox="1">
            <a:spLocks noChangeArrowheads="1"/>
          </p:cNvSpPr>
          <p:nvPr/>
        </p:nvSpPr>
        <p:spPr bwMode="auto">
          <a:xfrm>
            <a:off x="5719527" y="5161118"/>
            <a:ext cx="1288618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zh-CN" altLang="en-US" sz="2800" dirty="0">
                <a:latin typeface="黑体" panose="02010609060101010101" charset="-122"/>
                <a:ea typeface="黑体" panose="02010609060101010101" charset="-122"/>
              </a:rPr>
              <a:t>则级数</a:t>
            </a:r>
            <a:endParaRPr lang="zh-CN" altLang="en-US" sz="2800" dirty="0">
              <a:latin typeface="黑体" panose="02010609060101010101" charset="-122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7" name="Text Box 95"/>
              <p:cNvSpPr txBox="1">
                <a:spLocks noChangeArrowheads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lang="zh-CN" altLang="en-US" sz="2800" dirty="0">
                    <a:latin typeface="黑体" panose="02010609060101010101" charset="-122"/>
                    <a:ea typeface="黑体" panose="02010609060101010101" charset="-122"/>
                  </a:rPr>
                  <a:t>也发散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7" name="Text Box 9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780717" y="5161118"/>
                <a:ext cx="1615242" cy="523220"/>
              </a:xfrm>
              <a:prstGeom prst="rect">
                <a:avLst/>
              </a:prstGeom>
              <a:blipFill rotWithShape="1">
                <a:blip r:embed="rId6"/>
                <a:stretch>
                  <a:fillRect l="-4" t="-90" r="31" b="87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9" name="对象 4"/>
              <p:cNvSpPr txBox="1"/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9" name="对象 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0884" y="3401598"/>
                <a:ext cx="1124704" cy="1231727"/>
              </a:xfrm>
              <a:prstGeom prst="rect">
                <a:avLst/>
              </a:prstGeom>
              <a:blipFill rotWithShape="1">
                <a:blip r:embed="rId7"/>
                <a:stretch>
                  <a:fillRect l="-45" t="-44" r="56" b="3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2" name="对象 5"/>
              <p:cNvSpPr txBox="1"/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2" name="对象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795779" y="4756350"/>
                <a:ext cx="1304924" cy="1281105"/>
              </a:xfrm>
              <a:prstGeom prst="rect">
                <a:avLst/>
              </a:prstGeom>
              <a:blipFill rotWithShape="1">
                <a:blip r:embed="rId8"/>
                <a:stretch>
                  <a:fillRect l="-29" t="-16" r="29" b="40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3" name="对象 6"/>
              <p:cNvSpPr txBox="1"/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3" name="对象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790550" y="4784925"/>
                <a:ext cx="1218368" cy="1310694"/>
              </a:xfrm>
              <a:prstGeom prst="rect">
                <a:avLst/>
              </a:prstGeom>
              <a:blipFill rotWithShape="1">
                <a:blip r:embed="rId9"/>
                <a:stretch>
                  <a:fillRect l="-41" t="-15" r="24" b="19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4" name="对象 7"/>
              <p:cNvSpPr txBox="1"/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lang="zh-CN" altLang="en-US" sz="2800"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14" name="对象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02464" y="3399529"/>
                <a:ext cx="1304924" cy="1303336"/>
              </a:xfrm>
              <a:prstGeom prst="rect">
                <a:avLst/>
              </a:prstGeom>
              <a:blipFill rotWithShape="1">
                <a:blip r:embed="rId10"/>
                <a:stretch>
                  <a:fillRect l="-6" t="-29" r="6" b="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5" name="组合 14"/>
          <p:cNvGrpSpPr/>
          <p:nvPr/>
        </p:nvGrpSpPr>
        <p:grpSpPr>
          <a:xfrm>
            <a:off x="3686175" y="1975485"/>
            <a:ext cx="9144635" cy="1303020"/>
            <a:chOff x="5499" y="335"/>
            <a:chExt cx="14401" cy="2052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3" name="Text Box 80"/>
                <p:cNvSpPr txBox="1">
                  <a:spLocks noChangeArrowheads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 wrap="square">
                  <a:spAutoFit/>
                </a:bodyPr>
                <a:lstStyle/>
                <a:p>
                  <a:pPr>
                    <a:spcBef>
                      <a:spcPct val="50000"/>
                    </a:spcBef>
                  </a:pPr>
                  <a:r>
                    <a:rPr lang="zh-CN" altLang="en-US" sz="2800" dirty="0">
                      <a:latin typeface="黑体" panose="02010609060101010101" charset="-122"/>
                      <a:ea typeface="黑体" panose="02010609060101010101" charset="-122"/>
                    </a:rPr>
                    <a:t>都是正项级数</a:t>
                  </a:r>
                  <a14:m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a14:m>
                  <a:endParaRPr lang="zh-CN" altLang="en-US" sz="2800" dirty="0">
                    <a:latin typeface="黑体" panose="02010609060101010101" charset="-122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3" name="Text Box 80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9968" y="894"/>
                  <a:ext cx="4091" cy="824"/>
                </a:xfrm>
                <a:prstGeom prst="rect">
                  <a:avLst/>
                </a:prstGeom>
                <a:blipFill rotWithShape="1">
                  <a:blip r:embed="rId11"/>
                </a:blipFill>
                <a:ln>
                  <a:noFill/>
                </a:ln>
                <a:effectLst/>
                <a:extLst>
                  <a:ext uri="{909E8E84-426E-40DD-AFC4-6F175D3DCCD1}">
                    <a14:hiddenFill xmlns:a14="http://schemas.microsoft.com/office/drawing/2010/main">
                      <a:solidFill>
                        <a:schemeClr val="accent1"/>
                      </a:solidFill>
                    </a14:hiddenFill>
                  </a:ext>
                  <a:ext uri="{91240B29-F687-4F45-9708-019B960494DF}">
                    <a14:hiddenLine xmlns:a14="http://schemas.microsoft.com/office/drawing/2010/main" w="9525">
                      <a:solidFill>
                        <a:schemeClr val="tx1"/>
                      </a:solidFill>
                      <a:miter lim="800000"/>
                      <a:headEnd/>
                      <a:tailEnd/>
                    </a14:hiddenLine>
                  </a:ext>
                  <a:ext uri="{AF507438-7753-43E0-B8FC-AC1667EBCBE1}">
                    <a14:hiddenEffects xmlns:a14="http://schemas.microsoft.com/office/drawing/2010/main">
                      <a:effectLst>
                        <a:outerShdw dist="35921" dir="2700000" algn="ctr" rotWithShape="0">
                          <a:schemeClr val="bg2"/>
                        </a:outerShdw>
                      </a:effectLst>
                    </a14:hiddenEffects>
                  </a:ext>
                </a:extLst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4" name="Text Box 81"/>
            <p:cNvSpPr txBox="1">
              <a:spLocks noChangeArrowheads="1"/>
            </p:cNvSpPr>
            <p:nvPr/>
          </p:nvSpPr>
          <p:spPr bwMode="auto">
            <a:xfrm>
              <a:off x="13562" y="894"/>
              <a:ext cx="1320" cy="82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>
                <a:spcBef>
                  <a:spcPct val="50000"/>
                </a:spcBef>
              </a:pPr>
              <a:r>
                <a:rPr lang="zh-CN" altLang="en-US" sz="2800" dirty="0">
                  <a:latin typeface="黑体" panose="02010609060101010101" charset="-122"/>
                  <a:ea typeface="黑体" panose="02010609060101010101" charset="-122"/>
                </a:rPr>
                <a:t>且</a:t>
              </a:r>
              <a:endParaRPr lang="zh-CN" altLang="en-US" sz="2800" i="1" dirty="0">
                <a:latin typeface="黑体" panose="02010609060101010101" charset="-122"/>
                <a:ea typeface="黑体" panose="02010609060101010101" charset="-122"/>
                <a:sym typeface="Symbol" panose="05050102010706020507" pitchFamily="18" charset="2"/>
              </a:endParaRPr>
            </a:p>
          </p:txBody>
        </p:sp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1" name="对象 1"/>
                <p:cNvSpPr txBox="1"/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设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和</m:t>
                        </m:r>
                        <m:nary>
                          <m:naryPr>
                            <m:chr m:val="∑"/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naryPr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=</m:t>
                            </m:r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1</m:t>
                            </m:r>
                          </m:sub>
                          <m:sup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kumimoji="1" lang="zh-CN" altLang="en-US" sz="2800" i="1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</m:ctrlPr>
                              </m:sSubPr>
                              <m:e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kumimoji="1" lang="zh-CN" altLang="en-US" sz="2800">
                                    <a:solidFill>
                                      <a:prstClr val="black"/>
                                    </a:solidFill>
                                    <a:latin typeface="Cambria Math" panose="02040503050406030204" charset="0"/>
                                    <a:ea typeface="黑体" panose="02010609060101010101" charset="-122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1" name="对象 1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499" y="335"/>
                  <a:ext cx="5492" cy="2052"/>
                </a:xfrm>
                <a:prstGeom prst="rect">
                  <a:avLst/>
                </a:prstGeom>
                <a:blipFill rotWithShape="1">
                  <a:blip r:embed="rId12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16" name="对象 8"/>
                <p:cNvSpPr txBox="1"/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𝑢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m:rPr>
                            <m:nor/>
                          </m:rPr>
                          <a:rPr lang="en-US" altLang="zh-CN" sz="2800" dirty="0">
                            <a:latin typeface="宋体" panose="02010600030101010101" pitchFamily="2" charset="-122"/>
                            <a:ea typeface="宋体" panose="02010600030101010101" pitchFamily="2" charset="-122"/>
                          </a:rPr>
                          <m:t>≤</m:t>
                        </m:r>
                        <m:sSub>
                          <m:sSubPr>
                            <m:ctrlPr>
                              <a:rPr kumimoji="1" lang="zh-CN" altLang="en-US" sz="2800" i="1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</m:ctrlPr>
                          </m:sSubPr>
                          <m:e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𝑣</m:t>
                            </m:r>
                          </m:e>
                          <m:sub>
                            <m:r>
                              <a:rPr kumimoji="1" lang="zh-CN" altLang="en-US" sz="2800">
                                <a:solidFill>
                                  <a:prstClr val="black"/>
                                </a:solidFill>
                                <a:latin typeface="Cambria Math" panose="02040503050406030204" charset="0"/>
                                <a:ea typeface="黑体" panose="02010609060101010101" charset="-122"/>
                              </a:rPr>
                              <m:t>𝑛</m:t>
                            </m:r>
                          </m:sub>
                        </m:sSub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(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𝑛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=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  <m:r>
                          <a:rPr kumimoji="1" lang="zh-CN" altLang="en-US" sz="2800">
                            <a:solidFill>
                              <a:prstClr val="black"/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  <m:t>, …).</m:t>
                        </m:r>
                      </m:oMath>
                    </m:oMathPara>
                  </a14:m>
                  <a:endPara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endParaRPr>
                </a:p>
              </p:txBody>
            </p:sp>
          </mc:Choice>
          <mc:Fallback>
            <p:sp>
              <p:nvSpPr>
                <p:cNvPr id="16" name="对象 8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14222" y="926"/>
                  <a:ext cx="5679" cy="680"/>
                </a:xfrm>
                <a:prstGeom prst="rect">
                  <a:avLst/>
                </a:prstGeom>
                <a:blipFill rotWithShape="1">
                  <a:blip r:embed="rId13"/>
                </a:blipFill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36" name="对象 11"/>
              <p:cNvSpPr txBox="1"/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36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3784584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8" name="对象 12"/>
              <p:cNvSpPr txBox="1"/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lstStyle/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38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412280" y="5041361"/>
                <a:ext cx="3090235" cy="540000"/>
              </a:xfrm>
              <a:prstGeom prst="rect">
                <a:avLst/>
              </a:prstGeom>
              <a:blipFill rotWithShape="1">
                <a:blip r:embed="rId15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6" name="Text Box 28"/>
          <p:cNvSpPr txBox="1">
            <a:spLocks noChangeArrowheads="1"/>
          </p:cNvSpPr>
          <p:nvPr/>
        </p:nvSpPr>
        <p:spPr bwMode="auto">
          <a:xfrm>
            <a:off x="1069975" y="2423160"/>
            <a:ext cx="2305685" cy="43053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defRPr/>
            </a:pPr>
            <a:r>
              <a:rPr kumimoji="1" lang="en-US" altLang="zh-CN" i="0" u="none" strike="noStrike" kern="0" cap="none" spc="0" normalizeH="0" baseline="0" noProof="0" dirty="0">
                <a:ln>
                  <a:noFill/>
                </a:ln>
                <a:solidFill>
                  <a:schemeClr val="tx2">
                    <a:lumMod val="50000"/>
                  </a:schemeClr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8. </a:t>
            </a:r>
            <a:r>
              <a:rPr lang="zh-CN" altLang="en-US" dirty="0">
                <a:solidFill>
                  <a:schemeClr val="tx2">
                    <a:lumMod val="50000"/>
                  </a:schemeClr>
                </a:solidFill>
                <a:latin typeface="Cabin Medium" panose="00000600000000000000" pitchFamily="2" charset="0"/>
                <a:ea typeface="黑体" panose="02010609060101010101" charset="-122"/>
              </a:rPr>
              <a:t>比较审敛法</a:t>
            </a:r>
            <a:endParaRPr lang="zh-CN" altLang="en-US" dirty="0">
              <a:solidFill>
                <a:schemeClr val="tx2">
                  <a:lumMod val="50000"/>
                </a:schemeClr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0" name="文本框 19"/>
              <p:cNvSpPr txBox="1"/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solidFill>
                <a:schemeClr val="tx2">
                  <a:lumMod val="50000"/>
                </a:schemeClr>
              </a:solidFill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2</m:t>
                          </m:r>
                        </m:sub>
                        <m:sup>
                          <m:r>
                            <a:rPr lang="en-US" altLang="zh-CN" sz="2800" i="1">
                              <a:solidFill>
                                <a:schemeClr val="bg1"/>
                              </a:solidFill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US" altLang="zh-CN" sz="2800" i="1">
                                  <a:solidFill>
                                    <a:schemeClr val="bg1"/>
                                  </a:solidFill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𝑙𝑛𝑛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 i="1">
                  <a:solidFill>
                    <a:schemeClr val="bg1"/>
                  </a:solidFill>
                  <a:latin typeface="Cambria Math" panose="02040503050406030204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20" name="文本框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481131" y="6645212"/>
                <a:ext cx="1238250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46" t="-45" r="-569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7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0" name="Text Box 12"/>
          <p:cNvSpPr txBox="1">
            <a:spLocks noChangeArrowheads="1"/>
          </p:cNvSpPr>
          <p:nvPr/>
        </p:nvSpPr>
        <p:spPr bwMode="auto">
          <a:xfrm>
            <a:off x="12760864" y="1253559"/>
            <a:ext cx="990600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则有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61" name="Text Box 15"/>
              <p:cNvSpPr txBox="1">
                <a:spLocks noChangeArrowheads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两个级数同时收敛或发散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prstClr val="black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1" name="Text 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435768" y="2371979"/>
                <a:ext cx="4495800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4" t="-49" r="4" b="110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8" name="组合 17"/>
          <p:cNvGrpSpPr/>
          <p:nvPr/>
        </p:nvGrpSpPr>
        <p:grpSpPr>
          <a:xfrm>
            <a:off x="5161915" y="856615"/>
            <a:ext cx="7672705" cy="1384300"/>
            <a:chOff x="7966" y="6657"/>
            <a:chExt cx="12083" cy="2180"/>
          </a:xfrm>
        </p:grpSpPr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7" name="Object 6"/>
                <p:cNvSpPr txBox="1"/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7" name="Object 6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1973" y="6657"/>
                  <a:ext cx="2076" cy="1937"/>
                </a:xfrm>
                <a:prstGeom prst="rect">
                  <a:avLst/>
                </a:prstGeom>
                <a:blipFill rotWithShape="1">
                  <a:blip r:embed="rId2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8" name="Object 7"/>
                <p:cNvSpPr txBox="1"/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nary>
                          <m:naryPr>
                            <m:chr m:val="∑"/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naryPr>
                          <m:sub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𝑛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=</m:t>
                            </m:r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1</m:t>
                            </m:r>
                          </m:sub>
                          <m:sup>
                            <m: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∞</m:t>
                            </m:r>
                          </m:sup>
                          <m:e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e>
                        </m:nary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8" name="Object 7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4009" y="6657"/>
                  <a:ext cx="1918" cy="2180"/>
                </a:xfrm>
                <a:prstGeom prst="rect">
                  <a:avLst/>
                </a:prstGeom>
                <a:blipFill rotWithShape="1">
                  <a:blip r:embed="rId3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9" name="Object 9"/>
                <p:cNvSpPr txBox="1"/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noFill/>
                <a:ln>
                  <a:noFill/>
                </a:ln>
                <a:effectLst/>
              </p:spPr>
              <p:txBody>
                <a:bodyPr>
                  <a:noAutofit/>
                </a:bodyPr>
                <a:lstStyle/>
                <a:p>
                  <a14:m>
                    <m:oMathPara xmlns:m="http://schemas.openxmlformats.org/officeDocument/2006/math">
                      <m:oMathParaPr>
                        <m:jc m:val="left"/>
                      </m:oMathParaPr>
                      <m:oMath xmlns:m="http://schemas.openxmlformats.org/officeDocument/2006/math">
                        <m:func>
                          <m:funcPr>
                            <m:ctrlPr>
                              <a:rPr lang="zh-CN" altLang="en-US" sz="280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uncPr>
                          <m:fName>
                            <m:limLow>
                              <m:limLow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zh-CN" altLang="en-US" sz="2800" i="0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→∞</m:t>
                                </m:r>
                              </m:lim>
                            </m:limLow>
                          </m:fName>
                          <m:e>
                            <m:r>
                              <a:rPr lang="en-US" altLang="zh-CN" sz="2800" b="0" i="1" smtClean="0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  <m:t> </m:t>
                            </m:r>
                          </m:e>
                        </m:func>
                        <m:f>
                          <m:fPr>
                            <m:ctrlPr>
                              <a:rPr lang="zh-CN" altLang="en-US" sz="2800" i="1">
                                <a:solidFill>
                                  <a:srgbClr val="000000"/>
                                </a:solidFill>
                                <a:latin typeface="Cambria Math" panose="02040503050406030204" charset="0"/>
                              </a:rPr>
                            </m:ctrlPr>
                          </m:fPr>
                          <m:num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𝑢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num>
                          <m:den>
                            <m:sSub>
                              <m:sSubPr>
                                <m:ctrlP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</m:ctrlPr>
                              </m:sSubPr>
                              <m:e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𝑣</m:t>
                                </m:r>
                              </m:e>
                              <m:sub>
                                <m:r>
                                  <a:rPr lang="zh-CN" altLang="en-US" sz="2800" i="1">
                                    <a:solidFill>
                                      <a:srgbClr val="000000"/>
                                    </a:solidFill>
                                    <a:latin typeface="Cambria Math" panose="02040503050406030204" charset="0"/>
                                  </a:rPr>
                                  <m:t>𝑛</m:t>
                                </m:r>
                              </m:sub>
                            </m:sSub>
                          </m:den>
                        </m:f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=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𝑙</m:t>
                        </m:r>
                        <m:r>
                          <a:rPr lang="zh-CN" altLang="en-US" sz="2800" i="1">
                            <a:solidFill>
                              <a:srgbClr val="000000"/>
                            </a:solidFill>
                            <a:latin typeface="Cambria Math" panose="02040503050406030204" charset="0"/>
                          </a:rPr>
                          <m:t>,</m:t>
                        </m:r>
                      </m:oMath>
                    </m:oMathPara>
                  </a14:m>
                  <a:endParaRPr lang="zh-CN" altLang="en-US" sz="2800" dirty="0"/>
                </a:p>
              </p:txBody>
            </p:sp>
          </mc:Choice>
          <mc:Fallback>
            <p:sp>
              <p:nvSpPr>
                <p:cNvPr id="59" name="Object 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 bwMode="auto">
                <a:xfrm>
                  <a:off x="16751" y="7018"/>
                  <a:ext cx="3299" cy="1500"/>
                </a:xfrm>
                <a:prstGeom prst="rect">
                  <a:avLst/>
                </a:prstGeom>
                <a:blipFill rotWithShape="1">
                  <a:blip r:embed="rId4"/>
                </a:blipFill>
                <a:ln>
                  <a:noFill/>
                </a:ln>
                <a:effectLst/>
              </p:spPr>
              <p:txBody>
                <a:bodyPr/>
                <a:lstStyle/>
                <a:p>
                  <a:r>
                    <a:rPr lang="zh-CN" altLang="en-US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62" name="Text Box 49"/>
            <p:cNvSpPr txBox="1">
              <a:spLocks noChangeArrowheads="1"/>
            </p:cNvSpPr>
            <p:nvPr/>
          </p:nvSpPr>
          <p:spPr bwMode="auto">
            <a:xfrm>
              <a:off x="7966" y="7282"/>
              <a:ext cx="3650" cy="81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设两正项级数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  <p:sp>
          <p:nvSpPr>
            <p:cNvPr id="63" name="Text Box 50"/>
            <p:cNvSpPr txBox="1">
              <a:spLocks noChangeArrowheads="1"/>
            </p:cNvSpPr>
            <p:nvPr/>
          </p:nvSpPr>
          <p:spPr bwMode="auto">
            <a:xfrm>
              <a:off x="15543" y="7282"/>
              <a:ext cx="1410" cy="81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rPr>
                <a:t>满足</a:t>
              </a:r>
              <a:endPara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endParaRPr>
            </a:p>
          </p:txBody>
        </p:sp>
      </p:grpSp>
      <mc:AlternateContent xmlns:mc="http://schemas.openxmlformats.org/markup-compatibility/2006">
        <mc:Choice xmlns:a14="http://schemas.microsoft.com/office/drawing/2010/main" Requires="a14">
          <p:sp>
            <p:nvSpPr>
              <p:cNvPr id="64" name="Text Box 13"/>
              <p:cNvSpPr txBox="1">
                <a:spLocks noChangeArrowheads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1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 </a:t>
                </a:r>
                <a14:m>
                  <m:oMath xmlns:m="http://schemas.openxmlformats.org/officeDocument/2006/math">
                    <m:r>
                      <a:rPr kumimoji="1" lang="zh-CN" altLang="en-US" sz="2800" i="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&lt;∞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</a:t>
                </a: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,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64" name="Text 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9615" y="2310363"/>
                <a:ext cx="3450730" cy="523220"/>
              </a:xfrm>
              <a:prstGeom prst="rect">
                <a:avLst/>
              </a:prstGeom>
              <a:blipFill rotWithShape="1">
                <a:blip r:embed="rId5"/>
                <a:stretch>
                  <a:fillRect t="-5991" r="4" b="4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7" name="Text Box 28"/>
              <p:cNvSpPr txBox="1">
                <a:spLocks noChangeArrowheads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en-US" altLang="zh-CN" i="0" smtClean="0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(</m:t>
                    </m:r>
                  </m:oMath>
                </a14:m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比较审敛法的极限形式</a:t>
                </a:r>
                <a14:m>
                  <m:oMath xmlns:m="http://schemas.openxmlformats.org/officeDocument/2006/math"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6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51205" y="1217930"/>
                <a:ext cx="4184015" cy="43053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8" name="Text Box 19"/>
              <p:cNvSpPr txBox="1">
                <a:spLocks noChangeArrowheads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2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0</m:t>
                    </m:r>
                  </m:oMath>
                </a14:m>
                <a:r>
                  <a:rPr kumimoji="1" lang="en-US" altLang="zh-CN" sz="2800" dirty="0">
                    <a:solidFill>
                      <a:srgbClr val="04926A"/>
                    </a:solidFill>
                    <a:latin typeface="Cambria Math" panose="02040503050406030204" charset="0"/>
                    <a:ea typeface="黑体" panose="02010609060101010101" charset="-122"/>
                  </a:rPr>
                  <a:t> </a:t>
                </a:r>
                <a:endParaRPr kumimoji="1" lang="en-US" altLang="zh-CN" sz="2800" dirty="0">
                  <a:solidFill>
                    <a:srgbClr val="04926A"/>
                  </a:solidFill>
                  <a:latin typeface="Cambria Math" panose="02040503050406030204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8" name="Text 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3170542"/>
                <a:ext cx="1993900" cy="519113"/>
              </a:xfrm>
              <a:prstGeom prst="rect">
                <a:avLst/>
              </a:prstGeom>
              <a:blipFill rotWithShape="1">
                <a:blip r:embed="rId7"/>
                <a:stretch>
                  <a:fillRect t="-120" b="59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9" name="Object 21"/>
              <p:cNvSpPr txBox="1"/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收敛时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69" name="Object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2813296"/>
                <a:ext cx="2829862" cy="1316647"/>
              </a:xfrm>
              <a:prstGeom prst="rect">
                <a:avLst/>
              </a:prstGeom>
              <a:blipFill rotWithShape="1">
                <a:blip r:embed="rId8"/>
                <a:stretch>
                  <a:fillRect l="-10" t="-19" r="21" b="4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0" name="Object 23"/>
              <p:cNvSpPr txBox="1"/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也收敛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0" name="Object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562091" y="2813297"/>
                <a:ext cx="2425700" cy="1331842"/>
              </a:xfrm>
              <a:prstGeom prst="rect">
                <a:avLst/>
              </a:prstGeom>
              <a:blipFill rotWithShape="1">
                <a:blip r:embed="rId9"/>
                <a:stretch>
                  <a:fillRect t="-19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1" name="Text Box 24"/>
              <p:cNvSpPr txBox="1">
                <a:spLocks noChangeArrowheads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r>
                      <a:rPr lang="zh-CN" altLang="en-US" sz="280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(</m:t>
                    </m:r>
                    <m:r>
                      <a:rPr lang="en-US" altLang="zh-CN" sz="2800" b="0" i="1" smtClean="0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3</m:t>
                    </m:r>
                    <m:r>
                      <a:rPr lang="en-US" altLang="zh-CN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)</m:t>
                    </m:r>
                    <m:r>
                      <a:rPr lang="zh-CN" altLang="en-US" sz="2800" i="1">
                        <a:solidFill>
                          <a:srgbClr val="000000"/>
                        </a:solidFill>
                        <a:latin typeface="Cambria Math" panose="02040503050406030204" charset="0"/>
                      </a:rPr>
                      <m:t> 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14:m>
                  <m:oMath xmlns:m="http://schemas.openxmlformats.org/officeDocument/2006/math"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𝑙</m:t>
                    </m:r>
                    <m:r>
                      <a:rPr kumimoji="1" lang="zh-CN" altLang="en-US" sz="2800">
                        <a:solidFill>
                          <a:srgbClr val="04926A"/>
                        </a:solidFill>
                        <a:latin typeface="Cambria Math" panose="02040503050406030204" charset="0"/>
                        <a:ea typeface="黑体" panose="02010609060101010101" charset="-122"/>
                      </a:rPr>
                      <m:t>=∞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71" name="Text 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990090" y="4378158"/>
                <a:ext cx="2127131" cy="523220"/>
              </a:xfrm>
              <a:prstGeom prst="rect">
                <a:avLst/>
              </a:prstGeom>
              <a:blipFill rotWithShape="1">
                <a:blip r:embed="rId10"/>
                <a:stretch>
                  <a:fillRect t="-89" r="24" b="8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2" name="Object 26"/>
              <p:cNvSpPr txBox="1"/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且</m:t>
                      </m:r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𝑣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发散时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2" name="Object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890928" y="4021055"/>
                <a:ext cx="2829863" cy="1326548"/>
              </a:xfrm>
              <a:prstGeom prst="rect">
                <a:avLst/>
              </a:prstGeom>
              <a:blipFill rotWithShape="1">
                <a:blip r:embed="rId11"/>
                <a:stretch>
                  <a:fillRect l="-10" t="-18" r="21" b="2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3" name="Object 31"/>
              <p:cNvSpPr txBox="1"/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也发散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.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3" name="Object 3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475872" y="4018408"/>
                <a:ext cx="2413000" cy="1331842"/>
              </a:xfrm>
              <a:prstGeom prst="rect">
                <a:avLst/>
              </a:prstGeom>
              <a:blipFill rotWithShape="1">
                <a:blip r:embed="rId12"/>
                <a:stretch>
                  <a:fillRect l="-6" t="-10" r="6" b="28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4" name="对象 11"/>
              <p:cNvSpPr txBox="1"/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algn="ctr"/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大收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⇒</m:t>
                      </m:r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</a:rPr>
                        <m:t>小收</m:t>
                      </m:r>
                      <m:r>
                        <a:rPr kumimoji="1" lang="en-US" altLang="zh-CN" sz="2800" dirty="0">
                          <a:latin typeface="Cambria Math" panose="02040503050406030204" charset="0"/>
                          <a:ea typeface="黑体" panose="02010609060101010101" charset="-122"/>
                          <a:cs typeface="Cambria Math" panose="02040503050406030204" charset="0"/>
                        </a:rPr>
                        <m:t>;</m:t>
                      </m:r>
                    </m:oMath>
                  </m:oMathPara>
                </a14:m>
                <a:endParaRPr lang="zh-CN" altLang="en-US" sz="2800" dirty="0">
                  <a:latin typeface="黑体" panose="02010609060101010101" charset="-122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4" name="对象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3170539"/>
                <a:ext cx="3090235" cy="540000"/>
              </a:xfrm>
              <a:prstGeom prst="rect">
                <a:avLst/>
              </a:prstGeom>
              <a:blipFill rotWithShape="1">
                <a:blip r:embed="rId13"/>
                <a:stretch>
                  <a:fillRect l="-10" t="-115" b="4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5" name="对象 12"/>
              <p:cNvSpPr txBox="1"/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solidFill>
                <a:srgbClr val="04926A">
                  <a:alpha val="42000"/>
                </a:srgbClr>
              </a:solidFill>
            </p:spPr>
            <p:txBody>
              <a:bodyPr>
                <a:noAutofit/>
              </a:bodyPr>
              <a:p>
                <a:pPr lvl="0" algn="ctr">
                  <a:buClrTx/>
                  <a:buSzTx/>
                  <a:buFontTx/>
                </a:pPr>
                <a14:m>
                  <m:oMathPara xmlns:m="http://schemas.openxmlformats.org/officeDocument/2006/math">
                    <m:oMathParaPr>
                      <m:jc m:val="center"/>
                    </m:oMathParaPr>
                    <m:oMath xmlns:m="http://schemas.openxmlformats.org/officeDocument/2006/math">
                      <m:r>
                        <a:rPr lang="zh-CN" altLang="en-US" sz="2800">
                          <a:latin typeface="Cambria Math" panose="02040503050406030204" charset="0"/>
                          <a:ea typeface="黑体" panose="02010609060101010101" charset="-122"/>
                          <a:sym typeface="+mn-ea"/>
                        </a:rPr>
                        <m:t>小散⇒大散</m:t>
                      </m:r>
                    </m:oMath>
                  </m:oMathPara>
                </a14:m>
                <a:endParaRPr lang="zh-CN" altLang="en-US" sz="2800">
                  <a:latin typeface="Cambria Math" panose="02040503050406030204" charset="0"/>
                  <a:ea typeface="黑体" panose="02010609060101010101" charset="-122"/>
                  <a:sym typeface="+mn-ea"/>
                </a:endParaRPr>
              </a:p>
            </p:txBody>
          </p:sp>
        </mc:Choice>
        <mc:Fallback>
          <p:sp>
            <p:nvSpPr>
              <p:cNvPr id="75" name="对象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34785" y="4427316"/>
                <a:ext cx="3090235" cy="540000"/>
              </a:xfrm>
              <a:prstGeom prst="rect">
                <a:avLst/>
              </a:prstGeom>
              <a:blipFill rotWithShape="1">
                <a:blip r:embed="rId14"/>
                <a:stretch>
                  <a:fillRect l="-10" t="-18" b="64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452" name="文本框 2"/>
          <p:cNvSpPr txBox="1"/>
          <p:nvPr/>
        </p:nvSpPr>
        <p:spPr>
          <a:xfrm>
            <a:off x="1999615" y="5590540"/>
            <a:ext cx="6086475" cy="521970"/>
          </a:xfrm>
          <a:prstGeom prst="rect">
            <a:avLst/>
          </a:prstGeom>
          <a:noFill/>
          <a:ln w="9525">
            <a:noFill/>
          </a:ln>
        </p:spPr>
        <p:txBody>
          <a:bodyPr wrap="square" anchor="t" anchorCtr="0">
            <a:spAutoFit/>
          </a:bodyPr>
          <a:p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通常用</a:t>
            </a:r>
            <a:r>
              <a:rPr lang="en-US" altLang="zh-CN" sz="2800" b="1" i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P</a:t>
            </a:r>
            <a:r>
              <a:rPr lang="en-US" altLang="zh-CN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-</a:t>
            </a:r>
            <a:r>
              <a:rPr lang="zh-CN" altLang="en-US" sz="2800" b="1">
                <a:solidFill>
                  <a:schemeClr val="tx2">
                    <a:lumMod val="50000"/>
                  </a:schemeClr>
                </a:solidFill>
                <a:latin typeface="Times New Roman" panose="02020603050405020304" pitchFamily="18" charset="0"/>
                <a:ea typeface="楷体_GB2312" pitchFamily="49" charset="-122"/>
              </a:rPr>
              <a:t>级数和等比级数做比较级数</a:t>
            </a:r>
            <a:endParaRPr lang="zh-CN" altLang="en-US" sz="2800" b="1">
              <a:solidFill>
                <a:schemeClr val="tx2">
                  <a:lumMod val="50000"/>
                </a:schemeClr>
              </a:solidFill>
              <a:latin typeface="Times New Roman" panose="02020603050405020304" pitchFamily="18" charset="0"/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6217856" y="6649657"/>
                <a:ext cx="2543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1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−</m:t>
                              </m:r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𝑐𝑜𝑠</m:t>
                              </m:r>
                              <m:f>
                                <m:fPr>
                                  <m:type m:val="skw"/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𝜋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den>
                              </m:f>
                            </m:num>
                            <m:den>
                              <m:f>
                                <m:fPr>
                                  <m:type m:val="skw"/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den>
                              </m:f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7856" y="6649657"/>
                <a:ext cx="2543175" cy="1261110"/>
              </a:xfrm>
              <a:prstGeom prst="rect">
                <a:avLst/>
              </a:prstGeom>
              <a:blipFill rotWithShape="1">
                <a:blip r:embed="rId15"/>
                <a:stretch>
                  <a:fillRect l="-22" t="-45" r="22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4" name="文本框 3"/>
              <p:cNvSpPr txBox="1"/>
              <p:nvPr/>
            </p:nvSpPr>
            <p:spPr>
              <a:xfrm>
                <a:off x="2756471" y="6649657"/>
                <a:ext cx="1667510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∞</m:t>
                          </m:r>
                        </m:sup>
                        <m:e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𝑠𝑖𝑛</m:t>
                          </m:r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𝜋</m:t>
                              </m:r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zh-CN" altLang="en-US" sz="2800"/>
              </a:p>
            </p:txBody>
          </p:sp>
        </mc:Choice>
        <mc:Fallback>
          <p:sp>
            <p:nvSpPr>
              <p:cNvPr id="4" name="文本框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6471" y="6649657"/>
                <a:ext cx="1667510" cy="1261110"/>
              </a:xfrm>
              <a:prstGeom prst="rect">
                <a:avLst/>
              </a:prstGeom>
              <a:blipFill rotWithShape="1">
                <a:blip r:embed="rId16"/>
                <a:stretch>
                  <a:fillRect l="-34" t="-45" r="34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custDataLst>
      <p:tags r:id="rId1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8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52" grpId="0"/>
      <p:bldP spid="4" grpId="0"/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5" name="Text Box 9"/>
              <p:cNvSpPr txBox="1">
                <a:spLocks noChangeArrowheads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1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5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345214" y="2450328"/>
                <a:ext cx="1134288" cy="519112"/>
              </a:xfrm>
              <a:prstGeom prst="rect">
                <a:avLst/>
              </a:prstGeom>
              <a:blipFill rotWithShape="1">
                <a:blip r:embed="rId1"/>
                <a:stretch>
                  <a:fillRect l="-25" t="-96" r="41" b="35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18" name="Text Box 9"/>
              <p:cNvSpPr txBox="1">
                <a:spLocks noChangeArrowheads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3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18" name="Text 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93804" y="3334565"/>
                <a:ext cx="1134288" cy="519112"/>
              </a:xfrm>
              <a:prstGeom prst="rect">
                <a:avLst/>
              </a:prstGeom>
              <a:blipFill rotWithShape="1">
                <a:blip r:embed="rId2"/>
                <a:stretch>
                  <a:fillRect l="-25" t="-35" r="41" b="9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Text Box 4"/>
          <p:cNvSpPr txBox="1">
            <a:spLocks noChangeArrowheads="1"/>
          </p:cNvSpPr>
          <p:nvPr>
            <p:custDataLst>
              <p:tags r:id="rId3"/>
            </p:custDataLst>
          </p:nvPr>
        </p:nvSpPr>
        <p:spPr bwMode="auto">
          <a:xfrm>
            <a:off x="6247414" y="1370271"/>
            <a:ext cx="46459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设 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242852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1" name="Object 5"/>
              <p:cNvSpPr txBox="1"/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𝑛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=</m:t>
                          </m:r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  <m:t>∞</m:t>
                          </m:r>
                        </m:sup>
                        <m:e>
                          <m:sSub>
                            <m:sSub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sSubPr>
                            <m:e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𝑢</m:t>
                              </m:r>
                            </m:e>
                            <m:sub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1" name="Object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758108" y="1005615"/>
                <a:ext cx="1134288" cy="1314424"/>
              </a:xfrm>
              <a:prstGeom prst="rect">
                <a:avLst/>
              </a:prstGeom>
              <a:blipFill rotWithShape="1">
                <a:blip r:embed="rId4"/>
                <a:stretch>
                  <a:fillRect l="-39" t="-31" r="54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2" name="Text Box 6"/>
              <p:cNvSpPr txBox="1">
                <a:spLocks noChangeArrowheads="1"/>
              </p:cNvSpPr>
              <p:nvPr>
                <p:custDataLst>
                  <p:tags r:id="rId5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为正项级数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如果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2" name="Text Box 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6"/>
                </p:custDataLst>
              </p:nvPr>
            </p:nvSpPr>
            <p:spPr bwMode="auto">
              <a:xfrm>
                <a:off x="7811135" y="1374775"/>
                <a:ext cx="3241675" cy="521970"/>
              </a:xfrm>
              <a:prstGeom prst="rect">
                <a:avLst/>
              </a:prstGeom>
              <a:blipFill rotWithShape="1">
                <a:blip r:embed="rId7"/>
                <a:stretch>
                  <a:fillRect t="-9732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3" name="Object 7"/>
              <p:cNvSpPr txBox="1"/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func>
                        <m:funcPr>
                          <m:ctrlPr>
                            <a:rPr lang="zh-CN" altLang="en-US" sz="2800" i="1">
                              <a:solidFill>
                                <a:srgbClr val="000000"/>
                              </a:solidFill>
                              <a:latin typeface="Cambria Math" panose="02040503050406030204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zh-CN" altLang="en-US" sz="2800" i="0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𝑛</m:t>
                              </m:r>
                              <m: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  <m:t>→∞</m:t>
                              </m:r>
                            </m:lim>
                          </m:limLow>
                        </m:fName>
                        <m:e>
                          <m:f>
                            <m:fPr>
                              <m:ctrlPr>
                                <a:rPr lang="zh-CN" altLang="en-US" sz="2800" i="1">
                                  <a:solidFill>
                                    <a:srgbClr val="000000"/>
                                  </a:solidFill>
                                  <a:latin typeface="Cambria Math" panose="02040503050406030204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+</m:t>
                                  </m:r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1</m:t>
                                  </m:r>
                                </m:sub>
                              </m:sSub>
                            </m:num>
                            <m:den>
                              <m:sSub>
                                <m:sSubPr>
                                  <m:ctrlP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</m:ctrlPr>
                                </m:sSubPr>
                                <m:e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𝑢</m:t>
                                  </m:r>
                                </m:e>
                                <m:sub>
                                  <m:r>
                                    <a:rPr lang="zh-CN" altLang="en-US" sz="2800" i="1">
                                      <a:solidFill>
                                        <a:srgbClr val="000000"/>
                                      </a:solidFill>
                                      <a:latin typeface="Cambria Math" panose="02040503050406030204" charset="0"/>
                                    </a:rPr>
                                    <m:t>𝑛</m:t>
                                  </m:r>
                                </m:sub>
                              </m:sSub>
                            </m:den>
                          </m:f>
                        </m:e>
                      </m:func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,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3" name="Object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0519872" y="1168748"/>
                <a:ext cx="2455723" cy="952500"/>
              </a:xfrm>
              <a:prstGeom prst="rect">
                <a:avLst/>
              </a:prstGeom>
              <a:blipFill rotWithShape="1">
                <a:blip r:embed="rId8"/>
                <a:stretch>
                  <a:fillRect l="-19" t="-37" b="3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4" name="Text Box 8"/>
          <p:cNvSpPr txBox="1">
            <a:spLocks noChangeArrowheads="1"/>
          </p:cNvSpPr>
          <p:nvPr>
            <p:custDataLst>
              <p:tags r:id="rId9"/>
            </p:custDataLst>
          </p:nvPr>
        </p:nvSpPr>
        <p:spPr bwMode="auto">
          <a:xfrm>
            <a:off x="12891419" y="1377481"/>
            <a:ext cx="544462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5" name="Object 11"/>
              <p:cNvSpPr txBox="1"/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&lt;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5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309390" y="2427177"/>
                <a:ext cx="1134287" cy="393700"/>
              </a:xfrm>
              <a:prstGeom prst="rect">
                <a:avLst/>
              </a:prstGeom>
              <a:blipFill rotWithShape="1">
                <a:blip r:embed="rId10"/>
                <a:stretch>
                  <a:fillRect l="-47" t="-53" r="6" b="-19947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6" name="Text Box 12"/>
              <p:cNvSpPr txBox="1">
                <a:spLocks noChangeArrowheads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14:m>
                  <m:oMath xmlns:m="http://schemas.openxmlformats.org/officeDocument/2006/math">
                    <m:d>
                      <m:dPr>
                        <m:ctrlPr>
                          <a:rPr kumimoji="1" lang="zh-CN" altLang="en-US" sz="2800" b="0" i="1" smtClean="0"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a:rPr kumimoji="1" lang="en-US" altLang="zh-CN" sz="2800" b="0" i="0" smtClean="0">
                            <a:latin typeface="Cambria Math" panose="02040503050406030204" charset="0"/>
                            <a:ea typeface="黑体" panose="02010609060101010101" charset="-122"/>
                          </a:rPr>
                          <m:t>2</m:t>
                        </m:r>
                      </m:e>
                    </m:d>
                    <m:r>
                      <a:rPr kumimoji="1" lang="en-US" altLang="zh-CN" sz="2800" b="0" i="1" smtClean="0">
                        <a:latin typeface="Cambria Math" panose="02040503050406030204" charset="0"/>
                        <a:ea typeface="黑体" panose="02010609060101010101" charset="-122"/>
                      </a:rPr>
                      <m:t> 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当</a:t>
                </a:r>
                <a:endParaRPr kumimoji="1" lang="zh-CN" altLang="en-US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6" name="Text 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5887369" y="2450153"/>
                <a:ext cx="1134288" cy="519112"/>
              </a:xfrm>
              <a:prstGeom prst="rect">
                <a:avLst/>
              </a:prstGeom>
              <a:blipFill rotWithShape="1">
                <a:blip r:embed="rId11"/>
                <a:stretch>
                  <a:fillRect l="-25" t="-62" r="41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7" name="Object 13"/>
              <p:cNvSpPr txBox="1"/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&gt;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27" name="Object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6851545" y="2418584"/>
                <a:ext cx="1134286" cy="393700"/>
              </a:xfrm>
              <a:prstGeom prst="rect">
                <a:avLst/>
              </a:prstGeom>
              <a:blipFill rotWithShape="1">
                <a:blip r:embed="rId12"/>
                <a:stretch>
                  <a:fillRect l="-47" t="-128" r="6" b="-1987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28" name="Text Box 50"/>
              <p:cNvSpPr txBox="1">
                <a:spLocks noChangeArrowheads="1"/>
              </p:cNvSpPr>
              <p:nvPr>
                <p:custDataLst>
                  <p:tags r:id="rId13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</a:rPr>
                  <a:t> 级数收敛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28" name="Text Box 50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4"/>
                </p:custDataLst>
              </p:nvPr>
            </p:nvSpPr>
            <p:spPr bwMode="auto">
              <a:xfrm>
                <a:off x="3295137" y="2450179"/>
                <a:ext cx="2455723" cy="519112"/>
              </a:xfrm>
              <a:prstGeom prst="rect">
                <a:avLst/>
              </a:prstGeom>
              <a:blipFill rotWithShape="1">
                <a:blip r:embed="rId15"/>
                <a:stretch>
                  <a:fillRect l="-5" t="-9853" r="12" b="6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9" name="Text Box 51"/>
          <p:cNvSpPr txBox="1">
            <a:spLocks noChangeArrowheads="1"/>
          </p:cNvSpPr>
          <p:nvPr>
            <p:custDataLst>
              <p:tags r:id="rId16"/>
            </p:custDataLst>
          </p:nvPr>
        </p:nvSpPr>
        <p:spPr bwMode="auto">
          <a:xfrm>
            <a:off x="7837292" y="2450153"/>
            <a:ext cx="838200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或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0" name="Text Box 52"/>
              <p:cNvSpPr txBox="1">
                <a:spLocks noChangeArrowheads="1"/>
              </p:cNvSpPr>
              <p:nvPr>
                <p:custDataLst>
                  <p:tags r:id="rId17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/>
              <a:p>
                <a:pPr lvl="0" fontAlgn="base"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b="0" i="0" u="none" strike="noStrike" kern="1200" cap="none" spc="0" normalizeH="0" baseline="0" noProof="0" dirty="0">
                    <a:ln>
                      <a:noFill/>
                    </a:ln>
                    <a:solidFill>
                      <a:prstClr val="black"/>
                    </a:solidFill>
                    <a:effectLst/>
                    <a:uLnTx/>
                    <a:uFillTx/>
                    <a:latin typeface="Cabin Medium" panose="00000600000000000000" pitchFamily="2" charset="0"/>
                    <a:ea typeface="黑体" panose="02010609060101010101" charset="-122"/>
                    <a:cs typeface="+mn-cs"/>
                  </a:rPr>
                  <a:t> 级数发散</a:t>
                </a:r>
                <a14:m>
                  <m:oMath xmlns:m="http://schemas.openxmlformats.org/officeDocument/2006/math">
                    <m:r>
                      <a:rPr kumimoji="1" lang="en-US" altLang="zh-CN" sz="2800" dirty="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;</m:t>
                    </m:r>
                  </m:oMath>
                </a14:m>
                <a:endParaRPr kumimoji="1" lang="en-US" altLang="zh-CN" sz="28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Cabin Medium" panose="00000600000000000000" pitchFamily="2" charset="0"/>
                  <a:ea typeface="黑体" panose="02010609060101010101" charset="-122"/>
                  <a:cs typeface="+mn-cs"/>
                </a:endParaRPr>
              </a:p>
            </p:txBody>
          </p:sp>
        </mc:Choice>
        <mc:Fallback>
          <p:sp>
            <p:nvSpPr>
              <p:cNvPr id="30" name="Text Box 52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18"/>
                </p:custDataLst>
              </p:nvPr>
            </p:nvSpPr>
            <p:spPr bwMode="auto">
              <a:xfrm>
                <a:off x="9299795" y="2450153"/>
                <a:ext cx="2455723" cy="519112"/>
              </a:xfrm>
              <a:prstGeom prst="rect">
                <a:avLst/>
              </a:prstGeom>
              <a:blipFill rotWithShape="1">
                <a:blip r:embed="rId19"/>
                <a:stretch>
                  <a:fillRect l="-9" t="-9848" r="16" b="1"/>
                </a:stretch>
              </a:blipFill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1" name="Object 53"/>
              <p:cNvSpPr txBox="1"/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zh-CN" altLang="en-US" sz="2800" i="1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=∞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1" name="Object 5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8256392" y="2424426"/>
                <a:ext cx="1232374" cy="519112"/>
              </a:xfrm>
              <a:prstGeom prst="rect">
                <a:avLst/>
              </a:prstGeom>
              <a:blipFill rotWithShape="1">
                <a:blip r:embed="rId20"/>
                <a:stretch>
                  <a:fillRect l="-10" t="-122" r="48" b="60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2" name="Text Box 46"/>
              <p:cNvSpPr txBox="1"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square">
                <a:spAutoFit/>
              </a:bodyPr>
              <a:lstStyle/>
              <a:p>
                <a:pPr>
                  <a:spcBef>
                    <a:spcPct val="50000"/>
                  </a:spcBef>
                </a:pPr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时</a:t>
                </a:r>
                <a14:m>
                  <m:oMath xmlns:m="http://schemas.openxmlformats.org/officeDocument/2006/math">
                    <m:r>
                      <a:rPr kumimoji="1" lang="en-US" altLang="zh-CN" sz="2800">
                        <a:latin typeface="Cambria Math" panose="02040503050406030204" charset="0"/>
                        <a:ea typeface="黑体" panose="02010609060101010101" charset="-122"/>
                        <a:cs typeface="Cambria Math" panose="02040503050406030204" charset="0"/>
                      </a:rPr>
                      <m:t>,</m:t>
                    </m:r>
                  </m:oMath>
                </a14:m>
                <a:r>
                  <a:rPr kumimoji="1" lang="zh-CN" altLang="en-US" sz="2800" dirty="0">
                    <a:solidFill>
                      <a:prstClr val="black"/>
                    </a:solidFill>
                    <a:latin typeface="Cabin Medium" panose="00000600000000000000" pitchFamily="2" charset="0"/>
                    <a:ea typeface="黑体" panose="02010609060101010101" charset="-122"/>
                    <a:sym typeface="Symbol" panose="05050102010706020507" pitchFamily="18" charset="2"/>
                  </a:rPr>
                  <a:t> 级数可能收敛也可能发散</a:t>
                </a:r>
                <a14:m>
                  <m:oMath xmlns:m="http://schemas.openxmlformats.org/officeDocument/2006/math">
                    <m:r>
                      <m:rPr>
                        <m:nor/>
                      </m:rPr>
                      <a:rPr kumimoji="1" lang="zh-CN" altLang="en-US" sz="2800" dirty="0">
                        <a:latin typeface="Cambria Math" panose="02040503050406030204" charset="0"/>
                        <a:ea typeface="黑体" panose="02010609060101010101" charset="-122"/>
                        <a:cs typeface="黑体" panose="02010609060101010101" charset="-122"/>
                      </a:rPr>
                      <m:t>.</m:t>
                    </m:r>
                  </m:oMath>
                </a14:m>
                <a:endParaRPr lang="zh-CN" altLang="en-US" sz="2800" dirty="0">
                  <a:sym typeface="Symbol" panose="05050102010706020507" pitchFamily="18" charset="2"/>
                </a:endParaRPr>
              </a:p>
            </p:txBody>
          </p:sp>
        </mc:Choice>
        <mc:Fallback>
          <p:sp>
            <p:nvSpPr>
              <p:cNvPr id="32" name="Text Box 46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3443728" y="3334565"/>
                <a:ext cx="4778258" cy="519112"/>
              </a:xfrm>
              <a:prstGeom prst="rect">
                <a:avLst/>
              </a:prstGeom>
              <a:blipFill rotWithShape="1">
                <a:blip r:embed="rId23"/>
                <a:stretch>
                  <a:fillRect l="-3" t="-9821" b="96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3" name="Object 11"/>
              <p:cNvSpPr txBox="1"/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𝜌</m:t>
                      </m:r>
                      <m:r>
                        <a:rPr lang="en-US" altLang="zh-CN" sz="2800" b="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=</m:t>
                      </m:r>
                      <m:r>
                        <a:rPr lang="zh-CN" altLang="en-US" sz="2800" i="1" smtClean="0">
                          <a:solidFill>
                            <a:srgbClr val="000000"/>
                          </a:solidFill>
                          <a:latin typeface="Cambria Math" panose="02040503050406030204" charset="0"/>
                        </a:rPr>
                        <m:t>1</m:t>
                      </m:r>
                    </m:oMath>
                  </m:oMathPara>
                </a14:m>
                <a:endParaRPr lang="zh-CN" altLang="en-US" sz="2800" dirty="0"/>
              </a:p>
            </p:txBody>
          </p:sp>
        </mc:Choice>
        <mc:Fallback>
          <p:sp>
            <p:nvSpPr>
              <p:cNvPr id="33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457980" y="3309895"/>
                <a:ext cx="1096186" cy="519111"/>
              </a:xfrm>
              <a:prstGeom prst="rect">
                <a:avLst/>
              </a:prstGeom>
              <a:blipFill rotWithShape="1">
                <a:blip r:embed="rId24"/>
                <a:stretch>
                  <a:fillRect l="-48" t="-53" r="6" b="114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7" name="Text Box 28"/>
              <p:cNvSpPr txBox="1">
                <a:spLocks noChangeArrowheads="1"/>
              </p:cNvSpPr>
              <p:nvPr>
                <p:custDataLst>
                  <p:tags r:id="rId25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lvl="0"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9.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 </a:t>
                </a:r>
                <a:r>
                  <a:rPr lang="zh-CN" altLang="en-US" dirty="0">
                    <a:solidFill>
                      <a:schemeClr val="tx2">
                        <a:lumMod val="50000"/>
                      </a:schemeClr>
                    </a:solidFill>
                    <a:latin typeface="Cabin Medium" panose="00000600000000000000" pitchFamily="2" charset="0"/>
                    <a:ea typeface="黑体" panose="02010609060101010101" charset="-122"/>
                    <a:cs typeface="Times New Roman" panose="02020603050405020304" pitchFamily="18" charset="0"/>
                  </a:rPr>
                  <a:t>比值审敛法</a:t>
                </a:r>
                <a14:m>
                  <m:oMath xmlns:m="http://schemas.openxmlformats.org/officeDocument/2006/math">
                    <m:r>
                      <a:rPr lang="zh-CN" altLang="en-US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(</m:t>
                    </m:r>
                    <m:r>
                      <m:rPr>
                        <m:nor/>
                      </m:rPr>
                      <a:rPr lang="zh-CN" altLang="en-US" dirty="0">
                        <a:solidFill>
                          <a:schemeClr val="tx2">
                            <a:lumMod val="50000"/>
                          </a:schemeClr>
                        </a:solidFill>
                        <a:latin typeface="Cabin Medium" panose="00000600000000000000" pitchFamily="2" charset="0"/>
                        <a:ea typeface="黑体" panose="02010609060101010101" charset="-122"/>
                        <a:cs typeface="Times New Roman" panose="02020603050405020304" pitchFamily="18" charset="0"/>
                      </a:rPr>
                      <m:t>达朗贝尔判别法</m:t>
                    </m:r>
                    <m:r>
                      <a:rPr lang="en-US" altLang="zh-CN">
                        <a:solidFill>
                          <a:schemeClr val="tx2">
                            <a:lumMod val="50000"/>
                          </a:schemeClr>
                        </a:solidFill>
                        <a:latin typeface="Cambria Math" panose="02040503050406030204" charset="0"/>
                        <a:ea typeface="MS Mincho" charset="0"/>
                        <a:cs typeface="Cambria Math" panose="02040503050406030204" charset="0"/>
                      </a:rPr>
                      <m:t>)</m:t>
                    </m:r>
                  </m:oMath>
                </a14:m>
                <a:endParaRPr lang="en-US" altLang="zh-CN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MS Mincho" charset="0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37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>
                <p:custDataLst>
                  <p:tags r:id="rId26"/>
                </p:custDataLst>
              </p:nvPr>
            </p:nvSpPr>
            <p:spPr bwMode="auto">
              <a:xfrm>
                <a:off x="925830" y="1388110"/>
                <a:ext cx="6856730" cy="448310"/>
              </a:xfrm>
              <a:prstGeom prst="rect">
                <a:avLst/>
              </a:prstGeom>
              <a:blipFill rotWithShape="1">
                <a:blip r:embed="rId27"/>
                <a:stretch>
                  <a:fillRect t="-4674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graphicFrame>
        <p:nvGraphicFramePr>
          <p:cNvPr id="4" name="对象 5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2463800" y="4249420"/>
          <a:ext cx="1769110" cy="110680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3" name="" r:id="rId28" imgW="711200" imgH="444500" progId="Equation.DSMT4">
                  <p:embed/>
                </p:oleObj>
              </mc:Choice>
              <mc:Fallback>
                <p:oleObj name="" r:id="rId28" imgW="711200" imgH="444500" progId="Equation.DSMT4">
                  <p:embed/>
                  <p:pic>
                    <p:nvPicPr>
                      <p:cNvPr id="0" name="图片 3132"/>
                      <p:cNvPicPr/>
                      <p:nvPr/>
                    </p:nvPicPr>
                    <p:blipFill>
                      <a:blip r:embed="rId29"/>
                      <a:stretch>
                        <a:fillRect/>
                      </a:stretch>
                    </p:blipFill>
                    <p:spPr>
                      <a:xfrm>
                        <a:off x="2463800" y="4249420"/>
                        <a:ext cx="1769110" cy="1106805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9473" name="对象 9">
            <a:hlinkClick r:id="" action="ppaction://ole?verb="/>
          </p:cNvPr>
          <p:cNvGraphicFramePr>
            <a:graphicFrameLocks noChangeAspect="1"/>
          </p:cNvGraphicFramePr>
          <p:nvPr/>
        </p:nvGraphicFramePr>
        <p:xfrm>
          <a:off x="5959475" y="4132580"/>
          <a:ext cx="1678305" cy="127762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135" name="" r:id="rId30" imgW="584200" imgH="444500" progId="Equation.DSMT4">
                  <p:embed/>
                </p:oleObj>
              </mc:Choice>
              <mc:Fallback>
                <p:oleObj name="" r:id="rId30" imgW="584200" imgH="444500" progId="Equation.DSMT4">
                  <p:embed/>
                  <p:pic>
                    <p:nvPicPr>
                      <p:cNvPr id="0" name="图片 3134"/>
                      <p:cNvPicPr/>
                      <p:nvPr/>
                    </p:nvPicPr>
                    <p:blipFill>
                      <a:blip r:embed="rId31"/>
                      <a:stretch>
                        <a:fillRect/>
                      </a:stretch>
                    </p:blipFill>
                    <p:spPr>
                      <a:xfrm>
                        <a:off x="5959475" y="4132580"/>
                        <a:ext cx="1678305" cy="1277620"/>
                      </a:xfrm>
                      <a:prstGeom prst="rect">
                        <a:avLst/>
                      </a:prstGeom>
                      <a:solidFill>
                        <a:schemeClr val="tx2">
                          <a:lumMod val="50000"/>
                        </a:schemeClr>
                      </a:solidFill>
                      <a:ln w="38100">
                        <a:noFill/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  <p:custDataLst>
      <p:tags r:id="rId32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4" fill="hold">
                            <p:stCondLst>
                              <p:cond delay="500"/>
                            </p:stCondLst>
                            <p:childTnLst>
                              <p:par>
                                <p:cTn id="65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7" dur="500"/>
                                        <p:tgtEl>
                                          <p:spTgt spid="194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8" grpId="0"/>
      <p:bldP spid="20" grpId="0"/>
      <p:bldP spid="21" grpId="0" bldLvl="0" animBg="1"/>
      <p:bldP spid="22" grpId="0"/>
      <p:bldP spid="23" grpId="0" bldLvl="0" animBg="1"/>
      <p:bldP spid="24" grpId="0"/>
      <p:bldP spid="25" grpId="0" bldLvl="0" animBg="1"/>
      <p:bldP spid="26" grpId="0"/>
      <p:bldP spid="27" grpId="0" bldLvl="0" animBg="1"/>
      <p:bldP spid="28" grpId="0"/>
      <p:bldP spid="29" grpId="0"/>
      <p:bldP spid="30" grpId="0"/>
      <p:bldP spid="31" grpId="0" bldLvl="0" animBg="1"/>
      <p:bldP spid="32" grpId="0" bldLvl="0" animBg="1"/>
      <p:bldP spid="33" grpId="0" bldLvl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矩形 13"/>
          <p:cNvSpPr/>
          <p:nvPr/>
        </p:nvSpPr>
        <p:spPr>
          <a:xfrm>
            <a:off x="434975" y="482600"/>
            <a:ext cx="13583285" cy="8733155"/>
          </a:xfrm>
          <a:prstGeom prst="rect">
            <a:avLst/>
          </a:prstGeom>
          <a:solidFill>
            <a:schemeClr val="bg2"/>
          </a:solidFill>
        </p:spPr>
        <p:style>
          <a:lnRef idx="2">
            <a:schemeClr val="accent1">
              <a:lumMod val="75000"/>
            </a:schemeClr>
          </a:lnRef>
          <a:fillRef idx="1">
            <a:schemeClr val="accent1"/>
          </a:fillRef>
          <a:effectRef idx="0">
            <a:srgbClr val="FFFFFF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76" name="Text Box 8"/>
          <p:cNvSpPr txBox="1">
            <a:spLocks noChangeArrowheads="1"/>
          </p:cNvSpPr>
          <p:nvPr/>
        </p:nvSpPr>
        <p:spPr bwMode="auto">
          <a:xfrm>
            <a:off x="1953527" y="2723377"/>
            <a:ext cx="133508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则级数</a:t>
            </a:r>
            <a:endParaRPr kumimoji="1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7" name="Object 9"/>
              <p:cNvSpPr txBox="1"/>
              <p:nvPr/>
            </p:nvSpPr>
            <p:spPr bwMode="auto">
              <a:xfrm>
                <a:off x="2839986" y="1695792"/>
                <a:ext cx="5340350" cy="67627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 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  <m:r>
                        <m:rPr>
                          <m:nor/>
                        </m:rPr>
                        <a:rPr lang="en-US" altLang="zh-CN" sz="2800" dirty="0">
                          <a:latin typeface="宋体" panose="02010600030101010101" pitchFamily="2" charset="-122"/>
                          <a:ea typeface="宋体" panose="02010600030101010101" pitchFamily="2" charset="-122"/>
                        </a:rPr>
                        <m:t>≥</m:t>
                      </m:r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+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</m:sSub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  (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𝑛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1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2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, ⋯);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7" name="Object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2839986" y="1695792"/>
                <a:ext cx="5340350" cy="676275"/>
              </a:xfrm>
              <a:prstGeom prst="rect">
                <a:avLst/>
              </a:prstGeom>
              <a:blipFill rotWithShape="1">
                <a:blip r:embed="rId1"/>
                <a:stretch>
                  <a:fillRect l="-5" t="-51" r="5" b="51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8" name="Object 10"/>
              <p:cNvSpPr txBox="1"/>
              <p:nvPr/>
            </p:nvSpPr>
            <p:spPr bwMode="auto">
              <a:xfrm>
                <a:off x="7955546" y="1637248"/>
                <a:ext cx="3508375" cy="746125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d>
                        <m:dPr>
                          <m:ctrlPr>
                            <a:rPr kumimoji="1" lang="zh-CN" altLang="en-US" sz="2800" i="1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dPr>
                        <m:e>
                          <m:r>
                            <a:rPr kumimoji="1" lang="en-US" altLang="zh-CN" sz="2800" b="0" i="0" smtClean="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2</m:t>
                          </m:r>
                        </m:e>
                      </m:d>
                      <m:r>
                        <a:rPr kumimoji="1" lang="en-US" altLang="zh-CN" sz="2800" b="0" i="1" smtClean="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   </m:t>
                      </m:r>
                      <m:func>
                        <m:func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lim</m:t>
                              </m:r>
                            </m:e>
                            <m:lim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∞</m:t>
                              </m:r>
                            </m:lim>
                          </m:limLow>
                        </m:fName>
                        <m:e>
                          <m:sSub>
                            <m:sSub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bPr>
                            <m:e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𝑢</m:t>
                              </m:r>
                            </m:e>
                            <m:sub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</m:sub>
                          </m:sSub>
                        </m:e>
                      </m:func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=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0</m:t>
                      </m:r>
                      <m:r>
                        <a:rPr kumimoji="1" lang="zh-CN" altLang="en-US" sz="2800">
                          <a:solidFill>
                            <a:prstClr val="black"/>
                          </a:solidFill>
                          <a:latin typeface="Cambria Math" panose="02040503050406030204" charset="0"/>
                          <a:ea typeface="黑体" panose="02010609060101010101" charset="-122"/>
                        </a:rPr>
                        <m:t>,</m:t>
                      </m:r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8" name="Object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7955546" y="1637248"/>
                <a:ext cx="3508375" cy="746125"/>
              </a:xfrm>
              <a:prstGeom prst="rect">
                <a:avLst/>
              </a:prstGeom>
              <a:blipFill rotWithShape="1">
                <a:blip r:embed="rId2"/>
                <a:stretch>
                  <a:fillRect l="-8" t="-29" r="8" b="29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79" name="Object 11"/>
              <p:cNvSpPr txBox="1"/>
              <p:nvPr/>
            </p:nvSpPr>
            <p:spPr bwMode="auto">
              <a:xfrm>
                <a:off x="3085887" y="2330259"/>
                <a:ext cx="2600325" cy="1403350"/>
              </a:xfrm>
              <a:prstGeom prst="rect">
                <a:avLst/>
              </a:prstGeom>
              <a:noFill/>
              <a:ln>
                <a:noFill/>
              </a:ln>
              <a:effectLst/>
            </p:spPr>
            <p:txBody>
              <a:bodyPr>
                <a:noAutofit/>
              </a:bodyPr>
              <a:lstStyle/>
              <a:p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naryPr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=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(−</m:t>
                          </m:r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1</m:t>
                          </m:r>
                          <m:sSup>
                            <m:sSupPr>
                              <m:ctrlPr>
                                <a:rPr kumimoji="1" lang="zh-CN" altLang="en-US" sz="2800" i="1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</m:ctrlPr>
                            </m:sSupPr>
                            <m:e>
                              <m:r>
                                <a:rPr kumimoji="1" lang="en-US" altLang="zh-CN" sz="2800" smtClean="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)</m:t>
                              </m:r>
                            </m:e>
                            <m:sup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𝑛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−</m:t>
                              </m:r>
                              <m:r>
                                <a:rPr kumimoji="1" lang="zh-CN" altLang="en-US" sz="2800">
                                  <a:solidFill>
                                    <a:prstClr val="black"/>
                                  </a:solidFill>
                                  <a:latin typeface="Cambria Math" panose="02040503050406030204" charset="0"/>
                                  <a:ea typeface="黑体" panose="02010609060101010101" charset="-122"/>
                                </a:rPr>
                                <m:t>1</m:t>
                              </m:r>
                            </m:sup>
                          </m:sSup>
                        </m:e>
                      </m:nary>
                      <m:sSub>
                        <m:sSubPr>
                          <m:ctrlPr>
                            <a:rPr kumimoji="1" lang="zh-CN" altLang="en-US" sz="2800" i="1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</m:ctrlPr>
                        </m:sSubPr>
                        <m:e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𝑢</m:t>
                          </m:r>
                        </m:e>
                        <m:sub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kumimoji="1" lang="zh-CN" altLang="en-US" sz="2800" dirty="0">
                  <a:solidFill>
                    <a:prstClr val="black"/>
                  </a:solidFill>
                  <a:latin typeface="Cabin Medium" panose="00000600000000000000" pitchFamily="2" charset="0"/>
                  <a:ea typeface="黑体" panose="02010609060101010101" charset="-122"/>
                </a:endParaRPr>
              </a:p>
            </p:txBody>
          </p:sp>
        </mc:Choice>
        <mc:Fallback>
          <p:sp>
            <p:nvSpPr>
              <p:cNvPr id="79" name="Object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3085887" y="2330259"/>
                <a:ext cx="2600325" cy="1403350"/>
              </a:xfrm>
              <a:prstGeom prst="rect">
                <a:avLst/>
              </a:prstGeom>
              <a:blipFill rotWithShape="1">
                <a:blip r:embed="rId3"/>
                <a:stretch>
                  <a:fillRect l="-16" t="-32" r="16" b="32"/>
                </a:stretch>
              </a:blipFill>
              <a:ln>
                <a:noFill/>
              </a:ln>
              <a:effectLst/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0" name="Text Box 12"/>
          <p:cNvSpPr txBox="1">
            <a:spLocks noChangeArrowheads="1"/>
          </p:cNvSpPr>
          <p:nvPr/>
        </p:nvSpPr>
        <p:spPr bwMode="auto">
          <a:xfrm>
            <a:off x="5536835" y="2732902"/>
            <a:ext cx="2743200" cy="52197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lvl="0" fontAlgn="base">
              <a:spcBef>
                <a:spcPct val="50000"/>
              </a:spcBef>
              <a:spcAft>
                <a:spcPct val="0"/>
              </a:spcAft>
              <a:defRPr/>
            </a:pP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收敛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.</a:t>
            </a:r>
            <a:endParaRPr kumimoji="1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bin Medium" panose="00000600000000000000" pitchFamily="2" charset="0"/>
              <a:ea typeface="黑体" panose="02010609060101010101" charset="-122"/>
              <a:cs typeface="+mn-cs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86" name="Text Box 28"/>
              <p:cNvSpPr txBox="1">
                <a:spLocks noChangeArrowheads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square" lIns="0" tIns="0" bIns="0">
                <a:spAutoFit/>
              </a:bodyPr>
              <a:lstStyle>
                <a:lvl1pPr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1pPr>
                <a:lvl2pPr marL="742950" indent="-28575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2pPr>
                <a:lvl3pPr marL="11430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3pPr>
                <a:lvl4pPr marL="16002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4pPr>
                <a:lvl5pPr marL="2057400" indent="-228600">
                  <a:lnSpc>
                    <a:spcPct val="85000"/>
                  </a:lnSpc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5pPr>
                <a:lvl6pPr marL="25146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6pPr>
                <a:lvl7pPr marL="29718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7pPr>
                <a:lvl8pPr marL="34290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8pPr>
                <a:lvl9pPr marL="3886200" indent="-228600" eaLnBrk="0" fontAlgn="base" hangingPunct="0">
                  <a:lnSpc>
                    <a:spcPct val="85000"/>
                  </a:lnSpc>
                  <a:spcBef>
                    <a:spcPct val="0"/>
                  </a:spcBef>
                  <a:spcAft>
                    <a:spcPct val="0"/>
                  </a:spcAft>
                  <a:defRPr kumimoji="1" sz="2800" b="1">
                    <a:solidFill>
                      <a:schemeClr val="tx2"/>
                    </a:solidFill>
                    <a:latin typeface="Times New Roman" panose="02020603050405020304" pitchFamily="18" charset="0"/>
                    <a:ea typeface="楷体_GB2312" pitchFamily="49" charset="-122"/>
                  </a:defRPr>
                </a:lvl9pPr>
              </a:lstStyle>
              <a:p>
                <a:pPr fontAlgn="base">
                  <a:lnSpc>
                    <a:spcPct val="100000"/>
                  </a:lnSpc>
                  <a:spcBef>
                    <a:spcPct val="50000"/>
                  </a:spcBef>
                  <a:spcAft>
                    <a:spcPct val="0"/>
                  </a:spcAft>
                  <a:defRPr/>
                </a:pPr>
                <a:r>
                  <a:rPr kumimoji="1" lang="en-US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10.</a:t>
                </a:r>
                <a:r>
                  <a:rPr kumimoji="1" lang="en-US" altLang="zh-CN" i="0" u="none" strike="noStrike" kern="0" cap="none" spc="0" normalizeH="0" baseline="0" noProof="0" dirty="0">
                    <a:ln>
                      <a:noFill/>
                    </a:ln>
                    <a:solidFill>
                      <a:schemeClr val="tx2">
                        <a:lumMod val="50000"/>
                      </a:schemeClr>
                    </a:solidFill>
                    <a:effectLst/>
                    <a:uLnTx/>
                    <a:uFillTx/>
                    <a:latin typeface="微软雅黑" panose="020B0503020204020204" charset="-122"/>
                    <a:ea typeface="微软雅黑" panose="020B0503020204020204" charset="-122"/>
                    <a:cs typeface="微软雅黑" panose="020B0503020204020204" charset="-122"/>
                  </a:rPr>
                  <a:t>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zh-CN" altLang="en-US" i="1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mbria Math" panose="02040503050406030204" charset="0"/>
                            <a:ea typeface="黑体" panose="02010609060101010101" charset="-122"/>
                          </a:rPr>
                        </m:ctrlPr>
                      </m:dPr>
                      <m:e>
                        <m:r>
                          <m:rPr>
                            <m:nor/>
                          </m:rPr>
                          <a:rPr lang="zh-CN" altLang="en-US" dirty="0">
                            <a:solidFill>
                              <a:schemeClr val="tx2">
                                <a:lumMod val="50000"/>
                              </a:schemeClr>
                            </a:solidFill>
                            <a:latin typeface="Cabin Medium" panose="00000600000000000000" pitchFamily="2" charset="0"/>
                            <a:ea typeface="黑体" panose="02010609060101010101" charset="-122"/>
                          </a:rPr>
                          <m:t>莱布尼茨判别法</m:t>
                        </m:r>
                      </m:e>
                    </m:d>
                  </m:oMath>
                </a14:m>
                <a:endParaRPr lang="zh-CN" altLang="en-US" dirty="0">
                  <a:solidFill>
                    <a:schemeClr val="tx2">
                      <a:lumMod val="50000"/>
                    </a:schemeClr>
                  </a:solidFill>
                  <a:latin typeface="Cambria Math" panose="02040503050406030204" charset="0"/>
                  <a:ea typeface="黑体" panose="02010609060101010101" charset="-122"/>
                  <a:cs typeface="Cambria Math" panose="02040503050406030204" charset="0"/>
                </a:endParaRPr>
              </a:p>
            </p:txBody>
          </p:sp>
        </mc:Choice>
        <mc:Fallback>
          <p:sp>
            <p:nvSpPr>
              <p:cNvPr id="86" name="Text Box 2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 bwMode="auto">
              <a:xfrm>
                <a:off x="1487805" y="1071245"/>
                <a:ext cx="4460240" cy="431800"/>
              </a:xfrm>
              <a:prstGeom prst="rect">
                <a:avLst/>
              </a:prstGeom>
              <a:blipFill rotWithShape="1">
                <a:blip r:embed="rId4"/>
                <a:stretch>
                  <a:fillRect t="-6765"/>
                </a:stretch>
              </a:blipFill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7" name="Text Box 28"/>
          <p:cNvSpPr txBox="1">
            <a:spLocks noChangeArrowheads="1"/>
          </p:cNvSpPr>
          <p:nvPr/>
        </p:nvSpPr>
        <p:spPr bwMode="auto">
          <a:xfrm>
            <a:off x="5124397" y="1076062"/>
            <a:ext cx="3335340" cy="4311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0" tIns="0" bIns="0">
            <a:spAutoFit/>
          </a:bodyPr>
          <a:lstStyle>
            <a:lvl1pPr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1pPr>
            <a:lvl2pPr marL="742950" indent="-28575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2pPr>
            <a:lvl3pPr marL="11430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3pPr>
            <a:lvl4pPr marL="16002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4pPr>
            <a:lvl5pPr marL="2057400" indent="-228600">
              <a:lnSpc>
                <a:spcPct val="85000"/>
              </a:lnSpc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5pPr>
            <a:lvl6pPr marL="25146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6pPr>
            <a:lvl7pPr marL="29718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7pPr>
            <a:lvl8pPr marL="34290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8pPr>
            <a:lvl9pPr marL="3886200" indent="-228600" eaLnBrk="0" fontAlgn="base" hangingPunct="0">
              <a:lnSpc>
                <a:spcPct val="85000"/>
              </a:lnSpc>
              <a:spcBef>
                <a:spcPct val="0"/>
              </a:spcBef>
              <a:spcAft>
                <a:spcPct val="0"/>
              </a:spcAft>
              <a:defRPr kumimoji="1" sz="2800" b="1">
                <a:solidFill>
                  <a:schemeClr val="tx2"/>
                </a:solidFill>
                <a:latin typeface="Times New Roman" panose="02020603050405020304" pitchFamily="18" charset="0"/>
                <a:ea typeface="楷体_GB2312" pitchFamily="49" charset="-122"/>
              </a:defRPr>
            </a:lvl9pPr>
          </a:lstStyle>
          <a:p>
            <a:pPr lvl="0" fontAlgn="base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defRPr/>
            </a:pPr>
            <a:r>
              <a:rPr lang="zh-CN" altLang="en-US" b="0" dirty="0">
                <a:solidFill>
                  <a:prstClr val="black"/>
                </a:solidFill>
                <a:latin typeface="Cabin Medium" panose="00000600000000000000" pitchFamily="2" charset="0"/>
                <a:ea typeface="黑体" panose="02010609060101010101" charset="-122"/>
              </a:rPr>
              <a:t>若交错级数</a:t>
            </a:r>
            <a:r>
              <a:rPr kumimoji="1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满足条件</a:t>
            </a:r>
            <a:r>
              <a:rPr kumimoji="1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bin Medium" panose="00000600000000000000" pitchFamily="2" charset="0"/>
                <a:ea typeface="黑体" panose="02010609060101010101" charset="-122"/>
                <a:cs typeface="+mn-cs"/>
              </a:rPr>
              <a:t>:</a:t>
            </a:r>
            <a:endParaRPr lang="en-US" altLang="zh-CN" b="0" dirty="0">
              <a:solidFill>
                <a:srgbClr val="04926A"/>
              </a:solidFill>
              <a:latin typeface="Cabin Medium" panose="00000600000000000000" pitchFamily="2" charset="0"/>
              <a:ea typeface="黑体" panose="02010609060101010101" charset="-122"/>
            </a:endParaRPr>
          </a:p>
        </p:txBody>
      </p:sp>
      <p:sp>
        <p:nvSpPr>
          <p:cNvPr id="21507" name="标题 23553"/>
          <p:cNvSpPr>
            <a:spLocks noGrp="1"/>
          </p:cNvSpPr>
          <p:nvPr>
            <p:ph type="title"/>
          </p:nvPr>
        </p:nvSpPr>
        <p:spPr>
          <a:xfrm>
            <a:off x="1487805" y="3970655"/>
            <a:ext cx="8305800" cy="685800"/>
          </a:xfrm>
        </p:spPr>
        <p:txBody>
          <a:bodyPr anchor="ctr" anchorCtr="0"/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用</a:t>
            </a:r>
            <a:r>
              <a:rPr lang="en-US" altLang="zh-CN" sz="2800">
                <a:ea typeface="楷体_GB2312" pitchFamily="49" charset="-122"/>
              </a:rPr>
              <a:t>Leibnitz </a:t>
            </a:r>
            <a:r>
              <a:rPr lang="zh-CN" altLang="en-US" sz="2800" b="1" dirty="0">
                <a:ea typeface="楷体_GB2312" pitchFamily="49" charset="-122"/>
              </a:rPr>
              <a:t>判别法</a:t>
            </a:r>
            <a:r>
              <a:rPr lang="zh-CN" altLang="en-US" sz="2800" dirty="0">
                <a:solidFill>
                  <a:schemeClr val="tx1"/>
                </a:solidFill>
                <a:ea typeface="楷体_GB2312" pitchFamily="49" charset="-122"/>
              </a:rPr>
              <a:t>判别下列级数的敛散性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:</a:t>
            </a:r>
            <a:endParaRPr lang="en-US" altLang="zh-CN" sz="2800">
              <a:ea typeface="楷体_GB2312" pitchFamily="49" charset="-122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" name="文本框 1"/>
              <p:cNvSpPr txBox="1"/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  <m:t>𝑛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2" name="文本框 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33231" y="5313617"/>
                <a:ext cx="1654175" cy="1261110"/>
              </a:xfrm>
              <a:prstGeom prst="rect">
                <a:avLst/>
              </a:prstGeom>
              <a:blipFill rotWithShape="1">
                <a:blip r:embed="rId5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3" name="文本框 2"/>
              <p:cNvSpPr txBox="1"/>
              <p:nvPr/>
            </p:nvSpPr>
            <p:spPr>
              <a:xfrm>
                <a:off x="4813871" y="5384737"/>
                <a:ext cx="1654175" cy="1261110"/>
              </a:xfrm>
              <a:prstGeom prst="rect">
                <a:avLst/>
              </a:prstGeom>
              <a:noFill/>
            </p:spPr>
            <p:txBody>
              <a:bodyPr wrap="none" rtlCol="0" anchor="t">
                <a:spAutoFit/>
              </a:bodyPr>
              <a:p>
                <a:pPr algn="l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limLoc m:val="undOvr"/>
                          <m:ctrlP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</m:ctrlPr>
                        </m:naryPr>
                        <m:sub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𝑛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=</m:t>
                          </m:r>
                          <m:r>
                            <a:rPr lang="en-US" altLang="zh-CN" sz="2800" i="1">
                              <a:latin typeface="Cambria Math" panose="02040503050406030204" charset="0"/>
                              <a:cs typeface="Cambria Math" panose="02040503050406030204" charset="0"/>
                            </a:rPr>
                            <m:t>1</m:t>
                          </m:r>
                        </m:sub>
                        <m:sup>
                          <m:r>
                            <a:rPr kumimoji="1" lang="zh-CN" altLang="en-US" sz="2800">
                              <a:solidFill>
                                <a:prstClr val="black"/>
                              </a:solidFill>
                              <a:latin typeface="Cambria Math" panose="02040503050406030204" charset="0"/>
                              <a:ea typeface="黑体" panose="02010609060101010101" charset="-122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en-US" altLang="zh-CN" sz="2800" i="1">
                                  <a:latin typeface="Cambria Math" panose="02040503050406030204" charset="0"/>
                                  <a:cs typeface="Cambria Math" panose="02040503050406030204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(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−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1</m:t>
                                  </m:r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sup>
                              </m:sSup>
                            </m:num>
                            <m:den>
                              <m:sSup>
                                <m:sSupPr>
                                  <m:ctrlP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𝑛</m:t>
                                  </m:r>
                                </m:e>
                                <m:sup>
                                  <m:r>
                                    <a:rPr lang="en-US" altLang="zh-CN" sz="2800" i="1">
                                      <a:latin typeface="Cambria Math" panose="02040503050406030204" charset="0"/>
                                      <a:cs typeface="Cambria Math" panose="02040503050406030204" charset="0"/>
                                    </a:rPr>
                                    <m:t>2</m:t>
                                  </m:r>
                                </m:sup>
                              </m:sSup>
                            </m:den>
                          </m:f>
                        </m:e>
                      </m:nary>
                    </m:oMath>
                  </m:oMathPara>
                </a14:m>
                <a:endParaRPr lang="en-US" altLang="zh-CN" sz="2800"/>
              </a:p>
            </p:txBody>
          </p:sp>
        </mc:Choice>
        <mc:Fallback>
          <p:sp>
            <p:nvSpPr>
              <p:cNvPr id="3" name="文本框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13871" y="5384737"/>
                <a:ext cx="1654175" cy="1261110"/>
              </a:xfrm>
              <a:prstGeom prst="rect">
                <a:avLst/>
              </a:prstGeom>
              <a:blipFill rotWithShape="1">
                <a:blip r:embed="rId6"/>
                <a:stretch>
                  <a:fillRect l="-35" t="-45" r="35" b="45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标题 23553"/>
          <p:cNvSpPr>
            <a:spLocks noGrp="1"/>
          </p:cNvSpPr>
          <p:nvPr/>
        </p:nvSpPr>
        <p:spPr>
          <a:xfrm>
            <a:off x="1614805" y="7373620"/>
            <a:ext cx="8305800" cy="685800"/>
          </a:xfrm>
          <a:prstGeom prst="rect">
            <a:avLst/>
          </a:prstGeom>
        </p:spPr>
        <p:txBody>
          <a:bodyPr vert="horz" lIns="101600" tIns="38100" rIns="76200" bIns="38100" rtlCol="0" anchor="ctr" anchorCtr="0">
            <a:normAutofit/>
          </a:bodyPr>
          <a:lstStyle>
            <a:lvl1pPr algn="l" defTabSz="1296670" rtl="0" eaLnBrk="1" fontAlgn="auto" latinLnBrk="0" hangingPunct="1">
              <a:lnSpc>
                <a:spcPct val="100000"/>
              </a:lnSpc>
              <a:spcBef>
                <a:spcPct val="0"/>
              </a:spcBef>
              <a:buNone/>
              <a:defRPr sz="3405" b="1" u="none" strike="noStrike" kern="1200" cap="none" spc="200" normalizeH="0" baseline="0">
                <a:solidFill>
                  <a:schemeClr val="tx1">
                    <a:lumMod val="85000"/>
                    <a:lumOff val="15000"/>
                  </a:schemeClr>
                </a:solidFill>
                <a:uFillTx/>
                <a:latin typeface="Arial" panose="020B0604020202020204" pitchFamily="34" charset="0"/>
                <a:ea typeface="微软雅黑" panose="020B0503020204020204" charset="-122"/>
                <a:cs typeface="+mj-cs"/>
              </a:defRPr>
            </a:lvl1pPr>
          </a:lstStyle>
          <a:p>
            <a:pPr algn="l"/>
            <a:r>
              <a:rPr lang="zh-CN" altLang="en-US" sz="2800">
                <a:solidFill>
                  <a:schemeClr val="tx1"/>
                </a:solidFill>
                <a:ea typeface="楷体_GB2312" pitchFamily="49" charset="-122"/>
              </a:rPr>
              <a:t>上述级数收敛是条件收敛还是绝对收敛</a:t>
            </a:r>
            <a:r>
              <a:rPr lang="en-US" altLang="zh-CN" sz="2800">
                <a:solidFill>
                  <a:schemeClr val="tx1"/>
                </a:solidFill>
                <a:ea typeface="楷体_GB2312" pitchFamily="49" charset="-122"/>
              </a:rPr>
              <a:t>?</a:t>
            </a:r>
            <a:endParaRPr lang="en-US" altLang="zh-CN" sz="2800">
              <a:solidFill>
                <a:schemeClr val="tx1"/>
              </a:solidFill>
              <a:ea typeface="楷体_GB2312" pitchFamily="49" charset="-122"/>
            </a:endParaRPr>
          </a:p>
        </p:txBody>
      </p:sp>
    </p:spTree>
    <p:custDataLst>
      <p:tags r:id="rId7"/>
    </p:custData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5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3" dur="500"/>
                                        <p:tgtEl>
                                          <p:spTgt spid="215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1000"/>
                            </p:stCondLst>
                            <p:childTnLst>
                              <p:par>
                                <p:cTn id="3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6" grpId="0"/>
      <p:bldP spid="77" grpId="0" bldLvl="0" animBg="1"/>
      <p:bldP spid="78" grpId="0" bldLvl="0" animBg="1"/>
      <p:bldP spid="79" grpId="0" bldLvl="0" animBg="1"/>
      <p:bldP spid="80" grpId="0"/>
      <p:bldP spid="87" grpId="0" bldLvl="0" animBg="1"/>
      <p:bldP spid="21507" grpId="0"/>
      <p:bldP spid="2" grpId="0"/>
      <p:bldP spid="3" grpId="0"/>
      <p:bldP spid="5" grpId="0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  <p:tag name="KSO_WM_SLIDE_BACKGROUND_MASK_FLAG" val="1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0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116.xml><?xml version="1.0" encoding="utf-8"?>
<p:tagLst xmlns:p="http://schemas.openxmlformats.org/presentationml/2006/main">
  <p:tag name="KSO_WM_SLIDE_BACKGROUND_TYPE" val="general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</p:tagLst>
</file>

<file path=ppt/tags/tag1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2**"/>
  <p:tag name="KSO_WM_UNIT_LAYERLEVEL" val="1"/>
  <p:tag name="KSO_WM_TAG_VERSION" val="1.0"/>
  <p:tag name="KSO_WM_BEAUTIFY_FLAG" val="#wm#"/>
  <p:tag name="KSO_WM_SLIDE_BACKGROUND_TYPE" val="general"/>
  <p:tag name="KSO_WM_SLIDE_BK_DARK_LIGHT" val="2"/>
</p:tagLst>
</file>

<file path=ppt/tags/tag1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TYPE" val="i"/>
  <p:tag name="KSO_WM_UNIT_INDEX" val="1"/>
  <p:tag name="KSO_WM_UNIT_ID" val="_13*i*1"/>
  <p:tag name="KSO_WM_UNIT_LAYERLEVEL" val="1"/>
  <p:tag name="KSO_WM_TAG_VERSION" val="1.0"/>
  <p:tag name="KSO_WM_BEAUTIFY_FLAG" val="#wm#"/>
  <p:tag name="KSO_WM_UNIT_SUBTYPE" val="h"/>
  <p:tag name="KSO_WM_SLIDE_BACKGROUND_TYPE" val="frame"/>
  <p:tag name="KSO_WM_SLIDE_BK_DARK_LIGHT" val="2"/>
  <p:tag name="KSO_WM_UNIT_BK_DARK_LIGHT" val="2"/>
</p:tagLst>
</file>

<file path=ppt/tags/tag1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3**"/>
  <p:tag name="KSO_WM_UNIT_LAYERLEVEL" val="1"/>
  <p:tag name="KSO_WM_TAG_VERSION" val="1.0"/>
  <p:tag name="KSO_WM_BEAUTIFY_FLAG" val="#wm#"/>
  <p:tag name="KSO_WM_SLIDE_BACKGROUND_TYPE" val="frame"/>
  <p:tag name="KSO_WM_SLIDE_BK_DARK_LIGHT" val="2"/>
</p:tagLst>
</file>

<file path=ppt/tags/tag1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leftRight"/>
  <p:tag name="KSO_WM_SLIDE_BK_DARK_LIGHT" val="2"/>
  <p:tag name="KSO_WM_UNIT_BK_DARK_LIGHT" val="2"/>
</p:tagLst>
</file>

<file path=ppt/tags/tag1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4**"/>
  <p:tag name="KSO_WM_UNIT_LAYERLEVEL" val="1"/>
  <p:tag name="KSO_WM_TAG_VERSION" val="1.0"/>
  <p:tag name="KSO_WM_BEAUTIFY_FLAG" val="#wm#"/>
  <p:tag name="KSO_WM_SLIDE_BACKGROUND_TYPE" val="leftRight"/>
  <p:tag name="KSO_WM_SLIDE_BK_DARK_LIGHT" val="2"/>
</p:tagLst>
</file>

<file path=ppt/tags/tag1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topBottom"/>
  <p:tag name="KSO_WM_SLIDE_BK_DARK_LIGHT" val="2"/>
  <p:tag name="KSO_WM_UNIT_BK_DARK_LIGHT" val="2"/>
</p:tagLst>
</file>

<file path=ppt/tags/tag148.xml><?xml version="1.0" encoding="utf-8"?>
<p:tagLst xmlns:p="http://schemas.openxmlformats.org/presentationml/2006/main">
  <p:tag name="KSO_WM_SLIDE_BACKGROUND_TYPE" val="topBottom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</p:tagLst>
</file>

<file path=ppt/tags/tag1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5**"/>
  <p:tag name="KSO_WM_UNIT_LAYERLEVEL" val="1"/>
  <p:tag name="KSO_WM_TAG_VERSION" val="1.0"/>
  <p:tag name="KSO_WM_BEAUTIFY_FLAG" val="#wm#"/>
  <p:tag name="KSO_WM_SLIDE_BACKGROUND_TYPE" val="topBottom"/>
  <p:tag name="KSO_WM_SLIDE_BK_DARK_LIGHT" val="2"/>
</p:tagLst>
</file>

<file path=ppt/tags/tag157.xml><?xml version="1.0" encoding="utf-8"?>
<p:tagLst xmlns:p="http://schemas.openxmlformats.org/presentationml/2006/main">
  <p:tag name="KSO_WM_SLIDE_BACKGROUND_TYPE" val="bottomTop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</p:tagLst>
</file>

<file path=ppt/tags/tag1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ottomTop"/>
  <p:tag name="KSO_WM_SLIDE_BK_DARK_LIGHT" val="2"/>
  <p:tag name="KSO_WM_UNIT_BK_DARK_LIGHT" val="2"/>
</p:tagLst>
</file>

<file path=ppt/tags/tag1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6**"/>
  <p:tag name="KSO_WM_UNIT_LAYERLEVEL" val="1"/>
  <p:tag name="KSO_WM_TAG_VERSION" val="1.0"/>
  <p:tag name="KSO_WM_BEAUTIFY_FLAG" val="#wm#"/>
  <p:tag name="KSO_WM_SLIDE_BACKGROUND_TYPE" val="bottomTop"/>
  <p:tag name="KSO_WM_SLIDE_BK_DARK_LIGHT" val="2"/>
</p:tagLst>
</file>

<file path=ppt/tags/tag16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navigation"/>
  <p:tag name="KSO_WM_SLIDE_BK_DARK_LIGHT" val="2"/>
  <p:tag name="KSO_WM_UNIT_BK_DARK_LIGHT" val="2"/>
</p:tagLst>
</file>

<file path=ppt/tags/tag16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6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7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7**"/>
  <p:tag name="KSO_WM_UNIT_LAYERLEVEL" val="1"/>
  <p:tag name="KSO_WM_TAG_VERSION" val="1.0"/>
  <p:tag name="KSO_WM_BEAUTIFY_FLAG" val="#wm#"/>
  <p:tag name="KSO_WM_SLIDE_BACKGROUND_TYPE" val="navigation"/>
  <p:tag name="KSO_WM_SLIDE_BK_DARK_LIGHT" val="2"/>
</p:tagLst>
</file>

<file path=ppt/tags/tag18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i*1"/>
  <p:tag name="KSO_WM_UNIT_LAYERLEVEL" val="1"/>
  <p:tag name="KSO_WM_TAG_VERSION" val="1.0"/>
  <p:tag name="KSO_WM_BEAUTIFY_FLAG" val="#wm#"/>
  <p:tag name="KSO_WM_UNIT_TYPE" val="i"/>
  <p:tag name="KSO_WM_UNIT_INDEX" val="1"/>
  <p:tag name="KSO_WM_UNIT_SUBTYPE" val="h"/>
  <p:tag name="KSO_WM_SLIDE_BACKGROUND_TYPE" val="belt"/>
  <p:tag name="KSO_WM_SLIDE_BK_DARK_LIGHT" val="2"/>
  <p:tag name="KSO_WM_UNIT_BK_DARK_LIGHT" val="2"/>
</p:tagLst>
</file>

<file path=ppt/tags/tag182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6.xml><?xml version="1.0" encoding="utf-8"?>
<p:tagLst xmlns:p="http://schemas.openxmlformats.org/presentationml/2006/main">
  <p:tag name="KSO_WM_SLIDE_BACKGROUND_TYPE" val="belt"/>
  <p:tag name="KSO_WM_SLIDE_BK_DARK_LIGHT" val="2"/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</p:tagLst>
</file>

<file path=ppt/tags/tag18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8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8**"/>
  <p:tag name="KSO_WM_UNIT_LAYERLEVEL" val="1"/>
  <p:tag name="KSO_WM_TAG_VERSION" val="1.0"/>
  <p:tag name="KSO_WM_BEAUTIFY_FLAG" val="#wm#"/>
  <p:tag name="KSO_WM_SLIDE_BACKGROUND_TYPE" val="belt"/>
  <p:tag name="KSO_WM_SLIDE_BK_DARK_LIGHT" val="2"/>
</p:tagLst>
</file>

<file path=ppt/tags/tag19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4973"/>
</p:tagLst>
</file>

<file path=ppt/tags/tag19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19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200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TEMPLATE_SUBCATEGORY" val="0"/>
  <p:tag name="KSO_WM_TEMPLATE_MASTER_TYPE" val="1"/>
  <p:tag name="KSO_WM_TEMPLATE_COLOR_TYPE" val="1"/>
  <p:tag name="KSO_WM_TAG_VERSION" val="1.0"/>
  <p:tag name="KSO_WM_TEMPLATE_THUMBS_INDEX" val="1、4、7、10、13、15、17、18、19、20、22"/>
</p:tagLst>
</file>

<file path=ppt/tags/tag201.xml><?xml version="1.0" encoding="utf-8"?>
<p:tagLst xmlns:p="http://schemas.openxmlformats.org/presentationml/2006/main">
  <p:tag name="KSO_WM_UNIT_HIGHLIGHT" val="0"/>
  <p:tag name="KSO_WM_UNIT_COMPATIBLE" val="1"/>
  <p:tag name="KSO_WM_UNIT_DIAGRAM_ISNUMVISUAL" val="0"/>
  <p:tag name="KSO_WM_UNIT_DIAGRAM_ISREFERUNIT" val="0"/>
  <p:tag name="KSO_WM_UNIT_ID" val="custom20204973_7*e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NOCLEAR" val="0"/>
  <p:tag name="KSO_WM_UNIT_VALUE" val="1"/>
  <p:tag name="KSO_WM_UNIT_TYPE" val="e"/>
  <p:tag name="KSO_WM_UNIT_INDEX" val="1"/>
  <p:tag name="KSO_WM_UNIT_PRESET_TEXT" val="01"/>
</p:tagLst>
</file>

<file path=ppt/tags/tag20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i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TYPE" val="i"/>
  <p:tag name="KSO_WM_UNIT_INDEX" val="1"/>
</p:tagLst>
</file>

<file path=ppt/tags/tag20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custom20204973_7*b*1"/>
  <p:tag name="KSO_WM_TEMPLATE_CATEGORY" val="custom"/>
  <p:tag name="KSO_WM_TEMPLATE_INDEX" val="20204973"/>
  <p:tag name="KSO_WM_UNIT_LAYERLEVEL" val="1"/>
  <p:tag name="KSO_WM_TAG_VERSION" val="1.0"/>
  <p:tag name="KSO_WM_BEAUTIFY_FLAG" val="#wm#"/>
  <p:tag name="KSO_WM_UNIT_ISCONTENTSTITLE" val="0"/>
  <p:tag name="KSO_WM_UNIT_ISNUMDGMTITLE" val="0"/>
  <p:tag name="KSO_WM_UNIT_NOCLEAR" val="0"/>
  <p:tag name="KSO_WM_UNIT_VALUE" val="69"/>
  <p:tag name="KSO_WM_UNIT_TYPE" val="b"/>
  <p:tag name="KSO_WM_UNIT_INDEX" val="1"/>
  <p:tag name="KSO_WM_UNIT_PRESET_TEXT" val="单击此处添加文本具体内容"/>
</p:tagLst>
</file>

<file path=ppt/tags/tag204.xml><?xml version="1.0" encoding="utf-8"?>
<p:tagLst xmlns:p="http://schemas.openxmlformats.org/presentationml/2006/main">
  <p:tag name="KSO_WM_BEAUTIFY_FLAG" val="#wm#"/>
  <p:tag name="KSO_WM_TEMPLATE_CATEGORY" val="custom"/>
  <p:tag name="KSO_WM_TEMPLATE_INDEX" val="20204973"/>
  <p:tag name="KSO_WM_SLIDE_ID" val="custom20204973_7"/>
  <p:tag name="KSO_WM_TEMPLATE_SUBCATEGORY" val="0"/>
  <p:tag name="KSO_WM_TEMPLATE_MASTER_TYPE" val="1"/>
  <p:tag name="KSO_WM_TEMPLATE_COLOR_TYPE" val="1"/>
  <p:tag name="KSO_WM_SLIDE_ITEM_CNT" val="0"/>
  <p:tag name="KSO_WM_SLIDE_INDEX" val="7"/>
  <p:tag name="KSO_WM_TAG_VERSION" val="1.0"/>
  <p:tag name="KSO_WM_SLIDE_TYPE" val="sectionTitle"/>
  <p:tag name="KSO_WM_SLIDE_SUBTYPE" val="pureTxt"/>
  <p:tag name="KSO_WM_SLIDE_LAYOUT" val="a_b_e"/>
  <p:tag name="KSO_WM_SLIDE_LAYOUT_CNT" val="1_1_1"/>
  <p:tag name="KSO_WM_SPECIAL_SOURCE" val="bdnull"/>
</p:tagLst>
</file>

<file path=ppt/tags/tag20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0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07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08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09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0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1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2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3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4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5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6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7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8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19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20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221.xml><?xml version="1.0" encoding="utf-8"?>
<p:tagLst xmlns:p="http://schemas.openxmlformats.org/presentationml/2006/main">
  <p:tag name="KSO_WM_BEAUTIFY_FLAG" val=""/>
  <p:tag name="KSO_WM_DIAGRAM_VIRTUALLY_FRAME" val="{&quot;height&quot;:336.55,&quot;left&quot;:107.2,&quot;top&quot;:347.65,&quot;width&quot;:703.8750393700788}"/>
</p:tagLst>
</file>

<file path=ppt/tags/tag222.xml><?xml version="1.0" encoding="utf-8"?>
<p:tagLst xmlns:p="http://schemas.openxmlformats.org/presentationml/2006/main">
  <p:tag name="KSO_WM_DIAGRAM_VIRTUALLY_FRAME" val="{&quot;height&quot;:336.55,&quot;left&quot;:107.2,&quot;top&quot;:347.65,&quot;width&quot;:703.8750393700788}"/>
</p:tagLst>
</file>

<file path=ppt/tags/tag223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  <p:tag name="resource_record_key" val="{&quot;13&quot;:[4364942],&quot;65&quot;:[20204973]}"/>
</p:tagLst>
</file>

<file path=ppt/tags/tag224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5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26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27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28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29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0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1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2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3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4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5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6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7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8.xml><?xml version="1.0" encoding="utf-8"?>
<p:tagLst xmlns:p="http://schemas.openxmlformats.org/presentationml/2006/main">
  <p:tag name="KSO_WM_DIAGRAM_VIRTUALLY_FRAME" val="{&quot;height&quot;:413.9093700787401,&quot;left&quot;:72.9,&quot;top&quot;:72.69535433070867,&quot;width&quot;:985.0433858267718}"/>
</p:tagLst>
</file>

<file path=ppt/tags/tag239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0.xml><?xml version="1.0" encoding="utf-8"?>
<p:tagLst xmlns:p="http://schemas.openxmlformats.org/presentationml/2006/main">
  <p:tag name="KSO_WM_SLIDE_ID" val="custom20204973_16"/>
  <p:tag name="KSO_WM_TEMPLATE_SUBCATEGORY" val="0"/>
  <p:tag name="KSO_WM_TEMPLATE_MASTER_TYPE" val="1"/>
  <p:tag name="KSO_WM_TEMPLATE_COLOR_TYPE" val="1"/>
  <p:tag name="KSO_WM_SLIDE_TYPE" val="text"/>
  <p:tag name="KSO_WM_SLIDE_SUBTYPE" val="pureTxt"/>
  <p:tag name="KSO_WM_SLIDE_ITEM_CNT" val="0"/>
  <p:tag name="KSO_WM_SLIDE_INDEX" val="16"/>
  <p:tag name="KSO_WM_SLIDE_SIZE" val="758*343"/>
  <p:tag name="KSO_WM_SLIDE_POSITION" val="100*98"/>
  <p:tag name="KSO_WM_TAG_VERSION" val="1.0"/>
  <p:tag name="KSO_WM_BEAUTIFY_FLAG" val="#wm#"/>
  <p:tag name="KSO_WM_TEMPLATE_CATEGORY" val="custom"/>
  <p:tag name="KSO_WM_TEMPLATE_INDEX" val="20204973"/>
  <p:tag name="KSO_WM_SLIDE_LAYOUT" val="a_f"/>
  <p:tag name="KSO_WM_SLIDE_LAYOUT_CNT" val="1_1"/>
  <p:tag name="KSO_WM_SPECIAL_SOURCE" val="bdnull"/>
</p:tagLst>
</file>

<file path=ppt/tags/tag241.xml><?xml version="1.0" encoding="utf-8"?>
<p:tagLst xmlns:p="http://schemas.openxmlformats.org/presentationml/2006/main">
  <p:tag name="KSO_WPP_MARK_KEY" val="97ebe2ad-5b26-4ea1-bc37-2cd455eaa14e"/>
  <p:tag name="COMMONDATA" val="eyJoZGlkIjoiZGVlMWU0ZDMwNTgzY2I5MzA3YTY2MzlkMjY5ZDc1ODMifQ=="/>
  <p:tag name="resource_record_key" val="{&quot;13&quot;:[4364942],&quot;65&quot;:[20204973]}"/>
</p:tagLst>
</file>

<file path=ppt/theme/theme1.xml><?xml version="1.0" encoding="utf-8"?>
<a:theme xmlns:a="http://schemas.openxmlformats.org/drawingml/2006/main" name="2_Office 主题​​">
  <a:themeElements>
    <a:clrScheme name="2-12-26">
      <a:dk1>
        <a:sysClr val="windowText" lastClr="000000"/>
      </a:dk1>
      <a:lt1>
        <a:sysClr val="window" lastClr="FFFFFF"/>
      </a:lt1>
      <a:dk2>
        <a:srgbClr val="EAF4FD"/>
      </a:dk2>
      <a:lt2>
        <a:srgbClr val="FFFFFF"/>
      </a:lt2>
      <a:accent1>
        <a:srgbClr val="5BAAEB"/>
      </a:accent1>
      <a:accent2>
        <a:srgbClr val="5FB3EB"/>
      </a:accent2>
      <a:accent3>
        <a:srgbClr val="63BBEB"/>
      </a:accent3>
      <a:accent4>
        <a:srgbClr val="68C4EA"/>
      </a:accent4>
      <a:accent5>
        <a:srgbClr val="6CCCEA"/>
      </a:accent5>
      <a:accent6>
        <a:srgbClr val="70D5EA"/>
      </a:accent6>
      <a:hlink>
        <a:srgbClr val="658BD5"/>
      </a:hlink>
      <a:folHlink>
        <a:srgbClr val="A16AA5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Solstice</Template>
  <TotalTime>0</TotalTime>
  <Words>1771</Words>
  <Application>WPS 演示</Application>
  <PresentationFormat>自定义</PresentationFormat>
  <Paragraphs>258</Paragraphs>
  <Slides>7</Slides>
  <Notes>0</Notes>
  <HiddenSlides>2</HiddenSlides>
  <MMClips>0</MMClips>
  <ScaleCrop>false</ScaleCrop>
  <HeadingPairs>
    <vt:vector size="8" baseType="variant">
      <vt:variant>
        <vt:lpstr>已用的字体</vt:lpstr>
      </vt:variant>
      <vt:variant>
        <vt:i4>18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6</vt:i4>
      </vt:variant>
      <vt:variant>
        <vt:lpstr>幻灯片标题</vt:lpstr>
      </vt:variant>
      <vt:variant>
        <vt:i4>7</vt:i4>
      </vt:variant>
    </vt:vector>
  </HeadingPairs>
  <TitlesOfParts>
    <vt:vector size="32" baseType="lpstr">
      <vt:lpstr>Arial</vt:lpstr>
      <vt:lpstr>宋体</vt:lpstr>
      <vt:lpstr>Wingdings</vt:lpstr>
      <vt:lpstr>微软雅黑</vt:lpstr>
      <vt:lpstr>汉仪旗黑-85S</vt:lpstr>
      <vt:lpstr>黑体</vt:lpstr>
      <vt:lpstr>华文中宋</vt:lpstr>
      <vt:lpstr>Times New Roman</vt:lpstr>
      <vt:lpstr>Cambria Math</vt:lpstr>
      <vt:lpstr>Arial Unicode MS</vt:lpstr>
      <vt:lpstr>Calibri</vt:lpstr>
      <vt:lpstr>MS Mincho</vt:lpstr>
      <vt:lpstr>Symbol</vt:lpstr>
      <vt:lpstr>Cabin Medium</vt:lpstr>
      <vt:lpstr>楷体_GB2312</vt:lpstr>
      <vt:lpstr>新宋体</vt:lpstr>
      <vt:lpstr>Segoe Print</vt:lpstr>
      <vt:lpstr>华文隶书</vt:lpstr>
      <vt:lpstr>2_Office 主题​​</vt:lpstr>
      <vt:lpstr>Equation.DSMT4</vt:lpstr>
      <vt:lpstr>Equation.DSMT4</vt:lpstr>
      <vt:lpstr>Equation.DSMT4</vt:lpstr>
      <vt:lpstr>Equation.DSMT4</vt:lpstr>
      <vt:lpstr>Equation.DSMT4</vt:lpstr>
      <vt:lpstr>Equation.DSMT4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用Leibnitz 判别法判别下列级数的敛散性: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apple</dc:creator>
  <cp:lastModifiedBy>吴君</cp:lastModifiedBy>
  <cp:revision>373</cp:revision>
  <dcterms:created xsi:type="dcterms:W3CDTF">2018-03-03T11:57:00Z</dcterms:created>
  <dcterms:modified xsi:type="dcterms:W3CDTF">2025-05-13T11:54:41Z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2052-12.1.0.20784</vt:lpwstr>
  </property>
  <property fmtid="{D5CDD505-2E9C-101B-9397-08002B2CF9AE}" pid="3" name="ICV">
    <vt:lpwstr>11506C212A7047BDB4A50A3C2FD8F979_12</vt:lpwstr>
  </property>
</Properties>
</file>