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795" r:id="rId3"/>
    <p:sldId id="794" r:id="rId4"/>
    <p:sldId id="754" r:id="rId5"/>
    <p:sldId id="411" r:id="rId6"/>
    <p:sldId id="798" r:id="rId7"/>
    <p:sldId id="414" r:id="rId8"/>
    <p:sldId id="804" r:id="rId9"/>
    <p:sldId id="418" r:id="rId10"/>
    <p:sldId id="515" r:id="rId11"/>
    <p:sldId id="517" r:id="rId12"/>
    <p:sldId id="518" r:id="rId13"/>
    <p:sldId id="614" r:id="rId14"/>
    <p:sldId id="707" r:id="rId15"/>
    <p:sldId id="490" r:id="rId16"/>
    <p:sldId id="615" r:id="rId17"/>
    <p:sldId id="616" r:id="rId18"/>
    <p:sldId id="617" r:id="rId19"/>
    <p:sldId id="652" r:id="rId20"/>
    <p:sldId id="654" r:id="rId21"/>
    <p:sldId id="803" r:id="rId22"/>
    <p:sldId id="655" r:id="rId23"/>
    <p:sldId id="657" r:id="rId24"/>
    <p:sldId id="658" r:id="rId25"/>
    <p:sldId id="756" r:id="rId26"/>
    <p:sldId id="660" r:id="rId27"/>
    <p:sldId id="659" r:id="rId28"/>
    <p:sldId id="662" r:id="rId29"/>
    <p:sldId id="656" r:id="rId30"/>
    <p:sldId id="755" r:id="rId31"/>
    <p:sldId id="529" r:id="rId32"/>
    <p:sldId id="420" r:id="rId33"/>
    <p:sldId id="663" r:id="rId34"/>
    <p:sldId id="664" r:id="rId35"/>
    <p:sldId id="421" r:id="rId36"/>
    <p:sldId id="665" r:id="rId37"/>
    <p:sldId id="694" r:id="rId38"/>
    <p:sldId id="695" r:id="rId39"/>
    <p:sldId id="800" r:id="rId40"/>
    <p:sldId id="757" r:id="rId41"/>
    <p:sldId id="802" r:id="rId42"/>
    <p:sldId id="801" r:id="rId43"/>
    <p:sldId id="580" r:id="rId44"/>
    <p:sldId id="530" r:id="rId45"/>
    <p:sldId id="692" r:id="rId46"/>
    <p:sldId id="693" r:id="rId47"/>
    <p:sldId id="742" r:id="rId48"/>
    <p:sldId id="697" r:id="rId49"/>
    <p:sldId id="705" r:id="rId50"/>
    <p:sldId id="702" r:id="rId51"/>
    <p:sldId id="699" r:id="rId52"/>
    <p:sldId id="701" r:id="rId53"/>
    <p:sldId id="698" r:id="rId54"/>
    <p:sldId id="700" r:id="rId55"/>
    <p:sldId id="487" r:id="rId56"/>
    <p:sldId id="799" r:id="rId57"/>
  </p:sldIdLst>
  <p:sldSz cx="12192000" cy="8208645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2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4FD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2642"/>
        <p:guide pos="3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gs" Target="tags/tag370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4.xml"/><Relationship Id="rId59" Type="http://schemas.openxmlformats.org/officeDocument/2006/relationships/presProps" Target="presProps.xml"/><Relationship Id="rId58" Type="http://schemas.openxmlformats.org/officeDocument/2006/relationships/notesMaster" Target="notesMasters/notesMaster1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6" Type="http://schemas.openxmlformats.org/officeDocument/2006/relationships/image" Target="../media/image17.wmf"/><Relationship Id="rId15" Type="http://schemas.openxmlformats.org/officeDocument/2006/relationships/image" Target="../media/image16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6" Type="http://schemas.openxmlformats.org/officeDocument/2006/relationships/image" Target="../media/image17.wmf"/><Relationship Id="rId15" Type="http://schemas.openxmlformats.org/officeDocument/2006/relationships/image" Target="../media/image16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image" Target="../media/image40.wmf"/><Relationship Id="rId7" Type="http://schemas.openxmlformats.org/officeDocument/2006/relationships/image" Target="../media/image39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0" Type="http://schemas.openxmlformats.org/officeDocument/2006/relationships/image" Target="../media/image42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image" Target="../media/image40.wmf"/><Relationship Id="rId7" Type="http://schemas.openxmlformats.org/officeDocument/2006/relationships/image" Target="../media/image39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3" Type="http://schemas.openxmlformats.org/officeDocument/2006/relationships/image" Target="../media/image52.wmf"/><Relationship Id="rId12" Type="http://schemas.openxmlformats.org/officeDocument/2006/relationships/image" Target="../media/image51.wmf"/><Relationship Id="rId11" Type="http://schemas.openxmlformats.org/officeDocument/2006/relationships/image" Target="../media/image50.wmf"/><Relationship Id="rId10" Type="http://schemas.openxmlformats.org/officeDocument/2006/relationships/image" Target="../media/image42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2" Type="http://schemas.openxmlformats.org/officeDocument/2006/relationships/image" Target="../media/image64.wmf"/><Relationship Id="rId11" Type="http://schemas.openxmlformats.org/officeDocument/2006/relationships/image" Target="../media/image63.wmf"/><Relationship Id="rId10" Type="http://schemas.openxmlformats.org/officeDocument/2006/relationships/image" Target="../media/image62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4.wmf"/><Relationship Id="rId13" Type="http://schemas.openxmlformats.org/officeDocument/2006/relationships/image" Target="../media/image66.wmf"/><Relationship Id="rId12" Type="http://schemas.openxmlformats.org/officeDocument/2006/relationships/image" Target="../media/image65.wmf"/><Relationship Id="rId11" Type="http://schemas.openxmlformats.org/officeDocument/2006/relationships/image" Target="../media/image64.wmf"/><Relationship Id="rId10" Type="http://schemas.openxmlformats.org/officeDocument/2006/relationships/image" Target="../media/image63.wmf"/><Relationship Id="rId1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73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53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2" Type="http://schemas.openxmlformats.org/officeDocument/2006/relationships/image" Target="../media/image55.wmf"/><Relationship Id="rId11" Type="http://schemas.openxmlformats.org/officeDocument/2006/relationships/image" Target="../media/image82.wmf"/><Relationship Id="rId10" Type="http://schemas.openxmlformats.org/officeDocument/2006/relationships/image" Target="../media/image81.wmf"/><Relationship Id="rId1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90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3" Type="http://schemas.openxmlformats.org/officeDocument/2006/relationships/image" Target="../media/image35.wmf"/><Relationship Id="rId22" Type="http://schemas.openxmlformats.org/officeDocument/2006/relationships/image" Target="../media/image34.wmf"/><Relationship Id="rId21" Type="http://schemas.openxmlformats.org/officeDocument/2006/relationships/image" Target="../media/image101.wmf"/><Relationship Id="rId20" Type="http://schemas.openxmlformats.org/officeDocument/2006/relationships/image" Target="../media/image100.wmf"/><Relationship Id="rId2" Type="http://schemas.openxmlformats.org/officeDocument/2006/relationships/image" Target="../media/image84.wmf"/><Relationship Id="rId19" Type="http://schemas.openxmlformats.org/officeDocument/2006/relationships/image" Target="../media/image99.wmf"/><Relationship Id="rId18" Type="http://schemas.openxmlformats.org/officeDocument/2006/relationships/image" Target="../media/image98.wmf"/><Relationship Id="rId17" Type="http://schemas.openxmlformats.org/officeDocument/2006/relationships/image" Target="../media/image97.wmf"/><Relationship Id="rId16" Type="http://schemas.openxmlformats.org/officeDocument/2006/relationships/image" Target="../media/image96.wmf"/><Relationship Id="rId15" Type="http://schemas.openxmlformats.org/officeDocument/2006/relationships/image" Target="../media/image95.wmf"/><Relationship Id="rId14" Type="http://schemas.openxmlformats.org/officeDocument/2006/relationships/image" Target="../media/image94.wmf"/><Relationship Id="rId13" Type="http://schemas.openxmlformats.org/officeDocument/2006/relationships/image" Target="../media/image81.wmf"/><Relationship Id="rId12" Type="http://schemas.openxmlformats.org/officeDocument/2006/relationships/image" Target="../media/image80.wmf"/><Relationship Id="rId11" Type="http://schemas.openxmlformats.org/officeDocument/2006/relationships/image" Target="../media/image93.wmf"/><Relationship Id="rId10" Type="http://schemas.openxmlformats.org/officeDocument/2006/relationships/image" Target="../media/image92.wmf"/><Relationship Id="rId1" Type="http://schemas.openxmlformats.org/officeDocument/2006/relationships/image" Target="../media/image8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80.wmf"/><Relationship Id="rId2" Type="http://schemas.openxmlformats.org/officeDocument/2006/relationships/image" Target="../media/image103.wmf"/><Relationship Id="rId17" Type="http://schemas.openxmlformats.org/officeDocument/2006/relationships/image" Target="../media/image115.wmf"/><Relationship Id="rId16" Type="http://schemas.openxmlformats.org/officeDocument/2006/relationships/image" Target="../media/image114.wmf"/><Relationship Id="rId15" Type="http://schemas.openxmlformats.org/officeDocument/2006/relationships/image" Target="../media/image35.wmf"/><Relationship Id="rId14" Type="http://schemas.openxmlformats.org/officeDocument/2006/relationships/image" Target="../media/image34.wmf"/><Relationship Id="rId13" Type="http://schemas.openxmlformats.org/officeDocument/2006/relationships/image" Target="../media/image113.wmf"/><Relationship Id="rId12" Type="http://schemas.openxmlformats.org/officeDocument/2006/relationships/image" Target="../media/image112.wmf"/><Relationship Id="rId11" Type="http://schemas.openxmlformats.org/officeDocument/2006/relationships/image" Target="../media/image111.wmf"/><Relationship Id="rId10" Type="http://schemas.openxmlformats.org/officeDocument/2006/relationships/image" Target="../media/image110.wmf"/><Relationship Id="rId1" Type="http://schemas.openxmlformats.org/officeDocument/2006/relationships/image" Target="../media/image10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7" Type="http://schemas.openxmlformats.org/officeDocument/2006/relationships/image" Target="../media/image121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80.wmf"/><Relationship Id="rId1" Type="http://schemas.openxmlformats.org/officeDocument/2006/relationships/image" Target="../media/image103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129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1" Type="http://schemas.openxmlformats.org/officeDocument/2006/relationships/image" Target="../media/image131.wmf"/><Relationship Id="rId10" Type="http://schemas.openxmlformats.org/officeDocument/2006/relationships/image" Target="../media/image130.wmf"/><Relationship Id="rId1" Type="http://schemas.openxmlformats.org/officeDocument/2006/relationships/image" Target="../media/image123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wmf"/><Relationship Id="rId8" Type="http://schemas.openxmlformats.org/officeDocument/2006/relationships/image" Target="../media/image129.w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35.wmf"/><Relationship Id="rId14" Type="http://schemas.openxmlformats.org/officeDocument/2006/relationships/image" Target="../media/image140.wmf"/><Relationship Id="rId13" Type="http://schemas.openxmlformats.org/officeDocument/2006/relationships/image" Target="../media/image139.wmf"/><Relationship Id="rId12" Type="http://schemas.openxmlformats.org/officeDocument/2006/relationships/image" Target="../media/image138.wmf"/><Relationship Id="rId11" Type="http://schemas.openxmlformats.org/officeDocument/2006/relationships/image" Target="../media/image137.wmf"/><Relationship Id="rId10" Type="http://schemas.openxmlformats.org/officeDocument/2006/relationships/image" Target="../media/image131.wmf"/><Relationship Id="rId1" Type="http://schemas.openxmlformats.org/officeDocument/2006/relationships/image" Target="../media/image34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image" Target="../media/image111.wmf"/><Relationship Id="rId7" Type="http://schemas.openxmlformats.org/officeDocument/2006/relationships/image" Target="../media/image110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4" Type="http://schemas.openxmlformats.org/officeDocument/2006/relationships/image" Target="../media/image115.wmf"/><Relationship Id="rId13" Type="http://schemas.openxmlformats.org/officeDocument/2006/relationships/image" Target="../media/image114.wmf"/><Relationship Id="rId12" Type="http://schemas.openxmlformats.org/officeDocument/2006/relationships/image" Target="../media/image35.wmf"/><Relationship Id="rId11" Type="http://schemas.openxmlformats.org/officeDocument/2006/relationships/image" Target="../media/image34.wmf"/><Relationship Id="rId10" Type="http://schemas.openxmlformats.org/officeDocument/2006/relationships/image" Target="../media/image113.wmf"/><Relationship Id="rId1" Type="http://schemas.openxmlformats.org/officeDocument/2006/relationships/image" Target="../media/image102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102.wmf"/><Relationship Id="rId14" Type="http://schemas.openxmlformats.org/officeDocument/2006/relationships/image" Target="../media/image146.wmf"/><Relationship Id="rId13" Type="http://schemas.openxmlformats.org/officeDocument/2006/relationships/image" Target="../media/image145.wmf"/><Relationship Id="rId12" Type="http://schemas.openxmlformats.org/officeDocument/2006/relationships/image" Target="../media/image144.wmf"/><Relationship Id="rId11" Type="http://schemas.openxmlformats.org/officeDocument/2006/relationships/image" Target="../media/image143.wmf"/><Relationship Id="rId10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2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80.wmf"/><Relationship Id="rId2" Type="http://schemas.openxmlformats.org/officeDocument/2006/relationships/image" Target="../media/image103.wmf"/><Relationship Id="rId1" Type="http://schemas.openxmlformats.org/officeDocument/2006/relationships/image" Target="../media/image147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" Type="http://schemas.openxmlformats.org/officeDocument/2006/relationships/image" Target="../media/image5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51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wmf"/><Relationship Id="rId8" Type="http://schemas.openxmlformats.org/officeDocument/2006/relationships/image" Target="../media/image165.wmf"/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1" Type="http://schemas.openxmlformats.org/officeDocument/2006/relationships/image" Target="../media/image168.wmf"/><Relationship Id="rId10" Type="http://schemas.openxmlformats.org/officeDocument/2006/relationships/image" Target="../media/image167.wmf"/><Relationship Id="rId1" Type="http://schemas.openxmlformats.org/officeDocument/2006/relationships/image" Target="../media/image5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wmf"/><Relationship Id="rId1" Type="http://schemas.openxmlformats.org/officeDocument/2006/relationships/image" Target="../media/image22.wmf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1.wmf"/><Relationship Id="rId3" Type="http://schemas.openxmlformats.org/officeDocument/2006/relationships/image" Target="../media/image74.wmf"/><Relationship Id="rId2" Type="http://schemas.openxmlformats.org/officeDocument/2006/relationships/image" Target="../media/image170.wmf"/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2.wmf"/><Relationship Id="rId8" Type="http://schemas.openxmlformats.org/officeDocument/2006/relationships/image" Target="../media/image181.wmf"/><Relationship Id="rId7" Type="http://schemas.openxmlformats.org/officeDocument/2006/relationships/image" Target="../media/image74.wmf"/><Relationship Id="rId6" Type="http://schemas.openxmlformats.org/officeDocument/2006/relationships/image" Target="../media/image54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3" Type="http://schemas.openxmlformats.org/officeDocument/2006/relationships/image" Target="../media/image178.wmf"/><Relationship Id="rId20" Type="http://schemas.openxmlformats.org/officeDocument/2006/relationships/image" Target="../media/image193.wmf"/><Relationship Id="rId2" Type="http://schemas.openxmlformats.org/officeDocument/2006/relationships/image" Target="../media/image177.wmf"/><Relationship Id="rId19" Type="http://schemas.openxmlformats.org/officeDocument/2006/relationships/image" Target="../media/image192.wmf"/><Relationship Id="rId18" Type="http://schemas.openxmlformats.org/officeDocument/2006/relationships/image" Target="../media/image191.wmf"/><Relationship Id="rId17" Type="http://schemas.openxmlformats.org/officeDocument/2006/relationships/image" Target="../media/image190.wmf"/><Relationship Id="rId16" Type="http://schemas.openxmlformats.org/officeDocument/2006/relationships/image" Target="../media/image189.wmf"/><Relationship Id="rId15" Type="http://schemas.openxmlformats.org/officeDocument/2006/relationships/image" Target="../media/image188.wmf"/><Relationship Id="rId14" Type="http://schemas.openxmlformats.org/officeDocument/2006/relationships/image" Target="../media/image187.wmf"/><Relationship Id="rId13" Type="http://schemas.openxmlformats.org/officeDocument/2006/relationships/image" Target="../media/image186.wmf"/><Relationship Id="rId12" Type="http://schemas.openxmlformats.org/officeDocument/2006/relationships/image" Target="../media/image185.wmf"/><Relationship Id="rId11" Type="http://schemas.openxmlformats.org/officeDocument/2006/relationships/image" Target="../media/image184.wmf"/><Relationship Id="rId10" Type="http://schemas.openxmlformats.org/officeDocument/2006/relationships/image" Target="../media/image183.wmf"/><Relationship Id="rId1" Type="http://schemas.openxmlformats.org/officeDocument/2006/relationships/image" Target="../media/image176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wmf"/><Relationship Id="rId8" Type="http://schemas.openxmlformats.org/officeDocument/2006/relationships/image" Target="../media/image171.wmf"/><Relationship Id="rId7" Type="http://schemas.openxmlformats.org/officeDocument/2006/relationships/image" Target="../media/image199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76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wmf"/><Relationship Id="rId8" Type="http://schemas.openxmlformats.org/officeDocument/2006/relationships/image" Target="../media/image205.wmf"/><Relationship Id="rId7" Type="http://schemas.openxmlformats.org/officeDocument/2006/relationships/image" Target="../media/image204.wmf"/><Relationship Id="rId6" Type="http://schemas.openxmlformats.org/officeDocument/2006/relationships/image" Target="../media/image175.wmf"/><Relationship Id="rId5" Type="http://schemas.openxmlformats.org/officeDocument/2006/relationships/image" Target="../media/image54.wmf"/><Relationship Id="rId4" Type="http://schemas.openxmlformats.org/officeDocument/2006/relationships/image" Target="../media/image203.wmf"/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9" Type="http://schemas.openxmlformats.org/officeDocument/2006/relationships/image" Target="../media/image216.wmf"/><Relationship Id="rId18" Type="http://schemas.openxmlformats.org/officeDocument/2006/relationships/image" Target="../media/image215.wmf"/><Relationship Id="rId17" Type="http://schemas.openxmlformats.org/officeDocument/2006/relationships/image" Target="../media/image214.wmf"/><Relationship Id="rId16" Type="http://schemas.openxmlformats.org/officeDocument/2006/relationships/image" Target="../media/image213.wmf"/><Relationship Id="rId15" Type="http://schemas.openxmlformats.org/officeDocument/2006/relationships/image" Target="../media/image212.wmf"/><Relationship Id="rId14" Type="http://schemas.openxmlformats.org/officeDocument/2006/relationships/image" Target="../media/image211.wmf"/><Relationship Id="rId13" Type="http://schemas.openxmlformats.org/officeDocument/2006/relationships/image" Target="../media/image210.wmf"/><Relationship Id="rId12" Type="http://schemas.openxmlformats.org/officeDocument/2006/relationships/image" Target="../media/image209.wmf"/><Relationship Id="rId11" Type="http://schemas.openxmlformats.org/officeDocument/2006/relationships/image" Target="../media/image208.wmf"/><Relationship Id="rId10" Type="http://schemas.openxmlformats.org/officeDocument/2006/relationships/image" Target="../media/image207.wmf"/><Relationship Id="rId1" Type="http://schemas.openxmlformats.org/officeDocument/2006/relationships/image" Target="../media/image200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6.wmf"/><Relationship Id="rId8" Type="http://schemas.openxmlformats.org/officeDocument/2006/relationships/image" Target="../media/image225.wmf"/><Relationship Id="rId7" Type="http://schemas.openxmlformats.org/officeDocument/2006/relationships/image" Target="../media/image224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5" Type="http://schemas.openxmlformats.org/officeDocument/2006/relationships/image" Target="../media/image230.wmf"/><Relationship Id="rId14" Type="http://schemas.openxmlformats.org/officeDocument/2006/relationships/image" Target="../media/image229.wmf"/><Relationship Id="rId13" Type="http://schemas.openxmlformats.org/officeDocument/2006/relationships/image" Target="../media/image228.wmf"/><Relationship Id="rId12" Type="http://schemas.openxmlformats.org/officeDocument/2006/relationships/image" Target="../media/image35.wmf"/><Relationship Id="rId11" Type="http://schemas.openxmlformats.org/officeDocument/2006/relationships/image" Target="../media/image34.wmf"/><Relationship Id="rId10" Type="http://schemas.openxmlformats.org/officeDocument/2006/relationships/image" Target="../media/image227.wmf"/><Relationship Id="rId1" Type="http://schemas.openxmlformats.org/officeDocument/2006/relationships/image" Target="../media/image218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7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7" Type="http://schemas.openxmlformats.org/officeDocument/2006/relationships/image" Target="../media/image243.wmf"/><Relationship Id="rId16" Type="http://schemas.openxmlformats.org/officeDocument/2006/relationships/image" Target="../media/image104.wmf"/><Relationship Id="rId15" Type="http://schemas.openxmlformats.org/officeDocument/2006/relationships/image" Target="../media/image80.wmf"/><Relationship Id="rId14" Type="http://schemas.openxmlformats.org/officeDocument/2006/relationships/image" Target="../media/image242.wmf"/><Relationship Id="rId13" Type="http://schemas.openxmlformats.org/officeDocument/2006/relationships/image" Target="../media/image241.wmf"/><Relationship Id="rId12" Type="http://schemas.openxmlformats.org/officeDocument/2006/relationships/image" Target="../media/image240.wmf"/><Relationship Id="rId11" Type="http://schemas.openxmlformats.org/officeDocument/2006/relationships/image" Target="../media/image239.wmf"/><Relationship Id="rId10" Type="http://schemas.openxmlformats.org/officeDocument/2006/relationships/image" Target="../media/image238.wmf"/><Relationship Id="rId1" Type="http://schemas.openxmlformats.org/officeDocument/2006/relationships/image" Target="../media/image231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2.wmf"/><Relationship Id="rId8" Type="http://schemas.openxmlformats.org/officeDocument/2006/relationships/image" Target="../media/image251.wmf"/><Relationship Id="rId7" Type="http://schemas.openxmlformats.org/officeDocument/2006/relationships/image" Target="../media/image250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7" Type="http://schemas.openxmlformats.org/officeDocument/2006/relationships/image" Target="../media/image260.wmf"/><Relationship Id="rId16" Type="http://schemas.openxmlformats.org/officeDocument/2006/relationships/image" Target="../media/image259.wmf"/><Relationship Id="rId15" Type="http://schemas.openxmlformats.org/officeDocument/2006/relationships/image" Target="../media/image258.wmf"/><Relationship Id="rId14" Type="http://schemas.openxmlformats.org/officeDocument/2006/relationships/image" Target="../media/image257.wmf"/><Relationship Id="rId13" Type="http://schemas.openxmlformats.org/officeDocument/2006/relationships/image" Target="../media/image256.wmf"/><Relationship Id="rId12" Type="http://schemas.openxmlformats.org/officeDocument/2006/relationships/image" Target="../media/image255.wmf"/><Relationship Id="rId11" Type="http://schemas.openxmlformats.org/officeDocument/2006/relationships/image" Target="../media/image254.wmf"/><Relationship Id="rId10" Type="http://schemas.openxmlformats.org/officeDocument/2006/relationships/image" Target="../media/image253.wmf"/><Relationship Id="rId1" Type="http://schemas.openxmlformats.org/officeDocument/2006/relationships/image" Target="../media/image244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7" Type="http://schemas.openxmlformats.org/officeDocument/2006/relationships/image" Target="../media/image263.wmf"/><Relationship Id="rId6" Type="http://schemas.openxmlformats.org/officeDocument/2006/relationships/image" Target="../media/image262.wmf"/><Relationship Id="rId5" Type="http://schemas.openxmlformats.org/officeDocument/2006/relationships/image" Target="../media/image261.wmf"/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80.wmf"/><Relationship Id="rId1" Type="http://schemas.openxmlformats.org/officeDocument/2006/relationships/image" Target="../media/image242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5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5" Type="http://schemas.openxmlformats.org/officeDocument/2006/relationships/image" Target="../media/image243.wmf"/><Relationship Id="rId14" Type="http://schemas.openxmlformats.org/officeDocument/2006/relationships/image" Target="../media/image241.wmf"/><Relationship Id="rId13" Type="http://schemas.openxmlformats.org/officeDocument/2006/relationships/image" Target="../media/image240.wmf"/><Relationship Id="rId12" Type="http://schemas.openxmlformats.org/officeDocument/2006/relationships/image" Target="../media/image239.wmf"/><Relationship Id="rId11" Type="http://schemas.openxmlformats.org/officeDocument/2006/relationships/image" Target="../media/image238.wmf"/><Relationship Id="rId10" Type="http://schemas.openxmlformats.org/officeDocument/2006/relationships/image" Target="../media/image237.wmf"/><Relationship Id="rId1" Type="http://schemas.openxmlformats.org/officeDocument/2006/relationships/image" Target="../media/image231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5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8" Type="http://schemas.openxmlformats.org/officeDocument/2006/relationships/image" Target="../media/image243.wmf"/><Relationship Id="rId17" Type="http://schemas.openxmlformats.org/officeDocument/2006/relationships/image" Target="../media/image104.wmf"/><Relationship Id="rId16" Type="http://schemas.openxmlformats.org/officeDocument/2006/relationships/image" Target="../media/image80.wmf"/><Relationship Id="rId15" Type="http://schemas.openxmlformats.org/officeDocument/2006/relationships/image" Target="../media/image242.wmf"/><Relationship Id="rId14" Type="http://schemas.openxmlformats.org/officeDocument/2006/relationships/image" Target="../media/image241.wmf"/><Relationship Id="rId13" Type="http://schemas.openxmlformats.org/officeDocument/2006/relationships/image" Target="../media/image240.wmf"/><Relationship Id="rId12" Type="http://schemas.openxmlformats.org/officeDocument/2006/relationships/image" Target="../media/image239.wmf"/><Relationship Id="rId11" Type="http://schemas.openxmlformats.org/officeDocument/2006/relationships/image" Target="../media/image238.wmf"/><Relationship Id="rId10" Type="http://schemas.openxmlformats.org/officeDocument/2006/relationships/image" Target="../media/image237.wmf"/><Relationship Id="rId1" Type="http://schemas.openxmlformats.org/officeDocument/2006/relationships/image" Target="../media/image231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7" Type="http://schemas.openxmlformats.org/officeDocument/2006/relationships/image" Target="../media/image263.wmf"/><Relationship Id="rId6" Type="http://schemas.openxmlformats.org/officeDocument/2006/relationships/image" Target="../media/image262.wmf"/><Relationship Id="rId5" Type="http://schemas.openxmlformats.org/officeDocument/2006/relationships/image" Target="../media/image261.wmf"/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80.wmf"/><Relationship Id="rId1" Type="http://schemas.openxmlformats.org/officeDocument/2006/relationships/image" Target="../media/image242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271.wmf"/><Relationship Id="rId6" Type="http://schemas.openxmlformats.org/officeDocument/2006/relationships/image" Target="../media/image236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33.wmf"/><Relationship Id="rId2" Type="http://schemas.openxmlformats.org/officeDocument/2006/relationships/image" Target="../media/image268.wmf"/><Relationship Id="rId14" Type="http://schemas.openxmlformats.org/officeDocument/2006/relationships/image" Target="../media/image243.wmf"/><Relationship Id="rId13" Type="http://schemas.openxmlformats.org/officeDocument/2006/relationships/image" Target="../media/image275.wmf"/><Relationship Id="rId12" Type="http://schemas.openxmlformats.org/officeDocument/2006/relationships/image" Target="../media/image274.wmf"/><Relationship Id="rId11" Type="http://schemas.openxmlformats.org/officeDocument/2006/relationships/image" Target="../media/image273.wmf"/><Relationship Id="rId10" Type="http://schemas.openxmlformats.org/officeDocument/2006/relationships/image" Target="../media/image272.wmf"/><Relationship Id="rId1" Type="http://schemas.openxmlformats.org/officeDocument/2006/relationships/image" Target="../media/image267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4.wmf"/><Relationship Id="rId8" Type="http://schemas.openxmlformats.org/officeDocument/2006/relationships/image" Target="../media/image283.wmf"/><Relationship Id="rId7" Type="http://schemas.openxmlformats.org/officeDocument/2006/relationships/image" Target="../media/image282.wmf"/><Relationship Id="rId6" Type="http://schemas.openxmlformats.org/officeDocument/2006/relationships/image" Target="../media/image281.wmf"/><Relationship Id="rId5" Type="http://schemas.openxmlformats.org/officeDocument/2006/relationships/image" Target="../media/image280.wmf"/><Relationship Id="rId4" Type="http://schemas.openxmlformats.org/officeDocument/2006/relationships/image" Target="../media/image279.wmf"/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3" Type="http://schemas.openxmlformats.org/officeDocument/2006/relationships/image" Target="../media/image288.wmf"/><Relationship Id="rId12" Type="http://schemas.openxmlformats.org/officeDocument/2006/relationships/image" Target="../media/image287.wmf"/><Relationship Id="rId11" Type="http://schemas.openxmlformats.org/officeDocument/2006/relationships/image" Target="../media/image286.wmf"/><Relationship Id="rId10" Type="http://schemas.openxmlformats.org/officeDocument/2006/relationships/image" Target="../media/image285.wmf"/><Relationship Id="rId1" Type="http://schemas.openxmlformats.org/officeDocument/2006/relationships/image" Target="../media/image276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7" Type="http://schemas.openxmlformats.org/officeDocument/2006/relationships/image" Target="../media/image294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4" Type="http://schemas.openxmlformats.org/officeDocument/2006/relationships/image" Target="../media/image246.wmf"/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271.wmf"/><Relationship Id="rId6" Type="http://schemas.openxmlformats.org/officeDocument/2006/relationships/image" Target="../media/image236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33.wmf"/><Relationship Id="rId2" Type="http://schemas.openxmlformats.org/officeDocument/2006/relationships/image" Target="../media/image268.wmf"/><Relationship Id="rId15" Type="http://schemas.openxmlformats.org/officeDocument/2006/relationships/image" Target="../media/image297.wmf"/><Relationship Id="rId14" Type="http://schemas.openxmlformats.org/officeDocument/2006/relationships/image" Target="../media/image296.wmf"/><Relationship Id="rId13" Type="http://schemas.openxmlformats.org/officeDocument/2006/relationships/image" Target="../media/image275.wmf"/><Relationship Id="rId12" Type="http://schemas.openxmlformats.org/officeDocument/2006/relationships/image" Target="../media/image274.wmf"/><Relationship Id="rId11" Type="http://schemas.openxmlformats.org/officeDocument/2006/relationships/image" Target="../media/image273.wmf"/><Relationship Id="rId10" Type="http://schemas.openxmlformats.org/officeDocument/2006/relationships/image" Target="../media/image272.wmf"/><Relationship Id="rId1" Type="http://schemas.openxmlformats.org/officeDocument/2006/relationships/image" Target="../media/image267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300.wmf"/><Relationship Id="rId4" Type="http://schemas.openxmlformats.org/officeDocument/2006/relationships/image" Target="../media/image299.wmf"/><Relationship Id="rId3" Type="http://schemas.openxmlformats.org/officeDocument/2006/relationships/image" Target="../media/image152.wmf"/><Relationship Id="rId2" Type="http://schemas.openxmlformats.org/officeDocument/2006/relationships/image" Target="../media/image5.wmf"/><Relationship Id="rId13" Type="http://schemas.openxmlformats.org/officeDocument/2006/relationships/image" Target="../media/image304.wmf"/><Relationship Id="rId12" Type="http://schemas.openxmlformats.org/officeDocument/2006/relationships/image" Target="../media/image303.wmf"/><Relationship Id="rId11" Type="http://schemas.openxmlformats.org/officeDocument/2006/relationships/image" Target="../media/image302.wmf"/><Relationship Id="rId10" Type="http://schemas.openxmlformats.org/officeDocument/2006/relationships/image" Target="../media/image301.wmf"/><Relationship Id="rId1" Type="http://schemas.openxmlformats.org/officeDocument/2006/relationships/image" Target="../media/image298.wmf"/></Relationships>
</file>

<file path=ppt/drawings/_rels/vmlDrawing42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9.wmf"/><Relationship Id="rId4" Type="http://schemas.openxmlformats.org/officeDocument/2006/relationships/image" Target="../media/image308.wmf"/><Relationship Id="rId3" Type="http://schemas.openxmlformats.org/officeDocument/2006/relationships/image" Target="../media/image307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312.wmf"/><Relationship Id="rId7" Type="http://schemas.openxmlformats.org/officeDocument/2006/relationships/image" Target="../media/image303.wmf"/><Relationship Id="rId6" Type="http://schemas.openxmlformats.org/officeDocument/2006/relationships/image" Target="../media/image311.wmf"/><Relationship Id="rId5" Type="http://schemas.openxmlformats.org/officeDocument/2006/relationships/image" Target="../media/image11.wmf"/><Relationship Id="rId4" Type="http://schemas.openxmlformats.org/officeDocument/2006/relationships/image" Target="../media/image156.wmf"/><Relationship Id="rId3" Type="http://schemas.openxmlformats.org/officeDocument/2006/relationships/image" Target="../media/image155.wmf"/><Relationship Id="rId2" Type="http://schemas.openxmlformats.org/officeDocument/2006/relationships/image" Target="../media/image310.wmf"/><Relationship Id="rId10" Type="http://schemas.openxmlformats.org/officeDocument/2006/relationships/image" Target="../media/image13.wmf"/><Relationship Id="rId1" Type="http://schemas.openxmlformats.org/officeDocument/2006/relationships/image" Target="../media/image5.wmf"/></Relationships>
</file>

<file path=ppt/drawings/_rels/vmlDrawing4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1.wmf"/><Relationship Id="rId3" Type="http://schemas.openxmlformats.org/officeDocument/2006/relationships/image" Target="../media/image74.wmf"/><Relationship Id="rId2" Type="http://schemas.openxmlformats.org/officeDocument/2006/relationships/image" Target="../media/image170.wmf"/><Relationship Id="rId1" Type="http://schemas.openxmlformats.org/officeDocument/2006/relationships/image" Target="../media/image54.wmf"/></Relationships>
</file>

<file path=ppt/drawings/_rels/vmlDrawing4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8.wmf"/><Relationship Id="rId8" Type="http://schemas.openxmlformats.org/officeDocument/2006/relationships/image" Target="../media/image317.wmf"/><Relationship Id="rId7" Type="http://schemas.openxmlformats.org/officeDocument/2006/relationships/image" Target="../media/image316.wmf"/><Relationship Id="rId6" Type="http://schemas.openxmlformats.org/officeDocument/2006/relationships/image" Target="../media/image315.wmf"/><Relationship Id="rId5" Type="http://schemas.openxmlformats.org/officeDocument/2006/relationships/image" Target="../media/image314.wmf"/><Relationship Id="rId4" Type="http://schemas.openxmlformats.org/officeDocument/2006/relationships/image" Target="../media/image171.wmf"/><Relationship Id="rId3" Type="http://schemas.openxmlformats.org/officeDocument/2006/relationships/image" Target="../media/image74.wmf"/><Relationship Id="rId2" Type="http://schemas.openxmlformats.org/officeDocument/2006/relationships/image" Target="../media/image170.wmf"/><Relationship Id="rId11" Type="http://schemas.openxmlformats.org/officeDocument/2006/relationships/image" Target="../media/image320.wmf"/><Relationship Id="rId10" Type="http://schemas.openxmlformats.org/officeDocument/2006/relationships/image" Target="../media/image319.wmf"/><Relationship Id="rId1" Type="http://schemas.openxmlformats.org/officeDocument/2006/relationships/image" Target="../media/image54.wmf"/></Relationships>
</file>

<file path=ppt/drawings/_rels/vmlDrawing4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2.wmf"/><Relationship Id="rId8" Type="http://schemas.openxmlformats.org/officeDocument/2006/relationships/image" Target="../media/image321.wmf"/><Relationship Id="rId7" Type="http://schemas.openxmlformats.org/officeDocument/2006/relationships/image" Target="../media/image320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Relationship Id="rId3" Type="http://schemas.openxmlformats.org/officeDocument/2006/relationships/image" Target="../media/image316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wmf"/><Relationship Id="rId7" Type="http://schemas.openxmlformats.org/officeDocument/2006/relationships/image" Target="../media/image317.wmf"/><Relationship Id="rId6" Type="http://schemas.openxmlformats.org/officeDocument/2006/relationships/image" Target="../media/image316.wmf"/><Relationship Id="rId5" Type="http://schemas.openxmlformats.org/officeDocument/2006/relationships/image" Target="../media/image315.wmf"/><Relationship Id="rId4" Type="http://schemas.openxmlformats.org/officeDocument/2006/relationships/image" Target="../media/image320.wmf"/><Relationship Id="rId3" Type="http://schemas.openxmlformats.org/officeDocument/2006/relationships/image" Target="../media/image319.wmf"/><Relationship Id="rId2" Type="http://schemas.openxmlformats.org/officeDocument/2006/relationships/image" Target="../media/image323.wmf"/><Relationship Id="rId1" Type="http://schemas.openxmlformats.org/officeDocument/2006/relationships/image" Target="../media/image314.wmf"/></Relationships>
</file>

<file path=ppt/drawings/_rels/vmlDrawing48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5.wmf"/><Relationship Id="rId4" Type="http://schemas.openxmlformats.org/officeDocument/2006/relationships/image" Target="../media/image301.wmf"/><Relationship Id="rId3" Type="http://schemas.openxmlformats.org/officeDocument/2006/relationships/image" Target="../media/image298.wmf"/><Relationship Id="rId2" Type="http://schemas.openxmlformats.org/officeDocument/2006/relationships/image" Target="../media/image159.wmf"/><Relationship Id="rId1" Type="http://schemas.openxmlformats.org/officeDocument/2006/relationships/image" Target="../media/image3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292763" y="5108088"/>
            <a:ext cx="514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367369" y="1179656"/>
            <a:ext cx="381953" cy="44687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5860199" y="-6"/>
            <a:ext cx="6331801" cy="820865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162834" y="3683040"/>
            <a:ext cx="6718424" cy="13610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646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177348" y="5138291"/>
            <a:ext cx="6718424" cy="758603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35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547370" indent="0" algn="ctr">
              <a:buNone/>
              <a:defRPr sz="2395"/>
            </a:lvl2pPr>
            <a:lvl3pPr marL="1094740" indent="0" algn="ctr">
              <a:buNone/>
              <a:defRPr sz="2155"/>
            </a:lvl3pPr>
            <a:lvl4pPr marL="1641475" indent="0" algn="ctr">
              <a:buNone/>
              <a:defRPr sz="1915"/>
            </a:lvl4pPr>
            <a:lvl5pPr marL="2188845" indent="0" algn="ctr">
              <a:buNone/>
              <a:defRPr sz="1915"/>
            </a:lvl5pPr>
            <a:lvl6pPr marL="2736215" indent="0" algn="ctr">
              <a:buNone/>
              <a:defRPr sz="1915"/>
            </a:lvl6pPr>
            <a:lvl7pPr marL="3283585" indent="0" algn="ctr">
              <a:buNone/>
              <a:defRPr sz="1915"/>
            </a:lvl7pPr>
            <a:lvl8pPr marL="3830955" indent="0" algn="ctr">
              <a:buNone/>
              <a:defRPr sz="1915"/>
            </a:lvl8pPr>
            <a:lvl9pPr marL="4377690" indent="0" algn="ctr">
              <a:buNone/>
              <a:defRPr sz="191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140099"/>
            <a:ext cx="10852237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3414833" y="4104322"/>
            <a:ext cx="2916968" cy="4104321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2806700" y="4104322"/>
            <a:ext cx="2916968" cy="4104321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5723668" cy="8208645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4557486" cy="8208645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6"/>
            <a:ext cx="3391305" cy="8208646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443489" y="1954112"/>
            <a:ext cx="486583" cy="56928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0457187" y="6156484"/>
            <a:ext cx="486583" cy="56928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4581013" y="3753175"/>
            <a:ext cx="5467288" cy="920978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526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4581013" y="4736991"/>
            <a:ext cx="5467288" cy="1290288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2pPr>
            <a:lvl3pPr marL="109474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3pPr>
            <a:lvl4pPr marL="164147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4pPr>
            <a:lvl5pPr marL="218884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5pPr>
            <a:lvl6pPr marL="273621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6pPr>
            <a:lvl7pPr marL="328358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7pPr>
            <a:lvl8pPr marL="383095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8pPr>
            <a:lvl9pPr marL="437769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140099"/>
            <a:ext cx="5283242" cy="6450222"/>
          </a:xfrm>
        </p:spPr>
        <p:txBody>
          <a:bodyPr>
            <a:normAutofit/>
          </a:bodyPr>
          <a:lstStyle>
            <a:lvl1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140099"/>
            <a:ext cx="5283242" cy="456039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395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1475" indent="0">
              <a:buNone/>
              <a:defRPr sz="1915" b="1"/>
            </a:lvl4pPr>
            <a:lvl5pPr marL="2188845" indent="0">
              <a:buNone/>
              <a:defRPr sz="1915" b="1"/>
            </a:lvl5pPr>
            <a:lvl6pPr marL="2736215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7690" indent="0">
              <a:buNone/>
              <a:defRPr sz="191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683532"/>
            <a:ext cx="5283200" cy="5906624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140099"/>
            <a:ext cx="5283242" cy="45603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1475" indent="0">
              <a:buNone/>
              <a:defRPr sz="1915" b="1"/>
            </a:lvl4pPr>
            <a:lvl5pPr marL="2188845" indent="0">
              <a:buNone/>
              <a:defRPr sz="1915" b="1"/>
            </a:lvl5pPr>
            <a:lvl6pPr marL="2736215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7690" indent="0">
              <a:buNone/>
              <a:defRPr sz="191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683532"/>
            <a:ext cx="5283242" cy="5906624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7708" y="-6"/>
            <a:ext cx="12199708" cy="820865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1140099"/>
            <a:ext cx="950984" cy="6450222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1140090"/>
            <a:ext cx="9828101" cy="6450222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1140099"/>
            <a:ext cx="10852237" cy="645022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4334" y="4839661"/>
            <a:ext cx="2394358" cy="3368983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5259613"/>
            <a:ext cx="2095895" cy="2949031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3465166" cy="8208645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2916968" cy="820864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390024" cy="672576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443489" y="1954112"/>
            <a:ext cx="486583" cy="56928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0457187" y="6156484"/>
            <a:ext cx="486583" cy="56928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365974" y="4805858"/>
            <a:ext cx="55943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226833" y="3488683"/>
            <a:ext cx="6374368" cy="1271847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6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227388" y="4839681"/>
            <a:ext cx="6374335" cy="116289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7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226833" y="2442911"/>
            <a:ext cx="3330721" cy="976836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526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0488168" y="6169253"/>
            <a:ext cx="1016888" cy="2861625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64111"/>
            <a:ext cx="11606400" cy="74804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589709"/>
            <a:ext cx="9626600" cy="412371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1211736" y="7059613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184410" y="240457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821852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922126"/>
            <a:ext cx="3960000" cy="1055705"/>
          </a:xfrm>
        </p:spPr>
        <p:txBody>
          <a:bodyPr anchor="ctr"/>
          <a:lstStyle>
            <a:lvl1pPr>
              <a:defRPr sz="431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2111410"/>
            <a:ext cx="3956400" cy="489933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921573"/>
            <a:ext cx="6480000" cy="60899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184410" y="7001503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318866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128151" y="-1351679"/>
            <a:ext cx="1181103" cy="4117074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12000" y="935053"/>
            <a:ext cx="10976400" cy="749766"/>
          </a:xfrm>
        </p:spPr>
        <p:txBody>
          <a:bodyPr anchor="ctr"/>
          <a:lstStyle>
            <a:lvl1pPr algn="ctr">
              <a:defRPr sz="431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12000" y="1986449"/>
            <a:ext cx="10975975" cy="99107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12775" y="3361020"/>
            <a:ext cx="10965600" cy="410647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128151" y="-1351679"/>
            <a:ext cx="1181103" cy="4117074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6019674"/>
            <a:ext cx="12192000" cy="218897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4800" y="801474"/>
            <a:ext cx="10976400" cy="676513"/>
          </a:xfrm>
        </p:spPr>
        <p:txBody>
          <a:bodyPr anchor="ctr"/>
          <a:lstStyle>
            <a:lvl1pPr algn="ctr">
              <a:defRPr sz="383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04837" y="2012303"/>
            <a:ext cx="10990800" cy="384362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594000" y="6200651"/>
            <a:ext cx="11001600" cy="121082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109448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84394"/>
            <a:ext cx="11037600" cy="529006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990758"/>
            <a:ext cx="5342400" cy="3464436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990758"/>
            <a:ext cx="5367600" cy="3464436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5765442"/>
            <a:ext cx="5342400" cy="9350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5761133"/>
            <a:ext cx="5367600" cy="9350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1463247" y="7376961"/>
            <a:ext cx="381953" cy="44687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148138"/>
            <a:ext cx="12192000" cy="591237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818075" y="-2179010"/>
            <a:ext cx="2266950" cy="707142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8104574" y="3316223"/>
            <a:ext cx="2266950" cy="707142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522800" y="1602948"/>
            <a:ext cx="9144000" cy="2856867"/>
          </a:xfrm>
        </p:spPr>
        <p:txBody>
          <a:bodyPr anchor="b"/>
          <a:lstStyle>
            <a:lvl1pPr algn="ctr">
              <a:defRPr sz="718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522413" y="4623557"/>
            <a:ext cx="9144000" cy="198214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69882" y="530522"/>
            <a:ext cx="10852237" cy="529006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669882" y="1140099"/>
            <a:ext cx="10852237" cy="6450222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879742" y="7600397"/>
            <a:ext cx="270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116000" y="7600397"/>
            <a:ext cx="396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8610600" y="7600397"/>
            <a:ext cx="270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094740" rtl="0" eaLnBrk="1" fontAlgn="auto" latinLnBrk="0" hangingPunct="1">
        <a:lnSpc>
          <a:spcPct val="100000"/>
        </a:lnSpc>
        <a:spcBef>
          <a:spcPct val="0"/>
        </a:spcBef>
        <a:buNone/>
        <a:defRPr sz="287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7368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82105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926590" algn="l"/>
        </a:tabLst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36842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915160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462530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00990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410464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651375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7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74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147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884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21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58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095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769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9" Type="http://schemas.openxmlformats.org/officeDocument/2006/relationships/vmlDrawing" Target="../drawings/vmlDrawing1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05.xml"/><Relationship Id="rId36" Type="http://schemas.openxmlformats.org/officeDocument/2006/relationships/image" Target="../media/image17.wmf"/><Relationship Id="rId35" Type="http://schemas.openxmlformats.org/officeDocument/2006/relationships/oleObject" Target="../embeddings/oleObject16.bin"/><Relationship Id="rId34" Type="http://schemas.openxmlformats.org/officeDocument/2006/relationships/image" Target="../media/image16.wmf"/><Relationship Id="rId33" Type="http://schemas.openxmlformats.org/officeDocument/2006/relationships/oleObject" Target="../embeddings/oleObject15.bin"/><Relationship Id="rId32" Type="http://schemas.openxmlformats.org/officeDocument/2006/relationships/image" Target="../media/image15.wmf"/><Relationship Id="rId31" Type="http://schemas.openxmlformats.org/officeDocument/2006/relationships/oleObject" Target="../embeddings/oleObject14.bin"/><Relationship Id="rId30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3.bin"/><Relationship Id="rId28" Type="http://schemas.openxmlformats.org/officeDocument/2006/relationships/image" Target="../media/image13.wmf"/><Relationship Id="rId27" Type="http://schemas.openxmlformats.org/officeDocument/2006/relationships/oleObject" Target="../embeddings/oleObject12.bin"/><Relationship Id="rId26" Type="http://schemas.openxmlformats.org/officeDocument/2006/relationships/tags" Target="../tags/tag204.xml"/><Relationship Id="rId25" Type="http://schemas.openxmlformats.org/officeDocument/2006/relationships/image" Target="../media/image12.wmf"/><Relationship Id="rId24" Type="http://schemas.openxmlformats.org/officeDocument/2006/relationships/oleObject" Target="../embeddings/oleObject11.bin"/><Relationship Id="rId23" Type="http://schemas.openxmlformats.org/officeDocument/2006/relationships/tags" Target="../tags/tag203.xml"/><Relationship Id="rId22" Type="http://schemas.openxmlformats.org/officeDocument/2006/relationships/tags" Target="../tags/tag202.xml"/><Relationship Id="rId21" Type="http://schemas.openxmlformats.org/officeDocument/2006/relationships/tags" Target="../tags/tag201.xml"/><Relationship Id="rId20" Type="http://schemas.openxmlformats.org/officeDocument/2006/relationships/image" Target="../media/image11.wmf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6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7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oleObject" Target="../embeddings/oleObject19.bin"/><Relationship Id="rId7" Type="http://schemas.openxmlformats.org/officeDocument/2006/relationships/tags" Target="../tags/tag210.xml"/><Relationship Id="rId6" Type="http://schemas.openxmlformats.org/officeDocument/2006/relationships/image" Target="../media/image20.wmf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8.bin"/><Relationship Id="rId19" Type="http://schemas.openxmlformats.org/officeDocument/2006/relationships/vmlDrawing" Target="../drawings/vmlDrawing3.v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image" Target="../media/image22.wmf"/><Relationship Id="rId14" Type="http://schemas.openxmlformats.org/officeDocument/2006/relationships/oleObject" Target="../embeddings/oleObject20.bin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218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8" Type="http://schemas.openxmlformats.org/officeDocument/2006/relationships/vmlDrawing" Target="../drawings/vmlDrawing4.vml"/><Relationship Id="rId27" Type="http://schemas.openxmlformats.org/officeDocument/2006/relationships/slideLayout" Target="../slideLayouts/slideLayout6.xml"/><Relationship Id="rId26" Type="http://schemas.openxmlformats.org/officeDocument/2006/relationships/tags" Target="../tags/tag237.xml"/><Relationship Id="rId25" Type="http://schemas.openxmlformats.org/officeDocument/2006/relationships/tags" Target="../tags/tag236.xml"/><Relationship Id="rId24" Type="http://schemas.openxmlformats.org/officeDocument/2006/relationships/oleObject" Target="../embeddings/oleObject24.bin"/><Relationship Id="rId23" Type="http://schemas.openxmlformats.org/officeDocument/2006/relationships/tags" Target="../tags/tag235.xml"/><Relationship Id="rId22" Type="http://schemas.openxmlformats.org/officeDocument/2006/relationships/tags" Target="../tags/tag234.xml"/><Relationship Id="rId21" Type="http://schemas.openxmlformats.org/officeDocument/2006/relationships/image" Target="../media/image32.wmf"/><Relationship Id="rId20" Type="http://schemas.openxmlformats.org/officeDocument/2006/relationships/oleObject" Target="../embeddings/oleObject23.bin"/><Relationship Id="rId2" Type="http://schemas.openxmlformats.org/officeDocument/2006/relationships/tags" Target="../tags/tag220.xml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image" Target="../media/image31.wmf"/><Relationship Id="rId16" Type="http://schemas.openxmlformats.org/officeDocument/2006/relationships/oleObject" Target="../embeddings/oleObject22.bin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image" Target="../media/image30.wmf"/><Relationship Id="rId12" Type="http://schemas.openxmlformats.org/officeDocument/2006/relationships/oleObject" Target="../embeddings/oleObject21.bin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image" Target="../media/image22.wmf"/><Relationship Id="rId10" Type="http://schemas.openxmlformats.org/officeDocument/2006/relationships/oleObject" Target="../embeddings/oleObject25.bin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.wmf"/><Relationship Id="rId39" Type="http://schemas.openxmlformats.org/officeDocument/2006/relationships/vmlDrawing" Target="../drawings/vmlDrawing6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52.xml"/><Relationship Id="rId36" Type="http://schemas.openxmlformats.org/officeDocument/2006/relationships/image" Target="../media/image17.wmf"/><Relationship Id="rId35" Type="http://schemas.openxmlformats.org/officeDocument/2006/relationships/oleObject" Target="../embeddings/oleObject41.bin"/><Relationship Id="rId34" Type="http://schemas.openxmlformats.org/officeDocument/2006/relationships/image" Target="../media/image16.wmf"/><Relationship Id="rId33" Type="http://schemas.openxmlformats.org/officeDocument/2006/relationships/oleObject" Target="../embeddings/oleObject40.bin"/><Relationship Id="rId32" Type="http://schemas.openxmlformats.org/officeDocument/2006/relationships/image" Target="../media/image15.wmf"/><Relationship Id="rId31" Type="http://schemas.openxmlformats.org/officeDocument/2006/relationships/oleObject" Target="../embeddings/oleObject39.bin"/><Relationship Id="rId30" Type="http://schemas.openxmlformats.org/officeDocument/2006/relationships/image" Target="../media/image14.wmf"/><Relationship Id="rId3" Type="http://schemas.openxmlformats.org/officeDocument/2006/relationships/oleObject" Target="../embeddings/oleObject27.bin"/><Relationship Id="rId29" Type="http://schemas.openxmlformats.org/officeDocument/2006/relationships/oleObject" Target="../embeddings/oleObject38.bin"/><Relationship Id="rId28" Type="http://schemas.openxmlformats.org/officeDocument/2006/relationships/image" Target="../media/image13.wmf"/><Relationship Id="rId27" Type="http://schemas.openxmlformats.org/officeDocument/2006/relationships/oleObject" Target="../embeddings/oleObject37.bin"/><Relationship Id="rId26" Type="http://schemas.openxmlformats.org/officeDocument/2006/relationships/tags" Target="../tags/tag251.xml"/><Relationship Id="rId25" Type="http://schemas.openxmlformats.org/officeDocument/2006/relationships/image" Target="../media/image12.wmf"/><Relationship Id="rId24" Type="http://schemas.openxmlformats.org/officeDocument/2006/relationships/oleObject" Target="../embeddings/oleObject36.bin"/><Relationship Id="rId23" Type="http://schemas.openxmlformats.org/officeDocument/2006/relationships/tags" Target="../tags/tag250.xml"/><Relationship Id="rId22" Type="http://schemas.openxmlformats.org/officeDocument/2006/relationships/tags" Target="../tags/tag249.xml"/><Relationship Id="rId21" Type="http://schemas.openxmlformats.org/officeDocument/2006/relationships/tags" Target="../tags/tag248.xml"/><Relationship Id="rId20" Type="http://schemas.openxmlformats.org/officeDocument/2006/relationships/image" Target="../media/image11.wmf"/><Relationship Id="rId2" Type="http://schemas.openxmlformats.org/officeDocument/2006/relationships/image" Target="../media/image2.wmf"/><Relationship Id="rId19" Type="http://schemas.openxmlformats.org/officeDocument/2006/relationships/oleObject" Target="../embeddings/oleObject35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34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33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32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43.bin"/><Relationship Id="rId26" Type="http://schemas.openxmlformats.org/officeDocument/2006/relationships/vmlDrawing" Target="../drawings/vmlDrawing7.v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253.xml"/><Relationship Id="rId23" Type="http://schemas.openxmlformats.org/officeDocument/2006/relationships/oleObject" Target="../embeddings/oleObject54.bin"/><Relationship Id="rId22" Type="http://schemas.openxmlformats.org/officeDocument/2006/relationships/image" Target="../media/image42.wmf"/><Relationship Id="rId21" Type="http://schemas.openxmlformats.org/officeDocument/2006/relationships/oleObject" Target="../embeddings/oleObject53.bin"/><Relationship Id="rId20" Type="http://schemas.openxmlformats.org/officeDocument/2006/relationships/oleObject" Target="../embeddings/oleObject52.bin"/><Relationship Id="rId2" Type="http://schemas.openxmlformats.org/officeDocument/2006/relationships/image" Target="../media/image33.wmf"/><Relationship Id="rId19" Type="http://schemas.openxmlformats.org/officeDocument/2006/relationships/oleObject" Target="../embeddings/oleObject51.bin"/><Relationship Id="rId18" Type="http://schemas.openxmlformats.org/officeDocument/2006/relationships/image" Target="../media/image41.wmf"/><Relationship Id="rId17" Type="http://schemas.openxmlformats.org/officeDocument/2006/relationships/oleObject" Target="../embeddings/oleObject50.bin"/><Relationship Id="rId16" Type="http://schemas.openxmlformats.org/officeDocument/2006/relationships/image" Target="../media/image40.wmf"/><Relationship Id="rId15" Type="http://schemas.openxmlformats.org/officeDocument/2006/relationships/oleObject" Target="../embeddings/oleObject49.bin"/><Relationship Id="rId14" Type="http://schemas.openxmlformats.org/officeDocument/2006/relationships/image" Target="../media/image39.w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38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4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43.wmf"/><Relationship Id="rId17" Type="http://schemas.openxmlformats.org/officeDocument/2006/relationships/vmlDrawing" Target="../drawings/vmlDrawing8.v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254.xml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5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34.wmf"/><Relationship Id="rId33" Type="http://schemas.openxmlformats.org/officeDocument/2006/relationships/vmlDrawing" Target="../drawings/vmlDrawing9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55.xml"/><Relationship Id="rId30" Type="http://schemas.openxmlformats.org/officeDocument/2006/relationships/oleObject" Target="../embeddings/oleObject78.bin"/><Relationship Id="rId3" Type="http://schemas.openxmlformats.org/officeDocument/2006/relationships/oleObject" Target="../embeddings/oleObject63.bin"/><Relationship Id="rId29" Type="http://schemas.openxmlformats.org/officeDocument/2006/relationships/image" Target="../media/image52.wmf"/><Relationship Id="rId28" Type="http://schemas.openxmlformats.org/officeDocument/2006/relationships/oleObject" Target="../embeddings/oleObject77.bin"/><Relationship Id="rId27" Type="http://schemas.openxmlformats.org/officeDocument/2006/relationships/image" Target="../media/image51.wmf"/><Relationship Id="rId26" Type="http://schemas.openxmlformats.org/officeDocument/2006/relationships/oleObject" Target="../embeddings/oleObject76.bin"/><Relationship Id="rId25" Type="http://schemas.openxmlformats.org/officeDocument/2006/relationships/image" Target="../media/image50.wmf"/><Relationship Id="rId24" Type="http://schemas.openxmlformats.org/officeDocument/2006/relationships/oleObject" Target="../embeddings/oleObject75.bin"/><Relationship Id="rId23" Type="http://schemas.openxmlformats.org/officeDocument/2006/relationships/oleObject" Target="../embeddings/oleObject74.bin"/><Relationship Id="rId22" Type="http://schemas.openxmlformats.org/officeDocument/2006/relationships/image" Target="../media/image42.wmf"/><Relationship Id="rId21" Type="http://schemas.openxmlformats.org/officeDocument/2006/relationships/oleObject" Target="../embeddings/oleObject73.bin"/><Relationship Id="rId20" Type="http://schemas.openxmlformats.org/officeDocument/2006/relationships/oleObject" Target="../embeddings/oleObject72.bin"/><Relationship Id="rId2" Type="http://schemas.openxmlformats.org/officeDocument/2006/relationships/image" Target="../media/image33.wmf"/><Relationship Id="rId19" Type="http://schemas.openxmlformats.org/officeDocument/2006/relationships/oleObject" Target="../embeddings/oleObject71.bin"/><Relationship Id="rId18" Type="http://schemas.openxmlformats.org/officeDocument/2006/relationships/image" Target="../media/image41.wmf"/><Relationship Id="rId17" Type="http://schemas.openxmlformats.org/officeDocument/2006/relationships/oleObject" Target="../embeddings/oleObject70.bin"/><Relationship Id="rId16" Type="http://schemas.openxmlformats.org/officeDocument/2006/relationships/image" Target="../media/image40.wmf"/><Relationship Id="rId15" Type="http://schemas.openxmlformats.org/officeDocument/2006/relationships/oleObject" Target="../embeddings/oleObject69.bin"/><Relationship Id="rId14" Type="http://schemas.openxmlformats.org/officeDocument/2006/relationships/image" Target="../media/image39.wmf"/><Relationship Id="rId13" Type="http://schemas.openxmlformats.org/officeDocument/2006/relationships/oleObject" Target="../embeddings/oleObject68.bin"/><Relationship Id="rId12" Type="http://schemas.openxmlformats.org/officeDocument/2006/relationships/image" Target="../media/image38.w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6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oleObject" Target="../embeddings/oleObject83.bin"/><Relationship Id="rId7" Type="http://schemas.openxmlformats.org/officeDocument/2006/relationships/oleObject" Target="../embeddings/oleObject82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54.wmf"/><Relationship Id="rId32" Type="http://schemas.openxmlformats.org/officeDocument/2006/relationships/vmlDrawing" Target="../drawings/vmlDrawing10.v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256.xml"/><Relationship Id="rId3" Type="http://schemas.openxmlformats.org/officeDocument/2006/relationships/oleObject" Target="../embeddings/oleObject80.bin"/><Relationship Id="rId29" Type="http://schemas.openxmlformats.org/officeDocument/2006/relationships/image" Target="../media/image64.wmf"/><Relationship Id="rId28" Type="http://schemas.openxmlformats.org/officeDocument/2006/relationships/oleObject" Target="../embeddings/oleObject95.bin"/><Relationship Id="rId27" Type="http://schemas.openxmlformats.org/officeDocument/2006/relationships/image" Target="../media/image63.wmf"/><Relationship Id="rId26" Type="http://schemas.openxmlformats.org/officeDocument/2006/relationships/oleObject" Target="../embeddings/oleObject94.bin"/><Relationship Id="rId25" Type="http://schemas.openxmlformats.org/officeDocument/2006/relationships/oleObject" Target="../embeddings/oleObject93.bin"/><Relationship Id="rId24" Type="http://schemas.openxmlformats.org/officeDocument/2006/relationships/image" Target="../media/image62.wmf"/><Relationship Id="rId23" Type="http://schemas.openxmlformats.org/officeDocument/2006/relationships/oleObject" Target="../embeddings/oleObject92.bin"/><Relationship Id="rId22" Type="http://schemas.openxmlformats.org/officeDocument/2006/relationships/image" Target="../media/image61.wmf"/><Relationship Id="rId21" Type="http://schemas.openxmlformats.org/officeDocument/2006/relationships/oleObject" Target="../embeddings/oleObject91.bin"/><Relationship Id="rId20" Type="http://schemas.openxmlformats.org/officeDocument/2006/relationships/image" Target="../media/image60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90.bin"/><Relationship Id="rId18" Type="http://schemas.openxmlformats.org/officeDocument/2006/relationships/image" Target="../media/image59.wmf"/><Relationship Id="rId17" Type="http://schemas.openxmlformats.org/officeDocument/2006/relationships/oleObject" Target="../embeddings/oleObject89.bin"/><Relationship Id="rId16" Type="http://schemas.openxmlformats.org/officeDocument/2006/relationships/image" Target="../media/image58.wmf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57.w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56.wmf"/><Relationship Id="rId11" Type="http://schemas.openxmlformats.org/officeDocument/2006/relationships/oleObject" Target="../embeddings/oleObject86.bin"/><Relationship Id="rId10" Type="http://schemas.openxmlformats.org/officeDocument/2006/relationships/oleObject" Target="../embeddings/oleObject85.bin"/><Relationship Id="rId1" Type="http://schemas.openxmlformats.org/officeDocument/2006/relationships/oleObject" Target="../embeddings/oleObject7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100.bin"/><Relationship Id="rId6" Type="http://schemas.openxmlformats.org/officeDocument/2006/relationships/oleObject" Target="../embeddings/oleObject99.bin"/><Relationship Id="rId5" Type="http://schemas.openxmlformats.org/officeDocument/2006/relationships/oleObject" Target="../embeddings/oleObject98.bin"/><Relationship Id="rId4" Type="http://schemas.openxmlformats.org/officeDocument/2006/relationships/image" Target="../media/image54.wmf"/><Relationship Id="rId32" Type="http://schemas.openxmlformats.org/officeDocument/2006/relationships/vmlDrawing" Target="../drawings/vmlDrawing11.v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257.xml"/><Relationship Id="rId3" Type="http://schemas.openxmlformats.org/officeDocument/2006/relationships/oleObject" Target="../embeddings/oleObject97.bin"/><Relationship Id="rId29" Type="http://schemas.openxmlformats.org/officeDocument/2006/relationships/image" Target="../media/image66.wmf"/><Relationship Id="rId28" Type="http://schemas.openxmlformats.org/officeDocument/2006/relationships/oleObject" Target="../embeddings/oleObject111.bin"/><Relationship Id="rId27" Type="http://schemas.openxmlformats.org/officeDocument/2006/relationships/image" Target="../media/image65.wmf"/><Relationship Id="rId26" Type="http://schemas.openxmlformats.org/officeDocument/2006/relationships/oleObject" Target="../embeddings/oleObject110.bin"/><Relationship Id="rId25" Type="http://schemas.openxmlformats.org/officeDocument/2006/relationships/image" Target="../media/image64.wmf"/><Relationship Id="rId24" Type="http://schemas.openxmlformats.org/officeDocument/2006/relationships/oleObject" Target="../embeddings/oleObject109.bin"/><Relationship Id="rId23" Type="http://schemas.openxmlformats.org/officeDocument/2006/relationships/image" Target="../media/image63.wmf"/><Relationship Id="rId22" Type="http://schemas.openxmlformats.org/officeDocument/2006/relationships/oleObject" Target="../embeddings/oleObject108.bin"/><Relationship Id="rId21" Type="http://schemas.openxmlformats.org/officeDocument/2006/relationships/oleObject" Target="../embeddings/oleObject107.bin"/><Relationship Id="rId20" Type="http://schemas.openxmlformats.org/officeDocument/2006/relationships/image" Target="../media/image62.wmf"/><Relationship Id="rId2" Type="http://schemas.openxmlformats.org/officeDocument/2006/relationships/image" Target="../media/image55.wmf"/><Relationship Id="rId19" Type="http://schemas.openxmlformats.org/officeDocument/2006/relationships/oleObject" Target="../embeddings/oleObject106.bin"/><Relationship Id="rId18" Type="http://schemas.openxmlformats.org/officeDocument/2006/relationships/image" Target="../media/image61.wmf"/><Relationship Id="rId17" Type="http://schemas.openxmlformats.org/officeDocument/2006/relationships/oleObject" Target="../embeddings/oleObject105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9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67.wmf"/><Relationship Id="rId17" Type="http://schemas.openxmlformats.org/officeDocument/2006/relationships/vmlDrawing" Target="../drawings/vmlDrawing12.v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258.xml"/><Relationship Id="rId14" Type="http://schemas.openxmlformats.org/officeDocument/2006/relationships/image" Target="../media/image73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112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120.bin"/><Relationship Id="rId29" Type="http://schemas.openxmlformats.org/officeDocument/2006/relationships/vmlDrawing" Target="../drawings/vmlDrawing13.v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259.xml"/><Relationship Id="rId26" Type="http://schemas.openxmlformats.org/officeDocument/2006/relationships/image" Target="../media/image55.wmf"/><Relationship Id="rId25" Type="http://schemas.openxmlformats.org/officeDocument/2006/relationships/oleObject" Target="../embeddings/oleObject132.bin"/><Relationship Id="rId24" Type="http://schemas.openxmlformats.org/officeDocument/2006/relationships/oleObject" Target="../embeddings/oleObject131.bin"/><Relationship Id="rId23" Type="http://schemas.openxmlformats.org/officeDocument/2006/relationships/oleObject" Target="../embeddings/oleObject130.bin"/><Relationship Id="rId22" Type="http://schemas.openxmlformats.org/officeDocument/2006/relationships/image" Target="../media/image82.wmf"/><Relationship Id="rId21" Type="http://schemas.openxmlformats.org/officeDocument/2006/relationships/oleObject" Target="../embeddings/oleObject129.bin"/><Relationship Id="rId20" Type="http://schemas.openxmlformats.org/officeDocument/2006/relationships/image" Target="../media/image81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128.bin"/><Relationship Id="rId18" Type="http://schemas.openxmlformats.org/officeDocument/2006/relationships/image" Target="../media/image80.wmf"/><Relationship Id="rId17" Type="http://schemas.openxmlformats.org/officeDocument/2006/relationships/oleObject" Target="../embeddings/oleObject127.bin"/><Relationship Id="rId16" Type="http://schemas.openxmlformats.org/officeDocument/2006/relationships/image" Target="../media/image79.wmf"/><Relationship Id="rId15" Type="http://schemas.openxmlformats.org/officeDocument/2006/relationships/oleObject" Target="../embeddings/oleObject126.bin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119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85.wmf"/><Relationship Id="rId51" Type="http://schemas.openxmlformats.org/officeDocument/2006/relationships/vmlDrawing" Target="../drawings/vmlDrawing14.vml"/><Relationship Id="rId50" Type="http://schemas.openxmlformats.org/officeDocument/2006/relationships/slideLayout" Target="../slideLayouts/slideLayout13.xml"/><Relationship Id="rId5" Type="http://schemas.openxmlformats.org/officeDocument/2006/relationships/oleObject" Target="../embeddings/oleObject135.bin"/><Relationship Id="rId49" Type="http://schemas.openxmlformats.org/officeDocument/2006/relationships/tags" Target="../tags/tag260.xml"/><Relationship Id="rId48" Type="http://schemas.openxmlformats.org/officeDocument/2006/relationships/oleObject" Target="../embeddings/oleObject157.bin"/><Relationship Id="rId47" Type="http://schemas.openxmlformats.org/officeDocument/2006/relationships/oleObject" Target="../embeddings/oleObject156.bin"/><Relationship Id="rId46" Type="http://schemas.openxmlformats.org/officeDocument/2006/relationships/image" Target="../media/image35.wmf"/><Relationship Id="rId45" Type="http://schemas.openxmlformats.org/officeDocument/2006/relationships/oleObject" Target="../embeddings/oleObject155.bin"/><Relationship Id="rId44" Type="http://schemas.openxmlformats.org/officeDocument/2006/relationships/image" Target="../media/image34.wmf"/><Relationship Id="rId43" Type="http://schemas.openxmlformats.org/officeDocument/2006/relationships/oleObject" Target="../embeddings/oleObject154.bin"/><Relationship Id="rId42" Type="http://schemas.openxmlformats.org/officeDocument/2006/relationships/image" Target="../media/image101.wmf"/><Relationship Id="rId41" Type="http://schemas.openxmlformats.org/officeDocument/2006/relationships/oleObject" Target="../embeddings/oleObject153.bin"/><Relationship Id="rId40" Type="http://schemas.openxmlformats.org/officeDocument/2006/relationships/image" Target="../media/image100.wmf"/><Relationship Id="rId4" Type="http://schemas.openxmlformats.org/officeDocument/2006/relationships/image" Target="../media/image84.wmf"/><Relationship Id="rId39" Type="http://schemas.openxmlformats.org/officeDocument/2006/relationships/oleObject" Target="../embeddings/oleObject152.bin"/><Relationship Id="rId38" Type="http://schemas.openxmlformats.org/officeDocument/2006/relationships/image" Target="../media/image99.wmf"/><Relationship Id="rId37" Type="http://schemas.openxmlformats.org/officeDocument/2006/relationships/oleObject" Target="../embeddings/oleObject151.bin"/><Relationship Id="rId36" Type="http://schemas.openxmlformats.org/officeDocument/2006/relationships/image" Target="../media/image98.wmf"/><Relationship Id="rId35" Type="http://schemas.openxmlformats.org/officeDocument/2006/relationships/oleObject" Target="../embeddings/oleObject150.bin"/><Relationship Id="rId34" Type="http://schemas.openxmlformats.org/officeDocument/2006/relationships/image" Target="../media/image97.wmf"/><Relationship Id="rId33" Type="http://schemas.openxmlformats.org/officeDocument/2006/relationships/oleObject" Target="../embeddings/oleObject149.bin"/><Relationship Id="rId32" Type="http://schemas.openxmlformats.org/officeDocument/2006/relationships/image" Target="../media/image96.wmf"/><Relationship Id="rId31" Type="http://schemas.openxmlformats.org/officeDocument/2006/relationships/oleObject" Target="../embeddings/oleObject148.bin"/><Relationship Id="rId30" Type="http://schemas.openxmlformats.org/officeDocument/2006/relationships/image" Target="../media/image95.wmf"/><Relationship Id="rId3" Type="http://schemas.openxmlformats.org/officeDocument/2006/relationships/oleObject" Target="../embeddings/oleObject134.bin"/><Relationship Id="rId29" Type="http://schemas.openxmlformats.org/officeDocument/2006/relationships/oleObject" Target="../embeddings/oleObject147.bin"/><Relationship Id="rId28" Type="http://schemas.openxmlformats.org/officeDocument/2006/relationships/image" Target="../media/image94.wmf"/><Relationship Id="rId27" Type="http://schemas.openxmlformats.org/officeDocument/2006/relationships/oleObject" Target="../embeddings/oleObject146.bin"/><Relationship Id="rId26" Type="http://schemas.openxmlformats.org/officeDocument/2006/relationships/image" Target="../media/image81.wmf"/><Relationship Id="rId25" Type="http://schemas.openxmlformats.org/officeDocument/2006/relationships/oleObject" Target="../embeddings/oleObject145.bin"/><Relationship Id="rId24" Type="http://schemas.openxmlformats.org/officeDocument/2006/relationships/image" Target="../media/image80.wmf"/><Relationship Id="rId23" Type="http://schemas.openxmlformats.org/officeDocument/2006/relationships/oleObject" Target="../embeddings/oleObject144.bin"/><Relationship Id="rId22" Type="http://schemas.openxmlformats.org/officeDocument/2006/relationships/image" Target="../media/image93.wmf"/><Relationship Id="rId21" Type="http://schemas.openxmlformats.org/officeDocument/2006/relationships/oleObject" Target="../embeddings/oleObject143.bin"/><Relationship Id="rId20" Type="http://schemas.openxmlformats.org/officeDocument/2006/relationships/image" Target="../media/image92.wmf"/><Relationship Id="rId2" Type="http://schemas.openxmlformats.org/officeDocument/2006/relationships/image" Target="../media/image83.wmf"/><Relationship Id="rId19" Type="http://schemas.openxmlformats.org/officeDocument/2006/relationships/oleObject" Target="../embeddings/oleObject142.bin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141.bin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13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2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61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03.wmf"/><Relationship Id="rId37" Type="http://schemas.openxmlformats.org/officeDocument/2006/relationships/vmlDrawing" Target="../drawings/vmlDrawing15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261.xml"/><Relationship Id="rId34" Type="http://schemas.openxmlformats.org/officeDocument/2006/relationships/image" Target="../media/image115.wmf"/><Relationship Id="rId33" Type="http://schemas.openxmlformats.org/officeDocument/2006/relationships/oleObject" Target="../embeddings/oleObject174.bin"/><Relationship Id="rId32" Type="http://schemas.openxmlformats.org/officeDocument/2006/relationships/image" Target="../media/image114.wmf"/><Relationship Id="rId31" Type="http://schemas.openxmlformats.org/officeDocument/2006/relationships/oleObject" Target="../embeddings/oleObject173.bin"/><Relationship Id="rId30" Type="http://schemas.openxmlformats.org/officeDocument/2006/relationships/image" Target="../media/image35.wmf"/><Relationship Id="rId3" Type="http://schemas.openxmlformats.org/officeDocument/2006/relationships/oleObject" Target="../embeddings/oleObject159.bin"/><Relationship Id="rId29" Type="http://schemas.openxmlformats.org/officeDocument/2006/relationships/oleObject" Target="../embeddings/oleObject172.bin"/><Relationship Id="rId28" Type="http://schemas.openxmlformats.org/officeDocument/2006/relationships/image" Target="../media/image34.wmf"/><Relationship Id="rId27" Type="http://schemas.openxmlformats.org/officeDocument/2006/relationships/oleObject" Target="../embeddings/oleObject171.bin"/><Relationship Id="rId26" Type="http://schemas.openxmlformats.org/officeDocument/2006/relationships/image" Target="../media/image113.wmf"/><Relationship Id="rId25" Type="http://schemas.openxmlformats.org/officeDocument/2006/relationships/oleObject" Target="../embeddings/oleObject170.bin"/><Relationship Id="rId24" Type="http://schemas.openxmlformats.org/officeDocument/2006/relationships/image" Target="../media/image112.wmf"/><Relationship Id="rId23" Type="http://schemas.openxmlformats.org/officeDocument/2006/relationships/oleObject" Target="../embeddings/oleObject169.bin"/><Relationship Id="rId22" Type="http://schemas.openxmlformats.org/officeDocument/2006/relationships/image" Target="../media/image111.wmf"/><Relationship Id="rId21" Type="http://schemas.openxmlformats.org/officeDocument/2006/relationships/oleObject" Target="../embeddings/oleObject168.bin"/><Relationship Id="rId20" Type="http://schemas.openxmlformats.org/officeDocument/2006/relationships/image" Target="../media/image110.wmf"/><Relationship Id="rId2" Type="http://schemas.openxmlformats.org/officeDocument/2006/relationships/image" Target="../media/image102.wmf"/><Relationship Id="rId19" Type="http://schemas.openxmlformats.org/officeDocument/2006/relationships/oleObject" Target="../embeddings/oleObject167.bin"/><Relationship Id="rId18" Type="http://schemas.openxmlformats.org/officeDocument/2006/relationships/image" Target="../media/image109.wmf"/><Relationship Id="rId17" Type="http://schemas.openxmlformats.org/officeDocument/2006/relationships/oleObject" Target="../embeddings/oleObject166.bin"/><Relationship Id="rId16" Type="http://schemas.openxmlformats.org/officeDocument/2006/relationships/image" Target="../media/image108.wmf"/><Relationship Id="rId15" Type="http://schemas.openxmlformats.org/officeDocument/2006/relationships/oleObject" Target="../embeddings/oleObject165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64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63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5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62.xml"/><Relationship Id="rId1" Type="http://schemas.openxmlformats.org/officeDocument/2006/relationships/image" Target="../media/image11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9.bin"/><Relationship Id="rId8" Type="http://schemas.openxmlformats.org/officeDocument/2006/relationships/image" Target="../media/image118.wmf"/><Relationship Id="rId7" Type="http://schemas.openxmlformats.org/officeDocument/2006/relationships/oleObject" Target="../embeddings/oleObject178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176.bin"/><Relationship Id="rId20" Type="http://schemas.openxmlformats.org/officeDocument/2006/relationships/vmlDrawing" Target="../drawings/vmlDrawing16.vml"/><Relationship Id="rId2" Type="http://schemas.openxmlformats.org/officeDocument/2006/relationships/image" Target="../media/image103.wmf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image" Target="../media/image122.wmf"/><Relationship Id="rId15" Type="http://schemas.openxmlformats.org/officeDocument/2006/relationships/oleObject" Target="../embeddings/oleObject182.bin"/><Relationship Id="rId14" Type="http://schemas.openxmlformats.org/officeDocument/2006/relationships/image" Target="../media/image121.wmf"/><Relationship Id="rId13" Type="http://schemas.openxmlformats.org/officeDocument/2006/relationships/oleObject" Target="../embeddings/oleObject181.bin"/><Relationship Id="rId12" Type="http://schemas.openxmlformats.org/officeDocument/2006/relationships/image" Target="../media/image120.wmf"/><Relationship Id="rId11" Type="http://schemas.openxmlformats.org/officeDocument/2006/relationships/oleObject" Target="../embeddings/oleObject180.bin"/><Relationship Id="rId10" Type="http://schemas.openxmlformats.org/officeDocument/2006/relationships/image" Target="../media/image119.wmf"/><Relationship Id="rId1" Type="http://schemas.openxmlformats.org/officeDocument/2006/relationships/oleObject" Target="../embeddings/oleObject17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7.bin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186.bin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84.bin"/><Relationship Id="rId25" Type="http://schemas.openxmlformats.org/officeDocument/2006/relationships/vmlDrawing" Target="../drawings/vmlDrawing17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265.xml"/><Relationship Id="rId22" Type="http://schemas.openxmlformats.org/officeDocument/2006/relationships/image" Target="../media/image131.wmf"/><Relationship Id="rId21" Type="http://schemas.openxmlformats.org/officeDocument/2006/relationships/oleObject" Target="../embeddings/oleObject193.bin"/><Relationship Id="rId20" Type="http://schemas.openxmlformats.org/officeDocument/2006/relationships/image" Target="../media/image130.wmf"/><Relationship Id="rId2" Type="http://schemas.openxmlformats.org/officeDocument/2006/relationships/image" Target="../media/image123.wmf"/><Relationship Id="rId19" Type="http://schemas.openxmlformats.org/officeDocument/2006/relationships/oleObject" Target="../embeddings/oleObject192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191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190.bin"/><Relationship Id="rId14" Type="http://schemas.openxmlformats.org/officeDocument/2006/relationships/image" Target="../media/image129.wmf"/><Relationship Id="rId13" Type="http://schemas.openxmlformats.org/officeDocument/2006/relationships/oleObject" Target="../embeddings/oleObject189.bin"/><Relationship Id="rId12" Type="http://schemas.openxmlformats.org/officeDocument/2006/relationships/image" Target="../media/image128.wmf"/><Relationship Id="rId11" Type="http://schemas.openxmlformats.org/officeDocument/2006/relationships/oleObject" Target="../embeddings/oleObject188.bin"/><Relationship Id="rId10" Type="http://schemas.openxmlformats.org/officeDocument/2006/relationships/image" Target="../media/image127.wmf"/><Relationship Id="rId1" Type="http://schemas.openxmlformats.org/officeDocument/2006/relationships/oleObject" Target="../embeddings/oleObject183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8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35.wmf"/><Relationship Id="rId31" Type="http://schemas.openxmlformats.org/officeDocument/2006/relationships/vmlDrawing" Target="../drawings/vmlDrawing18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195.bin"/><Relationship Id="rId29" Type="http://schemas.openxmlformats.org/officeDocument/2006/relationships/tags" Target="../tags/tag266.xml"/><Relationship Id="rId28" Type="http://schemas.openxmlformats.org/officeDocument/2006/relationships/image" Target="../media/image140.wmf"/><Relationship Id="rId27" Type="http://schemas.openxmlformats.org/officeDocument/2006/relationships/oleObject" Target="../embeddings/oleObject207.bin"/><Relationship Id="rId26" Type="http://schemas.openxmlformats.org/officeDocument/2006/relationships/image" Target="../media/image139.wmf"/><Relationship Id="rId25" Type="http://schemas.openxmlformats.org/officeDocument/2006/relationships/oleObject" Target="../embeddings/oleObject206.bin"/><Relationship Id="rId24" Type="http://schemas.openxmlformats.org/officeDocument/2006/relationships/image" Target="../media/image138.wmf"/><Relationship Id="rId23" Type="http://schemas.openxmlformats.org/officeDocument/2006/relationships/oleObject" Target="../embeddings/oleObject205.bin"/><Relationship Id="rId22" Type="http://schemas.openxmlformats.org/officeDocument/2006/relationships/image" Target="../media/image137.wmf"/><Relationship Id="rId21" Type="http://schemas.openxmlformats.org/officeDocument/2006/relationships/oleObject" Target="../embeddings/oleObject204.bin"/><Relationship Id="rId20" Type="http://schemas.openxmlformats.org/officeDocument/2006/relationships/image" Target="../media/image131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203.bin"/><Relationship Id="rId18" Type="http://schemas.openxmlformats.org/officeDocument/2006/relationships/image" Target="../media/image130.wmf"/><Relationship Id="rId17" Type="http://schemas.openxmlformats.org/officeDocument/2006/relationships/oleObject" Target="../embeddings/oleObject202.bin"/><Relationship Id="rId16" Type="http://schemas.openxmlformats.org/officeDocument/2006/relationships/image" Target="../media/image129.wmf"/><Relationship Id="rId15" Type="http://schemas.openxmlformats.org/officeDocument/2006/relationships/oleObject" Target="../embeddings/oleObject201.bin"/><Relationship Id="rId14" Type="http://schemas.openxmlformats.org/officeDocument/2006/relationships/image" Target="../media/image136.wmf"/><Relationship Id="rId13" Type="http://schemas.openxmlformats.org/officeDocument/2006/relationships/oleObject" Target="../embeddings/oleObject200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99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9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2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211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105.wmf"/><Relationship Id="rId31" Type="http://schemas.openxmlformats.org/officeDocument/2006/relationships/vmlDrawing" Target="../drawings/vmlDrawing19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209.bin"/><Relationship Id="rId29" Type="http://schemas.openxmlformats.org/officeDocument/2006/relationships/tags" Target="../tags/tag267.xml"/><Relationship Id="rId28" Type="http://schemas.openxmlformats.org/officeDocument/2006/relationships/image" Target="../media/image115.wmf"/><Relationship Id="rId27" Type="http://schemas.openxmlformats.org/officeDocument/2006/relationships/oleObject" Target="../embeddings/oleObject221.bin"/><Relationship Id="rId26" Type="http://schemas.openxmlformats.org/officeDocument/2006/relationships/image" Target="../media/image114.wmf"/><Relationship Id="rId25" Type="http://schemas.openxmlformats.org/officeDocument/2006/relationships/oleObject" Target="../embeddings/oleObject220.bin"/><Relationship Id="rId24" Type="http://schemas.openxmlformats.org/officeDocument/2006/relationships/image" Target="../media/image35.wmf"/><Relationship Id="rId23" Type="http://schemas.openxmlformats.org/officeDocument/2006/relationships/oleObject" Target="../embeddings/oleObject219.bin"/><Relationship Id="rId22" Type="http://schemas.openxmlformats.org/officeDocument/2006/relationships/image" Target="../media/image34.wmf"/><Relationship Id="rId21" Type="http://schemas.openxmlformats.org/officeDocument/2006/relationships/oleObject" Target="../embeddings/oleObject218.bin"/><Relationship Id="rId20" Type="http://schemas.openxmlformats.org/officeDocument/2006/relationships/image" Target="../media/image113.wmf"/><Relationship Id="rId2" Type="http://schemas.openxmlformats.org/officeDocument/2006/relationships/image" Target="../media/image102.wmf"/><Relationship Id="rId19" Type="http://schemas.openxmlformats.org/officeDocument/2006/relationships/oleObject" Target="../embeddings/oleObject217.bin"/><Relationship Id="rId18" Type="http://schemas.openxmlformats.org/officeDocument/2006/relationships/image" Target="../media/image112.wmf"/><Relationship Id="rId17" Type="http://schemas.openxmlformats.org/officeDocument/2006/relationships/oleObject" Target="../embeddings/oleObject216.bin"/><Relationship Id="rId16" Type="http://schemas.openxmlformats.org/officeDocument/2006/relationships/image" Target="../media/image111.wmf"/><Relationship Id="rId15" Type="http://schemas.openxmlformats.org/officeDocument/2006/relationships/oleObject" Target="../embeddings/oleObject215.bin"/><Relationship Id="rId14" Type="http://schemas.openxmlformats.org/officeDocument/2006/relationships/image" Target="../media/image110.wmf"/><Relationship Id="rId13" Type="http://schemas.openxmlformats.org/officeDocument/2006/relationships/oleObject" Target="../embeddings/oleObject214.bin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213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20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102.wmf"/><Relationship Id="rId31" Type="http://schemas.openxmlformats.org/officeDocument/2006/relationships/vmlDrawing" Target="../drawings/vmlDrawing20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223.bin"/><Relationship Id="rId29" Type="http://schemas.openxmlformats.org/officeDocument/2006/relationships/tags" Target="../tags/tag268.xml"/><Relationship Id="rId28" Type="http://schemas.openxmlformats.org/officeDocument/2006/relationships/image" Target="../media/image146.wmf"/><Relationship Id="rId27" Type="http://schemas.openxmlformats.org/officeDocument/2006/relationships/oleObject" Target="../embeddings/oleObject235.bin"/><Relationship Id="rId26" Type="http://schemas.openxmlformats.org/officeDocument/2006/relationships/image" Target="../media/image145.wmf"/><Relationship Id="rId25" Type="http://schemas.openxmlformats.org/officeDocument/2006/relationships/oleObject" Target="../embeddings/oleObject234.bin"/><Relationship Id="rId24" Type="http://schemas.openxmlformats.org/officeDocument/2006/relationships/image" Target="../media/image144.wmf"/><Relationship Id="rId23" Type="http://schemas.openxmlformats.org/officeDocument/2006/relationships/oleObject" Target="../embeddings/oleObject233.bin"/><Relationship Id="rId22" Type="http://schemas.openxmlformats.org/officeDocument/2006/relationships/image" Target="../media/image143.wmf"/><Relationship Id="rId21" Type="http://schemas.openxmlformats.org/officeDocument/2006/relationships/oleObject" Target="../embeddings/oleObject232.bin"/><Relationship Id="rId20" Type="http://schemas.openxmlformats.org/officeDocument/2006/relationships/image" Target="../media/image142.wmf"/><Relationship Id="rId2" Type="http://schemas.openxmlformats.org/officeDocument/2006/relationships/image" Target="../media/image141.wmf"/><Relationship Id="rId19" Type="http://schemas.openxmlformats.org/officeDocument/2006/relationships/oleObject" Target="../embeddings/oleObject231.bin"/><Relationship Id="rId18" Type="http://schemas.openxmlformats.org/officeDocument/2006/relationships/image" Target="../media/image109.wmf"/><Relationship Id="rId17" Type="http://schemas.openxmlformats.org/officeDocument/2006/relationships/oleObject" Target="../embeddings/oleObject230.bin"/><Relationship Id="rId16" Type="http://schemas.openxmlformats.org/officeDocument/2006/relationships/image" Target="../media/image108.wmf"/><Relationship Id="rId15" Type="http://schemas.openxmlformats.org/officeDocument/2006/relationships/oleObject" Target="../embeddings/oleObject229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228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227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222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8.bin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237.bin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4" Type="http://schemas.openxmlformats.org/officeDocument/2006/relationships/vmlDrawing" Target="../drawings/vmlDrawing21.v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276.xml"/><Relationship Id="rId21" Type="http://schemas.openxmlformats.org/officeDocument/2006/relationships/image" Target="../media/image102.wmf"/><Relationship Id="rId20" Type="http://schemas.openxmlformats.org/officeDocument/2006/relationships/oleObject" Target="../embeddings/oleObject242.bin"/><Relationship Id="rId2" Type="http://schemas.openxmlformats.org/officeDocument/2006/relationships/image" Target="../media/image147.wmf"/><Relationship Id="rId19" Type="http://schemas.openxmlformats.org/officeDocument/2006/relationships/tags" Target="../tags/tag275.xml"/><Relationship Id="rId18" Type="http://schemas.openxmlformats.org/officeDocument/2006/relationships/tags" Target="../tags/tag274.xml"/><Relationship Id="rId17" Type="http://schemas.openxmlformats.org/officeDocument/2006/relationships/image" Target="../media/image150.wmf"/><Relationship Id="rId16" Type="http://schemas.openxmlformats.org/officeDocument/2006/relationships/oleObject" Target="../embeddings/oleObject241.bin"/><Relationship Id="rId15" Type="http://schemas.openxmlformats.org/officeDocument/2006/relationships/image" Target="../media/image149.wmf"/><Relationship Id="rId14" Type="http://schemas.openxmlformats.org/officeDocument/2006/relationships/oleObject" Target="../embeddings/oleObject240.bin"/><Relationship Id="rId13" Type="http://schemas.openxmlformats.org/officeDocument/2006/relationships/image" Target="../media/image148.wmf"/><Relationship Id="rId12" Type="http://schemas.openxmlformats.org/officeDocument/2006/relationships/oleObject" Target="../embeddings/oleObject239.bin"/><Relationship Id="rId11" Type="http://schemas.openxmlformats.org/officeDocument/2006/relationships/tags" Target="../tags/tag273.xml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23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7.bin"/><Relationship Id="rId8" Type="http://schemas.openxmlformats.org/officeDocument/2006/relationships/image" Target="../media/image153.wmf"/><Relationship Id="rId7" Type="http://schemas.openxmlformats.org/officeDocument/2006/relationships/oleObject" Target="../embeddings/oleObject246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245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44.bin"/><Relationship Id="rId27" Type="http://schemas.openxmlformats.org/officeDocument/2006/relationships/vmlDrawing" Target="../drawings/vmlDrawing22.v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277.xml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254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253.bin"/><Relationship Id="rId20" Type="http://schemas.openxmlformats.org/officeDocument/2006/relationships/image" Target="../media/image158.wmf"/><Relationship Id="rId2" Type="http://schemas.openxmlformats.org/officeDocument/2006/relationships/image" Target="../media/image151.wmf"/><Relationship Id="rId19" Type="http://schemas.openxmlformats.org/officeDocument/2006/relationships/oleObject" Target="../embeddings/oleObject252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251.bin"/><Relationship Id="rId16" Type="http://schemas.openxmlformats.org/officeDocument/2006/relationships/image" Target="../media/image157.wmf"/><Relationship Id="rId15" Type="http://schemas.openxmlformats.org/officeDocument/2006/relationships/oleObject" Target="../embeddings/oleObject250.bin"/><Relationship Id="rId14" Type="http://schemas.openxmlformats.org/officeDocument/2006/relationships/image" Target="../media/image156.wmf"/><Relationship Id="rId13" Type="http://schemas.openxmlformats.org/officeDocument/2006/relationships/oleObject" Target="../embeddings/oleObject249.bin"/><Relationship Id="rId12" Type="http://schemas.openxmlformats.org/officeDocument/2006/relationships/image" Target="../media/image155.wmf"/><Relationship Id="rId11" Type="http://schemas.openxmlformats.org/officeDocument/2006/relationships/oleObject" Target="../embeddings/oleObject248.bin"/><Relationship Id="rId10" Type="http://schemas.openxmlformats.org/officeDocument/2006/relationships/image" Target="../media/image154.wmf"/><Relationship Id="rId1" Type="http://schemas.openxmlformats.org/officeDocument/2006/relationships/oleObject" Target="../embeddings/oleObject24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9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258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57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256.bin"/><Relationship Id="rId26" Type="http://schemas.openxmlformats.org/officeDocument/2006/relationships/vmlDrawing" Target="../drawings/vmlDrawing23.v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278.xml"/><Relationship Id="rId23" Type="http://schemas.openxmlformats.org/officeDocument/2006/relationships/image" Target="../media/image168.wmf"/><Relationship Id="rId22" Type="http://schemas.openxmlformats.org/officeDocument/2006/relationships/oleObject" Target="../embeddings/oleObject266.bin"/><Relationship Id="rId21" Type="http://schemas.openxmlformats.org/officeDocument/2006/relationships/image" Target="../media/image167.wmf"/><Relationship Id="rId20" Type="http://schemas.openxmlformats.org/officeDocument/2006/relationships/oleObject" Target="../embeddings/oleObject265.bin"/><Relationship Id="rId2" Type="http://schemas.openxmlformats.org/officeDocument/2006/relationships/image" Target="../media/image53.wmf"/><Relationship Id="rId19" Type="http://schemas.openxmlformats.org/officeDocument/2006/relationships/image" Target="../media/image166.wmf"/><Relationship Id="rId18" Type="http://schemas.openxmlformats.org/officeDocument/2006/relationships/oleObject" Target="../embeddings/oleObject264.bin"/><Relationship Id="rId17" Type="http://schemas.openxmlformats.org/officeDocument/2006/relationships/image" Target="../media/image165.wmf"/><Relationship Id="rId16" Type="http://schemas.openxmlformats.org/officeDocument/2006/relationships/oleObject" Target="../embeddings/oleObject263.bin"/><Relationship Id="rId15" Type="http://schemas.openxmlformats.org/officeDocument/2006/relationships/image" Target="../media/image164.wmf"/><Relationship Id="rId14" Type="http://schemas.openxmlformats.org/officeDocument/2006/relationships/oleObject" Target="../embeddings/oleObject262.bin"/><Relationship Id="rId13" Type="http://schemas.openxmlformats.org/officeDocument/2006/relationships/image" Target="../media/image163.wmf"/><Relationship Id="rId12" Type="http://schemas.openxmlformats.org/officeDocument/2006/relationships/oleObject" Target="../embeddings/oleObject261.bin"/><Relationship Id="rId11" Type="http://schemas.openxmlformats.org/officeDocument/2006/relationships/image" Target="../media/image162.wmf"/><Relationship Id="rId10" Type="http://schemas.openxmlformats.org/officeDocument/2006/relationships/oleObject" Target="../embeddings/oleObject260.bin"/><Relationship Id="rId1" Type="http://schemas.openxmlformats.org/officeDocument/2006/relationships/oleObject" Target="../embeddings/oleObject255.bin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79.xml"/><Relationship Id="rId4" Type="http://schemas.openxmlformats.org/officeDocument/2006/relationships/image" Target="../media/image169.wmf"/><Relationship Id="rId3" Type="http://schemas.openxmlformats.org/officeDocument/2006/relationships/oleObject" Target="../embeddings/oleObject268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67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jpeg"/><Relationship Id="rId8" Type="http://schemas.openxmlformats.org/officeDocument/2006/relationships/image" Target="../media/image171.wmf"/><Relationship Id="rId7" Type="http://schemas.openxmlformats.org/officeDocument/2006/relationships/oleObject" Target="../embeddings/oleObject272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270.bin"/><Relationship Id="rId21" Type="http://schemas.openxmlformats.org/officeDocument/2006/relationships/vmlDrawing" Target="../drawings/vmlDrawing25.vml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54.wmf"/><Relationship Id="rId19" Type="http://schemas.openxmlformats.org/officeDocument/2006/relationships/tags" Target="../tags/tag284.xml"/><Relationship Id="rId18" Type="http://schemas.openxmlformats.org/officeDocument/2006/relationships/image" Target="../media/image175.wmf"/><Relationship Id="rId17" Type="http://schemas.openxmlformats.org/officeDocument/2006/relationships/oleObject" Target="../embeddings/oleObject278.bin"/><Relationship Id="rId16" Type="http://schemas.openxmlformats.org/officeDocument/2006/relationships/oleObject" Target="../embeddings/oleObject277.bin"/><Relationship Id="rId15" Type="http://schemas.openxmlformats.org/officeDocument/2006/relationships/image" Target="../media/image174.wmf"/><Relationship Id="rId14" Type="http://schemas.openxmlformats.org/officeDocument/2006/relationships/oleObject" Target="../embeddings/oleObject276.bin"/><Relationship Id="rId13" Type="http://schemas.openxmlformats.org/officeDocument/2006/relationships/oleObject" Target="../embeddings/oleObject275.bin"/><Relationship Id="rId12" Type="http://schemas.openxmlformats.org/officeDocument/2006/relationships/oleObject" Target="../embeddings/oleObject274.bin"/><Relationship Id="rId11" Type="http://schemas.openxmlformats.org/officeDocument/2006/relationships/image" Target="../media/image173.wmf"/><Relationship Id="rId10" Type="http://schemas.openxmlformats.org/officeDocument/2006/relationships/oleObject" Target="../embeddings/oleObject273.bin"/><Relationship Id="rId1" Type="http://schemas.openxmlformats.org/officeDocument/2006/relationships/oleObject" Target="../embeddings/oleObject26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179.w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281.bin"/><Relationship Id="rId43" Type="http://schemas.openxmlformats.org/officeDocument/2006/relationships/vmlDrawing" Target="../drawings/vmlDrawing26.vml"/><Relationship Id="rId42" Type="http://schemas.openxmlformats.org/officeDocument/2006/relationships/slideLayout" Target="../slideLayouts/slideLayout13.xml"/><Relationship Id="rId41" Type="http://schemas.openxmlformats.org/officeDocument/2006/relationships/tags" Target="../tags/tag285.xml"/><Relationship Id="rId40" Type="http://schemas.openxmlformats.org/officeDocument/2006/relationships/image" Target="../media/image193.wmf"/><Relationship Id="rId4" Type="http://schemas.openxmlformats.org/officeDocument/2006/relationships/image" Target="../media/image177.wmf"/><Relationship Id="rId39" Type="http://schemas.openxmlformats.org/officeDocument/2006/relationships/oleObject" Target="../embeddings/oleObject298.bin"/><Relationship Id="rId38" Type="http://schemas.openxmlformats.org/officeDocument/2006/relationships/image" Target="../media/image192.wmf"/><Relationship Id="rId37" Type="http://schemas.openxmlformats.org/officeDocument/2006/relationships/oleObject" Target="../embeddings/oleObject297.bin"/><Relationship Id="rId36" Type="http://schemas.openxmlformats.org/officeDocument/2006/relationships/image" Target="../media/image191.wmf"/><Relationship Id="rId35" Type="http://schemas.openxmlformats.org/officeDocument/2006/relationships/oleObject" Target="../embeddings/oleObject296.bin"/><Relationship Id="rId34" Type="http://schemas.openxmlformats.org/officeDocument/2006/relationships/image" Target="../media/image190.wmf"/><Relationship Id="rId33" Type="http://schemas.openxmlformats.org/officeDocument/2006/relationships/oleObject" Target="../embeddings/oleObject295.bin"/><Relationship Id="rId32" Type="http://schemas.openxmlformats.org/officeDocument/2006/relationships/image" Target="../media/image189.wmf"/><Relationship Id="rId31" Type="http://schemas.openxmlformats.org/officeDocument/2006/relationships/oleObject" Target="../embeddings/oleObject294.bin"/><Relationship Id="rId30" Type="http://schemas.openxmlformats.org/officeDocument/2006/relationships/image" Target="../media/image188.wmf"/><Relationship Id="rId3" Type="http://schemas.openxmlformats.org/officeDocument/2006/relationships/oleObject" Target="../embeddings/oleObject280.bin"/><Relationship Id="rId29" Type="http://schemas.openxmlformats.org/officeDocument/2006/relationships/oleObject" Target="../embeddings/oleObject293.bin"/><Relationship Id="rId28" Type="http://schemas.openxmlformats.org/officeDocument/2006/relationships/image" Target="../media/image187.wmf"/><Relationship Id="rId27" Type="http://schemas.openxmlformats.org/officeDocument/2006/relationships/oleObject" Target="../embeddings/oleObject292.bin"/><Relationship Id="rId26" Type="http://schemas.openxmlformats.org/officeDocument/2006/relationships/image" Target="../media/image186.wmf"/><Relationship Id="rId25" Type="http://schemas.openxmlformats.org/officeDocument/2006/relationships/oleObject" Target="../embeddings/oleObject291.bin"/><Relationship Id="rId24" Type="http://schemas.openxmlformats.org/officeDocument/2006/relationships/image" Target="../media/image185.wmf"/><Relationship Id="rId23" Type="http://schemas.openxmlformats.org/officeDocument/2006/relationships/oleObject" Target="../embeddings/oleObject290.bin"/><Relationship Id="rId22" Type="http://schemas.openxmlformats.org/officeDocument/2006/relationships/image" Target="../media/image184.wmf"/><Relationship Id="rId21" Type="http://schemas.openxmlformats.org/officeDocument/2006/relationships/oleObject" Target="../embeddings/oleObject289.bin"/><Relationship Id="rId20" Type="http://schemas.openxmlformats.org/officeDocument/2006/relationships/image" Target="../media/image183.wmf"/><Relationship Id="rId2" Type="http://schemas.openxmlformats.org/officeDocument/2006/relationships/image" Target="../media/image176.wmf"/><Relationship Id="rId19" Type="http://schemas.openxmlformats.org/officeDocument/2006/relationships/oleObject" Target="../embeddings/oleObject288.bin"/><Relationship Id="rId18" Type="http://schemas.openxmlformats.org/officeDocument/2006/relationships/image" Target="../media/image182.wmf"/><Relationship Id="rId17" Type="http://schemas.openxmlformats.org/officeDocument/2006/relationships/oleObject" Target="../embeddings/oleObject287.bin"/><Relationship Id="rId16" Type="http://schemas.openxmlformats.org/officeDocument/2006/relationships/image" Target="../media/image181.wmf"/><Relationship Id="rId15" Type="http://schemas.openxmlformats.org/officeDocument/2006/relationships/oleObject" Target="../embeddings/oleObject286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285.bin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284.bin"/><Relationship Id="rId10" Type="http://schemas.openxmlformats.org/officeDocument/2006/relationships/image" Target="../media/image180.wmf"/><Relationship Id="rId1" Type="http://schemas.openxmlformats.org/officeDocument/2006/relationships/oleObject" Target="../embeddings/oleObject279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3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302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300.bin"/><Relationship Id="rId21" Type="http://schemas.openxmlformats.org/officeDocument/2006/relationships/vmlDrawing" Target="../drawings/vmlDrawing27.vml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176.wmf"/><Relationship Id="rId19" Type="http://schemas.openxmlformats.org/officeDocument/2006/relationships/tags" Target="../tags/tag286.xml"/><Relationship Id="rId18" Type="http://schemas.openxmlformats.org/officeDocument/2006/relationships/image" Target="../media/image170.wmf"/><Relationship Id="rId17" Type="http://schemas.openxmlformats.org/officeDocument/2006/relationships/oleObject" Target="../embeddings/oleObject307.bin"/><Relationship Id="rId16" Type="http://schemas.openxmlformats.org/officeDocument/2006/relationships/image" Target="../media/image171.wmf"/><Relationship Id="rId15" Type="http://schemas.openxmlformats.org/officeDocument/2006/relationships/oleObject" Target="../embeddings/oleObject306.bin"/><Relationship Id="rId14" Type="http://schemas.openxmlformats.org/officeDocument/2006/relationships/image" Target="../media/image199.wmf"/><Relationship Id="rId13" Type="http://schemas.openxmlformats.org/officeDocument/2006/relationships/oleObject" Target="../embeddings/oleObject305.bin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304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299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2.bin"/><Relationship Id="rId8" Type="http://schemas.openxmlformats.org/officeDocument/2006/relationships/image" Target="../media/image203.wmf"/><Relationship Id="rId7" Type="http://schemas.openxmlformats.org/officeDocument/2006/relationships/oleObject" Target="../embeddings/oleObject311.bin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310.bin"/><Relationship Id="rId42" Type="http://schemas.openxmlformats.org/officeDocument/2006/relationships/vmlDrawing" Target="../drawings/vmlDrawing28.vml"/><Relationship Id="rId41" Type="http://schemas.openxmlformats.org/officeDocument/2006/relationships/slideLayout" Target="../slideLayouts/slideLayout13.xml"/><Relationship Id="rId40" Type="http://schemas.openxmlformats.org/officeDocument/2006/relationships/tags" Target="../tags/tag287.xml"/><Relationship Id="rId4" Type="http://schemas.openxmlformats.org/officeDocument/2006/relationships/image" Target="../media/image201.wmf"/><Relationship Id="rId39" Type="http://schemas.openxmlformats.org/officeDocument/2006/relationships/image" Target="../media/image217.png"/><Relationship Id="rId38" Type="http://schemas.openxmlformats.org/officeDocument/2006/relationships/image" Target="../media/image216.wmf"/><Relationship Id="rId37" Type="http://schemas.openxmlformats.org/officeDocument/2006/relationships/oleObject" Target="../embeddings/oleObject326.bin"/><Relationship Id="rId36" Type="http://schemas.openxmlformats.org/officeDocument/2006/relationships/image" Target="../media/image215.wmf"/><Relationship Id="rId35" Type="http://schemas.openxmlformats.org/officeDocument/2006/relationships/oleObject" Target="../embeddings/oleObject325.bin"/><Relationship Id="rId34" Type="http://schemas.openxmlformats.org/officeDocument/2006/relationships/image" Target="../media/image214.wmf"/><Relationship Id="rId33" Type="http://schemas.openxmlformats.org/officeDocument/2006/relationships/oleObject" Target="../embeddings/oleObject324.bin"/><Relationship Id="rId32" Type="http://schemas.openxmlformats.org/officeDocument/2006/relationships/image" Target="../media/image213.wmf"/><Relationship Id="rId31" Type="http://schemas.openxmlformats.org/officeDocument/2006/relationships/oleObject" Target="../embeddings/oleObject323.bin"/><Relationship Id="rId30" Type="http://schemas.openxmlformats.org/officeDocument/2006/relationships/image" Target="../media/image212.wmf"/><Relationship Id="rId3" Type="http://schemas.openxmlformats.org/officeDocument/2006/relationships/oleObject" Target="../embeddings/oleObject309.bin"/><Relationship Id="rId29" Type="http://schemas.openxmlformats.org/officeDocument/2006/relationships/oleObject" Target="../embeddings/oleObject322.bin"/><Relationship Id="rId28" Type="http://schemas.openxmlformats.org/officeDocument/2006/relationships/image" Target="../media/image211.wmf"/><Relationship Id="rId27" Type="http://schemas.openxmlformats.org/officeDocument/2006/relationships/oleObject" Target="../embeddings/oleObject321.bin"/><Relationship Id="rId26" Type="http://schemas.openxmlformats.org/officeDocument/2006/relationships/image" Target="../media/image210.wmf"/><Relationship Id="rId25" Type="http://schemas.openxmlformats.org/officeDocument/2006/relationships/oleObject" Target="../embeddings/oleObject320.bin"/><Relationship Id="rId24" Type="http://schemas.openxmlformats.org/officeDocument/2006/relationships/image" Target="../media/image209.wmf"/><Relationship Id="rId23" Type="http://schemas.openxmlformats.org/officeDocument/2006/relationships/oleObject" Target="../embeddings/oleObject319.bin"/><Relationship Id="rId22" Type="http://schemas.openxmlformats.org/officeDocument/2006/relationships/image" Target="../media/image208.wmf"/><Relationship Id="rId21" Type="http://schemas.openxmlformats.org/officeDocument/2006/relationships/oleObject" Target="../embeddings/oleObject318.bin"/><Relationship Id="rId20" Type="http://schemas.openxmlformats.org/officeDocument/2006/relationships/image" Target="../media/image207.wmf"/><Relationship Id="rId2" Type="http://schemas.openxmlformats.org/officeDocument/2006/relationships/image" Target="../media/image200.wmf"/><Relationship Id="rId19" Type="http://schemas.openxmlformats.org/officeDocument/2006/relationships/oleObject" Target="../embeddings/oleObject317.bin"/><Relationship Id="rId18" Type="http://schemas.openxmlformats.org/officeDocument/2006/relationships/image" Target="../media/image206.wmf"/><Relationship Id="rId17" Type="http://schemas.openxmlformats.org/officeDocument/2006/relationships/oleObject" Target="../embeddings/oleObject316.bin"/><Relationship Id="rId16" Type="http://schemas.openxmlformats.org/officeDocument/2006/relationships/image" Target="../media/image205.wmf"/><Relationship Id="rId15" Type="http://schemas.openxmlformats.org/officeDocument/2006/relationships/oleObject" Target="../embeddings/oleObject315.bin"/><Relationship Id="rId14" Type="http://schemas.openxmlformats.org/officeDocument/2006/relationships/image" Target="../media/image204.wmf"/><Relationship Id="rId13" Type="http://schemas.openxmlformats.org/officeDocument/2006/relationships/oleObject" Target="../embeddings/oleObject314.bin"/><Relationship Id="rId12" Type="http://schemas.openxmlformats.org/officeDocument/2006/relationships/image" Target="../media/image175.wmf"/><Relationship Id="rId11" Type="http://schemas.openxmlformats.org/officeDocument/2006/relationships/oleObject" Target="../embeddings/oleObject313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308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1.bin"/><Relationship Id="rId8" Type="http://schemas.openxmlformats.org/officeDocument/2006/relationships/image" Target="../media/image221.wmf"/><Relationship Id="rId7" Type="http://schemas.openxmlformats.org/officeDocument/2006/relationships/oleObject" Target="../embeddings/oleObject330.bin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329.bin"/><Relationship Id="rId4" Type="http://schemas.openxmlformats.org/officeDocument/2006/relationships/image" Target="../media/image219.wmf"/><Relationship Id="rId33" Type="http://schemas.openxmlformats.org/officeDocument/2006/relationships/vmlDrawing" Target="../drawings/vmlDrawing29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88.xml"/><Relationship Id="rId30" Type="http://schemas.openxmlformats.org/officeDocument/2006/relationships/image" Target="../media/image230.wmf"/><Relationship Id="rId3" Type="http://schemas.openxmlformats.org/officeDocument/2006/relationships/oleObject" Target="../embeddings/oleObject328.bin"/><Relationship Id="rId29" Type="http://schemas.openxmlformats.org/officeDocument/2006/relationships/oleObject" Target="../embeddings/oleObject341.bin"/><Relationship Id="rId28" Type="http://schemas.openxmlformats.org/officeDocument/2006/relationships/image" Target="../media/image229.wmf"/><Relationship Id="rId27" Type="http://schemas.openxmlformats.org/officeDocument/2006/relationships/oleObject" Target="../embeddings/oleObject340.bin"/><Relationship Id="rId26" Type="http://schemas.openxmlformats.org/officeDocument/2006/relationships/image" Target="../media/image228.wmf"/><Relationship Id="rId25" Type="http://schemas.openxmlformats.org/officeDocument/2006/relationships/oleObject" Target="../embeddings/oleObject339.bin"/><Relationship Id="rId24" Type="http://schemas.openxmlformats.org/officeDocument/2006/relationships/image" Target="../media/image35.wmf"/><Relationship Id="rId23" Type="http://schemas.openxmlformats.org/officeDocument/2006/relationships/oleObject" Target="../embeddings/oleObject338.bin"/><Relationship Id="rId22" Type="http://schemas.openxmlformats.org/officeDocument/2006/relationships/image" Target="../media/image34.wmf"/><Relationship Id="rId21" Type="http://schemas.openxmlformats.org/officeDocument/2006/relationships/oleObject" Target="../embeddings/oleObject337.bin"/><Relationship Id="rId20" Type="http://schemas.openxmlformats.org/officeDocument/2006/relationships/image" Target="../media/image227.wmf"/><Relationship Id="rId2" Type="http://schemas.openxmlformats.org/officeDocument/2006/relationships/image" Target="../media/image218.wmf"/><Relationship Id="rId19" Type="http://schemas.openxmlformats.org/officeDocument/2006/relationships/oleObject" Target="../embeddings/oleObject336.bin"/><Relationship Id="rId18" Type="http://schemas.openxmlformats.org/officeDocument/2006/relationships/image" Target="../media/image226.wmf"/><Relationship Id="rId17" Type="http://schemas.openxmlformats.org/officeDocument/2006/relationships/oleObject" Target="../embeddings/oleObject335.bin"/><Relationship Id="rId16" Type="http://schemas.openxmlformats.org/officeDocument/2006/relationships/image" Target="../media/image225.wmf"/><Relationship Id="rId15" Type="http://schemas.openxmlformats.org/officeDocument/2006/relationships/oleObject" Target="../embeddings/oleObject334.bin"/><Relationship Id="rId14" Type="http://schemas.openxmlformats.org/officeDocument/2006/relationships/image" Target="../media/image224.wmf"/><Relationship Id="rId13" Type="http://schemas.openxmlformats.org/officeDocument/2006/relationships/oleObject" Target="../embeddings/oleObject333.bin"/><Relationship Id="rId12" Type="http://schemas.openxmlformats.org/officeDocument/2006/relationships/image" Target="../media/image223.wmf"/><Relationship Id="rId11" Type="http://schemas.openxmlformats.org/officeDocument/2006/relationships/oleObject" Target="../embeddings/oleObject332.bin"/><Relationship Id="rId10" Type="http://schemas.openxmlformats.org/officeDocument/2006/relationships/image" Target="../media/image222.wmf"/><Relationship Id="rId1" Type="http://schemas.openxmlformats.org/officeDocument/2006/relationships/oleObject" Target="../embeddings/oleObject327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6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345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344.bin"/><Relationship Id="rId4" Type="http://schemas.openxmlformats.org/officeDocument/2006/relationships/image" Target="../media/image232.wmf"/><Relationship Id="rId37" Type="http://schemas.openxmlformats.org/officeDocument/2006/relationships/vmlDrawing" Target="../drawings/vmlDrawing30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289.xml"/><Relationship Id="rId34" Type="http://schemas.openxmlformats.org/officeDocument/2006/relationships/image" Target="../media/image243.wmf"/><Relationship Id="rId33" Type="http://schemas.openxmlformats.org/officeDocument/2006/relationships/oleObject" Target="../embeddings/oleObject358.bin"/><Relationship Id="rId32" Type="http://schemas.openxmlformats.org/officeDocument/2006/relationships/image" Target="../media/image104.wmf"/><Relationship Id="rId31" Type="http://schemas.openxmlformats.org/officeDocument/2006/relationships/oleObject" Target="../embeddings/oleObject357.bin"/><Relationship Id="rId30" Type="http://schemas.openxmlformats.org/officeDocument/2006/relationships/image" Target="../media/image80.wmf"/><Relationship Id="rId3" Type="http://schemas.openxmlformats.org/officeDocument/2006/relationships/oleObject" Target="../embeddings/oleObject343.bin"/><Relationship Id="rId29" Type="http://schemas.openxmlformats.org/officeDocument/2006/relationships/oleObject" Target="../embeddings/oleObject356.bin"/><Relationship Id="rId28" Type="http://schemas.openxmlformats.org/officeDocument/2006/relationships/image" Target="../media/image242.wmf"/><Relationship Id="rId27" Type="http://schemas.openxmlformats.org/officeDocument/2006/relationships/oleObject" Target="../embeddings/oleObject355.bin"/><Relationship Id="rId26" Type="http://schemas.openxmlformats.org/officeDocument/2006/relationships/image" Target="../media/image241.wmf"/><Relationship Id="rId25" Type="http://schemas.openxmlformats.org/officeDocument/2006/relationships/oleObject" Target="../embeddings/oleObject354.bin"/><Relationship Id="rId24" Type="http://schemas.openxmlformats.org/officeDocument/2006/relationships/image" Target="../media/image240.wmf"/><Relationship Id="rId23" Type="http://schemas.openxmlformats.org/officeDocument/2006/relationships/oleObject" Target="../embeddings/oleObject353.bin"/><Relationship Id="rId22" Type="http://schemas.openxmlformats.org/officeDocument/2006/relationships/image" Target="../media/image239.wmf"/><Relationship Id="rId21" Type="http://schemas.openxmlformats.org/officeDocument/2006/relationships/oleObject" Target="../embeddings/oleObject352.bin"/><Relationship Id="rId20" Type="http://schemas.openxmlformats.org/officeDocument/2006/relationships/image" Target="../media/image238.wmf"/><Relationship Id="rId2" Type="http://schemas.openxmlformats.org/officeDocument/2006/relationships/image" Target="../media/image231.wmf"/><Relationship Id="rId19" Type="http://schemas.openxmlformats.org/officeDocument/2006/relationships/oleObject" Target="../embeddings/oleObject351.bin"/><Relationship Id="rId18" Type="http://schemas.openxmlformats.org/officeDocument/2006/relationships/image" Target="../media/image237.wmf"/><Relationship Id="rId17" Type="http://schemas.openxmlformats.org/officeDocument/2006/relationships/oleObject" Target="../embeddings/oleObject350.bin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349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348.bin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347.bin"/><Relationship Id="rId10" Type="http://schemas.openxmlformats.org/officeDocument/2006/relationships/image" Target="../media/image235.wmf"/><Relationship Id="rId1" Type="http://schemas.openxmlformats.org/officeDocument/2006/relationships/oleObject" Target="../embeddings/oleObject342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3.bin"/><Relationship Id="rId8" Type="http://schemas.openxmlformats.org/officeDocument/2006/relationships/image" Target="../media/image247.wmf"/><Relationship Id="rId7" Type="http://schemas.openxmlformats.org/officeDocument/2006/relationships/oleObject" Target="../embeddings/oleObject362.bin"/><Relationship Id="rId6" Type="http://schemas.openxmlformats.org/officeDocument/2006/relationships/image" Target="../media/image246.wmf"/><Relationship Id="rId5" Type="http://schemas.openxmlformats.org/officeDocument/2006/relationships/oleObject" Target="../embeddings/oleObject361.bin"/><Relationship Id="rId4" Type="http://schemas.openxmlformats.org/officeDocument/2006/relationships/image" Target="../media/image245.wmf"/><Relationship Id="rId38" Type="http://schemas.openxmlformats.org/officeDocument/2006/relationships/vmlDrawing" Target="../drawings/vmlDrawing31.v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290.xml"/><Relationship Id="rId35" Type="http://schemas.openxmlformats.org/officeDocument/2006/relationships/image" Target="../media/image260.wmf"/><Relationship Id="rId34" Type="http://schemas.openxmlformats.org/officeDocument/2006/relationships/oleObject" Target="../embeddings/oleObject376.bin"/><Relationship Id="rId33" Type="http://schemas.openxmlformats.org/officeDocument/2006/relationships/image" Target="../media/image259.wmf"/><Relationship Id="rId32" Type="http://schemas.openxmlformats.org/officeDocument/2006/relationships/oleObject" Target="../embeddings/oleObject375.bin"/><Relationship Id="rId31" Type="http://schemas.openxmlformats.org/officeDocument/2006/relationships/image" Target="../media/image258.wmf"/><Relationship Id="rId30" Type="http://schemas.openxmlformats.org/officeDocument/2006/relationships/oleObject" Target="../embeddings/oleObject374.bin"/><Relationship Id="rId3" Type="http://schemas.openxmlformats.org/officeDocument/2006/relationships/oleObject" Target="../embeddings/oleObject360.bin"/><Relationship Id="rId29" Type="http://schemas.openxmlformats.org/officeDocument/2006/relationships/image" Target="../media/image257.wmf"/><Relationship Id="rId28" Type="http://schemas.openxmlformats.org/officeDocument/2006/relationships/oleObject" Target="../embeddings/oleObject373.bin"/><Relationship Id="rId27" Type="http://schemas.openxmlformats.org/officeDocument/2006/relationships/image" Target="../media/image256.wmf"/><Relationship Id="rId26" Type="http://schemas.openxmlformats.org/officeDocument/2006/relationships/oleObject" Target="../embeddings/oleObject372.bin"/><Relationship Id="rId25" Type="http://schemas.openxmlformats.org/officeDocument/2006/relationships/image" Target="../media/image255.wmf"/><Relationship Id="rId24" Type="http://schemas.openxmlformats.org/officeDocument/2006/relationships/oleObject" Target="../embeddings/oleObject371.bin"/><Relationship Id="rId23" Type="http://schemas.openxmlformats.org/officeDocument/2006/relationships/image" Target="../media/image254.wmf"/><Relationship Id="rId22" Type="http://schemas.openxmlformats.org/officeDocument/2006/relationships/oleObject" Target="../embeddings/oleObject370.bin"/><Relationship Id="rId21" Type="http://schemas.openxmlformats.org/officeDocument/2006/relationships/oleObject" Target="../embeddings/oleObject369.bin"/><Relationship Id="rId20" Type="http://schemas.openxmlformats.org/officeDocument/2006/relationships/image" Target="../media/image253.wmf"/><Relationship Id="rId2" Type="http://schemas.openxmlformats.org/officeDocument/2006/relationships/image" Target="../media/image244.wmf"/><Relationship Id="rId19" Type="http://schemas.openxmlformats.org/officeDocument/2006/relationships/oleObject" Target="../embeddings/oleObject368.bin"/><Relationship Id="rId18" Type="http://schemas.openxmlformats.org/officeDocument/2006/relationships/image" Target="../media/image252.wmf"/><Relationship Id="rId17" Type="http://schemas.openxmlformats.org/officeDocument/2006/relationships/oleObject" Target="../embeddings/oleObject367.bin"/><Relationship Id="rId16" Type="http://schemas.openxmlformats.org/officeDocument/2006/relationships/image" Target="../media/image251.wmf"/><Relationship Id="rId15" Type="http://schemas.openxmlformats.org/officeDocument/2006/relationships/oleObject" Target="../embeddings/oleObject366.bin"/><Relationship Id="rId14" Type="http://schemas.openxmlformats.org/officeDocument/2006/relationships/image" Target="../media/image250.wmf"/><Relationship Id="rId13" Type="http://schemas.openxmlformats.org/officeDocument/2006/relationships/oleObject" Target="../embeddings/oleObject365.bin"/><Relationship Id="rId12" Type="http://schemas.openxmlformats.org/officeDocument/2006/relationships/image" Target="../media/image249.wmf"/><Relationship Id="rId11" Type="http://schemas.openxmlformats.org/officeDocument/2006/relationships/oleObject" Target="../embeddings/oleObject364.bin"/><Relationship Id="rId10" Type="http://schemas.openxmlformats.org/officeDocument/2006/relationships/image" Target="../media/image248.wmf"/><Relationship Id="rId1" Type="http://schemas.openxmlformats.org/officeDocument/2006/relationships/oleObject" Target="../embeddings/oleObject35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0.bin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379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378.bin"/><Relationship Id="rId26" Type="http://schemas.openxmlformats.org/officeDocument/2006/relationships/vmlDrawing" Target="../drawings/vmlDrawing32.v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297.xml"/><Relationship Id="rId23" Type="http://schemas.openxmlformats.org/officeDocument/2006/relationships/image" Target="../media/image264.wmf"/><Relationship Id="rId22" Type="http://schemas.openxmlformats.org/officeDocument/2006/relationships/oleObject" Target="../embeddings/oleObject385.bin"/><Relationship Id="rId21" Type="http://schemas.openxmlformats.org/officeDocument/2006/relationships/oleObject" Target="../embeddings/oleObject384.bin"/><Relationship Id="rId20" Type="http://schemas.openxmlformats.org/officeDocument/2006/relationships/image" Target="../media/image263.wmf"/><Relationship Id="rId2" Type="http://schemas.openxmlformats.org/officeDocument/2006/relationships/image" Target="../media/image242.wmf"/><Relationship Id="rId19" Type="http://schemas.openxmlformats.org/officeDocument/2006/relationships/oleObject" Target="../embeddings/oleObject383.bin"/><Relationship Id="rId18" Type="http://schemas.openxmlformats.org/officeDocument/2006/relationships/image" Target="../media/image262.wmf"/><Relationship Id="rId17" Type="http://schemas.openxmlformats.org/officeDocument/2006/relationships/oleObject" Target="../embeddings/oleObject382.bin"/><Relationship Id="rId16" Type="http://schemas.openxmlformats.org/officeDocument/2006/relationships/image" Target="../media/image261.wmf"/><Relationship Id="rId15" Type="http://schemas.openxmlformats.org/officeDocument/2006/relationships/oleObject" Target="../embeddings/oleObject381.bin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377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0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389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388.bin"/><Relationship Id="rId4" Type="http://schemas.openxmlformats.org/officeDocument/2006/relationships/image" Target="../media/image232.wmf"/><Relationship Id="rId33" Type="http://schemas.openxmlformats.org/officeDocument/2006/relationships/vmlDrawing" Target="../drawings/vmlDrawing33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98.xml"/><Relationship Id="rId30" Type="http://schemas.openxmlformats.org/officeDocument/2006/relationships/image" Target="../media/image243.wmf"/><Relationship Id="rId3" Type="http://schemas.openxmlformats.org/officeDocument/2006/relationships/oleObject" Target="../embeddings/oleObject387.bin"/><Relationship Id="rId29" Type="http://schemas.openxmlformats.org/officeDocument/2006/relationships/oleObject" Target="../embeddings/oleObject400.bin"/><Relationship Id="rId28" Type="http://schemas.openxmlformats.org/officeDocument/2006/relationships/image" Target="../media/image241.wmf"/><Relationship Id="rId27" Type="http://schemas.openxmlformats.org/officeDocument/2006/relationships/oleObject" Target="../embeddings/oleObject399.bin"/><Relationship Id="rId26" Type="http://schemas.openxmlformats.org/officeDocument/2006/relationships/image" Target="../media/image240.wmf"/><Relationship Id="rId25" Type="http://schemas.openxmlformats.org/officeDocument/2006/relationships/oleObject" Target="../embeddings/oleObject398.bin"/><Relationship Id="rId24" Type="http://schemas.openxmlformats.org/officeDocument/2006/relationships/image" Target="../media/image239.wmf"/><Relationship Id="rId23" Type="http://schemas.openxmlformats.org/officeDocument/2006/relationships/oleObject" Target="../embeddings/oleObject397.bin"/><Relationship Id="rId22" Type="http://schemas.openxmlformats.org/officeDocument/2006/relationships/image" Target="../media/image238.wmf"/><Relationship Id="rId21" Type="http://schemas.openxmlformats.org/officeDocument/2006/relationships/oleObject" Target="../embeddings/oleObject396.bin"/><Relationship Id="rId20" Type="http://schemas.openxmlformats.org/officeDocument/2006/relationships/image" Target="../media/image237.wmf"/><Relationship Id="rId2" Type="http://schemas.openxmlformats.org/officeDocument/2006/relationships/image" Target="../media/image231.wmf"/><Relationship Id="rId19" Type="http://schemas.openxmlformats.org/officeDocument/2006/relationships/oleObject" Target="../embeddings/oleObject395.bin"/><Relationship Id="rId18" Type="http://schemas.openxmlformats.org/officeDocument/2006/relationships/image" Target="../media/image265.wmf"/><Relationship Id="rId17" Type="http://schemas.openxmlformats.org/officeDocument/2006/relationships/oleObject" Target="../embeddings/oleObject394.bin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393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392.bin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391.bin"/><Relationship Id="rId10" Type="http://schemas.openxmlformats.org/officeDocument/2006/relationships/image" Target="../media/image235.wmf"/><Relationship Id="rId1" Type="http://schemas.openxmlformats.org/officeDocument/2006/relationships/oleObject" Target="../embeddings/oleObject38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299.xml"/><Relationship Id="rId5" Type="http://schemas.openxmlformats.org/officeDocument/2006/relationships/image" Target="../media/image266.png"/><Relationship Id="rId4" Type="http://schemas.openxmlformats.org/officeDocument/2006/relationships/image" Target="../media/image35.wmf"/><Relationship Id="rId3" Type="http://schemas.openxmlformats.org/officeDocument/2006/relationships/oleObject" Target="../embeddings/oleObject402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401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7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406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405.bin"/><Relationship Id="rId4" Type="http://schemas.openxmlformats.org/officeDocument/2006/relationships/image" Target="../media/image232.wmf"/><Relationship Id="rId39" Type="http://schemas.openxmlformats.org/officeDocument/2006/relationships/vmlDrawing" Target="../drawings/vmlDrawing35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300.xml"/><Relationship Id="rId36" Type="http://schemas.openxmlformats.org/officeDocument/2006/relationships/image" Target="../media/image243.wmf"/><Relationship Id="rId35" Type="http://schemas.openxmlformats.org/officeDocument/2006/relationships/oleObject" Target="../embeddings/oleObject420.bin"/><Relationship Id="rId34" Type="http://schemas.openxmlformats.org/officeDocument/2006/relationships/image" Target="../media/image104.wmf"/><Relationship Id="rId33" Type="http://schemas.openxmlformats.org/officeDocument/2006/relationships/oleObject" Target="../embeddings/oleObject419.bin"/><Relationship Id="rId32" Type="http://schemas.openxmlformats.org/officeDocument/2006/relationships/image" Target="../media/image80.wmf"/><Relationship Id="rId31" Type="http://schemas.openxmlformats.org/officeDocument/2006/relationships/oleObject" Target="../embeddings/oleObject418.bin"/><Relationship Id="rId30" Type="http://schemas.openxmlformats.org/officeDocument/2006/relationships/image" Target="../media/image242.wmf"/><Relationship Id="rId3" Type="http://schemas.openxmlformats.org/officeDocument/2006/relationships/oleObject" Target="../embeddings/oleObject404.bin"/><Relationship Id="rId29" Type="http://schemas.openxmlformats.org/officeDocument/2006/relationships/oleObject" Target="../embeddings/oleObject417.bin"/><Relationship Id="rId28" Type="http://schemas.openxmlformats.org/officeDocument/2006/relationships/image" Target="../media/image241.wmf"/><Relationship Id="rId27" Type="http://schemas.openxmlformats.org/officeDocument/2006/relationships/oleObject" Target="../embeddings/oleObject416.bin"/><Relationship Id="rId26" Type="http://schemas.openxmlformats.org/officeDocument/2006/relationships/image" Target="../media/image240.wmf"/><Relationship Id="rId25" Type="http://schemas.openxmlformats.org/officeDocument/2006/relationships/oleObject" Target="../embeddings/oleObject415.bin"/><Relationship Id="rId24" Type="http://schemas.openxmlformats.org/officeDocument/2006/relationships/image" Target="../media/image239.wmf"/><Relationship Id="rId23" Type="http://schemas.openxmlformats.org/officeDocument/2006/relationships/oleObject" Target="../embeddings/oleObject414.bin"/><Relationship Id="rId22" Type="http://schemas.openxmlformats.org/officeDocument/2006/relationships/image" Target="../media/image238.wmf"/><Relationship Id="rId21" Type="http://schemas.openxmlformats.org/officeDocument/2006/relationships/oleObject" Target="../embeddings/oleObject413.bin"/><Relationship Id="rId20" Type="http://schemas.openxmlformats.org/officeDocument/2006/relationships/image" Target="../media/image237.wmf"/><Relationship Id="rId2" Type="http://schemas.openxmlformats.org/officeDocument/2006/relationships/image" Target="../media/image231.wmf"/><Relationship Id="rId19" Type="http://schemas.openxmlformats.org/officeDocument/2006/relationships/oleObject" Target="../embeddings/oleObject412.bin"/><Relationship Id="rId18" Type="http://schemas.openxmlformats.org/officeDocument/2006/relationships/image" Target="../media/image265.wmf"/><Relationship Id="rId17" Type="http://schemas.openxmlformats.org/officeDocument/2006/relationships/oleObject" Target="../embeddings/oleObject411.bin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410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409.bin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408.bin"/><Relationship Id="rId10" Type="http://schemas.openxmlformats.org/officeDocument/2006/relationships/image" Target="../media/image235.wmf"/><Relationship Id="rId1" Type="http://schemas.openxmlformats.org/officeDocument/2006/relationships/oleObject" Target="../embeddings/oleObject403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5.bin"/><Relationship Id="rId8" Type="http://schemas.openxmlformats.org/officeDocument/2006/relationships/image" Target="../media/image118.wmf"/><Relationship Id="rId7" Type="http://schemas.openxmlformats.org/officeDocument/2006/relationships/oleObject" Target="../embeddings/oleObject424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423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422.bin"/><Relationship Id="rId20" Type="http://schemas.openxmlformats.org/officeDocument/2006/relationships/vmlDrawing" Target="../drawings/vmlDrawing36.vml"/><Relationship Id="rId2" Type="http://schemas.openxmlformats.org/officeDocument/2006/relationships/image" Target="../media/image242.wmf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301.xml"/><Relationship Id="rId17" Type="http://schemas.openxmlformats.org/officeDocument/2006/relationships/image" Target="../media/image264.wmf"/><Relationship Id="rId16" Type="http://schemas.openxmlformats.org/officeDocument/2006/relationships/oleObject" Target="../embeddings/oleObject429.bin"/><Relationship Id="rId15" Type="http://schemas.openxmlformats.org/officeDocument/2006/relationships/oleObject" Target="../embeddings/oleObject428.bin"/><Relationship Id="rId14" Type="http://schemas.openxmlformats.org/officeDocument/2006/relationships/image" Target="../media/image263.wmf"/><Relationship Id="rId13" Type="http://schemas.openxmlformats.org/officeDocument/2006/relationships/oleObject" Target="../embeddings/oleObject427.bin"/><Relationship Id="rId12" Type="http://schemas.openxmlformats.org/officeDocument/2006/relationships/image" Target="../media/image262.wmf"/><Relationship Id="rId11" Type="http://schemas.openxmlformats.org/officeDocument/2006/relationships/oleObject" Target="../embeddings/oleObject426.bin"/><Relationship Id="rId10" Type="http://schemas.openxmlformats.org/officeDocument/2006/relationships/image" Target="../media/image261.wmf"/><Relationship Id="rId1" Type="http://schemas.openxmlformats.org/officeDocument/2006/relationships/oleObject" Target="../embeddings/oleObject421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4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433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432.bin"/><Relationship Id="rId4" Type="http://schemas.openxmlformats.org/officeDocument/2006/relationships/image" Target="../media/image268.wmf"/><Relationship Id="rId31" Type="http://schemas.openxmlformats.org/officeDocument/2006/relationships/vmlDrawing" Target="../drawings/vmlDrawing37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431.bin"/><Relationship Id="rId29" Type="http://schemas.openxmlformats.org/officeDocument/2006/relationships/tags" Target="../tags/tag302.xml"/><Relationship Id="rId28" Type="http://schemas.openxmlformats.org/officeDocument/2006/relationships/image" Target="../media/image243.wmf"/><Relationship Id="rId27" Type="http://schemas.openxmlformats.org/officeDocument/2006/relationships/oleObject" Target="../embeddings/oleObject443.bin"/><Relationship Id="rId26" Type="http://schemas.openxmlformats.org/officeDocument/2006/relationships/image" Target="../media/image275.wmf"/><Relationship Id="rId25" Type="http://schemas.openxmlformats.org/officeDocument/2006/relationships/oleObject" Target="../embeddings/oleObject442.bin"/><Relationship Id="rId24" Type="http://schemas.openxmlformats.org/officeDocument/2006/relationships/image" Target="../media/image274.wmf"/><Relationship Id="rId23" Type="http://schemas.openxmlformats.org/officeDocument/2006/relationships/oleObject" Target="../embeddings/oleObject441.bin"/><Relationship Id="rId22" Type="http://schemas.openxmlformats.org/officeDocument/2006/relationships/image" Target="../media/image273.wmf"/><Relationship Id="rId21" Type="http://schemas.openxmlformats.org/officeDocument/2006/relationships/oleObject" Target="../embeddings/oleObject440.bin"/><Relationship Id="rId20" Type="http://schemas.openxmlformats.org/officeDocument/2006/relationships/image" Target="../media/image272.wmf"/><Relationship Id="rId2" Type="http://schemas.openxmlformats.org/officeDocument/2006/relationships/image" Target="../media/image267.wmf"/><Relationship Id="rId19" Type="http://schemas.openxmlformats.org/officeDocument/2006/relationships/oleObject" Target="../embeddings/oleObject439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438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437.bin"/><Relationship Id="rId14" Type="http://schemas.openxmlformats.org/officeDocument/2006/relationships/image" Target="../media/image271.wmf"/><Relationship Id="rId13" Type="http://schemas.openxmlformats.org/officeDocument/2006/relationships/oleObject" Target="../embeddings/oleObject436.bin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435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430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8.bin"/><Relationship Id="rId8" Type="http://schemas.openxmlformats.org/officeDocument/2006/relationships/image" Target="../media/image279.wmf"/><Relationship Id="rId7" Type="http://schemas.openxmlformats.org/officeDocument/2006/relationships/oleObject" Target="../embeddings/oleObject447.bin"/><Relationship Id="rId6" Type="http://schemas.openxmlformats.org/officeDocument/2006/relationships/image" Target="../media/image278.wmf"/><Relationship Id="rId5" Type="http://schemas.openxmlformats.org/officeDocument/2006/relationships/oleObject" Target="../embeddings/oleObject446.bin"/><Relationship Id="rId4" Type="http://schemas.openxmlformats.org/officeDocument/2006/relationships/image" Target="../media/image277.wmf"/><Relationship Id="rId3" Type="http://schemas.openxmlformats.org/officeDocument/2006/relationships/oleObject" Target="../embeddings/oleObject445.bin"/><Relationship Id="rId29" Type="http://schemas.openxmlformats.org/officeDocument/2006/relationships/vmlDrawing" Target="../drawings/vmlDrawing38.v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303.xml"/><Relationship Id="rId26" Type="http://schemas.openxmlformats.org/officeDocument/2006/relationships/image" Target="../media/image288.wmf"/><Relationship Id="rId25" Type="http://schemas.openxmlformats.org/officeDocument/2006/relationships/oleObject" Target="../embeddings/oleObject456.bin"/><Relationship Id="rId24" Type="http://schemas.openxmlformats.org/officeDocument/2006/relationships/image" Target="../media/image287.wmf"/><Relationship Id="rId23" Type="http://schemas.openxmlformats.org/officeDocument/2006/relationships/oleObject" Target="../embeddings/oleObject455.bin"/><Relationship Id="rId22" Type="http://schemas.openxmlformats.org/officeDocument/2006/relationships/image" Target="../media/image286.wmf"/><Relationship Id="rId21" Type="http://schemas.openxmlformats.org/officeDocument/2006/relationships/oleObject" Target="../embeddings/oleObject454.bin"/><Relationship Id="rId20" Type="http://schemas.openxmlformats.org/officeDocument/2006/relationships/image" Target="../media/image285.wmf"/><Relationship Id="rId2" Type="http://schemas.openxmlformats.org/officeDocument/2006/relationships/image" Target="../media/image276.wmf"/><Relationship Id="rId19" Type="http://schemas.openxmlformats.org/officeDocument/2006/relationships/oleObject" Target="../embeddings/oleObject453.bin"/><Relationship Id="rId18" Type="http://schemas.openxmlformats.org/officeDocument/2006/relationships/image" Target="../media/image284.wmf"/><Relationship Id="rId17" Type="http://schemas.openxmlformats.org/officeDocument/2006/relationships/oleObject" Target="../embeddings/oleObject452.bin"/><Relationship Id="rId16" Type="http://schemas.openxmlformats.org/officeDocument/2006/relationships/image" Target="../media/image283.wmf"/><Relationship Id="rId15" Type="http://schemas.openxmlformats.org/officeDocument/2006/relationships/oleObject" Target="../embeddings/oleObject451.bin"/><Relationship Id="rId14" Type="http://schemas.openxmlformats.org/officeDocument/2006/relationships/image" Target="../media/image282.wmf"/><Relationship Id="rId13" Type="http://schemas.openxmlformats.org/officeDocument/2006/relationships/oleObject" Target="../embeddings/oleObject450.bin"/><Relationship Id="rId12" Type="http://schemas.openxmlformats.org/officeDocument/2006/relationships/image" Target="../media/image281.wmf"/><Relationship Id="rId11" Type="http://schemas.openxmlformats.org/officeDocument/2006/relationships/oleObject" Target="../embeddings/oleObject449.bin"/><Relationship Id="rId10" Type="http://schemas.openxmlformats.org/officeDocument/2006/relationships/image" Target="../media/image280.wmf"/><Relationship Id="rId1" Type="http://schemas.openxmlformats.org/officeDocument/2006/relationships/oleObject" Target="../embeddings/oleObject44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1.bin"/><Relationship Id="rId8" Type="http://schemas.openxmlformats.org/officeDocument/2006/relationships/image" Target="../media/image246.wmf"/><Relationship Id="rId7" Type="http://schemas.openxmlformats.org/officeDocument/2006/relationships/oleObject" Target="../embeddings/oleObject460.bin"/><Relationship Id="rId6" Type="http://schemas.openxmlformats.org/officeDocument/2006/relationships/image" Target="../media/image291.wmf"/><Relationship Id="rId5" Type="http://schemas.openxmlformats.org/officeDocument/2006/relationships/oleObject" Target="../embeddings/oleObject459.bin"/><Relationship Id="rId4" Type="http://schemas.openxmlformats.org/officeDocument/2006/relationships/image" Target="../media/image290.wmf"/><Relationship Id="rId3" Type="http://schemas.openxmlformats.org/officeDocument/2006/relationships/oleObject" Target="../embeddings/oleObject458.bin"/><Relationship Id="rId2" Type="http://schemas.openxmlformats.org/officeDocument/2006/relationships/image" Target="../media/image289.wmf"/><Relationship Id="rId19" Type="http://schemas.openxmlformats.org/officeDocument/2006/relationships/vmlDrawing" Target="../drawings/vmlDrawing39.v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304.xml"/><Relationship Id="rId16" Type="http://schemas.openxmlformats.org/officeDocument/2006/relationships/image" Target="../media/image295.wmf"/><Relationship Id="rId15" Type="http://schemas.openxmlformats.org/officeDocument/2006/relationships/oleObject" Target="../embeddings/oleObject464.bin"/><Relationship Id="rId14" Type="http://schemas.openxmlformats.org/officeDocument/2006/relationships/image" Target="../media/image294.wmf"/><Relationship Id="rId13" Type="http://schemas.openxmlformats.org/officeDocument/2006/relationships/oleObject" Target="../embeddings/oleObject463.bin"/><Relationship Id="rId12" Type="http://schemas.openxmlformats.org/officeDocument/2006/relationships/image" Target="../media/image293.wmf"/><Relationship Id="rId11" Type="http://schemas.openxmlformats.org/officeDocument/2006/relationships/oleObject" Target="../embeddings/oleObject462.bin"/><Relationship Id="rId10" Type="http://schemas.openxmlformats.org/officeDocument/2006/relationships/image" Target="../media/image292.wmf"/><Relationship Id="rId1" Type="http://schemas.openxmlformats.org/officeDocument/2006/relationships/oleObject" Target="../embeddings/oleObject457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9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468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467.bin"/><Relationship Id="rId4" Type="http://schemas.openxmlformats.org/officeDocument/2006/relationships/image" Target="../media/image268.wmf"/><Relationship Id="rId33" Type="http://schemas.openxmlformats.org/officeDocument/2006/relationships/vmlDrawing" Target="../drawings/vmlDrawing40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305.xml"/><Relationship Id="rId30" Type="http://schemas.openxmlformats.org/officeDocument/2006/relationships/image" Target="../media/image297.wmf"/><Relationship Id="rId3" Type="http://schemas.openxmlformats.org/officeDocument/2006/relationships/oleObject" Target="../embeddings/oleObject466.bin"/><Relationship Id="rId29" Type="http://schemas.openxmlformats.org/officeDocument/2006/relationships/oleObject" Target="../embeddings/oleObject479.bin"/><Relationship Id="rId28" Type="http://schemas.openxmlformats.org/officeDocument/2006/relationships/image" Target="../media/image296.wmf"/><Relationship Id="rId27" Type="http://schemas.openxmlformats.org/officeDocument/2006/relationships/oleObject" Target="../embeddings/oleObject478.bin"/><Relationship Id="rId26" Type="http://schemas.openxmlformats.org/officeDocument/2006/relationships/image" Target="../media/image275.wmf"/><Relationship Id="rId25" Type="http://schemas.openxmlformats.org/officeDocument/2006/relationships/oleObject" Target="../embeddings/oleObject477.bin"/><Relationship Id="rId24" Type="http://schemas.openxmlformats.org/officeDocument/2006/relationships/image" Target="../media/image274.wmf"/><Relationship Id="rId23" Type="http://schemas.openxmlformats.org/officeDocument/2006/relationships/oleObject" Target="../embeddings/oleObject476.bin"/><Relationship Id="rId22" Type="http://schemas.openxmlformats.org/officeDocument/2006/relationships/image" Target="../media/image273.wmf"/><Relationship Id="rId21" Type="http://schemas.openxmlformats.org/officeDocument/2006/relationships/oleObject" Target="../embeddings/oleObject475.bin"/><Relationship Id="rId20" Type="http://schemas.openxmlformats.org/officeDocument/2006/relationships/image" Target="../media/image272.wmf"/><Relationship Id="rId2" Type="http://schemas.openxmlformats.org/officeDocument/2006/relationships/image" Target="../media/image267.wmf"/><Relationship Id="rId19" Type="http://schemas.openxmlformats.org/officeDocument/2006/relationships/oleObject" Target="../embeddings/oleObject474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473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472.bin"/><Relationship Id="rId14" Type="http://schemas.openxmlformats.org/officeDocument/2006/relationships/image" Target="../media/image271.wmf"/><Relationship Id="rId13" Type="http://schemas.openxmlformats.org/officeDocument/2006/relationships/oleObject" Target="../embeddings/oleObject471.bin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470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465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4.bin"/><Relationship Id="rId8" Type="http://schemas.openxmlformats.org/officeDocument/2006/relationships/image" Target="../media/image299.wmf"/><Relationship Id="rId7" Type="http://schemas.openxmlformats.org/officeDocument/2006/relationships/oleObject" Target="../embeddings/oleObject483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482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481.bin"/><Relationship Id="rId29" Type="http://schemas.openxmlformats.org/officeDocument/2006/relationships/vmlDrawing" Target="../drawings/vmlDrawing41.v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306.xml"/><Relationship Id="rId26" Type="http://schemas.openxmlformats.org/officeDocument/2006/relationships/image" Target="../media/image304.wmf"/><Relationship Id="rId25" Type="http://schemas.openxmlformats.org/officeDocument/2006/relationships/oleObject" Target="../embeddings/oleObject492.bin"/><Relationship Id="rId24" Type="http://schemas.openxmlformats.org/officeDocument/2006/relationships/image" Target="../media/image303.wmf"/><Relationship Id="rId23" Type="http://schemas.openxmlformats.org/officeDocument/2006/relationships/oleObject" Target="../embeddings/oleObject491.bin"/><Relationship Id="rId22" Type="http://schemas.openxmlformats.org/officeDocument/2006/relationships/image" Target="../media/image302.wmf"/><Relationship Id="rId21" Type="http://schemas.openxmlformats.org/officeDocument/2006/relationships/oleObject" Target="../embeddings/oleObject490.bin"/><Relationship Id="rId20" Type="http://schemas.openxmlformats.org/officeDocument/2006/relationships/image" Target="../media/image301.wmf"/><Relationship Id="rId2" Type="http://schemas.openxmlformats.org/officeDocument/2006/relationships/image" Target="../media/image298.wmf"/><Relationship Id="rId19" Type="http://schemas.openxmlformats.org/officeDocument/2006/relationships/oleObject" Target="../embeddings/oleObject489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488.bin"/><Relationship Id="rId16" Type="http://schemas.openxmlformats.org/officeDocument/2006/relationships/image" Target="../media/image157.wmf"/><Relationship Id="rId15" Type="http://schemas.openxmlformats.org/officeDocument/2006/relationships/oleObject" Target="../embeddings/oleObject487.bin"/><Relationship Id="rId14" Type="http://schemas.openxmlformats.org/officeDocument/2006/relationships/image" Target="../media/image156.wmf"/><Relationship Id="rId13" Type="http://schemas.openxmlformats.org/officeDocument/2006/relationships/oleObject" Target="../embeddings/oleObject486.bin"/><Relationship Id="rId12" Type="http://schemas.openxmlformats.org/officeDocument/2006/relationships/image" Target="../media/image155.wmf"/><Relationship Id="rId11" Type="http://schemas.openxmlformats.org/officeDocument/2006/relationships/oleObject" Target="../embeddings/oleObject485.bin"/><Relationship Id="rId10" Type="http://schemas.openxmlformats.org/officeDocument/2006/relationships/image" Target="../media/image300.wmf"/><Relationship Id="rId1" Type="http://schemas.openxmlformats.org/officeDocument/2006/relationships/oleObject" Target="../embeddings/oleObject480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4.bin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image" Target="../media/image305.wmf"/><Relationship Id="rId5" Type="http://schemas.openxmlformats.org/officeDocument/2006/relationships/oleObject" Target="../embeddings/oleObject493.bin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5" Type="http://schemas.openxmlformats.org/officeDocument/2006/relationships/vmlDrawing" Target="../drawings/vmlDrawing42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319.xml"/><Relationship Id="rId22" Type="http://schemas.openxmlformats.org/officeDocument/2006/relationships/tags" Target="../tags/tag318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tags" Target="../tags/tag308.xml"/><Relationship Id="rId19" Type="http://schemas.openxmlformats.org/officeDocument/2006/relationships/image" Target="../media/image309.wmf"/><Relationship Id="rId18" Type="http://schemas.openxmlformats.org/officeDocument/2006/relationships/oleObject" Target="../embeddings/oleObject497.bin"/><Relationship Id="rId17" Type="http://schemas.openxmlformats.org/officeDocument/2006/relationships/tags" Target="../tags/tag315.xml"/><Relationship Id="rId16" Type="http://schemas.openxmlformats.org/officeDocument/2006/relationships/image" Target="../media/image308.wmf"/><Relationship Id="rId15" Type="http://schemas.openxmlformats.org/officeDocument/2006/relationships/oleObject" Target="../embeddings/oleObject496.bin"/><Relationship Id="rId14" Type="http://schemas.openxmlformats.org/officeDocument/2006/relationships/tags" Target="../tags/tag314.xml"/><Relationship Id="rId13" Type="http://schemas.openxmlformats.org/officeDocument/2006/relationships/image" Target="../media/image307.wmf"/><Relationship Id="rId12" Type="http://schemas.openxmlformats.org/officeDocument/2006/relationships/oleObject" Target="../embeddings/oleObject495.bin"/><Relationship Id="rId11" Type="http://schemas.openxmlformats.org/officeDocument/2006/relationships/tags" Target="../tags/tag313.xml"/><Relationship Id="rId10" Type="http://schemas.openxmlformats.org/officeDocument/2006/relationships/image" Target="../media/image306.wmf"/><Relationship Id="rId1" Type="http://schemas.openxmlformats.org/officeDocument/2006/relationships/tags" Target="../tags/tag307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498.bin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6" Type="http://schemas.openxmlformats.org/officeDocument/2006/relationships/vmlDrawing" Target="../drawings/vmlDrawing43.vml"/><Relationship Id="rId45" Type="http://schemas.openxmlformats.org/officeDocument/2006/relationships/slideLayout" Target="../slideLayouts/slideLayout13.xml"/><Relationship Id="rId44" Type="http://schemas.openxmlformats.org/officeDocument/2006/relationships/tags" Target="../tags/tag342.xml"/><Relationship Id="rId43" Type="http://schemas.openxmlformats.org/officeDocument/2006/relationships/image" Target="../media/image313.png"/><Relationship Id="rId42" Type="http://schemas.openxmlformats.org/officeDocument/2006/relationships/tags" Target="../tags/tag341.xml"/><Relationship Id="rId41" Type="http://schemas.openxmlformats.org/officeDocument/2006/relationships/image" Target="../media/image13.wmf"/><Relationship Id="rId40" Type="http://schemas.openxmlformats.org/officeDocument/2006/relationships/oleObject" Target="../embeddings/oleObject507.bin"/><Relationship Id="rId4" Type="http://schemas.openxmlformats.org/officeDocument/2006/relationships/tags" Target="../tags/tag323.xml"/><Relationship Id="rId39" Type="http://schemas.openxmlformats.org/officeDocument/2006/relationships/tags" Target="../tags/tag340.xml"/><Relationship Id="rId38" Type="http://schemas.openxmlformats.org/officeDocument/2006/relationships/image" Target="../media/image12.wmf"/><Relationship Id="rId37" Type="http://schemas.openxmlformats.org/officeDocument/2006/relationships/oleObject" Target="../embeddings/oleObject506.bin"/><Relationship Id="rId36" Type="http://schemas.openxmlformats.org/officeDocument/2006/relationships/tags" Target="../tags/tag339.xml"/><Relationship Id="rId35" Type="http://schemas.openxmlformats.org/officeDocument/2006/relationships/image" Target="../media/image312.wmf"/><Relationship Id="rId34" Type="http://schemas.openxmlformats.org/officeDocument/2006/relationships/oleObject" Target="../embeddings/oleObject505.bin"/><Relationship Id="rId33" Type="http://schemas.openxmlformats.org/officeDocument/2006/relationships/tags" Target="../tags/tag338.xml"/><Relationship Id="rId32" Type="http://schemas.openxmlformats.org/officeDocument/2006/relationships/tags" Target="../tags/tag337.xml"/><Relationship Id="rId31" Type="http://schemas.openxmlformats.org/officeDocument/2006/relationships/image" Target="../media/image303.wmf"/><Relationship Id="rId30" Type="http://schemas.openxmlformats.org/officeDocument/2006/relationships/oleObject" Target="../embeddings/oleObject504.bin"/><Relationship Id="rId3" Type="http://schemas.openxmlformats.org/officeDocument/2006/relationships/tags" Target="../tags/tag322.xml"/><Relationship Id="rId29" Type="http://schemas.openxmlformats.org/officeDocument/2006/relationships/tags" Target="../tags/tag336.xml"/><Relationship Id="rId28" Type="http://schemas.openxmlformats.org/officeDocument/2006/relationships/image" Target="../media/image311.wmf"/><Relationship Id="rId27" Type="http://schemas.openxmlformats.org/officeDocument/2006/relationships/oleObject" Target="../embeddings/oleObject503.bin"/><Relationship Id="rId26" Type="http://schemas.openxmlformats.org/officeDocument/2006/relationships/tags" Target="../tags/tag335.xml"/><Relationship Id="rId25" Type="http://schemas.openxmlformats.org/officeDocument/2006/relationships/tags" Target="../tags/tag334.xml"/><Relationship Id="rId24" Type="http://schemas.openxmlformats.org/officeDocument/2006/relationships/image" Target="../media/image11.wmf"/><Relationship Id="rId23" Type="http://schemas.openxmlformats.org/officeDocument/2006/relationships/oleObject" Target="../embeddings/oleObject502.bin"/><Relationship Id="rId22" Type="http://schemas.openxmlformats.org/officeDocument/2006/relationships/tags" Target="../tags/tag333.xml"/><Relationship Id="rId21" Type="http://schemas.openxmlformats.org/officeDocument/2006/relationships/tags" Target="../tags/tag332.xml"/><Relationship Id="rId20" Type="http://schemas.openxmlformats.org/officeDocument/2006/relationships/image" Target="../media/image156.wmf"/><Relationship Id="rId2" Type="http://schemas.openxmlformats.org/officeDocument/2006/relationships/tags" Target="../tags/tag321.xml"/><Relationship Id="rId19" Type="http://schemas.openxmlformats.org/officeDocument/2006/relationships/oleObject" Target="../embeddings/oleObject501.bin"/><Relationship Id="rId18" Type="http://schemas.openxmlformats.org/officeDocument/2006/relationships/tags" Target="../tags/tag331.xml"/><Relationship Id="rId17" Type="http://schemas.openxmlformats.org/officeDocument/2006/relationships/image" Target="../media/image155.wmf"/><Relationship Id="rId16" Type="http://schemas.openxmlformats.org/officeDocument/2006/relationships/oleObject" Target="../embeddings/oleObject500.bin"/><Relationship Id="rId15" Type="http://schemas.openxmlformats.org/officeDocument/2006/relationships/tags" Target="../tags/tag330.xml"/><Relationship Id="rId14" Type="http://schemas.openxmlformats.org/officeDocument/2006/relationships/image" Target="../media/image310.wmf"/><Relationship Id="rId13" Type="http://schemas.openxmlformats.org/officeDocument/2006/relationships/oleObject" Target="../embeddings/oleObject499.bin"/><Relationship Id="rId12" Type="http://schemas.openxmlformats.org/officeDocument/2006/relationships/tags" Target="../tags/tag329.xml"/><Relationship Id="rId11" Type="http://schemas.openxmlformats.org/officeDocument/2006/relationships/tags" Target="../tags/tag328.xml"/><Relationship Id="rId10" Type="http://schemas.openxmlformats.org/officeDocument/2006/relationships/tags" Target="../tags/tag327.xml"/><Relationship Id="rId1" Type="http://schemas.openxmlformats.org/officeDocument/2006/relationships/tags" Target="../tags/tag320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jpeg"/><Relationship Id="rId8" Type="http://schemas.openxmlformats.org/officeDocument/2006/relationships/image" Target="../media/image171.wmf"/><Relationship Id="rId7" Type="http://schemas.openxmlformats.org/officeDocument/2006/relationships/oleObject" Target="../embeddings/oleObject511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10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509.bin"/><Relationship Id="rId2" Type="http://schemas.openxmlformats.org/officeDocument/2006/relationships/image" Target="../media/image54.wmf"/><Relationship Id="rId14" Type="http://schemas.openxmlformats.org/officeDocument/2006/relationships/vmlDrawing" Target="../drawings/vmlDrawing44.v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343.xml"/><Relationship Id="rId11" Type="http://schemas.openxmlformats.org/officeDocument/2006/relationships/oleObject" Target="../embeddings/oleObject513.bin"/><Relationship Id="rId10" Type="http://schemas.openxmlformats.org/officeDocument/2006/relationships/oleObject" Target="../embeddings/oleObject512.bin"/><Relationship Id="rId1" Type="http://schemas.openxmlformats.org/officeDocument/2006/relationships/oleObject" Target="../embeddings/oleObject508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jpeg"/><Relationship Id="rId8" Type="http://schemas.openxmlformats.org/officeDocument/2006/relationships/image" Target="../media/image171.wmf"/><Relationship Id="rId7" Type="http://schemas.openxmlformats.org/officeDocument/2006/relationships/oleObject" Target="../embeddings/oleObject517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16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515.bin"/><Relationship Id="rId28" Type="http://schemas.openxmlformats.org/officeDocument/2006/relationships/vmlDrawing" Target="../drawings/vmlDrawing45.vml"/><Relationship Id="rId27" Type="http://schemas.openxmlformats.org/officeDocument/2006/relationships/slideLayout" Target="../slideLayouts/slideLayout13.xml"/><Relationship Id="rId26" Type="http://schemas.openxmlformats.org/officeDocument/2006/relationships/tags" Target="../tags/tag344.xml"/><Relationship Id="rId25" Type="http://schemas.openxmlformats.org/officeDocument/2006/relationships/image" Target="../media/image320.wmf"/><Relationship Id="rId24" Type="http://schemas.openxmlformats.org/officeDocument/2006/relationships/oleObject" Target="../embeddings/oleObject526.bin"/><Relationship Id="rId23" Type="http://schemas.openxmlformats.org/officeDocument/2006/relationships/image" Target="../media/image319.wmf"/><Relationship Id="rId22" Type="http://schemas.openxmlformats.org/officeDocument/2006/relationships/oleObject" Target="../embeddings/oleObject525.bin"/><Relationship Id="rId21" Type="http://schemas.openxmlformats.org/officeDocument/2006/relationships/image" Target="../media/image318.wmf"/><Relationship Id="rId20" Type="http://schemas.openxmlformats.org/officeDocument/2006/relationships/oleObject" Target="../embeddings/oleObject524.bin"/><Relationship Id="rId2" Type="http://schemas.openxmlformats.org/officeDocument/2006/relationships/image" Target="../media/image54.wmf"/><Relationship Id="rId19" Type="http://schemas.openxmlformats.org/officeDocument/2006/relationships/image" Target="../media/image317.wmf"/><Relationship Id="rId18" Type="http://schemas.openxmlformats.org/officeDocument/2006/relationships/oleObject" Target="../embeddings/oleObject523.bin"/><Relationship Id="rId17" Type="http://schemas.openxmlformats.org/officeDocument/2006/relationships/image" Target="../media/image316.wmf"/><Relationship Id="rId16" Type="http://schemas.openxmlformats.org/officeDocument/2006/relationships/oleObject" Target="../embeddings/oleObject522.bin"/><Relationship Id="rId15" Type="http://schemas.openxmlformats.org/officeDocument/2006/relationships/image" Target="../media/image315.wmf"/><Relationship Id="rId14" Type="http://schemas.openxmlformats.org/officeDocument/2006/relationships/oleObject" Target="../embeddings/oleObject521.bin"/><Relationship Id="rId13" Type="http://schemas.openxmlformats.org/officeDocument/2006/relationships/image" Target="../media/image314.wmf"/><Relationship Id="rId12" Type="http://schemas.openxmlformats.org/officeDocument/2006/relationships/oleObject" Target="../embeddings/oleObject520.bin"/><Relationship Id="rId11" Type="http://schemas.openxmlformats.org/officeDocument/2006/relationships/oleObject" Target="../embeddings/oleObject519.bin"/><Relationship Id="rId10" Type="http://schemas.openxmlformats.org/officeDocument/2006/relationships/oleObject" Target="../embeddings/oleObject518.bin"/><Relationship Id="rId1" Type="http://schemas.openxmlformats.org/officeDocument/2006/relationships/oleObject" Target="../embeddings/oleObject514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1.bin"/><Relationship Id="rId8" Type="http://schemas.openxmlformats.org/officeDocument/2006/relationships/image" Target="../media/image317.wmf"/><Relationship Id="rId7" Type="http://schemas.openxmlformats.org/officeDocument/2006/relationships/oleObject" Target="../embeddings/oleObject530.bin"/><Relationship Id="rId6" Type="http://schemas.openxmlformats.org/officeDocument/2006/relationships/image" Target="../media/image316.wmf"/><Relationship Id="rId5" Type="http://schemas.openxmlformats.org/officeDocument/2006/relationships/oleObject" Target="../embeddings/oleObject529.bin"/><Relationship Id="rId4" Type="http://schemas.openxmlformats.org/officeDocument/2006/relationships/image" Target="../media/image315.wmf"/><Relationship Id="rId3" Type="http://schemas.openxmlformats.org/officeDocument/2006/relationships/oleObject" Target="../embeddings/oleObject528.bin"/><Relationship Id="rId26" Type="http://schemas.openxmlformats.org/officeDocument/2006/relationships/vmlDrawing" Target="../drawings/vmlDrawing46.v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345.xml"/><Relationship Id="rId23" Type="http://schemas.openxmlformats.org/officeDocument/2006/relationships/oleObject" Target="../embeddings/oleObject540.bin"/><Relationship Id="rId22" Type="http://schemas.openxmlformats.org/officeDocument/2006/relationships/oleObject" Target="../embeddings/oleObject539.bin"/><Relationship Id="rId21" Type="http://schemas.openxmlformats.org/officeDocument/2006/relationships/oleObject" Target="../embeddings/oleObject538.bin"/><Relationship Id="rId20" Type="http://schemas.openxmlformats.org/officeDocument/2006/relationships/oleObject" Target="../embeddings/oleObject537.bin"/><Relationship Id="rId2" Type="http://schemas.openxmlformats.org/officeDocument/2006/relationships/image" Target="../media/image314.wmf"/><Relationship Id="rId19" Type="http://schemas.openxmlformats.org/officeDocument/2006/relationships/image" Target="../media/image322.wmf"/><Relationship Id="rId18" Type="http://schemas.openxmlformats.org/officeDocument/2006/relationships/oleObject" Target="../embeddings/oleObject536.bin"/><Relationship Id="rId17" Type="http://schemas.openxmlformats.org/officeDocument/2006/relationships/image" Target="../media/image321.wmf"/><Relationship Id="rId16" Type="http://schemas.openxmlformats.org/officeDocument/2006/relationships/oleObject" Target="../embeddings/oleObject535.bin"/><Relationship Id="rId15" Type="http://schemas.openxmlformats.org/officeDocument/2006/relationships/oleObject" Target="../embeddings/oleObject534.bin"/><Relationship Id="rId14" Type="http://schemas.openxmlformats.org/officeDocument/2006/relationships/image" Target="../media/image320.wmf"/><Relationship Id="rId13" Type="http://schemas.openxmlformats.org/officeDocument/2006/relationships/oleObject" Target="../embeddings/oleObject533.bin"/><Relationship Id="rId12" Type="http://schemas.openxmlformats.org/officeDocument/2006/relationships/image" Target="../media/image319.wmf"/><Relationship Id="rId11" Type="http://schemas.openxmlformats.org/officeDocument/2006/relationships/oleObject" Target="../embeddings/oleObject532.bin"/><Relationship Id="rId10" Type="http://schemas.openxmlformats.org/officeDocument/2006/relationships/image" Target="../media/image318.wmf"/><Relationship Id="rId1" Type="http://schemas.openxmlformats.org/officeDocument/2006/relationships/oleObject" Target="../embeddings/oleObject527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5.bin"/><Relationship Id="rId8" Type="http://schemas.openxmlformats.org/officeDocument/2006/relationships/image" Target="../media/image320.wmf"/><Relationship Id="rId7" Type="http://schemas.openxmlformats.org/officeDocument/2006/relationships/oleObject" Target="../embeddings/oleObject544.bin"/><Relationship Id="rId6" Type="http://schemas.openxmlformats.org/officeDocument/2006/relationships/image" Target="../media/image319.wmf"/><Relationship Id="rId5" Type="http://schemas.openxmlformats.org/officeDocument/2006/relationships/oleObject" Target="../embeddings/oleObject543.bin"/><Relationship Id="rId4" Type="http://schemas.openxmlformats.org/officeDocument/2006/relationships/image" Target="../media/image323.wmf"/><Relationship Id="rId3" Type="http://schemas.openxmlformats.org/officeDocument/2006/relationships/oleObject" Target="../embeddings/oleObject542.bin"/><Relationship Id="rId21" Type="http://schemas.openxmlformats.org/officeDocument/2006/relationships/vmlDrawing" Target="../drawings/vmlDrawing47.vml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314.wmf"/><Relationship Id="rId19" Type="http://schemas.openxmlformats.org/officeDocument/2006/relationships/tags" Target="../tags/tag346.xml"/><Relationship Id="rId18" Type="http://schemas.openxmlformats.org/officeDocument/2006/relationships/oleObject" Target="../embeddings/oleObject550.bin"/><Relationship Id="rId17" Type="http://schemas.openxmlformats.org/officeDocument/2006/relationships/oleObject" Target="../embeddings/oleObject549.bin"/><Relationship Id="rId16" Type="http://schemas.openxmlformats.org/officeDocument/2006/relationships/image" Target="../media/image318.wmf"/><Relationship Id="rId15" Type="http://schemas.openxmlformats.org/officeDocument/2006/relationships/oleObject" Target="../embeddings/oleObject548.bin"/><Relationship Id="rId14" Type="http://schemas.openxmlformats.org/officeDocument/2006/relationships/image" Target="../media/image317.wmf"/><Relationship Id="rId13" Type="http://schemas.openxmlformats.org/officeDocument/2006/relationships/oleObject" Target="../embeddings/oleObject547.bin"/><Relationship Id="rId12" Type="http://schemas.openxmlformats.org/officeDocument/2006/relationships/image" Target="../media/image316.wmf"/><Relationship Id="rId11" Type="http://schemas.openxmlformats.org/officeDocument/2006/relationships/oleObject" Target="../embeddings/oleObject546.bin"/><Relationship Id="rId10" Type="http://schemas.openxmlformats.org/officeDocument/2006/relationships/image" Target="../media/image315.wmf"/><Relationship Id="rId1" Type="http://schemas.openxmlformats.org/officeDocument/2006/relationships/oleObject" Target="../embeddings/oleObject541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8" Type="http://schemas.openxmlformats.org/officeDocument/2006/relationships/vmlDrawing" Target="../drawings/vmlDrawing48.vml"/><Relationship Id="rId27" Type="http://schemas.openxmlformats.org/officeDocument/2006/relationships/slideLayout" Target="../slideLayouts/slideLayout6.xml"/><Relationship Id="rId26" Type="http://schemas.openxmlformats.org/officeDocument/2006/relationships/tags" Target="../tags/tag362.xml"/><Relationship Id="rId25" Type="http://schemas.openxmlformats.org/officeDocument/2006/relationships/tags" Target="../tags/tag361.xml"/><Relationship Id="rId24" Type="http://schemas.openxmlformats.org/officeDocument/2006/relationships/image" Target="../media/image325.wmf"/><Relationship Id="rId23" Type="http://schemas.openxmlformats.org/officeDocument/2006/relationships/oleObject" Target="../embeddings/oleObject555.bin"/><Relationship Id="rId22" Type="http://schemas.openxmlformats.org/officeDocument/2006/relationships/tags" Target="../tags/tag360.xml"/><Relationship Id="rId21" Type="http://schemas.openxmlformats.org/officeDocument/2006/relationships/image" Target="../media/image301.wmf"/><Relationship Id="rId20" Type="http://schemas.openxmlformats.org/officeDocument/2006/relationships/oleObject" Target="../embeddings/oleObject554.bin"/><Relationship Id="rId2" Type="http://schemas.openxmlformats.org/officeDocument/2006/relationships/tags" Target="../tags/tag348.xml"/><Relationship Id="rId19" Type="http://schemas.openxmlformats.org/officeDocument/2006/relationships/tags" Target="../tags/tag359.xml"/><Relationship Id="rId18" Type="http://schemas.openxmlformats.org/officeDocument/2006/relationships/image" Target="../media/image298.wmf"/><Relationship Id="rId17" Type="http://schemas.openxmlformats.org/officeDocument/2006/relationships/oleObject" Target="../embeddings/oleObject553.bin"/><Relationship Id="rId16" Type="http://schemas.openxmlformats.org/officeDocument/2006/relationships/tags" Target="../tags/tag358.xml"/><Relationship Id="rId15" Type="http://schemas.openxmlformats.org/officeDocument/2006/relationships/image" Target="../media/image159.wmf"/><Relationship Id="rId14" Type="http://schemas.openxmlformats.org/officeDocument/2006/relationships/oleObject" Target="../embeddings/oleObject552.bin"/><Relationship Id="rId13" Type="http://schemas.openxmlformats.org/officeDocument/2006/relationships/tags" Target="../tags/tag357.xml"/><Relationship Id="rId12" Type="http://schemas.openxmlformats.org/officeDocument/2006/relationships/image" Target="../media/image324.wmf"/><Relationship Id="rId11" Type="http://schemas.openxmlformats.org/officeDocument/2006/relationships/oleObject" Target="../embeddings/oleObject551.bin"/><Relationship Id="rId10" Type="http://schemas.openxmlformats.org/officeDocument/2006/relationships/tags" Target="../tags/tag356.xml"/><Relationship Id="rId1" Type="http://schemas.openxmlformats.org/officeDocument/2006/relationships/tags" Target="../tags/tag34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939165" y="1182053"/>
          <a:ext cx="1580515" cy="601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914400" imgH="292100" progId="Equation.DSMT4">
                  <p:embed/>
                </p:oleObj>
              </mc:Choice>
              <mc:Fallback>
                <p:oleObj name="Equation" r:id="rId1" imgW="9144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9165" y="1182053"/>
                        <a:ext cx="1580515" cy="6019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363721" y="1079500"/>
          <a:ext cx="3184525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1841500" imgH="444500" progId="Equation.DSMT4">
                  <p:embed/>
                </p:oleObj>
              </mc:Choice>
              <mc:Fallback>
                <p:oleObj name="Equation" r:id="rId3" imgW="18415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3721" y="1079500"/>
                        <a:ext cx="3184525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7828915" y="1332865"/>
          <a:ext cx="598805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5" imgW="304800" imgH="203200" progId="Equation.DSMT4">
                  <p:embed/>
                </p:oleObj>
              </mc:Choice>
              <mc:Fallback>
                <p:oleObj name="Equation" r:id="rId5" imgW="304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28915" y="1332865"/>
                        <a:ext cx="598805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8357852" y="1317070"/>
            <a:ext cx="2315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是多项式函数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03555" y="2162175"/>
            <a:ext cx="1069340" cy="3200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围成闭域内是否有奇点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1572895" y="2595880"/>
            <a:ext cx="1302385" cy="234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>
            <a:off x="1572895" y="4585335"/>
            <a:ext cx="3266440" cy="12636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862455" y="1980565"/>
            <a:ext cx="62420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982595" y="2270125"/>
            <a:ext cx="4846320" cy="814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由柯西古萨积分定理，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6098540" y="2503488"/>
          <a:ext cx="65849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7" imgW="381000" imgH="203200" progId="Equation.DSMT4">
                  <p:embed/>
                </p:oleObj>
              </mc:Choice>
              <mc:Fallback>
                <p:oleObj name="Equation" r:id="rId7" imgW="381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8540" y="2503488"/>
                        <a:ext cx="65849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圆角矩形 60"/>
          <p:cNvSpPr/>
          <p:nvPr/>
        </p:nvSpPr>
        <p:spPr>
          <a:xfrm>
            <a:off x="4881245" y="3469640"/>
            <a:ext cx="1049020" cy="235775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复合闭路定理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725295" y="4747260"/>
            <a:ext cx="279336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" name="Object 4"/>
          <p:cNvGraphicFramePr>
            <a:graphicFrameLocks noChangeAspect="1"/>
          </p:cNvGraphicFramePr>
          <p:nvPr/>
        </p:nvGraphicFramePr>
        <p:xfrm>
          <a:off x="6137275" y="4914583"/>
          <a:ext cx="379730" cy="3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9" imgW="215900" imgH="165100" progId="Equation.DSMT4">
                  <p:embed/>
                </p:oleObj>
              </mc:Choice>
              <mc:Fallback>
                <p:oleObj name="Equation" r:id="rId9" imgW="2159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37275" y="4914583"/>
                        <a:ext cx="379730" cy="340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1725295" y="3901440"/>
            <a:ext cx="1120140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有且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6068695" y="3600450"/>
          <a:ext cx="44831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1" imgW="177165" imgH="228600" progId="Equation.DSMT4">
                  <p:embed/>
                </p:oleObj>
              </mc:Choice>
              <mc:Fallback>
                <p:oleObj name="Equation" r:id="rId11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68695" y="3600450"/>
                        <a:ext cx="448310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文本框 2"/>
          <p:cNvSpPr txBox="1"/>
          <p:nvPr/>
        </p:nvSpPr>
        <p:spPr>
          <a:xfrm>
            <a:off x="6516987" y="3696415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7" name="文本框 2"/>
          <p:cNvSpPr txBox="1"/>
          <p:nvPr/>
        </p:nvSpPr>
        <p:spPr>
          <a:xfrm>
            <a:off x="7654272" y="3666570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圆周：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8" name="Object 4"/>
          <p:cNvGraphicFramePr>
            <a:graphicFrameLocks noChangeAspect="1"/>
          </p:cNvGraphicFramePr>
          <p:nvPr/>
        </p:nvGraphicFramePr>
        <p:xfrm>
          <a:off x="8656320" y="3666490"/>
          <a:ext cx="29375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13" imgW="1459865" imgH="228600" progId="Equation.DSMT4">
                  <p:embed/>
                </p:oleObj>
              </mc:Choice>
              <mc:Fallback>
                <p:oleObj name="Equation" r:id="rId13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56320" y="3666490"/>
                        <a:ext cx="2937510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52475" y="2176463"/>
          <a:ext cx="5708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330200" imgH="203200" progId="Equation.DSMT4">
                  <p:embed/>
                </p:oleObj>
              </mc:Choice>
              <mc:Fallback>
                <p:oleObj name="Equation" r:id="rId15" imgW="330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2475" y="2176463"/>
                        <a:ext cx="5708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/>
        </p:nvSpPr>
        <p:spPr>
          <a:xfrm>
            <a:off x="3148947" y="1253570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可化为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78100" y="1288733"/>
          <a:ext cx="5708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330200" imgH="203200" progId="Equation.DSMT4">
                  <p:embed/>
                </p:oleObj>
              </mc:Choice>
              <mc:Fallback>
                <p:oleObj name="Equation" r:id="rId17" imgW="330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78100" y="1288733"/>
                        <a:ext cx="5708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4"/>
          <p:cNvGraphicFramePr>
            <a:graphicFrameLocks noChangeAspect="1"/>
          </p:cNvGraphicFramePr>
          <p:nvPr/>
        </p:nvGraphicFramePr>
        <p:xfrm>
          <a:off x="2659380" y="3901440"/>
          <a:ext cx="183134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19" imgW="723900" imgH="228600" progId="Equation.DSMT4">
                  <p:embed/>
                </p:oleObj>
              </mc:Choice>
              <mc:Fallback>
                <p:oleObj name="Equation" r:id="rId19" imgW="7239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59380" y="3901440"/>
                        <a:ext cx="1831340" cy="692785"/>
                      </a:xfrm>
                      <a:prstGeom prst="rect">
                        <a:avLst/>
                      </a:prstGeom>
                      <a:solidFill>
                        <a:schemeClr val="accent3"/>
                      </a:solidFill>
                      <a:ln w="9525">
                        <a:solidFill>
                          <a:schemeClr val="tx2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标注 20"/>
          <p:cNvSpPr/>
          <p:nvPr>
            <p:custDataLst>
              <p:tags r:id="rId21"/>
            </p:custDataLst>
          </p:nvPr>
        </p:nvSpPr>
        <p:spPr>
          <a:xfrm>
            <a:off x="7281545" y="4572635"/>
            <a:ext cx="1946910" cy="936625"/>
          </a:xfrm>
          <a:prstGeom prst="wedgeRectCallout">
            <a:avLst>
              <a:gd name="adj1" fmla="val 66275"/>
              <a:gd name="adj2" fmla="val 12884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标注 19"/>
          <p:cNvSpPr/>
          <p:nvPr>
            <p:custDataLst>
              <p:tags r:id="rId22"/>
            </p:custDataLst>
          </p:nvPr>
        </p:nvSpPr>
        <p:spPr>
          <a:xfrm>
            <a:off x="7281545" y="4586605"/>
            <a:ext cx="1946910" cy="936625"/>
          </a:xfrm>
          <a:prstGeom prst="wedgeRectCallout">
            <a:avLst>
              <a:gd name="adj1" fmla="val -60135"/>
              <a:gd name="adj2" fmla="val 136440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9503728" y="5648643"/>
          <a:ext cx="61468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4" imgW="355600" imgH="228600" progId="Equation.DSMT4">
                  <p:embed/>
                </p:oleObj>
              </mc:Choice>
              <mc:Fallback>
                <p:oleObj name="Equation" r:id="rId24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503728" y="5648643"/>
                        <a:ext cx="61468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597458" y="5911216"/>
          <a:ext cx="61468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7" imgW="355600" imgH="228600" progId="Equation.DSMT4">
                  <p:embed/>
                </p:oleObj>
              </mc:Choice>
              <mc:Fallback>
                <p:oleObj name="Equation" r:id="rId27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97458" y="5911216"/>
                        <a:ext cx="614680" cy="474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7281228" y="4640263"/>
          <a:ext cx="182943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9" imgW="1041400" imgH="431800" progId="Equation.DSMT4">
                  <p:embed/>
                </p:oleObj>
              </mc:Choice>
              <mc:Fallback>
                <p:oleObj name="Equation" r:id="rId29" imgW="10414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281228" y="4640263"/>
                        <a:ext cx="182943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6516688" y="4640263"/>
          <a:ext cx="60261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1" imgW="342900" imgH="431800" progId="Equation.DSMT4">
                  <p:embed/>
                </p:oleObj>
              </mc:Choice>
              <mc:Fallback>
                <p:oleObj name="Equation" r:id="rId31" imgW="3429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16688" y="4640263"/>
                        <a:ext cx="60261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6811963" y="6385561"/>
          <a:ext cx="46926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33" imgW="266700" imgH="177165" progId="Equation.DSMT4">
                  <p:embed/>
                </p:oleObj>
              </mc:Choice>
              <mc:Fallback>
                <p:oleObj name="Equation" r:id="rId33" imgW="2667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811963" y="6385561"/>
                        <a:ext cx="469265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9631046" y="6385561"/>
          <a:ext cx="22352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5" imgW="127000" imgH="177165" progId="Equation.DSMT4">
                  <p:embed/>
                </p:oleObj>
              </mc:Choice>
              <mc:Fallback>
                <p:oleObj name="Equation" r:id="rId35" imgW="127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631046" y="6385561"/>
                        <a:ext cx="223520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3" grpId="0" bldLvl="0" animBg="1"/>
      <p:bldP spid="51" grpId="0" bldLvl="0" animBg="1"/>
      <p:bldP spid="56" grpId="0" bldLvl="0" animBg="1"/>
      <p:bldP spid="52" grpId="0" bldLvl="0" animBg="1"/>
      <p:bldP spid="86" grpId="0" bldLvl="0" animBg="1"/>
      <p:bldP spid="93" grpId="0" bldLvl="0" animBg="1"/>
      <p:bldP spid="61" grpId="0" bldLvl="0" animBg="1"/>
      <p:bldP spid="96" grpId="0"/>
      <p:bldP spid="97" grpId="0"/>
      <p:bldP spid="20" grpId="0" bldLvl="0" animBg="1"/>
      <p:bldP spid="2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362093" y="2477613"/>
            <a:ext cx="1139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33643" y="247761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3" name="Object 10"/>
          <p:cNvGraphicFramePr>
            <a:graphicFrameLocks noChangeAspect="1"/>
          </p:cNvGraphicFramePr>
          <p:nvPr/>
        </p:nvGraphicFramePr>
        <p:xfrm>
          <a:off x="4244340" y="2221230"/>
          <a:ext cx="2033270" cy="104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1" imgW="862965" imgH="393700" progId="Equation.DSMT4">
                  <p:embed/>
                </p:oleObj>
              </mc:Choice>
              <mc:Fallback>
                <p:oleObj name="Equation" r:id="rId1" imgW="862965" imgH="3937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44340" y="2221230"/>
                        <a:ext cx="2033270" cy="1042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ct 4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70890" y="2455228"/>
          <a:ext cx="2129155" cy="890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2" imgW="1231265" imgH="431800" progId="Equation.DSMT4">
                  <p:embed/>
                </p:oleObj>
              </mc:Choice>
              <mc:Fallback>
                <p:oleObj name="Equation" r:id="rId2" imgW="1231265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0890" y="2455228"/>
                        <a:ext cx="2129155" cy="890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>
            <p:custDataLst>
              <p:tags r:id="rId4"/>
            </p:custDataLst>
          </p:nvPr>
        </p:nvSpPr>
        <p:spPr>
          <a:xfrm>
            <a:off x="1235710" y="1706880"/>
            <a:ext cx="1095629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用重要积分与柯西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古萨积分定理以及复合闭路定理，只能计算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文本框 2"/>
          <p:cNvSpPr txBox="1"/>
          <p:nvPr>
            <p:custDataLst>
              <p:tags r:id="rId5"/>
            </p:custDataLst>
          </p:nvPr>
        </p:nvSpPr>
        <p:spPr>
          <a:xfrm>
            <a:off x="2922270" y="2640330"/>
            <a:ext cx="235013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类型的积分，  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9420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4688" y="1532040"/>
            <a:ext cx="811022" cy="869967"/>
          </a:xfrm>
          <a:prstGeom prst="rect">
            <a:avLst/>
          </a:prstGeom>
          <a:noFill/>
        </p:spPr>
      </p:pic>
      <p:graphicFrame>
        <p:nvGraphicFramePr>
          <p:cNvPr id="19" name="Object 4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5996305" y="2508568"/>
          <a:ext cx="3250565" cy="890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8" imgW="1879600" imgH="431800" progId="Equation.DSMT4">
                  <p:embed/>
                </p:oleObj>
              </mc:Choice>
              <mc:Fallback>
                <p:oleObj name="Equation" r:id="rId8" imgW="18796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96305" y="2508568"/>
                        <a:ext cx="3250565" cy="890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>
            <p:custDataLst>
              <p:tags r:id="rId10"/>
            </p:custDataLst>
          </p:nvPr>
        </p:nvSpPr>
        <p:spPr>
          <a:xfrm>
            <a:off x="5074285" y="2640330"/>
            <a:ext cx="677862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那么                             类型的积分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>
            <p:custDataLst>
              <p:tags r:id="rId11"/>
            </p:custDataLst>
          </p:nvPr>
        </p:nvSpPr>
        <p:spPr>
          <a:xfrm>
            <a:off x="770890" y="3663315"/>
            <a:ext cx="39039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用什么方法来计算呢？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>
            <p:custDataLst>
              <p:tags r:id="rId12"/>
            </p:custDataLst>
          </p:nvPr>
        </p:nvSpPr>
        <p:spPr>
          <a:xfrm>
            <a:off x="913765" y="4946650"/>
            <a:ext cx="679577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先介绍                           的计算公式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234883" y="4761548"/>
          <a:ext cx="2811780" cy="890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4" imgW="1625600" imgH="431800" progId="Equation.DSMT4">
                  <p:embed/>
                </p:oleObj>
              </mc:Choice>
              <mc:Fallback>
                <p:oleObj name="Equation" r:id="rId14" imgW="16256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34883" y="4761548"/>
                        <a:ext cx="2811780" cy="890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>
            <p:custDataLst>
              <p:tags r:id="rId16"/>
            </p:custDataLst>
          </p:nvPr>
        </p:nvSpPr>
        <p:spPr>
          <a:xfrm>
            <a:off x="6990715" y="4946650"/>
            <a:ext cx="39039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------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柯西积分公式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7" grpId="0"/>
      <p:bldP spid="28" grpId="0"/>
      <p:bldP spid="29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58265" y="3719830"/>
            <a:ext cx="53257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柯西积分公式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及其推论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197921" y="1388047"/>
                <a:ext cx="1874520" cy="1089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21" y="1388047"/>
                <a:ext cx="1874520" cy="1089025"/>
              </a:xfrm>
              <a:prstGeom prst="rect">
                <a:avLst/>
              </a:prstGeom>
              <a:blipFill rotWithShape="1">
                <a:blip r:embed="rId1"/>
                <a:stretch>
                  <a:fillRect l="-30" t="-53" r="30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264211" y="1671257"/>
                <a:ext cx="3996055" cy="510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围成区域内解析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211" y="1671257"/>
                <a:ext cx="3996055" cy="510540"/>
              </a:xfrm>
              <a:prstGeom prst="rect">
                <a:avLst/>
              </a:prstGeom>
              <a:blipFill rotWithShape="1">
                <a:blip r:embed="rId2"/>
                <a:stretch>
                  <a:fillRect l="-14" t="-112" r="-176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197921" y="2701227"/>
                <a:ext cx="2676525" cy="1089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21" y="2701227"/>
                <a:ext cx="2676525" cy="1089025"/>
              </a:xfrm>
              <a:prstGeom prst="rect">
                <a:avLst/>
              </a:prstGeom>
              <a:blipFill rotWithShape="1">
                <a:blip r:embed="rId3"/>
                <a:stretch>
                  <a:fillRect l="-21" t="-53" r="21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962711" y="2984437"/>
                <a:ext cx="4673600" cy="510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围成区域内有奇点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11" y="2984437"/>
                <a:ext cx="4673600" cy="510540"/>
              </a:xfrm>
              <a:prstGeom prst="rect">
                <a:avLst/>
              </a:prstGeom>
              <a:blipFill rotWithShape="1">
                <a:blip r:embed="rId4"/>
                <a:stretch>
                  <a:fillRect l="-12" t="-112" r="-4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2"/>
          <p:cNvSpPr txBox="1"/>
          <p:nvPr/>
        </p:nvSpPr>
        <p:spPr>
          <a:xfrm>
            <a:off x="943503" y="4644233"/>
            <a:ext cx="1139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082736" y="4349052"/>
                <a:ext cx="3725545" cy="1089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&gt;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736" y="4349052"/>
                <a:ext cx="3725545" cy="1089025"/>
              </a:xfrm>
              <a:prstGeom prst="rect">
                <a:avLst/>
              </a:prstGeom>
              <a:blipFill rotWithShape="1">
                <a:blip r:embed="rId5"/>
                <a:stretch>
                  <a:fillRect l="-15" t="-53" r="15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420171" y="5438077"/>
                <a:ext cx="6620510" cy="510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围成区域内解析且不为常值函数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171" y="5438077"/>
                <a:ext cx="6620510" cy="510540"/>
              </a:xfrm>
              <a:prstGeom prst="rect">
                <a:avLst/>
              </a:prstGeom>
              <a:blipFill rotWithShape="1">
                <a:blip r:embed="rId6"/>
                <a:stretch>
                  <a:fillRect l="-9" t="-112" r="9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988621" y="4665917"/>
                <a:ext cx="2934335" cy="5073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621" y="4665917"/>
                <a:ext cx="2934335" cy="507365"/>
              </a:xfrm>
              <a:prstGeom prst="rect">
                <a:avLst/>
              </a:prstGeom>
              <a:blipFill rotWithShape="1">
                <a:blip r:embed="rId7"/>
                <a:stretch>
                  <a:fillRect l="-19" t="-113" r="-240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53745" y="16802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柯西</a:t>
            </a:r>
            <a:r>
              <a:rPr lang="en-US" altLang="zh-CN" sz="2800"/>
              <a:t>-</a:t>
            </a:r>
            <a:r>
              <a:rPr lang="zh-CN" altLang="en-US" sz="2800"/>
              <a:t>古撒积分定理：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096645" y="3084830"/>
            <a:ext cx="2713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复合</a:t>
            </a:r>
            <a:r>
              <a:rPr lang="zh-CN" altLang="en-US" sz="2800"/>
              <a:t>闭路定理：</a:t>
            </a:r>
            <a:endParaRPr lang="zh-CN" altLang="en-US" sz="2800"/>
          </a:p>
        </p:txBody>
      </p:sp>
      <p:sp>
        <p:nvSpPr>
          <p:cNvPr id="13" name="文本框 12"/>
          <p:cNvSpPr txBox="1"/>
          <p:nvPr/>
        </p:nvSpPr>
        <p:spPr>
          <a:xfrm>
            <a:off x="2202751" y="6211507"/>
            <a:ext cx="1755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>
                <a:latin typeface="Cambria Math" panose="02040503050406030204" charset="0"/>
                <a:ea typeface="MS Mincho" charset="0"/>
                <a:cs typeface="Cambria Math" panose="02040503050406030204" charset="0"/>
              </a:rPr>
              <a:t>如何计算</a:t>
            </a:r>
            <a:r>
              <a:rPr lang="en-US" altLang="zh-CN" sz="2800">
                <a:latin typeface="Cambria Math" panose="02040503050406030204" charset="0"/>
                <a:ea typeface="MS Mincho" charset="0"/>
                <a:cs typeface="Cambria Math" panose="02040503050406030204" charset="0"/>
              </a:rPr>
              <a:t>?</a:t>
            </a:r>
            <a:endParaRPr lang="en-US" altLang="zh-CN" sz="2800">
              <a:latin typeface="Cambria Math" panose="02040503050406030204" charset="0"/>
              <a:ea typeface="MS Mincho" charset="0"/>
              <a:cs typeface="Cambria Math" panose="02040503050406030204" charset="0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132487" y="2929573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518871" y="1495531"/>
            <a:ext cx="0" cy="5217946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4786630" y="1388993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7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7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5537200" y="1388745"/>
            <a:ext cx="420687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柯西积分公式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4723765" y="4230160"/>
            <a:ext cx="687705" cy="58356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5474335" y="4230160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7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高阶导数公式</a:t>
            </a:r>
            <a:endParaRPr lang="zh-CN" altLang="en-US" sz="287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1132214" y="3583306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本节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6867208" y="2065020"/>
          <a:ext cx="158940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2" imgW="774065" imgH="431800" progId="Equation.DSMT4">
                  <p:embed/>
                </p:oleObj>
              </mc:Choice>
              <mc:Fallback>
                <p:oleObj name="" r:id="rId12" imgW="774065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67208" y="2065020"/>
                        <a:ext cx="1589405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5300345" y="2296795"/>
            <a:ext cx="468058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用于计算 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8472805" y="2225675"/>
          <a:ext cx="45529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6" imgW="165100" imgH="228600" progId="Equation.DSMT4">
                  <p:embed/>
                </p:oleObj>
              </mc:Choice>
              <mc:Fallback>
                <p:oleObj name="" r:id="rId16" imgW="165100" imgH="228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472805" y="2225675"/>
                        <a:ext cx="455295" cy="63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8891905" y="2261235"/>
            <a:ext cx="308546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在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C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围成区域内。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6771006" y="4973320"/>
          <a:ext cx="213868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0" imgW="1041400" imgH="431800" progId="Equation.DSMT4">
                  <p:embed/>
                </p:oleObj>
              </mc:Choice>
              <mc:Fallback>
                <p:oleObj name="" r:id="rId20" imgW="1041400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771006" y="4973320"/>
                        <a:ext cx="2138680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>
            <p:custDataLst>
              <p:tags r:id="rId22"/>
            </p:custDataLst>
          </p:nvPr>
        </p:nvSpPr>
        <p:spPr>
          <a:xfrm>
            <a:off x="5211445" y="5205095"/>
            <a:ext cx="468058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用于计算 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8893175" y="5151755"/>
          <a:ext cx="454660" cy="62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24" imgW="165100" imgH="228600" progId="Equation.DSMT4">
                  <p:embed/>
                </p:oleObj>
              </mc:Choice>
              <mc:Fallback>
                <p:oleObj name="" r:id="rId24" imgW="165100" imgH="228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893175" y="5151755"/>
                        <a:ext cx="454660" cy="629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25"/>
            </p:custDataLst>
          </p:nvPr>
        </p:nvSpPr>
        <p:spPr>
          <a:xfrm>
            <a:off x="9223375" y="5205095"/>
            <a:ext cx="299466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在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C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围成区域内。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197921" y="961962"/>
                <a:ext cx="1874520" cy="1089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21" y="961962"/>
                <a:ext cx="1874520" cy="1089025"/>
              </a:xfrm>
              <a:prstGeom prst="rect">
                <a:avLst/>
              </a:prstGeom>
              <a:blipFill rotWithShape="1">
                <a:blip r:embed="rId1"/>
                <a:stretch>
                  <a:fillRect l="-30" t="-53" r="30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264211" y="1245172"/>
                <a:ext cx="3996055" cy="510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围成区域内解析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211" y="1245172"/>
                <a:ext cx="3996055" cy="510540"/>
              </a:xfrm>
              <a:prstGeom prst="rect">
                <a:avLst/>
              </a:prstGeom>
              <a:blipFill rotWithShape="1">
                <a:blip r:embed="rId2"/>
                <a:stretch>
                  <a:fillRect l="-14" t="-112" r="-176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197921" y="2275142"/>
                <a:ext cx="2676525" cy="1089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21" y="2275142"/>
                <a:ext cx="2676525" cy="1089025"/>
              </a:xfrm>
              <a:prstGeom prst="rect">
                <a:avLst/>
              </a:prstGeom>
              <a:blipFill rotWithShape="1">
                <a:blip r:embed="rId3"/>
                <a:stretch>
                  <a:fillRect l="-21" t="-53" r="21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962711" y="2558352"/>
                <a:ext cx="4673600" cy="510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围成区域内有奇点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11" y="2558352"/>
                <a:ext cx="4673600" cy="510540"/>
              </a:xfrm>
              <a:prstGeom prst="rect">
                <a:avLst/>
              </a:prstGeom>
              <a:blipFill rotWithShape="1">
                <a:blip r:embed="rId4"/>
                <a:stretch>
                  <a:fillRect l="-12" t="-112" r="-4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2"/>
          <p:cNvSpPr txBox="1"/>
          <p:nvPr/>
        </p:nvSpPr>
        <p:spPr>
          <a:xfrm>
            <a:off x="1409593" y="4062573"/>
            <a:ext cx="1139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428811" y="3767392"/>
                <a:ext cx="3725545" cy="1089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&gt;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811" y="3767392"/>
                <a:ext cx="3725545" cy="1089025"/>
              </a:xfrm>
              <a:prstGeom prst="rect">
                <a:avLst/>
              </a:prstGeom>
              <a:blipFill rotWithShape="1">
                <a:blip r:embed="rId5"/>
                <a:stretch>
                  <a:fillRect l="-15" t="-53" r="15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766246" y="4856417"/>
                <a:ext cx="6620510" cy="510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围成区域内解析且不为常值函数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246" y="4856417"/>
                <a:ext cx="6620510" cy="510540"/>
              </a:xfrm>
              <a:prstGeom prst="rect">
                <a:avLst/>
              </a:prstGeom>
              <a:blipFill rotWithShape="1">
                <a:blip r:embed="rId6"/>
                <a:stretch>
                  <a:fillRect l="-9" t="-112" r="9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334696" y="4084257"/>
                <a:ext cx="2934335" cy="5073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在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围成区域内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96" y="4084257"/>
                <a:ext cx="2934335" cy="507365"/>
              </a:xfrm>
              <a:prstGeom prst="rect">
                <a:avLst/>
              </a:prstGeom>
              <a:blipFill rotWithShape="1">
                <a:blip r:embed="rId7"/>
                <a:stretch>
                  <a:fillRect l="-19" t="-113" r="-240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1249045" y="5912485"/>
            <a:ext cx="6795770" cy="890270"/>
            <a:chOff x="2107" y="8999"/>
            <a:chExt cx="10702" cy="1402"/>
          </a:xfrm>
        </p:grpSpPr>
        <p:sp>
          <p:nvSpPr>
            <p:cNvPr id="29" name="文本框 2"/>
            <p:cNvSpPr txBox="1"/>
            <p:nvPr>
              <p:custDataLst>
                <p:tags r:id="rId8"/>
              </p:custDataLst>
            </p:nvPr>
          </p:nvSpPr>
          <p:spPr>
            <a:xfrm>
              <a:off x="2107" y="9290"/>
              <a:ext cx="10702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先介绍                           的计算公式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4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4188" y="8999"/>
            <a:ext cx="4428" cy="1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Equation" r:id="rId10" imgW="1625600" imgH="431800" progId="Equation.DSMT4">
                    <p:embed/>
                  </p:oleObj>
                </mc:Choice>
                <mc:Fallback>
                  <p:oleObj name="Equation" r:id="rId10" imgW="1625600" imgH="4318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188" y="8999"/>
                          <a:ext cx="4428" cy="14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2"/>
          <p:cNvSpPr txBox="1"/>
          <p:nvPr>
            <p:custDataLst>
              <p:tags r:id="rId12"/>
            </p:custDataLst>
          </p:nvPr>
        </p:nvSpPr>
        <p:spPr>
          <a:xfrm>
            <a:off x="7325995" y="6097270"/>
            <a:ext cx="39039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------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柯西积分公式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3745" y="12541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柯西</a:t>
            </a:r>
            <a:r>
              <a:rPr lang="en-US" altLang="zh-CN" sz="2800"/>
              <a:t>-</a:t>
            </a:r>
            <a:r>
              <a:rPr lang="zh-CN" altLang="en-US" sz="2800"/>
              <a:t>古撒积分定理：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096645" y="2658745"/>
            <a:ext cx="2713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复合</a:t>
            </a:r>
            <a:r>
              <a:rPr lang="zh-CN" altLang="en-US" sz="2800"/>
              <a:t>闭路定理：</a:t>
            </a:r>
            <a:endParaRPr lang="zh-CN" altLang="en-US" sz="2800"/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11545" y="4260215"/>
            <a:ext cx="4476115" cy="57975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柯 西 积 分 公 式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220335" y="4121150"/>
            <a:ext cx="4476115" cy="579755"/>
          </a:xfrm>
        </p:spPr>
        <p:txBody>
          <a:bodyPr>
            <a:noAutofit/>
          </a:bodyPr>
          <a:lstStyle/>
          <a:p>
            <a:r>
              <a:rPr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回      顾</a:t>
            </a:r>
            <a:endParaRPr sz="40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939165" y="678498"/>
          <a:ext cx="1580515" cy="601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914400" imgH="292100" progId="Equation.DSMT4">
                  <p:embed/>
                </p:oleObj>
              </mc:Choice>
              <mc:Fallback>
                <p:oleObj name="Equation" r:id="rId1" imgW="9144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9165" y="678498"/>
                        <a:ext cx="1580515" cy="6019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363721" y="522605"/>
          <a:ext cx="3184525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1841500" imgH="444500" progId="Equation.DSMT4">
                  <p:embed/>
                </p:oleObj>
              </mc:Choice>
              <mc:Fallback>
                <p:oleObj name="Equation" r:id="rId3" imgW="18415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3721" y="522605"/>
                        <a:ext cx="3184525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7828598" y="811530"/>
          <a:ext cx="527050" cy="4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5" imgW="304800" imgH="203200" progId="Equation.DSMT4">
                  <p:embed/>
                </p:oleObj>
              </mc:Choice>
              <mc:Fallback>
                <p:oleObj name="Equation" r:id="rId5" imgW="304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28598" y="811530"/>
                        <a:ext cx="527050" cy="418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8304512" y="760175"/>
            <a:ext cx="2315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是多项式函数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03555" y="2244725"/>
            <a:ext cx="1069340" cy="32004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围成闭域内是否有奇点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1572895" y="2678430"/>
            <a:ext cx="1302385" cy="234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>
            <a:off x="1572895" y="4667885"/>
            <a:ext cx="3266440" cy="12636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862455" y="2063115"/>
            <a:ext cx="62420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982595" y="2352675"/>
            <a:ext cx="4846320" cy="814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由柯西古萨积分定理，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6098540" y="2586038"/>
          <a:ext cx="65849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7" imgW="381000" imgH="203200" progId="Equation.DSMT4">
                  <p:embed/>
                </p:oleObj>
              </mc:Choice>
              <mc:Fallback>
                <p:oleObj name="Equation" r:id="rId7" imgW="381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8540" y="2586038"/>
                        <a:ext cx="65849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圆角矩形 60"/>
          <p:cNvSpPr/>
          <p:nvPr/>
        </p:nvSpPr>
        <p:spPr>
          <a:xfrm>
            <a:off x="4881245" y="3552190"/>
            <a:ext cx="1049020" cy="235775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复合闭路定理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725295" y="4829810"/>
            <a:ext cx="279336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" name="Object 4"/>
          <p:cNvGraphicFramePr>
            <a:graphicFrameLocks noChangeAspect="1"/>
          </p:cNvGraphicFramePr>
          <p:nvPr/>
        </p:nvGraphicFramePr>
        <p:xfrm>
          <a:off x="6137275" y="4997133"/>
          <a:ext cx="379730" cy="3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9" imgW="215900" imgH="165100" progId="Equation.DSMT4">
                  <p:embed/>
                </p:oleObj>
              </mc:Choice>
              <mc:Fallback>
                <p:oleObj name="Equation" r:id="rId9" imgW="2159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37275" y="4997133"/>
                        <a:ext cx="379730" cy="340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1725295" y="3983990"/>
            <a:ext cx="1120140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有且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6068695" y="3683000"/>
          <a:ext cx="44831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1" imgW="177165" imgH="228600" progId="Equation.DSMT4">
                  <p:embed/>
                </p:oleObj>
              </mc:Choice>
              <mc:Fallback>
                <p:oleObj name="Equation" r:id="rId11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68695" y="3683000"/>
                        <a:ext cx="448310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文本框 2"/>
          <p:cNvSpPr txBox="1"/>
          <p:nvPr/>
        </p:nvSpPr>
        <p:spPr>
          <a:xfrm>
            <a:off x="6516987" y="3778965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7" name="文本框 2"/>
          <p:cNvSpPr txBox="1"/>
          <p:nvPr/>
        </p:nvSpPr>
        <p:spPr>
          <a:xfrm>
            <a:off x="7654272" y="3749120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圆周：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8" name="Object 4"/>
          <p:cNvGraphicFramePr>
            <a:graphicFrameLocks noChangeAspect="1"/>
          </p:cNvGraphicFramePr>
          <p:nvPr/>
        </p:nvGraphicFramePr>
        <p:xfrm>
          <a:off x="8656320" y="3749040"/>
          <a:ext cx="29375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13" imgW="1459865" imgH="228600" progId="Equation.DSMT4">
                  <p:embed/>
                </p:oleObj>
              </mc:Choice>
              <mc:Fallback>
                <p:oleObj name="Equation" r:id="rId13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56320" y="3749040"/>
                        <a:ext cx="2937510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52475" y="2259013"/>
          <a:ext cx="5708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330200" imgH="203200" progId="Equation.DSMT4">
                  <p:embed/>
                </p:oleObj>
              </mc:Choice>
              <mc:Fallback>
                <p:oleObj name="Equation" r:id="rId15" imgW="330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2475" y="2259013"/>
                        <a:ext cx="5708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/>
        </p:nvSpPr>
        <p:spPr>
          <a:xfrm>
            <a:off x="3148947" y="678895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可化为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78100" y="678498"/>
          <a:ext cx="5708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330200" imgH="203200" progId="Equation.DSMT4">
                  <p:embed/>
                </p:oleObj>
              </mc:Choice>
              <mc:Fallback>
                <p:oleObj name="Equation" r:id="rId17" imgW="330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78100" y="678498"/>
                        <a:ext cx="5708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4"/>
          <p:cNvGraphicFramePr>
            <a:graphicFrameLocks noChangeAspect="1"/>
          </p:cNvGraphicFramePr>
          <p:nvPr/>
        </p:nvGraphicFramePr>
        <p:xfrm>
          <a:off x="2659380" y="3983990"/>
          <a:ext cx="183134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19" imgW="723900" imgH="228600" progId="Equation.DSMT4">
                  <p:embed/>
                </p:oleObj>
              </mc:Choice>
              <mc:Fallback>
                <p:oleObj name="Equation" r:id="rId19" imgW="7239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59380" y="3983990"/>
                        <a:ext cx="1831340" cy="692785"/>
                      </a:xfrm>
                      <a:prstGeom prst="rect">
                        <a:avLst/>
                      </a:prstGeom>
                      <a:solidFill>
                        <a:schemeClr val="accent3"/>
                      </a:solidFill>
                      <a:ln w="9525">
                        <a:solidFill>
                          <a:schemeClr val="tx2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标注 20"/>
          <p:cNvSpPr/>
          <p:nvPr>
            <p:custDataLst>
              <p:tags r:id="rId21"/>
            </p:custDataLst>
          </p:nvPr>
        </p:nvSpPr>
        <p:spPr>
          <a:xfrm>
            <a:off x="7281545" y="4655185"/>
            <a:ext cx="1946910" cy="936625"/>
          </a:xfrm>
          <a:prstGeom prst="wedgeRectCallout">
            <a:avLst>
              <a:gd name="adj1" fmla="val 66275"/>
              <a:gd name="adj2" fmla="val 12884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标注 19"/>
          <p:cNvSpPr/>
          <p:nvPr>
            <p:custDataLst>
              <p:tags r:id="rId22"/>
            </p:custDataLst>
          </p:nvPr>
        </p:nvSpPr>
        <p:spPr>
          <a:xfrm>
            <a:off x="7281545" y="4669155"/>
            <a:ext cx="1946910" cy="936625"/>
          </a:xfrm>
          <a:prstGeom prst="wedgeRectCallout">
            <a:avLst>
              <a:gd name="adj1" fmla="val -60135"/>
              <a:gd name="adj2" fmla="val 136440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9503728" y="5731193"/>
          <a:ext cx="61468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4" imgW="355600" imgH="228600" progId="Equation.DSMT4">
                  <p:embed/>
                </p:oleObj>
              </mc:Choice>
              <mc:Fallback>
                <p:oleObj name="Equation" r:id="rId24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503728" y="5731193"/>
                        <a:ext cx="61468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597458" y="5993766"/>
          <a:ext cx="61468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7" imgW="355600" imgH="228600" progId="Equation.DSMT4">
                  <p:embed/>
                </p:oleObj>
              </mc:Choice>
              <mc:Fallback>
                <p:oleObj name="Equation" r:id="rId27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97458" y="5993766"/>
                        <a:ext cx="614680" cy="474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7281228" y="4722813"/>
          <a:ext cx="182943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9" imgW="1041400" imgH="431800" progId="Equation.DSMT4">
                  <p:embed/>
                </p:oleObj>
              </mc:Choice>
              <mc:Fallback>
                <p:oleObj name="Equation" r:id="rId29" imgW="10414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281228" y="4722813"/>
                        <a:ext cx="182943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6516688" y="4722813"/>
          <a:ext cx="60261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1" imgW="342900" imgH="431800" progId="Equation.DSMT4">
                  <p:embed/>
                </p:oleObj>
              </mc:Choice>
              <mc:Fallback>
                <p:oleObj name="Equation" r:id="rId31" imgW="3429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16688" y="4722813"/>
                        <a:ext cx="60261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6811963" y="6468111"/>
          <a:ext cx="46926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33" imgW="266700" imgH="177165" progId="Equation.DSMT4">
                  <p:embed/>
                </p:oleObj>
              </mc:Choice>
              <mc:Fallback>
                <p:oleObj name="Equation" r:id="rId33" imgW="2667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811963" y="6468111"/>
                        <a:ext cx="469265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9631046" y="6468111"/>
          <a:ext cx="22352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5" imgW="127000" imgH="177165" progId="Equation.DSMT4">
                  <p:embed/>
                </p:oleObj>
              </mc:Choice>
              <mc:Fallback>
                <p:oleObj name="Equation" r:id="rId35" imgW="127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631046" y="6468111"/>
                        <a:ext cx="223520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3" grpId="0" animBg="1"/>
      <p:bldP spid="51" grpId="0" animBg="1"/>
      <p:bldP spid="56" grpId="0" animBg="1"/>
      <p:bldP spid="52" grpId="0" animBg="1"/>
      <p:bldP spid="86" grpId="0" animBg="1"/>
      <p:bldP spid="93" grpId="0" animBg="1"/>
      <p:bldP spid="61" grpId="0" animBg="1"/>
      <p:bldP spid="96" grpId="0"/>
      <p:bldP spid="97" grpId="0"/>
      <p:bldP spid="20" grpId="0" bldLvl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207375" y="1394460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9223375" y="3308985"/>
            <a:ext cx="619125" cy="6292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9203055" y="2453005"/>
            <a:ext cx="619125" cy="6292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9216390" y="1536700"/>
            <a:ext cx="619125" cy="6292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2"/>
          <p:cNvSpPr txBox="1"/>
          <p:nvPr/>
        </p:nvSpPr>
        <p:spPr>
          <a:xfrm>
            <a:off x="880745" y="71310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2660333" y="448946"/>
          <a:ext cx="268922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1028700" imgH="419100" progId="Equation.DSMT4">
                  <p:embed/>
                </p:oleObj>
              </mc:Choice>
              <mc:Fallback>
                <p:oleObj name="Equation" r:id="rId1" imgW="10287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0333" y="448946"/>
                        <a:ext cx="268922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 flipV="1">
            <a:off x="7272655" y="2731770"/>
            <a:ext cx="4665345" cy="527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 flipV="1">
            <a:off x="9510395" y="993775"/>
            <a:ext cx="40640" cy="375475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9144636" y="67278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" imgW="139700" imgH="165100" progId="Equation.DSMT4">
                  <p:embed/>
                </p:oleObj>
              </mc:Choice>
              <mc:Fallback>
                <p:oleObj name="Equation" r:id="rId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636" y="67278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11605261" y="238093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5" imgW="127000" imgH="139700" progId="Equation.DSMT4">
                  <p:embed/>
                </p:oleObj>
              </mc:Choice>
              <mc:Fallback>
                <p:oleObj name="Equation" r:id="rId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05261" y="238093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 flipH="1" flipV="1">
            <a:off x="10172700" y="155765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9488170" y="182562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9488170" y="271208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9510395" y="35807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"/>
          <p:cNvSpPr txBox="1"/>
          <p:nvPr/>
        </p:nvSpPr>
        <p:spPr>
          <a:xfrm>
            <a:off x="835025" y="1716405"/>
            <a:ext cx="71882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3006090" y="176276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内有三个奇点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1553528" y="1523366"/>
          <a:ext cx="149415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7" imgW="571500" imgH="419100" progId="Equation.DSMT4">
                  <p:embed/>
                </p:oleObj>
              </mc:Choice>
              <mc:Fallback>
                <p:oleObj name="Equation" r:id="rId7" imgW="5715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3528" y="1523366"/>
                        <a:ext cx="149415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3423603" y="1555751"/>
          <a:ext cx="1162685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9" imgW="444500" imgH="393700" progId="Equation.DSMT4">
                  <p:embed/>
                </p:oleObj>
              </mc:Choice>
              <mc:Fallback>
                <p:oleObj name="Equation" r:id="rId9" imgW="4445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3603" y="1555751"/>
                        <a:ext cx="1162685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1553845" y="2605723"/>
          <a:ext cx="332232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1" imgW="1270000" imgH="228600" progId="Equation.DSMT4">
                  <p:embed/>
                </p:oleObj>
              </mc:Choice>
              <mc:Fallback>
                <p:oleObj name="Equation" r:id="rId11" imgW="12700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53845" y="2605723"/>
                        <a:ext cx="332232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1277620" y="326009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2" name="Object 4"/>
          <p:cNvGraphicFramePr>
            <a:graphicFrameLocks noChangeAspect="1"/>
          </p:cNvGraphicFramePr>
          <p:nvPr/>
        </p:nvGraphicFramePr>
        <p:xfrm>
          <a:off x="3206750" y="3207703"/>
          <a:ext cx="239268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6750" y="3207703"/>
                        <a:ext cx="239268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4"/>
          <p:cNvGraphicFramePr>
            <a:graphicFrameLocks noChangeAspect="1"/>
          </p:cNvGraphicFramePr>
          <p:nvPr/>
        </p:nvGraphicFramePr>
        <p:xfrm>
          <a:off x="5599113" y="3271203"/>
          <a:ext cx="1528445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15" imgW="584200" imgH="203200" progId="Equation.DSMT4">
                  <p:embed/>
                </p:oleObj>
              </mc:Choice>
              <mc:Fallback>
                <p:oleObj name="Equation" r:id="rId15" imgW="584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99113" y="3271203"/>
                        <a:ext cx="1528445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文本框 2"/>
          <p:cNvSpPr txBox="1"/>
          <p:nvPr/>
        </p:nvSpPr>
        <p:spPr>
          <a:xfrm>
            <a:off x="1277620" y="3987800"/>
            <a:ext cx="678307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                          成为一条复合闭路，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8" name="Object 4"/>
          <p:cNvGraphicFramePr>
            <a:graphicFrameLocks noChangeAspect="1"/>
          </p:cNvGraphicFramePr>
          <p:nvPr/>
        </p:nvGraphicFramePr>
        <p:xfrm>
          <a:off x="1833245" y="3945256"/>
          <a:ext cx="282575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17" imgW="1079500" imgH="241300" progId="Equation.DSMT4">
                  <p:embed/>
                </p:oleObj>
              </mc:Choice>
              <mc:Fallback>
                <p:oleObj name="Equation" r:id="rId17" imgW="10795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33245" y="3945256"/>
                        <a:ext cx="282575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箭头连接符 72"/>
          <p:cNvCxnSpPr/>
          <p:nvPr/>
        </p:nvCxnSpPr>
        <p:spPr>
          <a:xfrm flipH="1" flipV="1">
            <a:off x="9565005" y="329120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H="1" flipV="1">
            <a:off x="9565005" y="243522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H="1" flipV="1">
            <a:off x="9585960" y="154114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2"/>
          <p:cNvSpPr txBox="1"/>
          <p:nvPr/>
        </p:nvSpPr>
        <p:spPr>
          <a:xfrm>
            <a:off x="1202690" y="4861560"/>
            <a:ext cx="913384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显然             在                          围成区域     内解析；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7" name="Object 4"/>
          <p:cNvGraphicFramePr>
            <a:graphicFrameLocks noChangeAspect="1"/>
          </p:cNvGraphicFramePr>
          <p:nvPr/>
        </p:nvGraphicFramePr>
        <p:xfrm>
          <a:off x="2098358" y="4597401"/>
          <a:ext cx="149415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19" imgW="571500" imgH="419100" progId="Equation.DSMT4">
                  <p:embed/>
                </p:oleObj>
              </mc:Choice>
              <mc:Fallback>
                <p:oleObj name="Equation" r:id="rId19" imgW="5715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8358" y="4597401"/>
                        <a:ext cx="149415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4"/>
          <p:cNvGraphicFramePr>
            <a:graphicFrameLocks noChangeAspect="1"/>
          </p:cNvGraphicFramePr>
          <p:nvPr/>
        </p:nvGraphicFramePr>
        <p:xfrm>
          <a:off x="4035425" y="4861561"/>
          <a:ext cx="282575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" name="Equation" r:id="rId20" imgW="1079500" imgH="241300" progId="Equation.DSMT4">
                  <p:embed/>
                </p:oleObj>
              </mc:Choice>
              <mc:Fallback>
                <p:oleObj name="Equation" r:id="rId20" imgW="10795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35425" y="4861561"/>
                        <a:ext cx="282575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10023158" y="2842578"/>
          <a:ext cx="498475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21" imgW="190500" imgH="228600" progId="Equation.DSMT4">
                  <p:embed/>
                </p:oleObj>
              </mc:Choice>
              <mc:Fallback>
                <p:oleObj name="Equation" r:id="rId21" imgW="190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023158" y="2842578"/>
                        <a:ext cx="498475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4"/>
          <p:cNvGraphicFramePr>
            <a:graphicFrameLocks noChangeAspect="1"/>
          </p:cNvGraphicFramePr>
          <p:nvPr/>
        </p:nvGraphicFramePr>
        <p:xfrm>
          <a:off x="8303578" y="4835843"/>
          <a:ext cx="498475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Equation" r:id="rId23" imgW="190500" imgH="228600" progId="Equation.DSMT4">
                  <p:embed/>
                </p:oleObj>
              </mc:Choice>
              <mc:Fallback>
                <p:oleObj name="Equation" r:id="rId23" imgW="190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303578" y="4835843"/>
                        <a:ext cx="498475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文本框 2"/>
          <p:cNvSpPr txBox="1"/>
          <p:nvPr/>
        </p:nvSpPr>
        <p:spPr>
          <a:xfrm>
            <a:off x="1236345" y="581914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又因为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8" grpId="0" animBg="1"/>
      <p:bldP spid="26" grpId="0"/>
      <p:bldP spid="24" grpId="0" animBg="1"/>
      <p:bldP spid="23" grpId="0" animBg="1"/>
      <p:bldP spid="22" grpId="0" animBg="1"/>
      <p:bldP spid="36" grpId="0"/>
      <p:bldP spid="72" grpId="0" animBg="1"/>
      <p:bldP spid="70" grpId="0" animBg="1"/>
      <p:bldP spid="71" grpId="0" animBg="1"/>
      <p:bldP spid="66" grpId="0"/>
      <p:bldP spid="76" grpId="0"/>
      <p:bldP spid="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文本框 2"/>
          <p:cNvSpPr txBox="1"/>
          <p:nvPr/>
        </p:nvSpPr>
        <p:spPr>
          <a:xfrm>
            <a:off x="1365885" y="82423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又因为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9" name="Object 4"/>
          <p:cNvGraphicFramePr>
            <a:graphicFrameLocks noChangeAspect="1"/>
          </p:cNvGraphicFramePr>
          <p:nvPr/>
        </p:nvGraphicFramePr>
        <p:xfrm>
          <a:off x="2458721" y="560071"/>
          <a:ext cx="4019550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" name="Equation" r:id="rId1" imgW="1536700" imgH="419100" progId="Equation.DSMT4">
                  <p:embed/>
                </p:oleObj>
              </mc:Choice>
              <mc:Fallback>
                <p:oleObj name="Equation" r:id="rId1" imgW="15367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58721" y="560071"/>
                        <a:ext cx="4019550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4134486" y="1832293"/>
          <a:ext cx="5115560" cy="111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955800" imgH="444500" progId="Equation.DSMT4">
                  <p:embed/>
                </p:oleObj>
              </mc:Choice>
              <mc:Fallback>
                <p:oleObj name="Equation" r:id="rId3" imgW="19558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34486" y="1832293"/>
                        <a:ext cx="5115560" cy="1113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674621" y="3034983"/>
          <a:ext cx="2092960" cy="159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800100" imgH="634365" progId="Equation.DSMT4">
                  <p:embed/>
                </p:oleObj>
              </mc:Choice>
              <mc:Fallback>
                <p:oleObj name="Equation" r:id="rId5" imgW="800100" imgH="6343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4621" y="3034983"/>
                        <a:ext cx="2092960" cy="1590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1590040" y="3569335"/>
            <a:ext cx="10845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1590040" y="5257165"/>
            <a:ext cx="10845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458403" y="5023168"/>
          <a:ext cx="2525395" cy="98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965200" imgH="393700" progId="Equation.DSMT4">
                  <p:embed/>
                </p:oleObj>
              </mc:Choice>
              <mc:Fallback>
                <p:oleObj name="Equation" r:id="rId7" imgW="9652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8403" y="5023168"/>
                        <a:ext cx="2525395" cy="988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2674621" y="6140451"/>
          <a:ext cx="4916170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1879600" imgH="419100" progId="Equation.DSMT4">
                  <p:embed/>
                </p:oleObj>
              </mc:Choice>
              <mc:Fallback>
                <p:oleObj name="Equation" r:id="rId9" imgW="18796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74621" y="6140451"/>
                        <a:ext cx="4916170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1590040" y="6541135"/>
            <a:ext cx="10845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因此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6477954" y="623571"/>
          <a:ext cx="2855595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1" imgW="1091565" imgH="393700" progId="Equation.DSMT4">
                  <p:embed/>
                </p:oleObj>
              </mc:Choice>
              <mc:Fallback>
                <p:oleObj name="Equation" r:id="rId11" imgW="1091565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77954" y="623571"/>
                        <a:ext cx="2855595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5958841" y="3034983"/>
          <a:ext cx="2092960" cy="159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800100" imgH="634365" progId="Equation.DSMT4">
                  <p:embed/>
                </p:oleObj>
              </mc:Choice>
              <mc:Fallback>
                <p:oleObj name="Equation" r:id="rId13" imgW="800100" imgH="6343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58841" y="3034983"/>
                        <a:ext cx="2092960" cy="1590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4984115" y="3569970"/>
            <a:ext cx="10845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即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6" grpId="0"/>
      <p:bldP spid="7" grpId="0"/>
      <p:bldP spid="12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207375" y="1394460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9223375" y="3308985"/>
            <a:ext cx="619125" cy="6292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9203055" y="2453005"/>
            <a:ext cx="619125" cy="6292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9216390" y="1536700"/>
            <a:ext cx="619125" cy="6292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2"/>
          <p:cNvSpPr txBox="1"/>
          <p:nvPr/>
        </p:nvSpPr>
        <p:spPr>
          <a:xfrm>
            <a:off x="880745" y="71310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2660333" y="448946"/>
          <a:ext cx="268922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1028700" imgH="419100" progId="Equation.DSMT4">
                  <p:embed/>
                </p:oleObj>
              </mc:Choice>
              <mc:Fallback>
                <p:oleObj name="Equation" r:id="rId1" imgW="10287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0333" y="448946"/>
                        <a:ext cx="268922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 flipV="1">
            <a:off x="7272655" y="2731770"/>
            <a:ext cx="4665345" cy="527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 flipV="1">
            <a:off x="9510395" y="993775"/>
            <a:ext cx="40640" cy="375475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9144636" y="67278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" imgW="139700" imgH="165100" progId="Equation.DSMT4">
                  <p:embed/>
                </p:oleObj>
              </mc:Choice>
              <mc:Fallback>
                <p:oleObj name="Equation" r:id="rId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636" y="67278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11605261" y="238093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5" imgW="127000" imgH="139700" progId="Equation.DSMT4">
                  <p:embed/>
                </p:oleObj>
              </mc:Choice>
              <mc:Fallback>
                <p:oleObj name="Equation" r:id="rId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05261" y="238093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 flipH="1" flipV="1">
            <a:off x="10172700" y="155765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9488170" y="182562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9488170" y="271208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9510395" y="35807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"/>
          <p:cNvSpPr txBox="1"/>
          <p:nvPr/>
        </p:nvSpPr>
        <p:spPr>
          <a:xfrm>
            <a:off x="835025" y="1716405"/>
            <a:ext cx="71882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3006090" y="176276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内有三个奇点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1553528" y="1523366"/>
          <a:ext cx="149415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7" imgW="571500" imgH="419100" progId="Equation.DSMT4">
                  <p:embed/>
                </p:oleObj>
              </mc:Choice>
              <mc:Fallback>
                <p:oleObj name="Equation" r:id="rId7" imgW="5715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3528" y="1523366"/>
                        <a:ext cx="149415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3423603" y="1555751"/>
          <a:ext cx="1162685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9" imgW="444500" imgH="393700" progId="Equation.DSMT4">
                  <p:embed/>
                </p:oleObj>
              </mc:Choice>
              <mc:Fallback>
                <p:oleObj name="Equation" r:id="rId9" imgW="4445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3603" y="1555751"/>
                        <a:ext cx="1162685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1553845" y="2481263"/>
          <a:ext cx="332232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1" imgW="1270000" imgH="228600" progId="Equation.DSMT4">
                  <p:embed/>
                </p:oleObj>
              </mc:Choice>
              <mc:Fallback>
                <p:oleObj name="Equation" r:id="rId11" imgW="12700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53845" y="2481263"/>
                        <a:ext cx="332232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1277620" y="313563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2" name="Object 4"/>
          <p:cNvGraphicFramePr>
            <a:graphicFrameLocks noChangeAspect="1"/>
          </p:cNvGraphicFramePr>
          <p:nvPr/>
        </p:nvGraphicFramePr>
        <p:xfrm>
          <a:off x="3206750" y="3083243"/>
          <a:ext cx="239268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6750" y="3083243"/>
                        <a:ext cx="239268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4"/>
          <p:cNvGraphicFramePr>
            <a:graphicFrameLocks noChangeAspect="1"/>
          </p:cNvGraphicFramePr>
          <p:nvPr/>
        </p:nvGraphicFramePr>
        <p:xfrm>
          <a:off x="5599113" y="3146743"/>
          <a:ext cx="1528445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15" imgW="584200" imgH="203200" progId="Equation.DSMT4">
                  <p:embed/>
                </p:oleObj>
              </mc:Choice>
              <mc:Fallback>
                <p:oleObj name="Equation" r:id="rId15" imgW="584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99113" y="3146743"/>
                        <a:ext cx="1528445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文本框 2"/>
          <p:cNvSpPr txBox="1"/>
          <p:nvPr/>
        </p:nvSpPr>
        <p:spPr>
          <a:xfrm>
            <a:off x="1277620" y="3792220"/>
            <a:ext cx="678307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                          成为一条复合闭路，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8" name="Object 4"/>
          <p:cNvGraphicFramePr>
            <a:graphicFrameLocks noChangeAspect="1"/>
          </p:cNvGraphicFramePr>
          <p:nvPr/>
        </p:nvGraphicFramePr>
        <p:xfrm>
          <a:off x="1833245" y="3749676"/>
          <a:ext cx="282575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17" imgW="1079500" imgH="241300" progId="Equation.DSMT4">
                  <p:embed/>
                </p:oleObj>
              </mc:Choice>
              <mc:Fallback>
                <p:oleObj name="Equation" r:id="rId17" imgW="10795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33245" y="3749676"/>
                        <a:ext cx="282575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箭头连接符 72"/>
          <p:cNvCxnSpPr/>
          <p:nvPr/>
        </p:nvCxnSpPr>
        <p:spPr>
          <a:xfrm flipH="1" flipV="1">
            <a:off x="9565005" y="329120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H="1" flipV="1">
            <a:off x="9565005" y="243522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H="1" flipV="1">
            <a:off x="9585960" y="154114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2"/>
          <p:cNvSpPr txBox="1"/>
          <p:nvPr/>
        </p:nvSpPr>
        <p:spPr>
          <a:xfrm>
            <a:off x="1202690" y="4523740"/>
            <a:ext cx="913384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显然             在                          围成区域     内解析；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7" name="Object 4"/>
          <p:cNvGraphicFramePr>
            <a:graphicFrameLocks noChangeAspect="1"/>
          </p:cNvGraphicFramePr>
          <p:nvPr/>
        </p:nvGraphicFramePr>
        <p:xfrm>
          <a:off x="2098358" y="4259581"/>
          <a:ext cx="149415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19" imgW="571500" imgH="419100" progId="Equation.DSMT4">
                  <p:embed/>
                </p:oleObj>
              </mc:Choice>
              <mc:Fallback>
                <p:oleObj name="Equation" r:id="rId19" imgW="5715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8358" y="4259581"/>
                        <a:ext cx="149415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4"/>
          <p:cNvGraphicFramePr>
            <a:graphicFrameLocks noChangeAspect="1"/>
          </p:cNvGraphicFramePr>
          <p:nvPr/>
        </p:nvGraphicFramePr>
        <p:xfrm>
          <a:off x="4035425" y="4523741"/>
          <a:ext cx="282575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" name="Equation" r:id="rId20" imgW="1079500" imgH="241300" progId="Equation.DSMT4">
                  <p:embed/>
                </p:oleObj>
              </mc:Choice>
              <mc:Fallback>
                <p:oleObj name="Equation" r:id="rId20" imgW="10795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35425" y="4523741"/>
                        <a:ext cx="282575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10023158" y="2842578"/>
          <a:ext cx="498475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21" imgW="190500" imgH="228600" progId="Equation.DSMT4">
                  <p:embed/>
                </p:oleObj>
              </mc:Choice>
              <mc:Fallback>
                <p:oleObj name="Equation" r:id="rId21" imgW="190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023158" y="2842578"/>
                        <a:ext cx="498475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4"/>
          <p:cNvGraphicFramePr>
            <a:graphicFrameLocks noChangeAspect="1"/>
          </p:cNvGraphicFramePr>
          <p:nvPr/>
        </p:nvGraphicFramePr>
        <p:xfrm>
          <a:off x="8303578" y="4498023"/>
          <a:ext cx="498475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Equation" r:id="rId23" imgW="190500" imgH="228600" progId="Equation.DSMT4">
                  <p:embed/>
                </p:oleObj>
              </mc:Choice>
              <mc:Fallback>
                <p:oleObj name="Equation" r:id="rId23" imgW="190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303578" y="4498023"/>
                        <a:ext cx="498475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文本框 2"/>
          <p:cNvSpPr txBox="1"/>
          <p:nvPr/>
        </p:nvSpPr>
        <p:spPr>
          <a:xfrm>
            <a:off x="1236345" y="5481320"/>
            <a:ext cx="38550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又因为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1" name="Object 4"/>
          <p:cNvGraphicFramePr>
            <a:graphicFrameLocks noChangeAspect="1"/>
          </p:cNvGraphicFramePr>
          <p:nvPr/>
        </p:nvGraphicFramePr>
        <p:xfrm>
          <a:off x="2276476" y="5184776"/>
          <a:ext cx="5049520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" name="Equation" r:id="rId24" imgW="1930400" imgH="419100" progId="Equation.DSMT4">
                  <p:embed/>
                </p:oleObj>
              </mc:Choice>
              <mc:Fallback>
                <p:oleObj name="Equation" r:id="rId24" imgW="19304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276476" y="5184776"/>
                        <a:ext cx="5049520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文本框 2"/>
          <p:cNvSpPr txBox="1"/>
          <p:nvPr/>
        </p:nvSpPr>
        <p:spPr>
          <a:xfrm>
            <a:off x="7353935" y="5499100"/>
            <a:ext cx="29571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由复合闭路定理，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6" name="Object 4"/>
          <p:cNvGraphicFramePr>
            <a:graphicFrameLocks noChangeAspect="1"/>
          </p:cNvGraphicFramePr>
          <p:nvPr/>
        </p:nvGraphicFramePr>
        <p:xfrm>
          <a:off x="3517900" y="6379210"/>
          <a:ext cx="638556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" name="Equation" r:id="rId26" imgW="2806700" imgH="393700" progId="Equation.DSMT4">
                  <p:embed/>
                </p:oleObj>
              </mc:Choice>
              <mc:Fallback>
                <p:oleObj name="Equation" r:id="rId26" imgW="28067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517900" y="6379210"/>
                        <a:ext cx="6385560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4"/>
          <p:cNvGraphicFramePr>
            <a:graphicFrameLocks noChangeAspect="1"/>
          </p:cNvGraphicFramePr>
          <p:nvPr/>
        </p:nvGraphicFramePr>
        <p:xfrm>
          <a:off x="10372090" y="6682105"/>
          <a:ext cx="92329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" name="Equation" r:id="rId28" imgW="405765" imgH="177165" progId="Equation.DSMT4">
                  <p:embed/>
                </p:oleObj>
              </mc:Choice>
              <mc:Fallback>
                <p:oleObj name="Equation" r:id="rId28" imgW="405765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372090" y="6682105"/>
                        <a:ext cx="92329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880428" y="6379211"/>
          <a:ext cx="268922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0" imgW="1028700" imgH="419100" progId="Equation.DSMT4">
                  <p:embed/>
                </p:oleObj>
              </mc:Choice>
              <mc:Fallback>
                <p:oleObj name="Equation" r:id="rId30" imgW="10287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0428" y="6379211"/>
                        <a:ext cx="268922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91" name="Object 15"/>
          <p:cNvGraphicFramePr>
            <a:graphicFrameLocks noChangeAspect="1"/>
          </p:cNvGraphicFramePr>
          <p:nvPr/>
        </p:nvGraphicFramePr>
        <p:xfrm>
          <a:off x="3495040" y="1798955"/>
          <a:ext cx="316103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524000" imgH="431800" progId="Equation.DSMT4">
                  <p:embed/>
                </p:oleObj>
              </mc:Choice>
              <mc:Fallback>
                <p:oleObj name="Equation" r:id="rId1" imgW="15240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5040" y="1798955"/>
                        <a:ext cx="316103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644623" y="632856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5478491" y="638759"/>
            <a:ext cx="632587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内任意一条简单闭曲线，且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13"/>
          <p:cNvGraphicFramePr>
            <a:graphicFrameLocks noChangeAspect="1"/>
          </p:cNvGraphicFramePr>
          <p:nvPr/>
        </p:nvGraphicFramePr>
        <p:xfrm>
          <a:off x="1996440" y="633095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6440" y="633095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3495040" y="1327150"/>
            <a:ext cx="544449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则对于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内部任意一点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8" name="文本框 2"/>
          <p:cNvSpPr txBox="1"/>
          <p:nvPr/>
        </p:nvSpPr>
        <p:spPr>
          <a:xfrm>
            <a:off x="2742743" y="639060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9" name="文本框 2"/>
          <p:cNvSpPr txBox="1"/>
          <p:nvPr/>
        </p:nvSpPr>
        <p:spPr>
          <a:xfrm>
            <a:off x="675986" y="1327099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部完全包含于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0" name="Object 34"/>
          <p:cNvGraphicFramePr>
            <a:graphicFrameLocks noChangeAspect="1"/>
          </p:cNvGraphicFramePr>
          <p:nvPr/>
        </p:nvGraphicFramePr>
        <p:xfrm>
          <a:off x="7082473" y="1365568"/>
          <a:ext cx="28638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" name="Equation" r:id="rId5" imgW="165100" imgH="228600" progId="Equation.DSMT4">
                  <p:embed/>
                </p:oleObj>
              </mc:Choice>
              <mc:Fallback>
                <p:oleObj name="Equation" r:id="rId5" imgW="165100" imgH="228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82473" y="1365568"/>
                        <a:ext cx="286385" cy="481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2"/>
          <p:cNvSpPr txBox="1"/>
          <p:nvPr/>
        </p:nvSpPr>
        <p:spPr>
          <a:xfrm>
            <a:off x="767178" y="2796301"/>
            <a:ext cx="1250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6" name="文本框 2"/>
          <p:cNvSpPr txBox="1"/>
          <p:nvPr/>
        </p:nvSpPr>
        <p:spPr>
          <a:xfrm>
            <a:off x="2017493" y="2796301"/>
            <a:ext cx="37439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用复合闭路定理证明。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7" name="文本框 2"/>
          <p:cNvSpPr txBox="1"/>
          <p:nvPr/>
        </p:nvSpPr>
        <p:spPr>
          <a:xfrm>
            <a:off x="768985" y="3408680"/>
            <a:ext cx="34563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内部任取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一点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9" name="Object 34"/>
          <p:cNvGraphicFramePr>
            <a:graphicFrameLocks noChangeAspect="1"/>
          </p:cNvGraphicFramePr>
          <p:nvPr/>
        </p:nvGraphicFramePr>
        <p:xfrm>
          <a:off x="3651568" y="3447098"/>
          <a:ext cx="28638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" name="Equation" r:id="rId7" imgW="165100" imgH="228600" progId="Equation.DSMT4">
                  <p:embed/>
                </p:oleObj>
              </mc:Choice>
              <mc:Fallback>
                <p:oleObj name="Equation" r:id="rId7" imgW="165100" imgH="228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1568" y="3447098"/>
                        <a:ext cx="286385" cy="481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文本框 2"/>
          <p:cNvSpPr txBox="1"/>
          <p:nvPr/>
        </p:nvSpPr>
        <p:spPr>
          <a:xfrm>
            <a:off x="4116070" y="3408680"/>
            <a:ext cx="459422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因为       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6" name="Object 13"/>
          <p:cNvGraphicFramePr>
            <a:graphicFrameLocks noChangeAspect="1"/>
          </p:cNvGraphicFramePr>
          <p:nvPr/>
        </p:nvGraphicFramePr>
        <p:xfrm>
          <a:off x="4950460" y="3425190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" name="Equation" r:id="rId8" imgW="7924800" imgH="4876800" progId="Equation.DSMT4">
                  <p:embed/>
                </p:oleObj>
              </mc:Choice>
              <mc:Fallback>
                <p:oleObj name="Equation" r:id="rId8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0460" y="3425190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文本框 2"/>
          <p:cNvSpPr txBox="1"/>
          <p:nvPr/>
        </p:nvSpPr>
        <p:spPr>
          <a:xfrm>
            <a:off x="768985" y="4096385"/>
            <a:ext cx="286194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故对任意正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9" name="Object 13"/>
          <p:cNvGraphicFramePr>
            <a:graphicFrameLocks noChangeAspect="1"/>
          </p:cNvGraphicFramePr>
          <p:nvPr/>
        </p:nvGraphicFramePr>
        <p:xfrm>
          <a:off x="8856345" y="3402965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6345" y="3402965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文本框 2"/>
          <p:cNvSpPr txBox="1"/>
          <p:nvPr/>
        </p:nvSpPr>
        <p:spPr>
          <a:xfrm>
            <a:off x="10230485" y="3447415"/>
            <a:ext cx="34817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连续，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2" name="Object 34"/>
          <p:cNvGraphicFramePr>
            <a:graphicFrameLocks noChangeAspect="1"/>
          </p:cNvGraphicFramePr>
          <p:nvPr/>
        </p:nvGraphicFramePr>
        <p:xfrm>
          <a:off x="9943783" y="3428048"/>
          <a:ext cx="28638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" name="Equation" r:id="rId10" imgW="165100" imgH="228600" progId="Equation.DSMT4">
                  <p:embed/>
                </p:oleObj>
              </mc:Choice>
              <mc:Fallback>
                <p:oleObj name="Equation" r:id="rId10" imgW="165100" imgH="228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43783" y="3428048"/>
                        <a:ext cx="286385" cy="481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文本框 2"/>
          <p:cNvSpPr txBox="1"/>
          <p:nvPr/>
        </p:nvSpPr>
        <p:spPr>
          <a:xfrm>
            <a:off x="8076565" y="3375660"/>
            <a:ext cx="34817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       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5" name="Object 13"/>
          <p:cNvGraphicFramePr>
            <a:graphicFrameLocks noChangeAspect="1"/>
          </p:cNvGraphicFramePr>
          <p:nvPr/>
        </p:nvGraphicFramePr>
        <p:xfrm>
          <a:off x="3014980" y="4096385"/>
          <a:ext cx="480060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" name="Equation" r:id="rId11" imgW="165100" imgH="165100" progId="Equation.DSMT4">
                  <p:embed/>
                </p:oleObj>
              </mc:Choice>
              <mc:Fallback>
                <p:oleObj name="Equation" r:id="rId11" imgW="165100" imgH="165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14980" y="4096385"/>
                        <a:ext cx="480060" cy="580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文本框 2"/>
          <p:cNvSpPr txBox="1"/>
          <p:nvPr/>
        </p:nvSpPr>
        <p:spPr>
          <a:xfrm>
            <a:off x="3630930" y="4096385"/>
            <a:ext cx="286194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8" name="Object 13"/>
          <p:cNvGraphicFramePr>
            <a:graphicFrameLocks noChangeAspect="1"/>
          </p:cNvGraphicFramePr>
          <p:nvPr/>
        </p:nvGraphicFramePr>
        <p:xfrm>
          <a:off x="4524375" y="4100195"/>
          <a:ext cx="828040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" name="Equation" r:id="rId13" imgW="393700" imgH="203200" progId="Equation.DSMT4">
                  <p:embed/>
                </p:oleObj>
              </mc:Choice>
              <mc:Fallback>
                <p:oleObj name="Equation" r:id="rId13" imgW="3937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24375" y="4100195"/>
                        <a:ext cx="828040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文本框 2"/>
          <p:cNvSpPr txBox="1"/>
          <p:nvPr/>
        </p:nvSpPr>
        <p:spPr>
          <a:xfrm>
            <a:off x="5352415" y="4084955"/>
            <a:ext cx="81978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当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1" name="Object 13"/>
          <p:cNvGraphicFramePr>
            <a:graphicFrameLocks noChangeAspect="1"/>
          </p:cNvGraphicFramePr>
          <p:nvPr/>
        </p:nvGraphicFramePr>
        <p:xfrm>
          <a:off x="5846445" y="4067810"/>
          <a:ext cx="1522730" cy="58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" name="Equation" r:id="rId15" imgW="723900" imgH="228600" progId="Equation.DSMT4">
                  <p:embed/>
                </p:oleObj>
              </mc:Choice>
              <mc:Fallback>
                <p:oleObj name="Equation" r:id="rId15" imgW="723900" imgH="2286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46445" y="4067810"/>
                        <a:ext cx="1522730" cy="581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文本框 2"/>
          <p:cNvSpPr txBox="1"/>
          <p:nvPr/>
        </p:nvSpPr>
        <p:spPr>
          <a:xfrm>
            <a:off x="7369175" y="4100195"/>
            <a:ext cx="81978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4" name="Object 13"/>
          <p:cNvGraphicFramePr>
            <a:graphicFrameLocks noChangeAspect="1"/>
          </p:cNvGraphicFramePr>
          <p:nvPr/>
        </p:nvGraphicFramePr>
        <p:xfrm>
          <a:off x="7845425" y="4046855"/>
          <a:ext cx="229616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" name="Equation" r:id="rId17" imgW="1130300" imgH="228600" progId="Equation.DSMT4">
                  <p:embed/>
                </p:oleObj>
              </mc:Choice>
              <mc:Fallback>
                <p:oleObj name="Equation" r:id="rId17" imgW="1130300" imgH="2286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45425" y="4046855"/>
                        <a:ext cx="229616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5"/>
          <p:cNvGraphicFramePr>
            <a:graphicFrameLocks noChangeAspect="1"/>
          </p:cNvGraphicFramePr>
          <p:nvPr/>
        </p:nvGraphicFramePr>
        <p:xfrm>
          <a:off x="837883" y="4676775"/>
          <a:ext cx="84264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" name="Equation" r:id="rId19" imgW="405765" imgH="431800" progId="Equation.DSMT4">
                  <p:embed/>
                </p:oleObj>
              </mc:Choice>
              <mc:Fallback>
                <p:oleObj name="Equation" r:id="rId19" imgW="405765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37883" y="4676775"/>
                        <a:ext cx="84264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文本框 2"/>
          <p:cNvSpPr txBox="1"/>
          <p:nvPr/>
        </p:nvSpPr>
        <p:spPr>
          <a:xfrm>
            <a:off x="1680845" y="4949825"/>
            <a:ext cx="540194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围成闭区域内仅有一个奇点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9" name="Object 15"/>
          <p:cNvGraphicFramePr>
            <a:graphicFrameLocks noChangeAspect="1"/>
          </p:cNvGraphicFramePr>
          <p:nvPr/>
        </p:nvGraphicFramePr>
        <p:xfrm>
          <a:off x="6655753" y="4905375"/>
          <a:ext cx="44894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" name="Equation" r:id="rId21" imgW="215900" imgH="228600" progId="Equation.DSMT4">
                  <p:embed/>
                </p:oleObj>
              </mc:Choice>
              <mc:Fallback>
                <p:oleObj name="Equation" r:id="rId21" imgW="215900" imgH="228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55753" y="4905375"/>
                        <a:ext cx="448945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文本框 2"/>
          <p:cNvSpPr txBox="1"/>
          <p:nvPr/>
        </p:nvSpPr>
        <p:spPr>
          <a:xfrm>
            <a:off x="7249795" y="4927600"/>
            <a:ext cx="205803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2" name="Object 15"/>
          <p:cNvGraphicFramePr>
            <a:graphicFrameLocks noChangeAspect="1"/>
          </p:cNvGraphicFramePr>
          <p:nvPr/>
        </p:nvGraphicFramePr>
        <p:xfrm>
          <a:off x="9069706" y="4883150"/>
          <a:ext cx="203454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" name="Equation" r:id="rId23" imgW="977900" imgH="228600" progId="Equation.DSMT4">
                  <p:embed/>
                </p:oleObj>
              </mc:Choice>
              <mc:Fallback>
                <p:oleObj name="Equation" r:id="rId23" imgW="977900" imgH="228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069706" y="4883150"/>
                        <a:ext cx="203454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文本框 2"/>
          <p:cNvSpPr txBox="1"/>
          <p:nvPr/>
        </p:nvSpPr>
        <p:spPr>
          <a:xfrm>
            <a:off x="838200" y="5922010"/>
            <a:ext cx="624459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         在          围成区域内解析；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5" name="Object 15"/>
          <p:cNvGraphicFramePr>
            <a:graphicFrameLocks noChangeAspect="1"/>
          </p:cNvGraphicFramePr>
          <p:nvPr/>
        </p:nvGraphicFramePr>
        <p:xfrm>
          <a:off x="1445578" y="5648960"/>
          <a:ext cx="84264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" name="Equation" r:id="rId25" imgW="405765" imgH="431800" progId="Equation.DSMT4">
                  <p:embed/>
                </p:oleObj>
              </mc:Choice>
              <mc:Fallback>
                <p:oleObj name="Equation" r:id="rId25" imgW="405765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45578" y="5648960"/>
                        <a:ext cx="84264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5"/>
          <p:cNvGraphicFramePr>
            <a:graphicFrameLocks noChangeAspect="1"/>
          </p:cNvGraphicFramePr>
          <p:nvPr/>
        </p:nvGraphicFramePr>
        <p:xfrm>
          <a:off x="2779396" y="5868353"/>
          <a:ext cx="951230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" name="Equation" r:id="rId26" imgW="457200" imgH="254000" progId="Equation.DSMT4">
                  <p:embed/>
                </p:oleObj>
              </mc:Choice>
              <mc:Fallback>
                <p:oleObj name="Equation" r:id="rId26" imgW="457200" imgH="2540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779396" y="5868353"/>
                        <a:ext cx="951230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5"/>
          <p:cNvGraphicFramePr>
            <a:graphicFrameLocks noChangeAspect="1"/>
          </p:cNvGraphicFramePr>
          <p:nvPr/>
        </p:nvGraphicFramePr>
        <p:xfrm>
          <a:off x="1077278" y="6607175"/>
          <a:ext cx="387286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" name="Equation" r:id="rId28" imgW="1866900" imgH="431800" progId="Equation.DSMT4">
                  <p:embed/>
                </p:oleObj>
              </mc:Choice>
              <mc:Fallback>
                <p:oleObj name="Equation" r:id="rId28" imgW="18669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77278" y="6607175"/>
                        <a:ext cx="387286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文本框 2"/>
          <p:cNvSpPr txBox="1"/>
          <p:nvPr/>
        </p:nvSpPr>
        <p:spPr>
          <a:xfrm>
            <a:off x="7369175" y="2072005"/>
            <a:ext cx="2315210" cy="520700"/>
          </a:xfrm>
          <a:prstGeom prst="rect">
            <a:avLst/>
          </a:prstGeom>
          <a:gradFill>
            <a:gsLst>
              <a:gs pos="44000">
                <a:srgbClr val="F5CBB8"/>
              </a:gs>
              <a:gs pos="0">
                <a:srgbClr val="F8DCD0"/>
              </a:gs>
              <a:gs pos="100000">
                <a:srgbClr val="F1B9A0"/>
              </a:gs>
            </a:gsLst>
            <a:lin scaled="1"/>
          </a:gradFill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柯西积分公式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0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文本框 2"/>
          <p:cNvSpPr txBox="1"/>
          <p:nvPr/>
        </p:nvSpPr>
        <p:spPr>
          <a:xfrm>
            <a:off x="8004175" y="1061085"/>
            <a:ext cx="34817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       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5" name="文本框 2"/>
          <p:cNvSpPr txBox="1"/>
          <p:nvPr/>
        </p:nvSpPr>
        <p:spPr>
          <a:xfrm>
            <a:off x="694788" y="481726"/>
            <a:ext cx="1250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6" name="文本框 2"/>
          <p:cNvSpPr txBox="1"/>
          <p:nvPr/>
        </p:nvSpPr>
        <p:spPr>
          <a:xfrm>
            <a:off x="1945103" y="481726"/>
            <a:ext cx="37439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用复合闭路定理证明。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7" name="文本框 2"/>
          <p:cNvSpPr txBox="1"/>
          <p:nvPr/>
        </p:nvSpPr>
        <p:spPr>
          <a:xfrm>
            <a:off x="696595" y="1094105"/>
            <a:ext cx="34563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内部任取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一点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9" name="Object 34"/>
          <p:cNvGraphicFramePr>
            <a:graphicFrameLocks noChangeAspect="1"/>
          </p:cNvGraphicFramePr>
          <p:nvPr/>
        </p:nvGraphicFramePr>
        <p:xfrm>
          <a:off x="3579178" y="1132523"/>
          <a:ext cx="28638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" name="Equation" r:id="rId1" imgW="165100" imgH="228600" progId="Equation.DSMT4">
                  <p:embed/>
                </p:oleObj>
              </mc:Choice>
              <mc:Fallback>
                <p:oleObj name="Equation" r:id="rId1" imgW="165100" imgH="228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9178" y="1132523"/>
                        <a:ext cx="286385" cy="481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文本框 2"/>
          <p:cNvSpPr txBox="1"/>
          <p:nvPr/>
        </p:nvSpPr>
        <p:spPr>
          <a:xfrm>
            <a:off x="4043680" y="1094105"/>
            <a:ext cx="459422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因为       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6" name="Object 13"/>
          <p:cNvGraphicFramePr>
            <a:graphicFrameLocks noChangeAspect="1"/>
          </p:cNvGraphicFramePr>
          <p:nvPr/>
        </p:nvGraphicFramePr>
        <p:xfrm>
          <a:off x="4878070" y="1110615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8070" y="1110615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文本框 2"/>
          <p:cNvSpPr txBox="1"/>
          <p:nvPr/>
        </p:nvSpPr>
        <p:spPr>
          <a:xfrm>
            <a:off x="696595" y="1781810"/>
            <a:ext cx="286194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故对任意正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9" name="Object 13"/>
          <p:cNvGraphicFramePr>
            <a:graphicFrameLocks noChangeAspect="1"/>
          </p:cNvGraphicFramePr>
          <p:nvPr/>
        </p:nvGraphicFramePr>
        <p:xfrm>
          <a:off x="8783955" y="1088390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83955" y="1088390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文本框 2"/>
          <p:cNvSpPr txBox="1"/>
          <p:nvPr/>
        </p:nvSpPr>
        <p:spPr>
          <a:xfrm>
            <a:off x="10302875" y="1060450"/>
            <a:ext cx="34817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连续，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2" name="Object 34"/>
          <p:cNvGraphicFramePr>
            <a:graphicFrameLocks noChangeAspect="1"/>
          </p:cNvGraphicFramePr>
          <p:nvPr/>
        </p:nvGraphicFramePr>
        <p:xfrm>
          <a:off x="9996170" y="1078230"/>
          <a:ext cx="306705" cy="516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" name="Equation" r:id="rId6" imgW="165100" imgH="228600" progId="Equation.DSMT4">
                  <p:embed/>
                </p:oleObj>
              </mc:Choice>
              <mc:Fallback>
                <p:oleObj name="Equation" r:id="rId6" imgW="165100" imgH="228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96170" y="1078230"/>
                        <a:ext cx="306705" cy="516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3"/>
          <p:cNvGraphicFramePr>
            <a:graphicFrameLocks noChangeAspect="1"/>
          </p:cNvGraphicFramePr>
          <p:nvPr/>
        </p:nvGraphicFramePr>
        <p:xfrm>
          <a:off x="2942590" y="1781810"/>
          <a:ext cx="480060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" name="Equation" r:id="rId7" imgW="165100" imgH="165100" progId="Equation.DSMT4">
                  <p:embed/>
                </p:oleObj>
              </mc:Choice>
              <mc:Fallback>
                <p:oleObj name="Equation" r:id="rId7" imgW="165100" imgH="165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42590" y="1781810"/>
                        <a:ext cx="480060" cy="580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文本框 2"/>
          <p:cNvSpPr txBox="1"/>
          <p:nvPr/>
        </p:nvSpPr>
        <p:spPr>
          <a:xfrm>
            <a:off x="3558540" y="1781810"/>
            <a:ext cx="286194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8" name="Object 13"/>
          <p:cNvGraphicFramePr>
            <a:graphicFrameLocks noChangeAspect="1"/>
          </p:cNvGraphicFramePr>
          <p:nvPr/>
        </p:nvGraphicFramePr>
        <p:xfrm>
          <a:off x="4451985" y="1785620"/>
          <a:ext cx="828040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" name="Equation" r:id="rId9" imgW="393700" imgH="203200" progId="Equation.DSMT4">
                  <p:embed/>
                </p:oleObj>
              </mc:Choice>
              <mc:Fallback>
                <p:oleObj name="Equation" r:id="rId9" imgW="3937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51985" y="1785620"/>
                        <a:ext cx="828040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文本框 2"/>
          <p:cNvSpPr txBox="1"/>
          <p:nvPr/>
        </p:nvSpPr>
        <p:spPr>
          <a:xfrm>
            <a:off x="5280025" y="1770380"/>
            <a:ext cx="81978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当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1" name="Object 13"/>
          <p:cNvGraphicFramePr>
            <a:graphicFrameLocks noChangeAspect="1"/>
          </p:cNvGraphicFramePr>
          <p:nvPr/>
        </p:nvGraphicFramePr>
        <p:xfrm>
          <a:off x="5774055" y="1753235"/>
          <a:ext cx="1522730" cy="58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" name="Equation" r:id="rId11" imgW="723900" imgH="228600" progId="Equation.DSMT4">
                  <p:embed/>
                </p:oleObj>
              </mc:Choice>
              <mc:Fallback>
                <p:oleObj name="Equation" r:id="rId11" imgW="723900" imgH="2286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74055" y="1753235"/>
                        <a:ext cx="1522730" cy="581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文本框 2"/>
          <p:cNvSpPr txBox="1"/>
          <p:nvPr/>
        </p:nvSpPr>
        <p:spPr>
          <a:xfrm>
            <a:off x="7296785" y="1785620"/>
            <a:ext cx="81978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4" name="Object 13"/>
          <p:cNvGraphicFramePr>
            <a:graphicFrameLocks noChangeAspect="1"/>
          </p:cNvGraphicFramePr>
          <p:nvPr/>
        </p:nvGraphicFramePr>
        <p:xfrm>
          <a:off x="7773035" y="1732280"/>
          <a:ext cx="229616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" name="Equation" r:id="rId13" imgW="1130300" imgH="228600" progId="Equation.DSMT4">
                  <p:embed/>
                </p:oleObj>
              </mc:Choice>
              <mc:Fallback>
                <p:oleObj name="Equation" r:id="rId13" imgW="1130300" imgH="2286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73035" y="1732280"/>
                        <a:ext cx="229616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5"/>
          <p:cNvGraphicFramePr>
            <a:graphicFrameLocks noChangeAspect="1"/>
          </p:cNvGraphicFramePr>
          <p:nvPr/>
        </p:nvGraphicFramePr>
        <p:xfrm>
          <a:off x="765493" y="2362200"/>
          <a:ext cx="84264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" name="Equation" r:id="rId15" imgW="405765" imgH="431800" progId="Equation.DSMT4">
                  <p:embed/>
                </p:oleObj>
              </mc:Choice>
              <mc:Fallback>
                <p:oleObj name="Equation" r:id="rId15" imgW="405765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5493" y="2362200"/>
                        <a:ext cx="84264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文本框 2"/>
          <p:cNvSpPr txBox="1"/>
          <p:nvPr/>
        </p:nvSpPr>
        <p:spPr>
          <a:xfrm>
            <a:off x="1608455" y="2635250"/>
            <a:ext cx="540194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围成闭区域内仅有一个奇点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9" name="Object 15"/>
          <p:cNvGraphicFramePr>
            <a:graphicFrameLocks noChangeAspect="1"/>
          </p:cNvGraphicFramePr>
          <p:nvPr/>
        </p:nvGraphicFramePr>
        <p:xfrm>
          <a:off x="6583363" y="2590800"/>
          <a:ext cx="44894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" name="Equation" r:id="rId17" imgW="215900" imgH="228600" progId="Equation.DSMT4">
                  <p:embed/>
                </p:oleObj>
              </mc:Choice>
              <mc:Fallback>
                <p:oleObj name="Equation" r:id="rId17" imgW="215900" imgH="228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83363" y="2590800"/>
                        <a:ext cx="448945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文本框 2"/>
          <p:cNvSpPr txBox="1"/>
          <p:nvPr/>
        </p:nvSpPr>
        <p:spPr>
          <a:xfrm>
            <a:off x="7177405" y="2613025"/>
            <a:ext cx="205803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2" name="Object 15"/>
          <p:cNvGraphicFramePr>
            <a:graphicFrameLocks noChangeAspect="1"/>
          </p:cNvGraphicFramePr>
          <p:nvPr/>
        </p:nvGraphicFramePr>
        <p:xfrm>
          <a:off x="8997316" y="2568575"/>
          <a:ext cx="203454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" name="Equation" r:id="rId19" imgW="977900" imgH="228600" progId="Equation.DSMT4">
                  <p:embed/>
                </p:oleObj>
              </mc:Choice>
              <mc:Fallback>
                <p:oleObj name="Equation" r:id="rId19" imgW="977900" imgH="228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97316" y="2568575"/>
                        <a:ext cx="203454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文本框 2"/>
          <p:cNvSpPr txBox="1"/>
          <p:nvPr/>
        </p:nvSpPr>
        <p:spPr>
          <a:xfrm>
            <a:off x="765810" y="3607435"/>
            <a:ext cx="624459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         在          围成区域内解析；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5" name="Object 15"/>
          <p:cNvGraphicFramePr>
            <a:graphicFrameLocks noChangeAspect="1"/>
          </p:cNvGraphicFramePr>
          <p:nvPr/>
        </p:nvGraphicFramePr>
        <p:xfrm>
          <a:off x="1373188" y="3334385"/>
          <a:ext cx="84264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" name="Equation" r:id="rId21" imgW="405765" imgH="431800" progId="Equation.DSMT4">
                  <p:embed/>
                </p:oleObj>
              </mc:Choice>
              <mc:Fallback>
                <p:oleObj name="Equation" r:id="rId21" imgW="405765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73188" y="3334385"/>
                        <a:ext cx="84264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5"/>
          <p:cNvGraphicFramePr>
            <a:graphicFrameLocks noChangeAspect="1"/>
          </p:cNvGraphicFramePr>
          <p:nvPr/>
        </p:nvGraphicFramePr>
        <p:xfrm>
          <a:off x="2707006" y="3553778"/>
          <a:ext cx="951230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" name="Equation" r:id="rId22" imgW="457200" imgH="254000" progId="Equation.DSMT4">
                  <p:embed/>
                </p:oleObj>
              </mc:Choice>
              <mc:Fallback>
                <p:oleObj name="Equation" r:id="rId22" imgW="457200" imgH="2540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07006" y="3553778"/>
                        <a:ext cx="951230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5"/>
          <p:cNvGraphicFramePr>
            <a:graphicFrameLocks noChangeAspect="1"/>
          </p:cNvGraphicFramePr>
          <p:nvPr/>
        </p:nvGraphicFramePr>
        <p:xfrm>
          <a:off x="1004888" y="4505960"/>
          <a:ext cx="387286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" name="Equation" r:id="rId24" imgW="1866900" imgH="431800" progId="Equation.DSMT4">
                  <p:embed/>
                </p:oleObj>
              </mc:Choice>
              <mc:Fallback>
                <p:oleObj name="Equation" r:id="rId24" imgW="18669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04888" y="4505960"/>
                        <a:ext cx="387286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4877753" y="4505960"/>
          <a:ext cx="55594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6" imgW="2679700" imgH="431800" progId="Equation.DSMT4">
                  <p:embed/>
                </p:oleObj>
              </mc:Choice>
              <mc:Fallback>
                <p:oleObj name="Equation" r:id="rId26" imgW="26797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77753" y="4505960"/>
                        <a:ext cx="555942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4888866" y="5697220"/>
          <a:ext cx="461137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8" imgW="2222500" imgH="431800" progId="Equation.DSMT4">
                  <p:embed/>
                </p:oleObj>
              </mc:Choice>
              <mc:Fallback>
                <p:oleObj name="Equation" r:id="rId28" imgW="22225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888866" y="5697220"/>
                        <a:ext cx="461137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105" grpId="0"/>
      <p:bldP spid="108" grpId="0"/>
      <p:bldP spid="111" grpId="0"/>
      <p:bldP spid="114" grpId="0"/>
      <p:bldP spid="117" grpId="0"/>
      <p:bldP spid="120" grpId="0"/>
      <p:bldP spid="123" grpId="0"/>
      <p:bldP spid="128" grpId="0"/>
      <p:bldP spid="131" grpId="0"/>
      <p:bldP spid="1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782003" y="883285"/>
          <a:ext cx="640270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" imgW="3086100" imgH="431800" progId="Equation.DSMT4">
                  <p:embed/>
                </p:oleObj>
              </mc:Choice>
              <mc:Fallback>
                <p:oleObj name="Equation" r:id="rId1" imgW="30861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2003" y="883285"/>
                        <a:ext cx="640270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7361238" y="883285"/>
          <a:ext cx="35845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" imgW="1727200" imgH="431800" progId="Equation.DSMT4">
                  <p:embed/>
                </p:oleObj>
              </mc:Choice>
              <mc:Fallback>
                <p:oleObj name="Equation" r:id="rId3" imgW="17272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61238" y="883285"/>
                        <a:ext cx="358457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3829686" y="1788795"/>
          <a:ext cx="353187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1701800" imgH="431800" progId="Equation.DSMT4">
                  <p:embed/>
                </p:oleObj>
              </mc:Choice>
              <mc:Fallback>
                <p:oleObj name="Equation" r:id="rId5" imgW="17018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29686" y="1788795"/>
                        <a:ext cx="353187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768985" y="2955925"/>
            <a:ext cx="614045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因为   可以为任意小的正数，所以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1606868" y="3033078"/>
          <a:ext cx="32956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127000" imgH="139700" progId="Equation.DSMT4">
                  <p:embed/>
                </p:oleObj>
              </mc:Choice>
              <mc:Fallback>
                <p:oleObj name="Equation" r:id="rId7" imgW="127000" imgH="1397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6868" y="3033078"/>
                        <a:ext cx="32956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457951" y="2719070"/>
          <a:ext cx="337312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9" imgW="1625600" imgH="431800" progId="Equation.DSMT4">
                  <p:embed/>
                </p:oleObj>
              </mc:Choice>
              <mc:Fallback>
                <p:oleObj name="Equation" r:id="rId9" imgW="16256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7951" y="2719070"/>
                        <a:ext cx="337312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768985" y="4117340"/>
            <a:ext cx="64452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8" name="Object 15"/>
          <p:cNvGraphicFramePr>
            <a:graphicFrameLocks noChangeAspect="1"/>
          </p:cNvGraphicFramePr>
          <p:nvPr/>
        </p:nvGraphicFramePr>
        <p:xfrm>
          <a:off x="1936433" y="3961130"/>
          <a:ext cx="316293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1" imgW="1524000" imgH="431800" progId="Equation.DSMT4">
                  <p:embed/>
                </p:oleObj>
              </mc:Choice>
              <mc:Fallback>
                <p:oleObj name="Equation" r:id="rId11" imgW="15240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36433" y="3961130"/>
                        <a:ext cx="316293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七角星 38"/>
          <p:cNvSpPr/>
          <p:nvPr/>
        </p:nvSpPr>
        <p:spPr>
          <a:xfrm>
            <a:off x="444500" y="4904740"/>
            <a:ext cx="1753235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r>
              <a:rPr lang="en-US" altLang="zh-CN" sz="3200" dirty="0" smtClean="0">
                <a:solidFill>
                  <a:schemeClr val="tx1"/>
                </a:solidFill>
              </a:rPr>
              <a:t>1</a:t>
            </a:r>
            <a:endParaRPr lang="en-US" altLang="zh-CN" sz="3200" dirty="0" smtClean="0">
              <a:solidFill>
                <a:schemeClr val="tx1"/>
              </a:solidFill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411730" y="5255895"/>
            <a:ext cx="736854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柯西积分公式实际是复合闭路定理的应用。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11730" y="6189980"/>
            <a:ext cx="80835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(2)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3057843" y="5916930"/>
          <a:ext cx="2320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3" imgW="1117600" imgH="431800" progId="Equation.DSMT4">
                  <p:embed/>
                </p:oleObj>
              </mc:Choice>
              <mc:Fallback>
                <p:oleObj name="Equation" r:id="rId13" imgW="11176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7843" y="5916930"/>
                        <a:ext cx="232092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39" grpId="0" bldLvl="0" animBg="1"/>
      <p:bldP spid="39" grpId="1" bldLvl="0" animBg="1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"/>
          <p:cNvSpPr txBox="1"/>
          <p:nvPr/>
        </p:nvSpPr>
        <p:spPr>
          <a:xfrm>
            <a:off x="680818" y="2795031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950431" y="2757119"/>
            <a:ext cx="64185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是由一条简单闭曲线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围成的区域，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9162593" y="2729480"/>
            <a:ext cx="22440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13"/>
          <p:cNvGraphicFramePr>
            <a:graphicFrameLocks noChangeAspect="1"/>
          </p:cNvGraphicFramePr>
          <p:nvPr/>
        </p:nvGraphicFramePr>
        <p:xfrm>
          <a:off x="8521065" y="2774950"/>
          <a:ext cx="694690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21065" y="2774950"/>
                        <a:ext cx="694690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885190" y="3500120"/>
            <a:ext cx="3209290" cy="551180"/>
            <a:chOff x="1394" y="5512"/>
            <a:chExt cx="5054" cy="868"/>
          </a:xfrm>
        </p:grpSpPr>
        <p:sp>
          <p:nvSpPr>
            <p:cNvPr id="29" name="文本框 2"/>
            <p:cNvSpPr txBox="1"/>
            <p:nvPr/>
          </p:nvSpPr>
          <p:spPr>
            <a:xfrm>
              <a:off x="1394" y="5560"/>
              <a:ext cx="5055" cy="820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上连续，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210" name="Object 34"/>
            <p:cNvGraphicFramePr>
              <a:graphicFrameLocks noChangeAspect="1"/>
            </p:cNvGraphicFramePr>
            <p:nvPr/>
          </p:nvGraphicFramePr>
          <p:xfrm>
            <a:off x="2089" y="5512"/>
            <a:ext cx="2214" cy="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3" imgW="16459200" imgH="4876800" progId="Equation.DSMT4">
                    <p:embed/>
                  </p:oleObj>
                </mc:Choice>
                <mc:Fallback>
                  <p:oleObj name="Equation" r:id="rId3" imgW="16459200" imgH="4876800" progId="Equation.DSMT4">
                    <p:embed/>
                    <p:pic>
                      <p:nvPicPr>
                        <p:cNvPr id="0" name="图片 40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89" y="5512"/>
                          <a:ext cx="2214" cy="7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4003040" y="3553460"/>
            <a:ext cx="2989580" cy="529590"/>
            <a:chOff x="6304" y="5596"/>
            <a:chExt cx="4708" cy="834"/>
          </a:xfrm>
        </p:grpSpPr>
        <p:sp>
          <p:nvSpPr>
            <p:cNvPr id="8" name="文本框 2"/>
            <p:cNvSpPr txBox="1"/>
            <p:nvPr/>
          </p:nvSpPr>
          <p:spPr>
            <a:xfrm>
              <a:off x="6304" y="5596"/>
              <a:ext cx="4708" cy="820"/>
            </a:xfrm>
            <a:prstGeom prst="rect">
              <a:avLst/>
            </a:prstGeom>
            <a:noFill/>
          </p:spPr>
          <p:txBody>
            <a:bodyPr wrap="squar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则对             有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211" name="Object 35"/>
            <p:cNvGraphicFramePr>
              <a:graphicFrameLocks noChangeAspect="1"/>
            </p:cNvGraphicFramePr>
            <p:nvPr/>
          </p:nvGraphicFramePr>
          <p:xfrm>
            <a:off x="7554" y="5596"/>
            <a:ext cx="1748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5" imgW="13716000" imgH="5486400" progId="Equation.DSMT4">
                    <p:embed/>
                  </p:oleObj>
                </mc:Choice>
                <mc:Fallback>
                  <p:oleObj name="Equation" r:id="rId5" imgW="13716000" imgH="5486400" progId="Equation.DSMT4">
                    <p:embed/>
                    <p:pic>
                      <p:nvPicPr>
                        <p:cNvPr id="0" name="图片 40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554" y="5596"/>
                          <a:ext cx="1748" cy="8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3489325" y="4211320"/>
          <a:ext cx="316103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1524000" imgH="431800" progId="Equation.DSMT4">
                  <p:embed/>
                </p:oleObj>
              </mc:Choice>
              <mc:Fallback>
                <p:oleObj name="Equation" r:id="rId7" imgW="15240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9325" y="4211320"/>
                        <a:ext cx="316103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1038982" y="556688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1542195" y="5546081"/>
            <a:ext cx="435610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边界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上的函数值已定，则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6362607" y="5550309"/>
            <a:ext cx="50888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内任意一点的函数值即定。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3" name="Object 13"/>
          <p:cNvGraphicFramePr>
            <a:graphicFrameLocks noChangeAspect="1"/>
          </p:cNvGraphicFramePr>
          <p:nvPr/>
        </p:nvGraphicFramePr>
        <p:xfrm>
          <a:off x="5720729" y="5588982"/>
          <a:ext cx="663021" cy="4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20729" y="5588982"/>
                        <a:ext cx="663021" cy="4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998631" y="6253011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" name="文本框 2"/>
          <p:cNvSpPr txBox="1"/>
          <p:nvPr/>
        </p:nvSpPr>
        <p:spPr>
          <a:xfrm>
            <a:off x="1501847" y="6232202"/>
            <a:ext cx="5372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5213338" y="6254359"/>
            <a:ext cx="5372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0" name="Object 13"/>
          <p:cNvGraphicFramePr>
            <a:graphicFrameLocks noChangeAspect="1"/>
          </p:cNvGraphicFramePr>
          <p:nvPr/>
        </p:nvGraphicFramePr>
        <p:xfrm>
          <a:off x="5661602" y="6222307"/>
          <a:ext cx="19923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19202400" imgH="4876800" progId="Equation.DSMT4">
                  <p:embed/>
                </p:oleObj>
              </mc:Choice>
              <mc:Fallback>
                <p:oleObj name="Equation" r:id="rId11" imgW="19202400" imgH="48768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61602" y="6222307"/>
                        <a:ext cx="1992313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4" name="Object 38"/>
          <p:cNvGraphicFramePr>
            <a:graphicFrameLocks noChangeAspect="1"/>
          </p:cNvGraphicFramePr>
          <p:nvPr/>
        </p:nvGraphicFramePr>
        <p:xfrm>
          <a:off x="1961792" y="6222776"/>
          <a:ext cx="29718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28651200" imgH="4876800" progId="Equation.DSMT4">
                  <p:embed/>
                </p:oleObj>
              </mc:Choice>
              <mc:Fallback>
                <p:oleObj name="Equation" r:id="rId13" imgW="28651200" imgH="4876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61792" y="6222776"/>
                        <a:ext cx="2971800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5" name="Object 39"/>
          <p:cNvGraphicFramePr>
            <a:graphicFrameLocks noChangeAspect="1"/>
          </p:cNvGraphicFramePr>
          <p:nvPr/>
        </p:nvGraphicFramePr>
        <p:xfrm>
          <a:off x="7730156" y="6223429"/>
          <a:ext cx="10128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9753600" imgH="4267200" progId="Equation.DSMT4">
                  <p:embed/>
                </p:oleObj>
              </mc:Choice>
              <mc:Fallback>
                <p:oleObj name="Equation" r:id="rId15" imgW="9753600" imgH="42672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30156" y="6223429"/>
                        <a:ext cx="1012825" cy="528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2"/>
          <p:cNvSpPr txBox="1"/>
          <p:nvPr/>
        </p:nvSpPr>
        <p:spPr>
          <a:xfrm>
            <a:off x="1061387" y="6954791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5642261" y="7098538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0219" name="Object 43"/>
          <p:cNvGraphicFramePr>
            <a:graphicFrameLocks noChangeAspect="1"/>
          </p:cNvGraphicFramePr>
          <p:nvPr/>
        </p:nvGraphicFramePr>
        <p:xfrm>
          <a:off x="4839445" y="7056561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7" imgW="7924800" imgH="4876800" progId="Equation.DSMT4">
                  <p:embed/>
                </p:oleObj>
              </mc:Choice>
              <mc:Fallback>
                <p:oleObj name="Equation" r:id="rId17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39445" y="7056561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0" name="Object 44"/>
          <p:cNvGraphicFramePr>
            <a:graphicFrameLocks noChangeAspect="1"/>
          </p:cNvGraphicFramePr>
          <p:nvPr/>
        </p:nvGraphicFramePr>
        <p:xfrm>
          <a:off x="9910103" y="6992977"/>
          <a:ext cx="1182687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19" imgW="11582400" imgH="5486400" progId="Equation.DSMT4">
                  <p:embed/>
                </p:oleObj>
              </mc:Choice>
              <mc:Fallback>
                <p:oleObj name="Equation" r:id="rId19" imgW="11582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910103" y="6992977"/>
                        <a:ext cx="1182687" cy="668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1653858" y="6825615"/>
          <a:ext cx="302831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1" imgW="1459865" imgH="431800" progId="Equation.DSMT4">
                  <p:embed/>
                </p:oleObj>
              </mc:Choice>
              <mc:Fallback>
                <p:oleObj name="Equation" r:id="rId21" imgW="1459865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53858" y="6825615"/>
                        <a:ext cx="302831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七角星 38"/>
          <p:cNvSpPr/>
          <p:nvPr/>
        </p:nvSpPr>
        <p:spPr>
          <a:xfrm>
            <a:off x="143510" y="4631690"/>
            <a:ext cx="1040130" cy="64643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en-US" altLang="zh-CN" sz="32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50191" name="Object 15"/>
          <p:cNvGraphicFramePr>
            <a:graphicFrameLocks noChangeAspect="1"/>
          </p:cNvGraphicFramePr>
          <p:nvPr/>
        </p:nvGraphicFramePr>
        <p:xfrm>
          <a:off x="3517900" y="1672590"/>
          <a:ext cx="316103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23" imgW="1524000" imgH="431800" progId="Equation.DSMT4">
                  <p:embed/>
                </p:oleObj>
              </mc:Choice>
              <mc:Fallback>
                <p:oleObj name="Equation" r:id="rId23" imgW="15240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17900" y="1672590"/>
                        <a:ext cx="316103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667483" y="506491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5501351" y="494614"/>
            <a:ext cx="632587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内任意一条简单闭曲线，且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13"/>
          <p:cNvGraphicFramePr>
            <a:graphicFrameLocks noChangeAspect="1"/>
          </p:cNvGraphicFramePr>
          <p:nvPr/>
        </p:nvGraphicFramePr>
        <p:xfrm>
          <a:off x="2019300" y="488950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24" imgW="7924800" imgH="4876800" progId="Equation.DSMT4">
                  <p:embed/>
                </p:oleObj>
              </mc:Choice>
              <mc:Fallback>
                <p:oleObj name="Equation" r:id="rId24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9300" y="488950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文本框 2"/>
          <p:cNvSpPr txBox="1"/>
          <p:nvPr/>
        </p:nvSpPr>
        <p:spPr>
          <a:xfrm>
            <a:off x="2765603" y="494915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9" name="文本框 2"/>
          <p:cNvSpPr txBox="1"/>
          <p:nvPr/>
        </p:nvSpPr>
        <p:spPr>
          <a:xfrm>
            <a:off x="698846" y="1182954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部完全包含于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17900" y="1079500"/>
            <a:ext cx="5444490" cy="662940"/>
            <a:chOff x="5540" y="1700"/>
            <a:chExt cx="8574" cy="1044"/>
          </a:xfrm>
        </p:grpSpPr>
        <p:sp>
          <p:nvSpPr>
            <p:cNvPr id="36" name="文本框 2"/>
            <p:cNvSpPr txBox="1"/>
            <p:nvPr/>
          </p:nvSpPr>
          <p:spPr>
            <a:xfrm>
              <a:off x="5540" y="1863"/>
              <a:ext cx="8574" cy="820"/>
            </a:xfrm>
            <a:prstGeom prst="rect">
              <a:avLst/>
            </a:prstGeom>
            <a:noFill/>
          </p:spPr>
          <p:txBody>
            <a:bodyPr wrap="squar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则对于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内部任意一点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有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0" name="Object 34"/>
            <p:cNvGraphicFramePr>
              <a:graphicFrameLocks noChangeAspect="1"/>
            </p:cNvGraphicFramePr>
            <p:nvPr/>
          </p:nvGraphicFramePr>
          <p:xfrm>
            <a:off x="11190" y="1700"/>
            <a:ext cx="621" cy="1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" name="Equation" r:id="rId25" imgW="165100" imgH="228600" progId="Equation.DSMT4">
                    <p:embed/>
                  </p:oleObj>
                </mc:Choice>
                <mc:Fallback>
                  <p:oleObj name="Equation" r:id="rId25" imgW="165100" imgH="228600" progId="Equation.DSMT4">
                    <p:embed/>
                    <p:pic>
                      <p:nvPicPr>
                        <p:cNvPr id="0" name="图片 40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190" y="1700"/>
                          <a:ext cx="621" cy="10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" name="文本框 2"/>
          <p:cNvSpPr txBox="1"/>
          <p:nvPr/>
        </p:nvSpPr>
        <p:spPr>
          <a:xfrm>
            <a:off x="7369175" y="1947545"/>
            <a:ext cx="2315210" cy="520700"/>
          </a:xfrm>
          <a:prstGeom prst="rect">
            <a:avLst/>
          </a:prstGeom>
          <a:gradFill>
            <a:gsLst>
              <a:gs pos="44000">
                <a:srgbClr val="F5CBB8"/>
              </a:gs>
              <a:gs pos="0">
                <a:srgbClr val="F8DCD0"/>
              </a:gs>
              <a:gs pos="100000">
                <a:srgbClr val="F1B9A0"/>
              </a:gs>
            </a:gsLst>
            <a:lin scaled="1"/>
          </a:gradFill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柯西积分公式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8" grpId="0"/>
      <p:bldP spid="89" grpId="0"/>
      <p:bldP spid="13" grpId="0"/>
      <p:bldP spid="141" grpId="0" animBg="1"/>
      <p:bldP spid="16" grpId="0"/>
      <p:bldP spid="30" grpId="0"/>
      <p:bldP spid="31" grpId="0"/>
      <p:bldP spid="39" grpId="0" bldLvl="0" animBg="1"/>
      <p:bldP spid="40" grpId="0"/>
      <p:bldP spid="41" grpId="0"/>
      <p:bldP spid="42" grpId="0"/>
      <p:bldP spid="44" grpId="0"/>
      <p:bldP spid="45" grpId="0"/>
      <p:bldP spid="47" grpId="0"/>
      <p:bldP spid="51" grpId="0"/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335405" y="1292225"/>
            <a:ext cx="5516880" cy="668020"/>
            <a:chOff x="2103" y="2035"/>
            <a:chExt cx="8688" cy="1052"/>
          </a:xfrm>
        </p:grpSpPr>
        <p:sp>
          <p:nvSpPr>
            <p:cNvPr id="38" name="文本框 2"/>
            <p:cNvSpPr txBox="1"/>
            <p:nvPr/>
          </p:nvSpPr>
          <p:spPr>
            <a:xfrm>
              <a:off x="2103" y="2110"/>
              <a:ext cx="8688" cy="820"/>
            </a:xfrm>
            <a:prstGeom prst="rect">
              <a:avLst/>
            </a:prstGeom>
            <a:noFill/>
          </p:spPr>
          <p:txBody>
            <a:bodyPr wrap="squar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找到奇点    以及解析函数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</a:rPr>
                <a:t>f(z)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，则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5252" name="Object 20"/>
            <p:cNvGraphicFramePr>
              <a:graphicFrameLocks noChangeAspect="1"/>
            </p:cNvGraphicFramePr>
            <p:nvPr/>
          </p:nvGraphicFramePr>
          <p:xfrm>
            <a:off x="4592" y="2035"/>
            <a:ext cx="637" cy="10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Equation" r:id="rId1" imgW="3962400" imgH="5486400" progId="Equation.DSMT4">
                    <p:embed/>
                  </p:oleObj>
                </mc:Choice>
                <mc:Fallback>
                  <p:oleObj name="Equation" r:id="rId1" imgW="3962400" imgH="5486400" progId="Equation.DSMT4">
                    <p:embed/>
                    <p:pic>
                      <p:nvPicPr>
                        <p:cNvPr id="0" name="图片 61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92" y="2035"/>
                          <a:ext cx="637" cy="10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2"/>
          <p:cNvSpPr txBox="1"/>
          <p:nvPr/>
        </p:nvSpPr>
        <p:spPr>
          <a:xfrm>
            <a:off x="581660" y="189801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计算下列积分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674053" y="2332990"/>
          <a:ext cx="210439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3" imgW="952500" imgH="393700" progId="Equation.DSMT4">
                  <p:embed/>
                </p:oleObj>
              </mc:Choice>
              <mc:Fallback>
                <p:oleObj name="Equation" r:id="rId3" imgW="9525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4053" y="2332990"/>
                        <a:ext cx="2104390" cy="1035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715328" y="3595370"/>
          <a:ext cx="227330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5" imgW="1028700" imgH="419100" progId="Equation.DSMT4">
                  <p:embed/>
                </p:oleObj>
              </mc:Choice>
              <mc:Fallback>
                <p:oleObj name="Equation" r:id="rId5" imgW="10287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5328" y="3595370"/>
                        <a:ext cx="227330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3081020" y="2336800"/>
          <a:ext cx="98806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7" imgW="444500" imgH="228600" progId="Equation.DSMT4">
                  <p:embed/>
                </p:oleObj>
              </mc:Choice>
              <mc:Fallback>
                <p:oleObj name="Equation" r:id="rId7" imgW="444500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020" y="2336800"/>
                        <a:ext cx="988060" cy="591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4069080" y="2401888"/>
          <a:ext cx="16941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9" imgW="762000" imgH="203200" progId="Equation.DSMT4">
                  <p:embed/>
                </p:oleObj>
              </mc:Choice>
              <mc:Fallback>
                <p:oleObj name="Equation" r:id="rId9" imgW="7620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69080" y="2401888"/>
                        <a:ext cx="16941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等于号 22"/>
          <p:cNvSpPr/>
          <p:nvPr/>
        </p:nvSpPr>
        <p:spPr>
          <a:xfrm>
            <a:off x="2553335" y="2839085"/>
            <a:ext cx="3718560" cy="31559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5942013" y="2764155"/>
          <a:ext cx="1234440" cy="46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1" imgW="558800" imgH="177165" progId="Equation.DSMT4">
                  <p:embed/>
                </p:oleObj>
              </mc:Choice>
              <mc:Fallback>
                <p:oleObj name="Equation" r:id="rId11" imgW="5588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42013" y="2764155"/>
                        <a:ext cx="1234440" cy="466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/>
        </p:nvGraphicFramePr>
        <p:xfrm>
          <a:off x="7176771" y="2763520"/>
          <a:ext cx="534035" cy="46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3" imgW="241300" imgH="177165" progId="Equation.DSMT4">
                  <p:embed/>
                </p:oleObj>
              </mc:Choice>
              <mc:Fallback>
                <p:oleObj name="Equation" r:id="rId13" imgW="2413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76771" y="2763520"/>
                        <a:ext cx="534035" cy="466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0"/>
          <p:cNvGraphicFramePr>
            <a:graphicFrameLocks noChangeAspect="1"/>
          </p:cNvGraphicFramePr>
          <p:nvPr/>
        </p:nvGraphicFramePr>
        <p:xfrm>
          <a:off x="3128328" y="3664585"/>
          <a:ext cx="98869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5" imgW="444500" imgH="228600" progId="Equation.DSMT4">
                  <p:embed/>
                </p:oleObj>
              </mc:Choice>
              <mc:Fallback>
                <p:oleObj name="Equation" r:id="rId15" imgW="444500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28328" y="3664585"/>
                        <a:ext cx="988695" cy="591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0"/>
          <p:cNvGraphicFramePr>
            <a:graphicFrameLocks noChangeAspect="1"/>
          </p:cNvGraphicFramePr>
          <p:nvPr/>
        </p:nvGraphicFramePr>
        <p:xfrm>
          <a:off x="4069080" y="3596005"/>
          <a:ext cx="1553210" cy="59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7" imgW="774065" imgH="228600" progId="Equation.DSMT4">
                  <p:embed/>
                </p:oleObj>
              </mc:Choice>
              <mc:Fallback>
                <p:oleObj name="Equation" r:id="rId17" imgW="774065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69080" y="3596005"/>
                        <a:ext cx="1553210" cy="592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等于号 57"/>
          <p:cNvSpPr/>
          <p:nvPr/>
        </p:nvSpPr>
        <p:spPr>
          <a:xfrm>
            <a:off x="2785745" y="4205605"/>
            <a:ext cx="3437890" cy="252095"/>
          </a:xfrm>
          <a:prstGeom prst="mathEqual">
            <a:avLst>
              <a:gd name="adj1" fmla="val 23520"/>
              <a:gd name="adj2" fmla="val 118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6066156" y="3991610"/>
          <a:ext cx="589915" cy="46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9" imgW="266700" imgH="177165" progId="Equation.DSMT4">
                  <p:embed/>
                </p:oleObj>
              </mc:Choice>
              <mc:Fallback>
                <p:oleObj name="Equation" r:id="rId19" imgW="2667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66156" y="3991610"/>
                        <a:ext cx="589915" cy="466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/>
        </p:nvSpPr>
        <p:spPr>
          <a:xfrm>
            <a:off x="672130" y="485769"/>
            <a:ext cx="101346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1777365" y="156845"/>
          <a:ext cx="1711325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1" imgW="774065" imgH="431800" progId="Equation.DSMT4">
                  <p:embed/>
                </p:oleObj>
              </mc:Choice>
              <mc:Fallback>
                <p:oleObj name="Equation" r:id="rId21" imgW="774065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77365" y="156845"/>
                        <a:ext cx="1711325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4652931" y="485648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/>
        </p:nvGraphicFramePr>
        <p:xfrm>
          <a:off x="3850115" y="495106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23" imgW="7924800" imgH="4876800" progId="Equation.DSMT4">
                  <p:embed/>
                </p:oleObj>
              </mc:Choice>
              <mc:Fallback>
                <p:oleObj name="Equation" r:id="rId23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50115" y="495106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44"/>
          <p:cNvGraphicFramePr>
            <a:graphicFrameLocks noChangeAspect="1"/>
          </p:cNvGraphicFramePr>
          <p:nvPr/>
        </p:nvGraphicFramePr>
        <p:xfrm>
          <a:off x="8727733" y="431522"/>
          <a:ext cx="1182687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" name="Equation" r:id="rId25" imgW="11582400" imgH="5486400" progId="Equation.DSMT4">
                  <p:embed/>
                </p:oleObj>
              </mc:Choice>
              <mc:Fallback>
                <p:oleObj name="Equation" r:id="rId25" imgW="11582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27733" y="431522"/>
                        <a:ext cx="1182687" cy="668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本框 2"/>
          <p:cNvSpPr txBox="1"/>
          <p:nvPr/>
        </p:nvSpPr>
        <p:spPr>
          <a:xfrm>
            <a:off x="600075" y="6842125"/>
            <a:ext cx="27101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3" name="Object 10"/>
          <p:cNvGraphicFramePr>
            <a:graphicFrameLocks noChangeAspect="1"/>
          </p:cNvGraphicFramePr>
          <p:nvPr/>
        </p:nvGraphicFramePr>
        <p:xfrm>
          <a:off x="3443923" y="6532880"/>
          <a:ext cx="283718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" name="Equation" r:id="rId27" imgW="1282700" imgH="419100" progId="Equation.DSMT4">
                  <p:embed/>
                </p:oleObj>
              </mc:Choice>
              <mc:Fallback>
                <p:oleObj name="Equation" r:id="rId27" imgW="12827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43923" y="6532880"/>
                        <a:ext cx="283718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10"/>
          <p:cNvGraphicFramePr>
            <a:graphicFrameLocks noChangeAspect="1"/>
          </p:cNvGraphicFramePr>
          <p:nvPr/>
        </p:nvGraphicFramePr>
        <p:xfrm>
          <a:off x="640715" y="5111750"/>
          <a:ext cx="2554605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29" imgW="1155700" imgH="419100" progId="Equation.DSMT4">
                  <p:embed/>
                </p:oleObj>
              </mc:Choice>
              <mc:Fallback>
                <p:oleObj name="Equation" r:id="rId29" imgW="11557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40715" y="5111750"/>
                        <a:ext cx="2554605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20"/>
          <p:cNvGraphicFramePr>
            <a:graphicFrameLocks noChangeAspect="1"/>
          </p:cNvGraphicFramePr>
          <p:nvPr/>
        </p:nvGraphicFramePr>
        <p:xfrm>
          <a:off x="3322321" y="5213985"/>
          <a:ext cx="90297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31" imgW="405765" imgH="228600" progId="Equation.DSMT4">
                  <p:embed/>
                </p:oleObj>
              </mc:Choice>
              <mc:Fallback>
                <p:oleObj name="Equation" r:id="rId31" imgW="405765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322321" y="5213985"/>
                        <a:ext cx="902970" cy="591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20"/>
          <p:cNvGraphicFramePr>
            <a:graphicFrameLocks noChangeAspect="1"/>
          </p:cNvGraphicFramePr>
          <p:nvPr/>
        </p:nvGraphicFramePr>
        <p:xfrm>
          <a:off x="4206558" y="4931410"/>
          <a:ext cx="1580515" cy="102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33" imgW="787400" imgH="393700" progId="Equation.DSMT4">
                  <p:embed/>
                </p:oleObj>
              </mc:Choice>
              <mc:Fallback>
                <p:oleObj name="Equation" r:id="rId33" imgW="787400" imgH="3937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206558" y="4931410"/>
                        <a:ext cx="1580515" cy="1020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等于号 92"/>
          <p:cNvSpPr/>
          <p:nvPr/>
        </p:nvSpPr>
        <p:spPr>
          <a:xfrm>
            <a:off x="2834005" y="5908675"/>
            <a:ext cx="3437890" cy="252095"/>
          </a:xfrm>
          <a:prstGeom prst="mathEqual">
            <a:avLst>
              <a:gd name="adj1" fmla="val 23520"/>
              <a:gd name="adj2" fmla="val 118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94" name="Object 10"/>
          <p:cNvGraphicFramePr>
            <a:graphicFrameLocks noChangeAspect="1"/>
          </p:cNvGraphicFramePr>
          <p:nvPr/>
        </p:nvGraphicFramePr>
        <p:xfrm>
          <a:off x="6099811" y="5269865"/>
          <a:ext cx="123634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35" imgW="558800" imgH="393700" progId="Equation.DSMT4">
                  <p:embed/>
                </p:oleObj>
              </mc:Choice>
              <mc:Fallback>
                <p:oleObj name="Equation" r:id="rId35" imgW="5588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099811" y="5269865"/>
                        <a:ext cx="123634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10"/>
          <p:cNvGraphicFramePr>
            <a:graphicFrameLocks noChangeAspect="1"/>
          </p:cNvGraphicFramePr>
          <p:nvPr/>
        </p:nvGraphicFramePr>
        <p:xfrm>
          <a:off x="7434264" y="5519738"/>
          <a:ext cx="129286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Equation" r:id="rId37" imgW="584200" imgH="203200" progId="Equation.DSMT4">
                  <p:embed/>
                </p:oleObj>
              </mc:Choice>
              <mc:Fallback>
                <p:oleObj name="Equation" r:id="rId37" imgW="584200" imgH="20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434264" y="5519738"/>
                        <a:ext cx="129286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10"/>
          <p:cNvGraphicFramePr>
            <a:graphicFrameLocks noChangeAspect="1"/>
          </p:cNvGraphicFramePr>
          <p:nvPr/>
        </p:nvGraphicFramePr>
        <p:xfrm>
          <a:off x="6532246" y="6617970"/>
          <a:ext cx="269557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39" imgW="1219200" imgH="393700" progId="Equation.DSMT4">
                  <p:embed/>
                </p:oleObj>
              </mc:Choice>
              <mc:Fallback>
                <p:oleObj name="Equation" r:id="rId39" imgW="12192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532246" y="6617970"/>
                        <a:ext cx="269557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2"/>
          <p:cNvSpPr txBox="1"/>
          <p:nvPr/>
        </p:nvSpPr>
        <p:spPr>
          <a:xfrm>
            <a:off x="322245" y="1339844"/>
            <a:ext cx="892810" cy="520700"/>
          </a:xfrm>
          <a:prstGeom prst="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0" scaled="0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步骤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6683058" y="1099820"/>
          <a:ext cx="3082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41" imgW="1485900" imgH="431800" progId="Equation.DSMT4">
                  <p:embed/>
                </p:oleObj>
              </mc:Choice>
              <mc:Fallback>
                <p:oleObj name="Equation" r:id="rId41" imgW="14859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683058" y="1099820"/>
                        <a:ext cx="308292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9375140" y="1810385"/>
            <a:ext cx="2021840" cy="211582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9057640" y="2928620"/>
            <a:ext cx="251333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10377805" y="1590675"/>
            <a:ext cx="17780" cy="26035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10012045" y="1176655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43" imgW="139700" imgH="165100" progId="Equation.DSMT4">
                  <p:embed/>
                </p:oleObj>
              </mc:Choice>
              <mc:Fallback>
                <p:oleObj name="Equation" r:id="rId4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0012045" y="1176655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1570970" y="2573655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45" imgW="127000" imgH="139700" progId="Equation.DSMT4">
                  <p:embed/>
                </p:oleObj>
              </mc:Choice>
              <mc:Fallback>
                <p:oleObj name="Equation" r:id="rId4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1570970" y="2573655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/>
          <p:cNvCxnSpPr/>
          <p:nvPr/>
        </p:nvCxnSpPr>
        <p:spPr>
          <a:xfrm flipH="1" flipV="1">
            <a:off x="10757535" y="1887220"/>
            <a:ext cx="198755" cy="1085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10349230" y="292417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9303385" y="4853940"/>
            <a:ext cx="1652905" cy="168402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9025890" y="4349750"/>
            <a:ext cx="17780" cy="26035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4"/>
          <p:cNvGraphicFramePr>
            <a:graphicFrameLocks noChangeAspect="1"/>
          </p:cNvGraphicFramePr>
          <p:nvPr/>
        </p:nvGraphicFramePr>
        <p:xfrm>
          <a:off x="8571865" y="4124960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47" imgW="139700" imgH="165100" progId="Equation.DSMT4">
                  <p:embed/>
                </p:oleObj>
              </mc:Choice>
              <mc:Fallback>
                <p:oleObj name="Equation" r:id="rId4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571865" y="4124960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11499215" y="5386070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48" imgW="127000" imgH="139700" progId="Equation.DSMT4">
                  <p:embed/>
                </p:oleObj>
              </mc:Choice>
              <mc:Fallback>
                <p:oleObj name="Equation" r:id="rId48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1499215" y="5386070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flipH="1" flipV="1">
            <a:off x="10685780" y="5090795"/>
            <a:ext cx="156210" cy="17081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9601835" y="570103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/>
          <p:nvPr/>
        </p:nvCxnSpPr>
        <p:spPr>
          <a:xfrm>
            <a:off x="8720455" y="5730240"/>
            <a:ext cx="2974340" cy="641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73" grpId="0"/>
      <p:bldP spid="100" grpId="0" animBg="1"/>
      <p:bldP spid="7" grpId="0"/>
      <p:bldP spid="23" grpId="0" animBg="1"/>
      <p:bldP spid="58" grpId="0" bldLvl="0" animBg="1"/>
      <p:bldP spid="93" grpId="0" bldLvl="0" animBg="1"/>
      <p:bldP spid="78" grpId="0"/>
      <p:bldP spid="2" grpId="0" animBg="1"/>
      <p:bldP spid="16" grpId="0" animBg="1"/>
      <p:bldP spid="31" grpId="0" animBg="1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355965" y="4667885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0287635" y="57943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498205" y="580453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275590" y="174561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2738438" y="1454785"/>
          <a:ext cx="188087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850900" imgH="419100" progId="Equation.DSMT4">
                  <p:embed/>
                </p:oleObj>
              </mc:Choice>
              <mc:Fallback>
                <p:oleObj name="Equation" r:id="rId1" imgW="850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38438" y="1454785"/>
                        <a:ext cx="188087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/>
        </p:nvSpPr>
        <p:spPr>
          <a:xfrm>
            <a:off x="757855" y="826764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2018030" y="419100"/>
          <a:ext cx="4238625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3" imgW="1917065" imgH="431800" progId="Equation.DSMT4">
                  <p:embed/>
                </p:oleObj>
              </mc:Choice>
              <mc:Fallback>
                <p:oleObj name="Equation" r:id="rId3" imgW="1917065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8030" y="419100"/>
                        <a:ext cx="4238625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7543451" y="519303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/>
        </p:nvGraphicFramePr>
        <p:xfrm>
          <a:off x="6720950" y="477326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20950" y="477326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44"/>
          <p:cNvGraphicFramePr>
            <a:graphicFrameLocks noChangeAspect="1"/>
          </p:cNvGraphicFramePr>
          <p:nvPr/>
        </p:nvGraphicFramePr>
        <p:xfrm>
          <a:off x="6893560" y="1024255"/>
          <a:ext cx="242252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" name="Equation" r:id="rId7" imgW="1041400" imgH="228600" progId="Equation.DSMT4">
                  <p:embed/>
                </p:oleObj>
              </mc:Choice>
              <mc:Fallback>
                <p:oleObj name="Equation" r:id="rId7" imgW="10414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93560" y="1024255"/>
                        <a:ext cx="2422525" cy="630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129030" y="2354580"/>
          <a:ext cx="87058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9" imgW="393700" imgH="393700" progId="Equation.DSMT4">
                  <p:embed/>
                </p:oleObj>
              </mc:Choice>
              <mc:Fallback>
                <p:oleObj name="Equation" r:id="rId9" imgW="3937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9030" y="2354580"/>
                        <a:ext cx="87058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1979930" y="270700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44"/>
          <p:cNvGraphicFramePr>
            <a:graphicFrameLocks noChangeAspect="1"/>
          </p:cNvGraphicFramePr>
          <p:nvPr/>
        </p:nvGraphicFramePr>
        <p:xfrm>
          <a:off x="2495550" y="2423795"/>
          <a:ext cx="1034415" cy="108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1" imgW="444500" imgH="393700" progId="Equation.DSMT4">
                  <p:embed/>
                </p:oleObj>
              </mc:Choice>
              <mc:Fallback>
                <p:oleObj name="Equation" r:id="rId11" imgW="444500" imgH="3937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5550" y="2423795"/>
                        <a:ext cx="1034415" cy="10864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4"/>
          <p:cNvGraphicFramePr>
            <a:graphicFrameLocks noChangeAspect="1"/>
          </p:cNvGraphicFramePr>
          <p:nvPr/>
        </p:nvGraphicFramePr>
        <p:xfrm>
          <a:off x="5430520" y="2706688"/>
          <a:ext cx="204025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876300" imgH="228600" progId="Equation.DSMT4">
                  <p:embed/>
                </p:oleObj>
              </mc:Choice>
              <mc:Fallback>
                <p:oleObj name="Equation" r:id="rId13" imgW="8763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30520" y="2706688"/>
                        <a:ext cx="204025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1043940" y="356552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" name="Object 44"/>
          <p:cNvGraphicFramePr>
            <a:graphicFrameLocks noChangeAspect="1"/>
          </p:cNvGraphicFramePr>
          <p:nvPr/>
        </p:nvGraphicFramePr>
        <p:xfrm>
          <a:off x="2989263" y="3509963"/>
          <a:ext cx="390398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1676400" imgH="228600" progId="Equation.DSMT4">
                  <p:embed/>
                </p:oleObj>
              </mc:Choice>
              <mc:Fallback>
                <p:oleObj name="Equation" r:id="rId15" imgW="16764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89263" y="3509963"/>
                        <a:ext cx="390398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6893560" y="3565525"/>
            <a:ext cx="106426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0" name="Object 44"/>
          <p:cNvGraphicFramePr>
            <a:graphicFrameLocks noChangeAspect="1"/>
          </p:cNvGraphicFramePr>
          <p:nvPr/>
        </p:nvGraphicFramePr>
        <p:xfrm>
          <a:off x="7741286" y="3509963"/>
          <a:ext cx="1774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7" imgW="762000" imgH="241300" progId="Equation.DSMT4">
                  <p:embed/>
                </p:oleObj>
              </mc:Choice>
              <mc:Fallback>
                <p:oleObj name="Equation" r:id="rId17" imgW="762000" imgH="2413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41286" y="3509963"/>
                        <a:ext cx="1774825" cy="66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9316085" y="3565525"/>
            <a:ext cx="373380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1043940" y="4177030"/>
          <a:ext cx="6569075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9" imgW="2971800" imgH="419100" progId="Equation.DSMT4">
                  <p:embed/>
                </p:oleObj>
              </mc:Choice>
              <mc:Fallback>
                <p:oleObj name="Equation" r:id="rId19" imgW="29718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43940" y="4177030"/>
                        <a:ext cx="6569075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/>
          <p:cNvGraphicFramePr>
            <a:graphicFrameLocks noChangeAspect="1"/>
          </p:cNvGraphicFramePr>
          <p:nvPr/>
        </p:nvGraphicFramePr>
        <p:xfrm>
          <a:off x="2738438" y="5113655"/>
          <a:ext cx="2302510" cy="150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1" imgW="1041400" imgH="571500" progId="Equation.DSMT4">
                  <p:embed/>
                </p:oleObj>
              </mc:Choice>
              <mc:Fallback>
                <p:oleObj name="Equation" r:id="rId21" imgW="1041400" imgH="571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38438" y="5113655"/>
                        <a:ext cx="2302510" cy="1503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左大括号 41"/>
          <p:cNvSpPr/>
          <p:nvPr/>
        </p:nvSpPr>
        <p:spPr>
          <a:xfrm>
            <a:off x="6365875" y="614045"/>
            <a:ext cx="361315" cy="940435"/>
          </a:xfrm>
          <a:prstGeom prst="leftBrace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2724786" y="6617335"/>
          <a:ext cx="190817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23" imgW="862965" imgH="393700" progId="Equation.DSMT4">
                  <p:embed/>
                </p:oleObj>
              </mc:Choice>
              <mc:Fallback>
                <p:oleObj name="Equation" r:id="rId23" imgW="862965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24786" y="6617335"/>
                        <a:ext cx="190817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"/>
          <p:cNvGraphicFramePr>
            <a:graphicFrameLocks noChangeAspect="1"/>
          </p:cNvGraphicFramePr>
          <p:nvPr/>
        </p:nvGraphicFramePr>
        <p:xfrm>
          <a:off x="6484304" y="7011353"/>
          <a:ext cx="146050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25" imgW="660400" imgH="203200" progId="Equation.DSMT4">
                  <p:embed/>
                </p:oleObj>
              </mc:Choice>
              <mc:Fallback>
                <p:oleObj name="Equation" r:id="rId25" imgW="660400" imgH="20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84304" y="7011353"/>
                        <a:ext cx="146050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7918450" y="6038215"/>
            <a:ext cx="3561715" cy="755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9640570" y="4263390"/>
            <a:ext cx="44450" cy="33559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9275445" y="3982085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7" imgW="139700" imgH="165100" progId="Equation.DSMT4">
                  <p:embed/>
                </p:oleObj>
              </mc:Choice>
              <mc:Fallback>
                <p:oleObj name="Equation" r:id="rId2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275445" y="3982085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736070" y="5690235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9" imgW="127000" imgH="139700" progId="Equation.DSMT4">
                  <p:embed/>
                </p:oleObj>
              </mc:Choice>
              <mc:Fallback>
                <p:oleObj name="Equation" r:id="rId2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736070" y="5690235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 flipV="1">
            <a:off x="10179050" y="4736465"/>
            <a:ext cx="198755" cy="1085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0502900" y="605409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15375" y="602297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8733155" y="578675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10630535" y="5787390"/>
            <a:ext cx="162560" cy="1606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10"/>
          <p:cNvGraphicFramePr>
            <a:graphicFrameLocks noChangeAspect="1"/>
          </p:cNvGraphicFramePr>
          <p:nvPr/>
        </p:nvGraphicFramePr>
        <p:xfrm>
          <a:off x="5040948" y="5189220"/>
          <a:ext cx="2330450" cy="150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1" imgW="1054100" imgH="571500" progId="Equation.DSMT4">
                  <p:embed/>
                </p:oleObj>
              </mc:Choice>
              <mc:Fallback>
                <p:oleObj name="Equation" r:id="rId31" imgW="1054100" imgH="571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040948" y="5189220"/>
                        <a:ext cx="2330450" cy="1503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0"/>
          <p:cNvGraphicFramePr>
            <a:graphicFrameLocks noChangeAspect="1"/>
          </p:cNvGraphicFramePr>
          <p:nvPr/>
        </p:nvGraphicFramePr>
        <p:xfrm>
          <a:off x="4632644" y="6617335"/>
          <a:ext cx="1488440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3" imgW="673100" imgH="393700" progId="Equation.DSMT4">
                  <p:embed/>
                </p:oleObj>
              </mc:Choice>
              <mc:Fallback>
                <p:oleObj name="Equation" r:id="rId33" imgW="6731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632644" y="6617335"/>
                        <a:ext cx="1488440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5090160" y="1751330"/>
            <a:ext cx="6390005" cy="588645"/>
          </a:xfrm>
          <a:prstGeom prst="rect">
            <a:avLst/>
          </a:prstGeom>
          <a:noFill/>
        </p:spPr>
        <p:txBody>
          <a:bodyPr wrap="square" lIns="91429" tIns="45715" rIns="91429" bIns="45715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800" b="1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先用复合闭路定理，再用柯西积分公式</a:t>
            </a:r>
            <a:endParaRPr lang="zh-CN" altLang="en-US" sz="2800" b="1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73" grpId="0"/>
      <p:bldP spid="42" grpId="0" animBg="1"/>
      <p:bldP spid="7" grpId="0"/>
      <p:bldP spid="18" grpId="0" animBg="1"/>
      <p:bldP spid="24" grpId="0" animBg="1"/>
      <p:bldP spid="23" grpId="0" animBg="1"/>
      <p:bldP spid="5" grpId="0"/>
      <p:bldP spid="11" grpId="0"/>
      <p:bldP spid="29" grpId="0"/>
      <p:bldP spid="32" grpId="0"/>
      <p:bldP spid="21" grpId="0" animBg="1"/>
      <p:bldP spid="22" grpId="0" animBg="1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/>
          <p:nvPr/>
        </p:nvSpPr>
        <p:spPr>
          <a:xfrm>
            <a:off x="2408555" y="295275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4855146" y="2536127"/>
                <a:ext cx="3634105" cy="14833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)(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146" y="2536127"/>
                <a:ext cx="3634105" cy="1483360"/>
              </a:xfrm>
              <a:prstGeom prst="rect">
                <a:avLst/>
              </a:prstGeom>
              <a:blipFill rotWithShape="1">
                <a:blip r:embed="rId1"/>
                <a:stretch>
                  <a:fillRect l="-16" t="-39" r="1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文本框 2"/>
          <p:cNvSpPr txBox="1"/>
          <p:nvPr/>
        </p:nvSpPr>
        <p:spPr>
          <a:xfrm>
            <a:off x="739440" y="939794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1999615" y="532130"/>
          <a:ext cx="4238625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1" imgW="1917065" imgH="431800" progId="Equation.DSMT4">
                  <p:embed/>
                </p:oleObj>
              </mc:Choice>
              <mc:Fallback>
                <p:oleObj name="Equation" r:id="rId1" imgW="1917065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9615" y="532130"/>
                        <a:ext cx="4238625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7199916" y="839343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/>
        </p:nvGraphicFramePr>
        <p:xfrm>
          <a:off x="6377415" y="797366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77415" y="797366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578547" y="2679296"/>
            <a:ext cx="7222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先找被积函数在积分曲线围成区域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内的奇点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967178" y="2696776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8801382" y="2621876"/>
          <a:ext cx="16827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5" imgW="17373600" imgH="5486400" progId="Equation.DSMT4">
                  <p:embed/>
                </p:oleObj>
              </mc:Choice>
              <mc:Fallback>
                <p:oleObj name="Equation" r:id="rId5" imgW="17373600" imgH="54864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01382" y="2621876"/>
                        <a:ext cx="168275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968183" y="3529995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1008242" y="555344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(4)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5" name="Object 10"/>
          <p:cNvGraphicFramePr>
            <a:graphicFrameLocks noChangeAspect="1"/>
          </p:cNvGraphicFramePr>
          <p:nvPr/>
        </p:nvGraphicFramePr>
        <p:xfrm>
          <a:off x="6110543" y="3530226"/>
          <a:ext cx="39243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7" imgW="40538400" imgH="5486400" progId="Equation.DSMT4">
                  <p:embed/>
                </p:oleObj>
              </mc:Choice>
              <mc:Fallback>
                <p:oleObj name="Equation" r:id="rId7" imgW="40538400" imgH="5486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0543" y="3530226"/>
                        <a:ext cx="3924300" cy="633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1661935" y="3556308"/>
            <a:ext cx="4448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围绕每一个奇点作正向圆周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1676316" y="4536843"/>
            <a:ext cx="30264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用柯西积分公式求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" name="文本框 2"/>
          <p:cNvSpPr txBox="1"/>
          <p:nvPr/>
        </p:nvSpPr>
        <p:spPr>
          <a:xfrm>
            <a:off x="1000177" y="454973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" name="文本框 2"/>
          <p:cNvSpPr txBox="1"/>
          <p:nvPr/>
        </p:nvSpPr>
        <p:spPr>
          <a:xfrm>
            <a:off x="1566067" y="5553753"/>
            <a:ext cx="30264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由复合闭路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定理得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9905" name="Object 33"/>
          <p:cNvGraphicFramePr>
            <a:graphicFrameLocks noChangeAspect="1"/>
          </p:cNvGraphicFramePr>
          <p:nvPr/>
        </p:nvGraphicFramePr>
        <p:xfrm>
          <a:off x="6130290" y="6381750"/>
          <a:ext cx="591820" cy="103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9" imgW="292100" imgH="431800" progId="Equation.DSMT4">
                  <p:embed/>
                </p:oleObj>
              </mc:Choice>
              <mc:Fallback>
                <p:oleObj name="Equation" r:id="rId9" imgW="292100" imgH="4318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30290" y="6381750"/>
                        <a:ext cx="591820" cy="1038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0"/>
          <p:cNvGraphicFramePr>
            <a:graphicFrameLocks noChangeAspect="1"/>
          </p:cNvGraphicFramePr>
          <p:nvPr/>
        </p:nvGraphicFramePr>
        <p:xfrm>
          <a:off x="4660583" y="4265930"/>
          <a:ext cx="429641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1" imgW="1943100" imgH="431800" progId="Equation.DSMT4">
                  <p:embed/>
                </p:oleObj>
              </mc:Choice>
              <mc:Fallback>
                <p:oleObj name="Equation" r:id="rId11" imgW="1943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60583" y="4265930"/>
                        <a:ext cx="429641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1404303" y="6290310"/>
          <a:ext cx="4600575" cy="1192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3" imgW="1981200" imgH="431800" progId="Equation.DSMT4">
                  <p:embed/>
                </p:oleObj>
              </mc:Choice>
              <mc:Fallback>
                <p:oleObj name="Equation" r:id="rId13" imgW="19812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04303" y="6290310"/>
                        <a:ext cx="4600575" cy="1192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0"/>
          <p:cNvGraphicFramePr>
            <a:graphicFrameLocks noChangeAspect="1"/>
          </p:cNvGraphicFramePr>
          <p:nvPr/>
        </p:nvGraphicFramePr>
        <p:xfrm>
          <a:off x="6721793" y="6333490"/>
          <a:ext cx="426847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15" imgW="1930400" imgH="431800" progId="Equation.DSMT4">
                  <p:embed/>
                </p:oleObj>
              </mc:Choice>
              <mc:Fallback>
                <p:oleObj name="Equation" r:id="rId15" imgW="19304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21793" y="6333490"/>
                        <a:ext cx="426847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>
            <p:custDataLst>
              <p:tags r:id="rId17"/>
            </p:custDataLst>
          </p:nvPr>
        </p:nvSpPr>
        <p:spPr>
          <a:xfrm>
            <a:off x="739440" y="1828159"/>
            <a:ext cx="1113155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方法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7" grpId="0"/>
      <p:bldP spid="34" grpId="0"/>
      <p:bldP spid="47" grpId="0"/>
      <p:bldP spid="53" grpId="0"/>
      <p:bldP spid="50" grpId="0"/>
      <p:bldP spid="36" grpId="0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355965" y="4333875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9370695" y="45624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9424035" y="619061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0287635" y="546036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498205" y="547052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728980" y="99568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3249296" y="737870"/>
          <a:ext cx="199453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901700" imgH="393700" progId="Equation.DSMT4">
                  <p:embed/>
                </p:oleObj>
              </mc:Choice>
              <mc:Fallback>
                <p:oleObj name="Equation" r:id="rId1" imgW="9017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49296" y="737870"/>
                        <a:ext cx="199453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066165" y="1604645"/>
          <a:ext cx="87058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393700" imgH="393700" progId="Equation.DSMT4">
                  <p:embed/>
                </p:oleObj>
              </mc:Choice>
              <mc:Fallback>
                <p:oleObj name="Equation" r:id="rId3" imgW="3937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165" y="1604645"/>
                        <a:ext cx="87058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1917065" y="195707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有四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44"/>
          <p:cNvGraphicFramePr>
            <a:graphicFrameLocks noChangeAspect="1"/>
          </p:cNvGraphicFramePr>
          <p:nvPr/>
        </p:nvGraphicFramePr>
        <p:xfrm>
          <a:off x="2462213" y="1936433"/>
          <a:ext cx="975360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62213" y="1936433"/>
                        <a:ext cx="975360" cy="5613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4"/>
          <p:cNvGraphicFramePr>
            <a:graphicFrameLocks noChangeAspect="1"/>
          </p:cNvGraphicFramePr>
          <p:nvPr/>
        </p:nvGraphicFramePr>
        <p:xfrm>
          <a:off x="5286375" y="1901508"/>
          <a:ext cx="402145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1727200" imgH="228600" progId="Equation.DSMT4">
                  <p:embed/>
                </p:oleObj>
              </mc:Choice>
              <mc:Fallback>
                <p:oleObj name="Equation" r:id="rId7" imgW="17272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86375" y="1901508"/>
                        <a:ext cx="402145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1066165" y="276606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" name="Object 44"/>
          <p:cNvGraphicFramePr>
            <a:graphicFrameLocks noChangeAspect="1"/>
          </p:cNvGraphicFramePr>
          <p:nvPr/>
        </p:nvGraphicFramePr>
        <p:xfrm>
          <a:off x="3131186" y="2761298"/>
          <a:ext cx="792670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9" imgW="3403600" imgH="228600" progId="Equation.DSMT4">
                  <p:embed/>
                </p:oleObj>
              </mc:Choice>
              <mc:Fallback>
                <p:oleObj name="Equation" r:id="rId9" imgW="34036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31186" y="2761298"/>
                        <a:ext cx="792670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243330" y="3392805"/>
            <a:ext cx="106426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0" name="Object 44"/>
          <p:cNvGraphicFramePr>
            <a:graphicFrameLocks noChangeAspect="1"/>
          </p:cNvGraphicFramePr>
          <p:nvPr/>
        </p:nvGraphicFramePr>
        <p:xfrm>
          <a:off x="2167891" y="3319463"/>
          <a:ext cx="32543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1" imgW="1397000" imgH="241300" progId="Equation.DSMT4">
                  <p:embed/>
                </p:oleObj>
              </mc:Choice>
              <mc:Fallback>
                <p:oleObj name="Equation" r:id="rId11" imgW="1397000" imgH="2413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67891" y="3319463"/>
                        <a:ext cx="3254375" cy="66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5445125" y="3412490"/>
            <a:ext cx="373380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1041400" y="4114165"/>
          <a:ext cx="1739265" cy="101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3" imgW="876300" imgH="393700" progId="Equation.DSMT4">
                  <p:embed/>
                </p:oleObj>
              </mc:Choice>
              <mc:Fallback>
                <p:oleObj name="Equation" r:id="rId13" imgW="8763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1400" y="4114165"/>
                        <a:ext cx="1739265" cy="1017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 flipV="1">
            <a:off x="7918450" y="5728335"/>
            <a:ext cx="3636645" cy="120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 flipV="1">
            <a:off x="9641205" y="3796030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9275446" y="364775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5" imgW="139700" imgH="165100" progId="Equation.DSMT4">
                  <p:embed/>
                </p:oleObj>
              </mc:Choice>
              <mc:Fallback>
                <p:oleObj name="Equation" r:id="rId1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275446" y="364775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222356" y="533368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7" imgW="127000" imgH="139700" progId="Equation.DSMT4">
                  <p:embed/>
                </p:oleObj>
              </mc:Choice>
              <mc:Fallback>
                <p:oleObj name="Equation" r:id="rId1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222356" y="533368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 flipV="1">
            <a:off x="10303510" y="451485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0502900" y="568452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693150" y="57067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8733155" y="545274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10520680" y="543496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9601200" y="479869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618980" y="642683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9641205" y="456946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9672320" y="617664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Object 10"/>
          <p:cNvGraphicFramePr>
            <a:graphicFrameLocks noChangeAspect="1"/>
          </p:cNvGraphicFramePr>
          <p:nvPr/>
        </p:nvGraphicFramePr>
        <p:xfrm>
          <a:off x="2780665" y="4114165"/>
          <a:ext cx="440563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19" imgW="2108200" imgH="393700" progId="Equation.DSMT4">
                  <p:embed/>
                </p:oleObj>
              </mc:Choice>
              <mc:Fallback>
                <p:oleObj name="Equation" r:id="rId19" imgW="21082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80665" y="4114165"/>
                        <a:ext cx="4405630" cy="981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"/>
          <p:cNvGraphicFramePr>
            <a:graphicFrameLocks noChangeAspect="1"/>
          </p:cNvGraphicFramePr>
          <p:nvPr/>
        </p:nvGraphicFramePr>
        <p:xfrm>
          <a:off x="2780665" y="5356225"/>
          <a:ext cx="4446905" cy="94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21" imgW="2095500" imgH="393700" progId="Equation.DSMT4">
                  <p:embed/>
                </p:oleObj>
              </mc:Choice>
              <mc:Fallback>
                <p:oleObj name="Equation" r:id="rId21" imgW="20955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80665" y="5356225"/>
                        <a:ext cx="4446905" cy="949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5" grpId="0"/>
      <p:bldP spid="28" grpId="0" bldLvl="0" animBg="1"/>
      <p:bldP spid="22" grpId="0" bldLvl="0" animBg="1"/>
      <p:bldP spid="34" grpId="0" bldLvl="0" animBg="1"/>
      <p:bldP spid="21" grpId="0" bldLvl="0" animBg="1"/>
      <p:bldP spid="11" grpId="0"/>
      <p:bldP spid="29" grpId="0"/>
      <p:bldP spid="32" grpId="0"/>
      <p:bldP spid="27" grpId="0" bldLvl="0" animBg="1"/>
      <p:bldP spid="23" grpId="0" bldLvl="0" animBg="1"/>
      <p:bldP spid="24" grpId="0" bldLvl="0" animBg="1"/>
      <p:bldP spid="3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355965" y="2079625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9370695" y="230822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9424035" y="393636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0287635" y="320611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498205" y="32162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/>
          <p:nvPr/>
        </p:nvCxnSpPr>
        <p:spPr>
          <a:xfrm flipV="1">
            <a:off x="7918450" y="3437890"/>
            <a:ext cx="3672840" cy="482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 flipV="1">
            <a:off x="9641205" y="1541780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9275446" y="139350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" imgW="139700" imgH="165100" progId="Equation.DSMT4">
                  <p:embed/>
                </p:oleObj>
              </mc:Choice>
              <mc:Fallback>
                <p:oleObj name="Equation" r:id="rId1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75446" y="139350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258551" y="310165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" imgW="127000" imgH="139700" progId="Equation.DSMT4">
                  <p:embed/>
                </p:oleObj>
              </mc:Choice>
              <mc:Fallback>
                <p:oleObj name="Equation" r:id="rId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58551" y="310165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 flipV="1">
            <a:off x="10303510" y="226060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0502900" y="343027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693150" y="345249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8733155" y="319849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10520680" y="318071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9601200" y="25444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618980" y="417258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9641205" y="231521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9672320" y="392239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10"/>
          <p:cNvGraphicFramePr>
            <a:graphicFrameLocks noChangeAspect="1"/>
          </p:cNvGraphicFramePr>
          <p:nvPr/>
        </p:nvGraphicFramePr>
        <p:xfrm>
          <a:off x="2674938" y="1610360"/>
          <a:ext cx="2757805" cy="1372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5" imgW="1562100" imgH="596900" progId="Equation.DSMT4">
                  <p:embed/>
                </p:oleObj>
              </mc:Choice>
              <mc:Fallback>
                <p:oleObj name="Equation" r:id="rId5" imgW="1562100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4938" y="1610360"/>
                        <a:ext cx="2757805" cy="1372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0"/>
          <p:cNvGraphicFramePr>
            <a:graphicFrameLocks noChangeAspect="1"/>
          </p:cNvGraphicFramePr>
          <p:nvPr/>
        </p:nvGraphicFramePr>
        <p:xfrm>
          <a:off x="5412105" y="3123565"/>
          <a:ext cx="2684145" cy="133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7" imgW="1562100" imgH="596900" progId="Equation.DSMT4">
                  <p:embed/>
                </p:oleObj>
              </mc:Choice>
              <mc:Fallback>
                <p:oleObj name="Equation" r:id="rId7" imgW="1562100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2105" y="3123565"/>
                        <a:ext cx="2684145" cy="1336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/>
          <p:cNvGraphicFramePr>
            <a:graphicFrameLocks noChangeAspect="1"/>
          </p:cNvGraphicFramePr>
          <p:nvPr/>
        </p:nvGraphicFramePr>
        <p:xfrm>
          <a:off x="2743835" y="4513580"/>
          <a:ext cx="21685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9" imgW="1206500" imgH="419100" progId="Equation.DSMT4">
                  <p:embed/>
                </p:oleObj>
              </mc:Choice>
              <mc:Fallback>
                <p:oleObj name="Equation" r:id="rId9" imgW="12065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43835" y="4513580"/>
                        <a:ext cx="2168525" cy="981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"/>
          <p:cNvGraphicFramePr>
            <a:graphicFrameLocks noChangeAspect="1"/>
          </p:cNvGraphicFramePr>
          <p:nvPr/>
        </p:nvGraphicFramePr>
        <p:xfrm>
          <a:off x="2957830" y="5494655"/>
          <a:ext cx="2247900" cy="102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1" imgW="1193800" imgH="419100" progId="Equation.DSMT4">
                  <p:embed/>
                </p:oleObj>
              </mc:Choice>
              <mc:Fallback>
                <p:oleObj name="Equation" r:id="rId11" imgW="11938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57830" y="5494655"/>
                        <a:ext cx="2247900" cy="1028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0"/>
          <p:cNvGraphicFramePr>
            <a:graphicFrameLocks noChangeAspect="1"/>
          </p:cNvGraphicFramePr>
          <p:nvPr/>
        </p:nvGraphicFramePr>
        <p:xfrm>
          <a:off x="2957830" y="6768465"/>
          <a:ext cx="2735580" cy="103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13" imgW="478790" imgH="498475" progId="Equation.DSMT4">
                  <p:embed/>
                </p:oleObj>
              </mc:Choice>
              <mc:Fallback>
                <p:oleObj name="Equation" r:id="rId13" imgW="478790" imgH="49847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57830" y="6768465"/>
                        <a:ext cx="2735580" cy="1033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0"/>
          <p:cNvGraphicFramePr>
            <a:graphicFrameLocks noChangeAspect="1"/>
          </p:cNvGraphicFramePr>
          <p:nvPr/>
        </p:nvGraphicFramePr>
        <p:xfrm>
          <a:off x="935990" y="560705"/>
          <a:ext cx="1739265" cy="101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15" imgW="876300" imgH="393700" progId="Equation.DSMT4">
                  <p:embed/>
                </p:oleObj>
              </mc:Choice>
              <mc:Fallback>
                <p:oleObj name="Equation" r:id="rId15" imgW="8763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5990" y="560705"/>
                        <a:ext cx="1739265" cy="1017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0"/>
          <p:cNvGraphicFramePr>
            <a:graphicFrameLocks noChangeAspect="1"/>
          </p:cNvGraphicFramePr>
          <p:nvPr/>
        </p:nvGraphicFramePr>
        <p:xfrm>
          <a:off x="2675255" y="560705"/>
          <a:ext cx="440563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17" imgW="2108200" imgH="393700" progId="Equation.DSMT4">
                  <p:embed/>
                </p:oleObj>
              </mc:Choice>
              <mc:Fallback>
                <p:oleObj name="Equation" r:id="rId17" imgW="21082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75255" y="560705"/>
                        <a:ext cx="4405630" cy="981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0"/>
          <p:cNvGraphicFramePr>
            <a:graphicFrameLocks noChangeAspect="1"/>
          </p:cNvGraphicFramePr>
          <p:nvPr/>
        </p:nvGraphicFramePr>
        <p:xfrm>
          <a:off x="7080885" y="594995"/>
          <a:ext cx="4446905" cy="94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9" imgW="2095500" imgH="393700" progId="Equation.DSMT4">
                  <p:embed/>
                </p:oleObj>
              </mc:Choice>
              <mc:Fallback>
                <p:oleObj name="Equation" r:id="rId19" imgW="20955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80885" y="594995"/>
                        <a:ext cx="4446905" cy="949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0"/>
          <p:cNvGraphicFramePr>
            <a:graphicFrameLocks noChangeAspect="1"/>
          </p:cNvGraphicFramePr>
          <p:nvPr/>
        </p:nvGraphicFramePr>
        <p:xfrm>
          <a:off x="5412105" y="1628140"/>
          <a:ext cx="2734310" cy="1372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21" imgW="1548765" imgH="596900" progId="Equation.DSMT4">
                  <p:embed/>
                </p:oleObj>
              </mc:Choice>
              <mc:Fallback>
                <p:oleObj name="Equation" r:id="rId21" imgW="1548765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12105" y="1628140"/>
                        <a:ext cx="2734310" cy="1372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0"/>
          <p:cNvGraphicFramePr>
            <a:graphicFrameLocks noChangeAspect="1"/>
          </p:cNvGraphicFramePr>
          <p:nvPr/>
        </p:nvGraphicFramePr>
        <p:xfrm>
          <a:off x="2751138" y="3101975"/>
          <a:ext cx="2660650" cy="133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23" imgW="1548765" imgH="596900" progId="Equation.DSMT4">
                  <p:embed/>
                </p:oleObj>
              </mc:Choice>
              <mc:Fallback>
                <p:oleObj name="Equation" r:id="rId23" imgW="1548765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51138" y="3101975"/>
                        <a:ext cx="2660650" cy="1336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0"/>
          <p:cNvGraphicFramePr>
            <a:graphicFrameLocks noChangeAspect="1"/>
          </p:cNvGraphicFramePr>
          <p:nvPr/>
        </p:nvGraphicFramePr>
        <p:xfrm>
          <a:off x="5011420" y="4513580"/>
          <a:ext cx="230568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25" imgW="1282700" imgH="419100" progId="Equation.DSMT4">
                  <p:embed/>
                </p:oleObj>
              </mc:Choice>
              <mc:Fallback>
                <p:oleObj name="Equation" r:id="rId25" imgW="12827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11420" y="4513580"/>
                        <a:ext cx="2305685" cy="981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10"/>
          <p:cNvGraphicFramePr>
            <a:graphicFrameLocks noChangeAspect="1"/>
          </p:cNvGraphicFramePr>
          <p:nvPr/>
        </p:nvGraphicFramePr>
        <p:xfrm>
          <a:off x="5236845" y="5494655"/>
          <a:ext cx="2080260" cy="102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27" imgW="1104900" imgH="419100" progId="Equation.DSMT4">
                  <p:embed/>
                </p:oleObj>
              </mc:Choice>
              <mc:Fallback>
                <p:oleObj name="Equation" r:id="rId27" imgW="1104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236845" y="5494655"/>
                        <a:ext cx="2080260" cy="1028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482330" y="3854450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0414000" y="498094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624570" y="499110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401955" y="93218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2864803" y="641350"/>
          <a:ext cx="188087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850900" imgH="419100" progId="Equation.DSMT4">
                  <p:embed/>
                </p:oleObj>
              </mc:Choice>
              <mc:Fallback>
                <p:oleObj name="Equation" r:id="rId1" imgW="850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64803" y="641350"/>
                        <a:ext cx="188087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255395" y="1541145"/>
          <a:ext cx="87058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393700" imgH="393700" progId="Equation.DSMT4">
                  <p:embed/>
                </p:oleObj>
              </mc:Choice>
              <mc:Fallback>
                <p:oleObj name="Equation" r:id="rId3" imgW="3937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5395" y="1541145"/>
                        <a:ext cx="87058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2106295" y="189357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44"/>
          <p:cNvGraphicFramePr>
            <a:graphicFrameLocks noChangeAspect="1"/>
          </p:cNvGraphicFramePr>
          <p:nvPr/>
        </p:nvGraphicFramePr>
        <p:xfrm>
          <a:off x="2621915" y="1610360"/>
          <a:ext cx="1034415" cy="108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444500" imgH="393700" progId="Equation.DSMT4">
                  <p:embed/>
                </p:oleObj>
              </mc:Choice>
              <mc:Fallback>
                <p:oleObj name="Equation" r:id="rId5" imgW="444500" imgH="3937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1915" y="1610360"/>
                        <a:ext cx="1034415" cy="10864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4"/>
          <p:cNvGraphicFramePr>
            <a:graphicFrameLocks noChangeAspect="1"/>
          </p:cNvGraphicFramePr>
          <p:nvPr/>
        </p:nvGraphicFramePr>
        <p:xfrm>
          <a:off x="5556885" y="1893253"/>
          <a:ext cx="204025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876300" imgH="228600" progId="Equation.DSMT4">
                  <p:embed/>
                </p:oleObj>
              </mc:Choice>
              <mc:Fallback>
                <p:oleObj name="Equation" r:id="rId7" imgW="8763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56885" y="1893253"/>
                        <a:ext cx="204025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1170305" y="275209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" name="Object 44"/>
          <p:cNvGraphicFramePr>
            <a:graphicFrameLocks noChangeAspect="1"/>
          </p:cNvGraphicFramePr>
          <p:nvPr/>
        </p:nvGraphicFramePr>
        <p:xfrm>
          <a:off x="3115628" y="2696528"/>
          <a:ext cx="390398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9" imgW="1676400" imgH="228600" progId="Equation.DSMT4">
                  <p:embed/>
                </p:oleObj>
              </mc:Choice>
              <mc:Fallback>
                <p:oleObj name="Equation" r:id="rId9" imgW="16764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15628" y="2696528"/>
                        <a:ext cx="390398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7019925" y="2752090"/>
            <a:ext cx="106426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0" name="Object 44"/>
          <p:cNvGraphicFramePr>
            <a:graphicFrameLocks noChangeAspect="1"/>
          </p:cNvGraphicFramePr>
          <p:nvPr/>
        </p:nvGraphicFramePr>
        <p:xfrm>
          <a:off x="7867651" y="2696528"/>
          <a:ext cx="1774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1" imgW="762000" imgH="241300" progId="Equation.DSMT4">
                  <p:embed/>
                </p:oleObj>
              </mc:Choice>
              <mc:Fallback>
                <p:oleObj name="Equation" r:id="rId11" imgW="762000" imgH="2413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67651" y="2696528"/>
                        <a:ext cx="1774825" cy="66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9642475" y="2769870"/>
            <a:ext cx="373380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1170305" y="3363595"/>
          <a:ext cx="6569075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3" imgW="2971800" imgH="419100" progId="Equation.DSMT4">
                  <p:embed/>
                </p:oleObj>
              </mc:Choice>
              <mc:Fallback>
                <p:oleObj name="Equation" r:id="rId13" imgW="29718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70305" y="3363595"/>
                        <a:ext cx="6569075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/>
          <p:cNvGraphicFramePr>
            <a:graphicFrameLocks noChangeAspect="1"/>
          </p:cNvGraphicFramePr>
          <p:nvPr/>
        </p:nvGraphicFramePr>
        <p:xfrm>
          <a:off x="2864803" y="4300220"/>
          <a:ext cx="2302510" cy="150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5" imgW="1041400" imgH="571500" progId="Equation.DSMT4">
                  <p:embed/>
                </p:oleObj>
              </mc:Choice>
              <mc:Fallback>
                <p:oleObj name="Equation" r:id="rId15" imgW="1041400" imgH="571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64803" y="4300220"/>
                        <a:ext cx="2302510" cy="1503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2851151" y="5803900"/>
          <a:ext cx="190817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7" imgW="862965" imgH="393700" progId="Equation.DSMT4">
                  <p:embed/>
                </p:oleObj>
              </mc:Choice>
              <mc:Fallback>
                <p:oleObj name="Equation" r:id="rId17" imgW="862965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51151" y="5803900"/>
                        <a:ext cx="190817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"/>
          <p:cNvGraphicFramePr>
            <a:graphicFrameLocks noChangeAspect="1"/>
          </p:cNvGraphicFramePr>
          <p:nvPr/>
        </p:nvGraphicFramePr>
        <p:xfrm>
          <a:off x="6610669" y="6197918"/>
          <a:ext cx="146050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19" imgW="660400" imgH="203200" progId="Equation.DSMT4">
                  <p:embed/>
                </p:oleObj>
              </mc:Choice>
              <mc:Fallback>
                <p:oleObj name="Equation" r:id="rId19" imgW="660400" imgH="20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10669" y="6197918"/>
                        <a:ext cx="146050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044815" y="5224780"/>
            <a:ext cx="3561715" cy="755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9766935" y="3449955"/>
            <a:ext cx="44450" cy="33559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9401810" y="3168650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139700" imgH="165100" progId="Equation.DSMT4">
                  <p:embed/>
                </p:oleObj>
              </mc:Choice>
              <mc:Fallback>
                <p:oleObj name="Equation" r:id="rId21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401810" y="3168650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862435" y="4876800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862435" y="4876800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 flipV="1">
            <a:off x="10305415" y="3923030"/>
            <a:ext cx="198755" cy="1085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0629265" y="524065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841740" y="520954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8859520" y="497332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10756900" y="4973955"/>
            <a:ext cx="162560" cy="1606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10"/>
          <p:cNvGraphicFramePr>
            <a:graphicFrameLocks noChangeAspect="1"/>
          </p:cNvGraphicFramePr>
          <p:nvPr/>
        </p:nvGraphicFramePr>
        <p:xfrm>
          <a:off x="5167313" y="4375785"/>
          <a:ext cx="2330450" cy="150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5" imgW="1054100" imgH="571500" progId="Equation.DSMT4">
                  <p:embed/>
                </p:oleObj>
              </mc:Choice>
              <mc:Fallback>
                <p:oleObj name="Equation" r:id="rId25" imgW="1054100" imgH="571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67313" y="4375785"/>
                        <a:ext cx="2330450" cy="1503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0"/>
          <p:cNvGraphicFramePr>
            <a:graphicFrameLocks noChangeAspect="1"/>
          </p:cNvGraphicFramePr>
          <p:nvPr/>
        </p:nvGraphicFramePr>
        <p:xfrm>
          <a:off x="4759009" y="5803900"/>
          <a:ext cx="1488440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7" imgW="673100" imgH="393700" progId="Equation.DSMT4">
                  <p:embed/>
                </p:oleObj>
              </mc:Choice>
              <mc:Fallback>
                <p:oleObj name="Equation" r:id="rId27" imgW="6731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59009" y="5803900"/>
                        <a:ext cx="1488440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2404110" y="5609590"/>
          <a:ext cx="404431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" imgW="1828800" imgH="393700" progId="Equation.DSMT4">
                  <p:embed/>
                </p:oleObj>
              </mc:Choice>
              <mc:Fallback>
                <p:oleObj name="Equation" r:id="rId1" imgW="18288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4110" y="5609590"/>
                        <a:ext cx="404431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/>
          <p:cNvSpPr/>
          <p:nvPr/>
        </p:nvSpPr>
        <p:spPr>
          <a:xfrm>
            <a:off x="8355965" y="4667885"/>
            <a:ext cx="2658110" cy="2639695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0287635" y="57943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498205" y="580453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556895" y="643255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3038158" y="352425"/>
          <a:ext cx="188087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3" imgW="850900" imgH="419100" progId="Equation.DSMT4">
                  <p:embed/>
                </p:oleObj>
              </mc:Choice>
              <mc:Fallback>
                <p:oleObj name="Equation" r:id="rId3" imgW="850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8158" y="352425"/>
                        <a:ext cx="188087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 flipV="1">
            <a:off x="7918450" y="6038215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 flipV="1">
            <a:off x="9641205" y="4302760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9275446" y="398176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139700" imgH="165100" progId="Equation.DSMT4">
                  <p:embed/>
                </p:oleObj>
              </mc:Choice>
              <mc:Fallback>
                <p:oleObj name="Equation" r:id="rId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75446" y="398176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480801" y="564737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7" imgW="127000" imgH="139700" progId="Equation.DSMT4">
                  <p:embed/>
                </p:oleObj>
              </mc:Choice>
              <mc:Fallback>
                <p:oleObj name="Equation" r:id="rId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80801" y="564737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 flipV="1">
            <a:off x="10303510" y="484886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0502900" y="601853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15375" y="602297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8733155" y="578675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10520680" y="576897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10"/>
          <p:cNvGraphicFramePr>
            <a:graphicFrameLocks noChangeAspect="1"/>
          </p:cNvGraphicFramePr>
          <p:nvPr/>
        </p:nvGraphicFramePr>
        <p:xfrm>
          <a:off x="1297305" y="1396365"/>
          <a:ext cx="87058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9" imgW="393700" imgH="393700" progId="Equation.DSMT4">
                  <p:embed/>
                </p:oleObj>
              </mc:Choice>
              <mc:Fallback>
                <p:oleObj name="Equation" r:id="rId9" imgW="3937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7305" y="1396365"/>
                        <a:ext cx="87058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2148205" y="174879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44"/>
          <p:cNvGraphicFramePr>
            <a:graphicFrameLocks noChangeAspect="1"/>
          </p:cNvGraphicFramePr>
          <p:nvPr/>
        </p:nvGraphicFramePr>
        <p:xfrm>
          <a:off x="2663825" y="1465580"/>
          <a:ext cx="1034415" cy="108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11" imgW="444500" imgH="393700" progId="Equation.DSMT4">
                  <p:embed/>
                </p:oleObj>
              </mc:Choice>
              <mc:Fallback>
                <p:oleObj name="Equation" r:id="rId11" imgW="444500" imgH="3937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63825" y="1465580"/>
                        <a:ext cx="1034415" cy="10864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4"/>
          <p:cNvGraphicFramePr>
            <a:graphicFrameLocks noChangeAspect="1"/>
          </p:cNvGraphicFramePr>
          <p:nvPr/>
        </p:nvGraphicFramePr>
        <p:xfrm>
          <a:off x="5598795" y="1748473"/>
          <a:ext cx="204025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3" imgW="876300" imgH="228600" progId="Equation.DSMT4">
                  <p:embed/>
                </p:oleObj>
              </mc:Choice>
              <mc:Fallback>
                <p:oleObj name="Equation" r:id="rId13" imgW="8763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98795" y="1748473"/>
                        <a:ext cx="204025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845185" y="260731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1" name="Object 44"/>
          <p:cNvGraphicFramePr>
            <a:graphicFrameLocks noChangeAspect="1"/>
          </p:cNvGraphicFramePr>
          <p:nvPr/>
        </p:nvGraphicFramePr>
        <p:xfrm>
          <a:off x="2790508" y="2551748"/>
          <a:ext cx="390398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5" imgW="1676400" imgH="228600" progId="Equation.DSMT4">
                  <p:embed/>
                </p:oleObj>
              </mc:Choice>
              <mc:Fallback>
                <p:oleObj name="Equation" r:id="rId15" imgW="16764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90508" y="2551748"/>
                        <a:ext cx="390398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2"/>
          <p:cNvSpPr txBox="1"/>
          <p:nvPr/>
        </p:nvSpPr>
        <p:spPr>
          <a:xfrm>
            <a:off x="6694805" y="2607310"/>
            <a:ext cx="106426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4" name="Object 44"/>
          <p:cNvGraphicFramePr>
            <a:graphicFrameLocks noChangeAspect="1"/>
          </p:cNvGraphicFramePr>
          <p:nvPr/>
        </p:nvGraphicFramePr>
        <p:xfrm>
          <a:off x="7542531" y="2551748"/>
          <a:ext cx="1774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7" imgW="762000" imgH="241300" progId="Equation.DSMT4">
                  <p:embed/>
                </p:oleObj>
              </mc:Choice>
              <mc:Fallback>
                <p:oleObj name="Equation" r:id="rId17" imgW="762000" imgH="2413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42531" y="2551748"/>
                        <a:ext cx="1774825" cy="66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2"/>
          <p:cNvSpPr txBox="1"/>
          <p:nvPr/>
        </p:nvSpPr>
        <p:spPr>
          <a:xfrm>
            <a:off x="9317355" y="2607310"/>
            <a:ext cx="249618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1923733" y="3326130"/>
          <a:ext cx="533654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9" imgW="2413000" imgH="419100" progId="Equation.DSMT4">
                  <p:embed/>
                </p:oleObj>
              </mc:Choice>
              <mc:Fallback>
                <p:oleObj name="Equation" r:id="rId19" imgW="24130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23733" y="3326130"/>
                        <a:ext cx="533654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0"/>
          <p:cNvGraphicFramePr>
            <a:graphicFrameLocks noChangeAspect="1"/>
          </p:cNvGraphicFramePr>
          <p:nvPr/>
        </p:nvGraphicFramePr>
        <p:xfrm>
          <a:off x="845185" y="4587875"/>
          <a:ext cx="6793865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21" imgW="3073400" imgH="419100" progId="Equation.DSMT4">
                  <p:embed/>
                </p:oleObj>
              </mc:Choice>
              <mc:Fallback>
                <p:oleObj name="Equation" r:id="rId21" imgW="30734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45185" y="4587875"/>
                        <a:ext cx="6793865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0"/>
          <p:cNvGraphicFramePr>
            <a:graphicFrameLocks noChangeAspect="1"/>
          </p:cNvGraphicFramePr>
          <p:nvPr/>
        </p:nvGraphicFramePr>
        <p:xfrm>
          <a:off x="4716780" y="5837873"/>
          <a:ext cx="1572895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23" imgW="711200" imgH="203200" progId="Equation.DSMT4">
                  <p:embed/>
                </p:oleObj>
              </mc:Choice>
              <mc:Fallback>
                <p:oleObj name="Equation" r:id="rId23" imgW="711200" imgH="20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716780" y="5837873"/>
                        <a:ext cx="1572895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0"/>
          <p:cNvGraphicFramePr>
            <a:graphicFrameLocks noChangeAspect="1"/>
          </p:cNvGraphicFramePr>
          <p:nvPr/>
        </p:nvGraphicFramePr>
        <p:xfrm>
          <a:off x="2580323" y="6911658"/>
          <a:ext cx="143256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25" imgW="647700" imgH="177165" progId="Equation.DSMT4">
                  <p:embed/>
                </p:oleObj>
              </mc:Choice>
              <mc:Fallback>
                <p:oleObj name="Equation" r:id="rId25" imgW="6477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80323" y="6911658"/>
                        <a:ext cx="1432560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56895" y="3617595"/>
            <a:ext cx="136715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方法二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6895" y="1654175"/>
            <a:ext cx="136715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3038158" y="5894388"/>
          <a:ext cx="117983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7" imgW="533400" imgH="177165" progId="Equation.DSMT4">
                  <p:embed/>
                </p:oleObj>
              </mc:Choice>
              <mc:Fallback>
                <p:oleObj name="Equation" r:id="rId27" imgW="5334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038158" y="5894388"/>
                        <a:ext cx="1179830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  <p:bldP spid="23" grpId="0" animBg="1"/>
      <p:bldP spid="21" grpId="0" animBg="1"/>
      <p:bldP spid="22" grpId="0" animBg="1"/>
      <p:bldP spid="3" grpId="0"/>
      <p:bldP spid="7" grpId="0"/>
      <p:bldP spid="35" grpId="0"/>
      <p:bldP spid="50" grpId="0"/>
      <p:bldP spid="53" grpId="0"/>
      <p:bldP spid="56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2"/>
          <p:cNvSpPr txBox="1"/>
          <p:nvPr/>
        </p:nvSpPr>
        <p:spPr>
          <a:xfrm>
            <a:off x="840105" y="6706235"/>
            <a:ext cx="348869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7" name="Object 10"/>
          <p:cNvGraphicFramePr>
            <a:graphicFrameLocks noChangeAspect="1"/>
          </p:cNvGraphicFramePr>
          <p:nvPr/>
        </p:nvGraphicFramePr>
        <p:xfrm>
          <a:off x="3606165" y="6403340"/>
          <a:ext cx="3255010" cy="112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" imgW="1548765" imgH="444500" progId="Equation.DSMT4">
                  <p:embed/>
                </p:oleObj>
              </mc:Choice>
              <mc:Fallback>
                <p:oleObj name="Equation" r:id="rId1" imgW="1548765" imgH="4445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06165" y="6403340"/>
                        <a:ext cx="3255010" cy="11264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>
            <p:custDataLst>
              <p:tags r:id="rId3"/>
            </p:custDataLst>
          </p:nvPr>
        </p:nvSpPr>
        <p:spPr>
          <a:xfrm>
            <a:off x="739440" y="785489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99615" y="377825"/>
          <a:ext cx="4238625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5" imgW="1917065" imgH="431800" progId="Equation.DSMT4">
                  <p:embed/>
                </p:oleObj>
              </mc:Choice>
              <mc:Fallback>
                <p:oleObj name="Equation" r:id="rId5" imgW="1917065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9615" y="377825"/>
                        <a:ext cx="4238625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>
            <p:custDataLst>
              <p:tags r:id="rId7"/>
            </p:custDataLst>
          </p:nvPr>
        </p:nvSpPr>
        <p:spPr>
          <a:xfrm>
            <a:off x="7199916" y="685038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6377415" y="643061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77415" y="643061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>
            <p:custDataLst>
              <p:tags r:id="rId11"/>
            </p:custDataLst>
          </p:nvPr>
        </p:nvSpPr>
        <p:spPr>
          <a:xfrm>
            <a:off x="845820" y="1920875"/>
            <a:ext cx="1272540" cy="520700"/>
          </a:xfrm>
          <a:prstGeom prst="rect">
            <a:avLst/>
          </a:prstGeom>
          <a:solidFill>
            <a:schemeClr val="accent2"/>
          </a:solidFill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方法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2118360" y="1920558"/>
          <a:ext cx="5982335" cy="116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2" imgW="2705100" imgH="444500" progId="Equation.DSMT4">
                  <p:embed/>
                </p:oleObj>
              </mc:Choice>
              <mc:Fallback>
                <p:oleObj name="Equation" r:id="rId12" imgW="27051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8360" y="1920558"/>
                        <a:ext cx="5982335" cy="1169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1845945" y="3417888"/>
          <a:ext cx="7527925" cy="116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4" imgW="3403600" imgH="444500" progId="Equation.DSMT4">
                  <p:embed/>
                </p:oleObj>
              </mc:Choice>
              <mc:Fallback>
                <p:oleObj name="Equation" r:id="rId14" imgW="34036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45945" y="3417888"/>
                        <a:ext cx="7527925" cy="1169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9373553" y="3450908"/>
          <a:ext cx="2275840" cy="1136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6" imgW="1028700" imgH="431800" progId="Equation.DSMT4">
                  <p:embed/>
                </p:oleObj>
              </mc:Choice>
              <mc:Fallback>
                <p:oleObj name="Equation" r:id="rId16" imgW="10287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373553" y="3450908"/>
                        <a:ext cx="2275840" cy="1136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>
            <p:custDataLst>
              <p:tags r:id="rId18"/>
            </p:custDataLst>
          </p:nvPr>
        </p:nvSpPr>
        <p:spPr>
          <a:xfrm>
            <a:off x="829945" y="5386070"/>
            <a:ext cx="45148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3292793" y="5095240"/>
          <a:ext cx="188087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20" imgW="850900" imgH="419100" progId="Equation.DSMT4">
                  <p:embed/>
                </p:oleObj>
              </mc:Choice>
              <mc:Fallback>
                <p:oleObj name="Equation" r:id="rId20" imgW="850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92793" y="5095240"/>
                        <a:ext cx="188087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739140" y="351155"/>
          <a:ext cx="1878965" cy="100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965200" imgH="431800" progId="Equation.DSMT4">
                  <p:embed/>
                </p:oleObj>
              </mc:Choice>
              <mc:Fallback>
                <p:oleObj name="Equation" r:id="rId1" imgW="9652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9140" y="351155"/>
                        <a:ext cx="1878965" cy="1001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2527917" y="470615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469265" y="1661795"/>
            <a:ext cx="1069340" cy="37871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围成闭区域内是否有奇点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1538605" y="2095500"/>
            <a:ext cx="1302385" cy="234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 flipV="1">
            <a:off x="1538605" y="3433445"/>
            <a:ext cx="2035810" cy="762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828165" y="1480185"/>
            <a:ext cx="62420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948305" y="1769745"/>
            <a:ext cx="4846320" cy="814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由柯西古萨积分定理，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6064250" y="2003108"/>
          <a:ext cx="65849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" imgW="381000" imgH="203200" progId="Equation.DSMT4">
                  <p:embed/>
                </p:oleObj>
              </mc:Choice>
              <mc:Fallback>
                <p:oleObj name="Equation" r:id="rId3" imgW="381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4250" y="2003108"/>
                        <a:ext cx="65849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6839903" y="1966913"/>
          <a:ext cx="74676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5" imgW="431800" imgH="203200" progId="Equation.DSMT4">
                  <p:embed/>
                </p:oleObj>
              </mc:Choice>
              <mc:Fallback>
                <p:oleObj name="Equation" r:id="rId5" imgW="431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9903" y="1966913"/>
                        <a:ext cx="74676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圆角矩形 60"/>
          <p:cNvSpPr/>
          <p:nvPr/>
        </p:nvSpPr>
        <p:spPr>
          <a:xfrm>
            <a:off x="3974465" y="3987800"/>
            <a:ext cx="1049020" cy="19062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复合闭路定理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1" name="右箭头 80"/>
          <p:cNvSpPr/>
          <p:nvPr/>
        </p:nvSpPr>
        <p:spPr>
          <a:xfrm>
            <a:off x="1538605" y="4877435"/>
            <a:ext cx="2435860" cy="10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4" name="Object 4"/>
          <p:cNvGraphicFramePr>
            <a:graphicFrameLocks noChangeAspect="1"/>
          </p:cNvGraphicFramePr>
          <p:nvPr/>
        </p:nvGraphicFramePr>
        <p:xfrm>
          <a:off x="5735003" y="2819083"/>
          <a:ext cx="3937000" cy="103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Equation" r:id="rId7" imgW="1955800" imgH="431800" progId="Equation.DSMT4">
                  <p:embed/>
                </p:oleObj>
              </mc:Choice>
              <mc:Fallback>
                <p:oleObj name="Equation" r:id="rId7" imgW="19558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35003" y="2819083"/>
                        <a:ext cx="3937000" cy="10356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4"/>
          <p:cNvGraphicFramePr>
            <a:graphicFrameLocks noChangeAspect="1"/>
          </p:cNvGraphicFramePr>
          <p:nvPr/>
        </p:nvGraphicFramePr>
        <p:xfrm>
          <a:off x="5218432" y="3987800"/>
          <a:ext cx="2262505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9" imgW="1308100" imgH="444500" progId="Equation.DSMT4">
                  <p:embed/>
                </p:oleObj>
              </mc:Choice>
              <mc:Fallback>
                <p:oleObj name="Equation" r:id="rId9" imgW="13081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8432" y="3987800"/>
                        <a:ext cx="2262505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1622425" y="2767330"/>
            <a:ext cx="1833880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有且只有一个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7567295" y="4098925"/>
          <a:ext cx="61087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1" imgW="241300" imgH="228600" progId="Equation.DSMT4">
                  <p:embed/>
                </p:oleObj>
              </mc:Choice>
              <mc:Fallback>
                <p:oleObj name="Equation" r:id="rId11" imgW="2413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67295" y="4098925"/>
                        <a:ext cx="610870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4"/>
          <p:cNvGraphicFramePr>
            <a:graphicFrameLocks noChangeAspect="1"/>
          </p:cNvGraphicFramePr>
          <p:nvPr/>
        </p:nvGraphicFramePr>
        <p:xfrm>
          <a:off x="8178165" y="4170045"/>
          <a:ext cx="29375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13" imgW="1459865" imgH="228600" progId="Equation.DSMT4">
                  <p:embed/>
                </p:oleObj>
              </mc:Choice>
              <mc:Fallback>
                <p:oleObj name="Equation" r:id="rId13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178165" y="4170045"/>
                        <a:ext cx="2937510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170238" y="2838133"/>
          <a:ext cx="28575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165100" imgH="228600" progId="Equation.DSMT4">
                  <p:embed/>
                </p:oleObj>
              </mc:Choice>
              <mc:Fallback>
                <p:oleObj name="Equation" r:id="rId15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0238" y="2838133"/>
                        <a:ext cx="28575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 4"/>
          <p:cNvSpPr/>
          <p:nvPr/>
        </p:nvSpPr>
        <p:spPr>
          <a:xfrm>
            <a:off x="3585210" y="2933065"/>
            <a:ext cx="2201545" cy="807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柯西积分公式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57350" y="4223385"/>
            <a:ext cx="2232660" cy="614680"/>
            <a:chOff x="2610" y="6651"/>
            <a:chExt cx="3516" cy="968"/>
          </a:xfrm>
        </p:grpSpPr>
        <p:sp>
          <p:nvSpPr>
            <p:cNvPr id="6" name="矩形 5"/>
            <p:cNvSpPr/>
            <p:nvPr/>
          </p:nvSpPr>
          <p:spPr>
            <a:xfrm>
              <a:off x="2610" y="6651"/>
              <a:ext cx="3516" cy="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>
                  <a:solidFill>
                    <a:schemeClr val="tx1"/>
                  </a:solidFill>
                </a:rPr>
                <a:t>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89" name="Object 4"/>
            <p:cNvGraphicFramePr>
              <a:graphicFrameLocks noChangeAspect="1"/>
            </p:cNvGraphicFramePr>
            <p:nvPr/>
          </p:nvGraphicFramePr>
          <p:xfrm>
            <a:off x="3242" y="6725"/>
            <a:ext cx="2884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" name="Equation" r:id="rId17" imgW="723900" imgH="228600" progId="Equation.DSMT4">
                    <p:embed/>
                  </p:oleObj>
                </mc:Choice>
                <mc:Fallback>
                  <p:oleObj name="Equation" r:id="rId17" imgW="723900" imgH="2286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242" y="6725"/>
                          <a:ext cx="2884" cy="82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下箭头 9"/>
          <p:cNvSpPr/>
          <p:nvPr/>
        </p:nvSpPr>
        <p:spPr>
          <a:xfrm>
            <a:off x="6064250" y="4847590"/>
            <a:ext cx="76200" cy="1617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246370" y="6504305"/>
            <a:ext cx="2201545" cy="807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柯西积分公式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7820662" y="6472873"/>
          <a:ext cx="18002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9" imgW="1041400" imgH="431800" progId="Equation.DSMT4">
                  <p:embed/>
                </p:oleObj>
              </mc:Choice>
              <mc:Fallback>
                <p:oleObj name="Equation" r:id="rId19" imgW="10414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20662" y="6472873"/>
                        <a:ext cx="18002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3412173" y="259715"/>
          <a:ext cx="485902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1" imgW="2197100" imgH="431800" progId="Equation.DSMT4">
                  <p:embed/>
                </p:oleObj>
              </mc:Choice>
              <mc:Fallback>
                <p:oleObj name="Equation" r:id="rId21" imgW="2197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12173" y="259715"/>
                        <a:ext cx="485902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6432550" y="4902835"/>
          <a:ext cx="500126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3" imgW="2743200" imgH="431800" progId="Equation.DSMT4">
                  <p:embed/>
                </p:oleObj>
              </mc:Choice>
              <mc:Fallback>
                <p:oleObj name="Equation" r:id="rId23" imgW="27432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32550" y="4902835"/>
                        <a:ext cx="5001260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 bldLvl="0" animBg="1"/>
      <p:bldP spid="53" grpId="0" animBg="1"/>
      <p:bldP spid="51" grpId="0" animBg="1"/>
      <p:bldP spid="56" grpId="0" animBg="1"/>
      <p:bldP spid="93" grpId="0" animBg="1"/>
      <p:bldP spid="52" grpId="0" animBg="1"/>
      <p:bldP spid="5" grpId="0" animBg="1"/>
      <p:bldP spid="81" grpId="0" animBg="1"/>
      <p:bldP spid="61" grpId="0" animBg="1"/>
      <p:bldP spid="11" grpId="0" bldLvl="0" animBg="1"/>
      <p:bldP spid="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91" name="Object 15"/>
          <p:cNvGraphicFramePr>
            <a:graphicFrameLocks noChangeAspect="1"/>
          </p:cNvGraphicFramePr>
          <p:nvPr/>
        </p:nvGraphicFramePr>
        <p:xfrm>
          <a:off x="3566795" y="1864360"/>
          <a:ext cx="316103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524000" imgH="431800" progId="Equation.DSMT4">
                  <p:embed/>
                </p:oleObj>
              </mc:Choice>
              <mc:Fallback>
                <p:oleObj name="Equation" r:id="rId1" imgW="1524000" imgH="431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6795" y="1864360"/>
                        <a:ext cx="316103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716378" y="718581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5550246" y="724484"/>
            <a:ext cx="632587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内任意一条简单闭曲线，且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4" name="Object 13"/>
          <p:cNvGraphicFramePr>
            <a:graphicFrameLocks noChangeAspect="1"/>
          </p:cNvGraphicFramePr>
          <p:nvPr/>
        </p:nvGraphicFramePr>
        <p:xfrm>
          <a:off x="2068195" y="718820"/>
          <a:ext cx="7162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8195" y="718820"/>
                        <a:ext cx="7162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3566795" y="1270635"/>
            <a:ext cx="544449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则对于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内部任意一点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8" name="文本框 2"/>
          <p:cNvSpPr txBox="1"/>
          <p:nvPr/>
        </p:nvSpPr>
        <p:spPr>
          <a:xfrm>
            <a:off x="2814498" y="724785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9" name="文本框 2"/>
          <p:cNvSpPr txBox="1"/>
          <p:nvPr/>
        </p:nvSpPr>
        <p:spPr>
          <a:xfrm>
            <a:off x="747741" y="1270584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部完全包含于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0" name="Object 34"/>
          <p:cNvGraphicFramePr>
            <a:graphicFrameLocks noChangeAspect="1"/>
          </p:cNvGraphicFramePr>
          <p:nvPr/>
        </p:nvGraphicFramePr>
        <p:xfrm>
          <a:off x="7154228" y="1309053"/>
          <a:ext cx="28638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" name="Equation" r:id="rId5" imgW="165100" imgH="228600" progId="Equation.DSMT4">
                  <p:embed/>
                </p:oleObj>
              </mc:Choice>
              <mc:Fallback>
                <p:oleObj name="Equation" r:id="rId5" imgW="165100" imgH="228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54228" y="1309053"/>
                        <a:ext cx="286385" cy="481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607805" y="2930851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1" name="Object 15"/>
          <p:cNvGraphicFramePr>
            <a:graphicFrameLocks noChangeAspect="1"/>
          </p:cNvGraphicFramePr>
          <p:nvPr/>
        </p:nvGraphicFramePr>
        <p:xfrm>
          <a:off x="1038860" y="5304790"/>
          <a:ext cx="385318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7" imgW="1727200" imgH="431800" progId="Equation.DSMT4">
                  <p:embed/>
                </p:oleObj>
              </mc:Choice>
              <mc:Fallback>
                <p:oleObj name="Equation" r:id="rId7" imgW="1727200" imgH="4318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38860" y="5304790"/>
                        <a:ext cx="3853180" cy="1146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838960" y="2945130"/>
            <a:ext cx="5995670" cy="588010"/>
            <a:chOff x="2896" y="4638"/>
            <a:chExt cx="9442" cy="926"/>
          </a:xfrm>
        </p:grpSpPr>
        <p:sp>
          <p:nvSpPr>
            <p:cNvPr id="49" name="文本框 2"/>
            <p:cNvSpPr txBox="1"/>
            <p:nvPr/>
          </p:nvSpPr>
          <p:spPr>
            <a:xfrm>
              <a:off x="2896" y="4638"/>
              <a:ext cx="9443" cy="820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若函数      在                 内部解析，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" name="Object 13"/>
            <p:cNvGraphicFramePr>
              <a:graphicFrameLocks noChangeAspect="1"/>
            </p:cNvGraphicFramePr>
            <p:nvPr/>
          </p:nvGraphicFramePr>
          <p:xfrm>
            <a:off x="4696" y="4688"/>
            <a:ext cx="1025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7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143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96" y="4688"/>
                          <a:ext cx="1025" cy="7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3" name="Object 13"/>
            <p:cNvGraphicFramePr>
              <a:graphicFrameLocks noChangeAspect="1"/>
            </p:cNvGraphicFramePr>
            <p:nvPr/>
          </p:nvGraphicFramePr>
          <p:xfrm>
            <a:off x="6342" y="4666"/>
            <a:ext cx="2940" cy="8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9" name="Equation" r:id="rId10" imgW="901700" imgH="228600" progId="Equation.DSMT4">
                    <p:embed/>
                  </p:oleObj>
                </mc:Choice>
                <mc:Fallback>
                  <p:oleObj name="Equation" r:id="rId10" imgW="901700" imgH="228600" progId="Equation.DSMT4">
                    <p:embed/>
                    <p:pic>
                      <p:nvPicPr>
                        <p:cNvPr id="0" name="图片 143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342" y="4666"/>
                          <a:ext cx="2940" cy="89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7476490" y="2877185"/>
            <a:ext cx="4748530" cy="678180"/>
            <a:chOff x="11774" y="4531"/>
            <a:chExt cx="7478" cy="1068"/>
          </a:xfrm>
        </p:grpSpPr>
        <p:sp>
          <p:nvSpPr>
            <p:cNvPr id="52" name="文本框 2"/>
            <p:cNvSpPr txBox="1"/>
            <p:nvPr/>
          </p:nvSpPr>
          <p:spPr>
            <a:xfrm>
              <a:off x="11774" y="4604"/>
              <a:ext cx="7478" cy="820"/>
            </a:xfrm>
            <a:prstGeom prst="rect">
              <a:avLst/>
            </a:prstGeom>
            <a:noFill/>
          </p:spPr>
          <p:txBody>
            <a:bodyPr wrap="squar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在                 内连续，则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81934" name="Object 14"/>
            <p:cNvGraphicFramePr>
              <a:graphicFrameLocks noChangeAspect="1"/>
            </p:cNvGraphicFramePr>
            <p:nvPr/>
          </p:nvGraphicFramePr>
          <p:xfrm>
            <a:off x="12607" y="4531"/>
            <a:ext cx="2790" cy="10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0" name="Equation" r:id="rId12" imgW="17068800" imgH="5486400" progId="Equation.DSMT4">
                    <p:embed/>
                  </p:oleObj>
                </mc:Choice>
                <mc:Fallback>
                  <p:oleObj name="Equation" r:id="rId12" imgW="17068800" imgH="5486400" progId="Equation.DSMT4">
                    <p:embed/>
                    <p:pic>
                      <p:nvPicPr>
                        <p:cNvPr id="0" name="图片 143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607" y="4531"/>
                          <a:ext cx="2790" cy="10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35" name="Object 15"/>
          <p:cNvGraphicFramePr>
            <a:graphicFrameLocks noChangeAspect="1"/>
          </p:cNvGraphicFramePr>
          <p:nvPr/>
        </p:nvGraphicFramePr>
        <p:xfrm>
          <a:off x="1850396" y="4588936"/>
          <a:ext cx="287972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14" imgW="27736800" imgH="5791200" progId="Equation.DSMT4">
                  <p:embed/>
                </p:oleObj>
              </mc:Choice>
              <mc:Fallback>
                <p:oleObj name="Equation" r:id="rId14" imgW="27736800" imgH="57912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50396" y="4588936"/>
                        <a:ext cx="2879725" cy="715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6" name="Object 16"/>
          <p:cNvGraphicFramePr>
            <a:graphicFrameLocks noChangeAspect="1"/>
          </p:cNvGraphicFramePr>
          <p:nvPr/>
        </p:nvGraphicFramePr>
        <p:xfrm>
          <a:off x="4578710" y="4701505"/>
          <a:ext cx="18351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6" imgW="17678400" imgH="4876800" progId="Equation.DSMT4">
                  <p:embed/>
                </p:oleObj>
              </mc:Choice>
              <mc:Fallback>
                <p:oleObj name="Equation" r:id="rId16" imgW="17678400" imgH="4876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78710" y="4701505"/>
                        <a:ext cx="1835150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7" name="Object 17"/>
          <p:cNvGraphicFramePr>
            <a:graphicFrameLocks noChangeAspect="1"/>
          </p:cNvGraphicFramePr>
          <p:nvPr/>
        </p:nvGraphicFramePr>
        <p:xfrm>
          <a:off x="5036794" y="5391768"/>
          <a:ext cx="3748267" cy="97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8" imgW="46329600" imgH="10058400" progId="Equation.DSMT4">
                  <p:embed/>
                </p:oleObj>
              </mc:Choice>
              <mc:Fallback>
                <p:oleObj name="Equation" r:id="rId18" imgW="46329600" imgH="100584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036794" y="5391768"/>
                        <a:ext cx="3748267" cy="9714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8" name="Object 18"/>
          <p:cNvGraphicFramePr>
            <a:graphicFrameLocks noChangeAspect="1"/>
          </p:cNvGraphicFramePr>
          <p:nvPr/>
        </p:nvGraphicFramePr>
        <p:xfrm>
          <a:off x="5036576" y="6450711"/>
          <a:ext cx="3019832" cy="930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20" imgW="36576000" imgH="9448800" progId="Equation.DSMT4">
                  <p:embed/>
                </p:oleObj>
              </mc:Choice>
              <mc:Fallback>
                <p:oleObj name="Equation" r:id="rId20" imgW="36576000" imgH="94488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36576" y="6450711"/>
                        <a:ext cx="3019832" cy="9306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9" name="Object 19"/>
          <p:cNvGraphicFramePr>
            <a:graphicFrameLocks noChangeAspect="1"/>
          </p:cNvGraphicFramePr>
          <p:nvPr/>
        </p:nvGraphicFramePr>
        <p:xfrm>
          <a:off x="3632835" y="3723005"/>
          <a:ext cx="3526155" cy="885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22" imgW="1892300" imgH="393700" progId="Equation.DSMT4">
                  <p:embed/>
                </p:oleObj>
              </mc:Choice>
              <mc:Fallback>
                <p:oleObj name="Equation" r:id="rId22" imgW="1892300" imgH="393700" progId="Equation.DSMT4">
                  <p:embed/>
                  <p:pic>
                    <p:nvPicPr>
                      <p:cNvPr id="0" name="图片 1434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632835" y="3723005"/>
                        <a:ext cx="3526155" cy="885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694813" y="4686483"/>
            <a:ext cx="1250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证明：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1" name="文本框 2"/>
          <p:cNvSpPr txBox="1"/>
          <p:nvPr/>
        </p:nvSpPr>
        <p:spPr>
          <a:xfrm>
            <a:off x="7440930" y="3905250"/>
            <a:ext cx="4143375" cy="520700"/>
          </a:xfrm>
          <a:prstGeom prst="rect">
            <a:avLst/>
          </a:prstGeom>
          <a:gradFill>
            <a:gsLst>
              <a:gs pos="44000">
                <a:srgbClr val="F5CBB8"/>
              </a:gs>
              <a:gs pos="0">
                <a:srgbClr val="F8DCD0"/>
              </a:gs>
              <a:gs pos="100000">
                <a:srgbClr val="F1B9A0"/>
              </a:gs>
            </a:gsLst>
            <a:lin scaled="1"/>
          </a:gradFill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解析函数的平均值定理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4" grpId="0"/>
      <p:bldP spid="1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282065" y="1183640"/>
            <a:ext cx="6795770" cy="890270"/>
            <a:chOff x="2019" y="1864"/>
            <a:chExt cx="10702" cy="1402"/>
          </a:xfrm>
        </p:grpSpPr>
        <p:sp>
          <p:nvSpPr>
            <p:cNvPr id="29" name="文本框 2"/>
            <p:cNvSpPr txBox="1"/>
            <p:nvPr/>
          </p:nvSpPr>
          <p:spPr>
            <a:xfrm>
              <a:off x="2019" y="2155"/>
              <a:ext cx="10702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计算                          的计算公式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4"/>
            <p:cNvGraphicFramePr>
              <a:graphicFrameLocks noChangeAspect="1"/>
            </p:cNvGraphicFramePr>
            <p:nvPr/>
          </p:nvGraphicFramePr>
          <p:xfrm>
            <a:off x="3299" y="1864"/>
            <a:ext cx="4428" cy="1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Equation" r:id="rId1" imgW="1625600" imgH="431800" progId="Equation.DSMT4">
                    <p:embed/>
                  </p:oleObj>
                </mc:Choice>
                <mc:Fallback>
                  <p:oleObj name="Equation" r:id="rId1" imgW="1625600" imgH="4318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99" y="1864"/>
                          <a:ext cx="4428" cy="14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2"/>
          <p:cNvSpPr txBox="1"/>
          <p:nvPr/>
        </p:nvSpPr>
        <p:spPr>
          <a:xfrm>
            <a:off x="6832600" y="1368425"/>
            <a:ext cx="39039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------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柯西积分公式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75055" y="2488565"/>
            <a:ext cx="8114030" cy="890270"/>
            <a:chOff x="970" y="3359"/>
            <a:chExt cx="12778" cy="1402"/>
          </a:xfrm>
        </p:grpSpPr>
        <p:sp>
          <p:nvSpPr>
            <p:cNvPr id="2" name="文本框 2"/>
            <p:cNvSpPr txBox="1"/>
            <p:nvPr/>
          </p:nvSpPr>
          <p:spPr>
            <a:xfrm>
              <a:off x="970" y="3583"/>
              <a:ext cx="12779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下面介绍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                      的计算公式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" name="Object 4"/>
            <p:cNvGraphicFramePr>
              <a:graphicFrameLocks noChangeAspect="1"/>
            </p:cNvGraphicFramePr>
            <p:nvPr/>
          </p:nvGraphicFramePr>
          <p:xfrm>
            <a:off x="3453" y="3359"/>
            <a:ext cx="6124" cy="1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2247900" imgH="431800" progId="Equation.DSMT4">
                    <p:embed/>
                  </p:oleObj>
                </mc:Choice>
                <mc:Fallback>
                  <p:oleObj name="Equation" r:id="rId3" imgW="2247900" imgH="4318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53" y="3359"/>
                          <a:ext cx="6124" cy="14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2"/>
          <p:cNvSpPr txBox="1"/>
          <p:nvPr/>
        </p:nvSpPr>
        <p:spPr>
          <a:xfrm>
            <a:off x="7166610" y="3498215"/>
            <a:ext cx="39039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------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高阶求导公式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020945" y="4182745"/>
            <a:ext cx="5230495" cy="579755"/>
          </a:xfrm>
        </p:spPr>
        <p:txBody>
          <a:bodyPr>
            <a:noAutofit/>
          </a:bodyPr>
          <a:lstStyle/>
          <a:p>
            <a:r>
              <a:rPr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高 阶 求 导 公 式</a:t>
            </a:r>
            <a:endParaRPr sz="40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2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2"/>
          <p:cNvSpPr txBox="1"/>
          <p:nvPr/>
        </p:nvSpPr>
        <p:spPr>
          <a:xfrm>
            <a:off x="630909" y="662980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9" name="文本框 2"/>
          <p:cNvSpPr txBox="1"/>
          <p:nvPr/>
        </p:nvSpPr>
        <p:spPr>
          <a:xfrm>
            <a:off x="1887486" y="625070"/>
            <a:ext cx="7919067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是由一条简单闭曲线或复围线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围成的区域，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10021068" y="611063"/>
            <a:ext cx="2266878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6" name="Object 13"/>
          <p:cNvGraphicFramePr>
            <a:graphicFrameLocks noChangeAspect="1"/>
          </p:cNvGraphicFramePr>
          <p:nvPr/>
        </p:nvGraphicFramePr>
        <p:xfrm>
          <a:off x="9400067" y="602669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00067" y="602669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5"/>
          <p:cNvGraphicFramePr>
            <a:graphicFrameLocks noChangeAspect="1"/>
          </p:cNvGraphicFramePr>
          <p:nvPr/>
        </p:nvGraphicFramePr>
        <p:xfrm>
          <a:off x="2635885" y="2027555"/>
          <a:ext cx="4003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3" imgW="1917065" imgH="431800" progId="Equation.DSMT4">
                  <p:embed/>
                </p:oleObj>
              </mc:Choice>
              <mc:Fallback>
                <p:oleObj name="Equation" r:id="rId3" imgW="1917065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5885" y="2027555"/>
                        <a:ext cx="40036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31190" y="1313815"/>
            <a:ext cx="3595370" cy="533400"/>
            <a:chOff x="994" y="2069"/>
            <a:chExt cx="5662" cy="840"/>
          </a:xfrm>
        </p:grpSpPr>
        <p:sp>
          <p:nvSpPr>
            <p:cNvPr id="65" name="文本框 2"/>
            <p:cNvSpPr txBox="1"/>
            <p:nvPr/>
          </p:nvSpPr>
          <p:spPr>
            <a:xfrm>
              <a:off x="994" y="2069"/>
              <a:ext cx="5663" cy="824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上连续，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0" name="Object 34"/>
            <p:cNvGraphicFramePr>
              <a:graphicFrameLocks noChangeAspect="1"/>
            </p:cNvGraphicFramePr>
            <p:nvPr/>
          </p:nvGraphicFramePr>
          <p:xfrm>
            <a:off x="1924" y="2121"/>
            <a:ext cx="2227" cy="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" name="Equation" r:id="rId5" imgW="16459200" imgH="4876800" progId="Equation.DSMT4">
                    <p:embed/>
                  </p:oleObj>
                </mc:Choice>
                <mc:Fallback>
                  <p:oleObj name="Equation" r:id="rId5" imgW="16459200" imgH="4876800" progId="Equation.DSMT4">
                    <p:embed/>
                    <p:pic>
                      <p:nvPicPr>
                        <p:cNvPr id="0" name="图片 153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4" y="2121"/>
                          <a:ext cx="2227" cy="7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4056380" y="1290955"/>
            <a:ext cx="3830320" cy="614045"/>
            <a:chOff x="6388" y="2033"/>
            <a:chExt cx="6032" cy="967"/>
          </a:xfrm>
        </p:grpSpPr>
        <p:sp>
          <p:nvSpPr>
            <p:cNvPr id="45" name="文本框 2"/>
            <p:cNvSpPr txBox="1"/>
            <p:nvPr/>
          </p:nvSpPr>
          <p:spPr>
            <a:xfrm>
              <a:off x="6388" y="2033"/>
              <a:ext cx="6032" cy="820"/>
            </a:xfrm>
            <a:prstGeom prst="rect">
              <a:avLst/>
            </a:prstGeom>
            <a:noFill/>
          </p:spPr>
          <p:txBody>
            <a:bodyPr wrap="squar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则对                      有 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2" name="Object 35"/>
            <p:cNvGraphicFramePr>
              <a:graphicFrameLocks noChangeAspect="1"/>
            </p:cNvGraphicFramePr>
            <p:nvPr/>
          </p:nvGraphicFramePr>
          <p:xfrm>
            <a:off x="7838" y="2100"/>
            <a:ext cx="3604" cy="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" name="Equation" r:id="rId7" imgW="26212800" imgH="5486400" progId="Equation.DSMT4">
                    <p:embed/>
                  </p:oleObj>
                </mc:Choice>
                <mc:Fallback>
                  <p:oleObj name="Equation" r:id="rId7" imgW="26212800" imgH="5486400" progId="Equation.DSMT4">
                    <p:embed/>
                    <p:pic>
                      <p:nvPicPr>
                        <p:cNvPr id="0" name="图片 153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838" y="2100"/>
                          <a:ext cx="3604" cy="9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" name="文本框 2"/>
          <p:cNvSpPr txBox="1"/>
          <p:nvPr/>
        </p:nvSpPr>
        <p:spPr>
          <a:xfrm>
            <a:off x="7438090" y="2303749"/>
            <a:ext cx="2367748" cy="527176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高阶求导公式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7" name="七角星 76"/>
          <p:cNvSpPr/>
          <p:nvPr/>
        </p:nvSpPr>
        <p:spPr>
          <a:xfrm>
            <a:off x="874740" y="294142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32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4" name="文本框 2"/>
          <p:cNvSpPr txBox="1"/>
          <p:nvPr/>
        </p:nvSpPr>
        <p:spPr>
          <a:xfrm>
            <a:off x="1613591" y="3208366"/>
            <a:ext cx="5337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n=1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时，为柯西积分公式；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5" name="Object 15"/>
          <p:cNvGraphicFramePr>
            <a:graphicFrameLocks noChangeAspect="1"/>
          </p:cNvGraphicFramePr>
          <p:nvPr/>
        </p:nvGraphicFramePr>
        <p:xfrm>
          <a:off x="2562543" y="4959350"/>
          <a:ext cx="40322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10" imgW="1930400" imgH="431800" progId="Equation.DSMT4">
                  <p:embed/>
                </p:oleObj>
              </mc:Choice>
              <mc:Fallback>
                <p:oleObj name="Equation" r:id="rId10" imgW="1930400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62543" y="4959350"/>
                        <a:ext cx="4032250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文本框 2"/>
          <p:cNvSpPr txBox="1"/>
          <p:nvPr/>
        </p:nvSpPr>
        <p:spPr>
          <a:xfrm>
            <a:off x="1578218" y="5238714"/>
            <a:ext cx="111315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8" name="文本框 2"/>
          <p:cNvSpPr txBox="1"/>
          <p:nvPr/>
        </p:nvSpPr>
        <p:spPr>
          <a:xfrm>
            <a:off x="1613778" y="3855684"/>
            <a:ext cx="111315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9" name="文本框 2"/>
          <p:cNvSpPr txBox="1"/>
          <p:nvPr/>
        </p:nvSpPr>
        <p:spPr>
          <a:xfrm>
            <a:off x="3218948" y="3842578"/>
            <a:ext cx="25996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0" name="Object 13"/>
          <p:cNvGraphicFramePr>
            <a:graphicFrameLocks noChangeAspect="1"/>
          </p:cNvGraphicFramePr>
          <p:nvPr/>
        </p:nvGraphicFramePr>
        <p:xfrm>
          <a:off x="2597947" y="3834184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" name="Equation" r:id="rId12" imgW="7924800" imgH="4876800" progId="Equation.DSMT4">
                  <p:embed/>
                </p:oleObj>
              </mc:Choice>
              <mc:Fallback>
                <p:oleObj name="Equation" r:id="rId12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7947" y="3834184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13"/>
          <p:cNvGraphicFramePr>
            <a:graphicFrameLocks noChangeAspect="1"/>
          </p:cNvGraphicFramePr>
          <p:nvPr/>
        </p:nvGraphicFramePr>
        <p:xfrm>
          <a:off x="5736752" y="3855774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" name="Equation" r:id="rId13" imgW="7924800" imgH="4876800" progId="Equation.DSMT4">
                  <p:embed/>
                </p:oleObj>
              </mc:Choice>
              <mc:Fallback>
                <p:oleObj name="Equation" r:id="rId13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36752" y="3855774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文本框 2"/>
          <p:cNvSpPr txBox="1"/>
          <p:nvPr/>
        </p:nvSpPr>
        <p:spPr>
          <a:xfrm>
            <a:off x="6555873" y="3844483"/>
            <a:ext cx="3666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内任意阶可导，且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5" name="Object 13"/>
          <p:cNvGraphicFramePr>
            <a:graphicFrameLocks noChangeAspect="1"/>
          </p:cNvGraphicFramePr>
          <p:nvPr/>
        </p:nvGraphicFramePr>
        <p:xfrm>
          <a:off x="10170160" y="3844290"/>
          <a:ext cx="95123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" name="Equation" r:id="rId14" imgW="469900" imgH="228600" progId="Equation.DSMT4">
                  <p:embed/>
                </p:oleObj>
              </mc:Choice>
              <mc:Fallback>
                <p:oleObj name="Equation" r:id="rId14" imgW="469900" imgH="228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70160" y="3844290"/>
                        <a:ext cx="951230" cy="560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文本框 2"/>
          <p:cNvSpPr txBox="1"/>
          <p:nvPr/>
        </p:nvSpPr>
        <p:spPr>
          <a:xfrm>
            <a:off x="2418213" y="4433763"/>
            <a:ext cx="25996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仍然解析；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8" name="文本框 2"/>
          <p:cNvSpPr txBox="1"/>
          <p:nvPr/>
        </p:nvSpPr>
        <p:spPr>
          <a:xfrm>
            <a:off x="6639693" y="5238943"/>
            <a:ext cx="892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其中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9" name="文本框 2"/>
          <p:cNvSpPr txBox="1"/>
          <p:nvPr/>
        </p:nvSpPr>
        <p:spPr>
          <a:xfrm>
            <a:off x="8104638" y="5221163"/>
            <a:ext cx="39293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围城区域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0" name="Object 13"/>
          <p:cNvGraphicFramePr>
            <a:graphicFrameLocks noChangeAspect="1"/>
          </p:cNvGraphicFramePr>
          <p:nvPr/>
        </p:nvGraphicFramePr>
        <p:xfrm>
          <a:off x="7483637" y="5212769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" name="Equation" r:id="rId16" imgW="7924800" imgH="4876800" progId="Equation.DSMT4">
                  <p:embed/>
                </p:oleObj>
              </mc:Choice>
              <mc:Fallback>
                <p:oleObj name="Equation" r:id="rId16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83637" y="5212769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3"/>
          <p:cNvGraphicFramePr>
            <a:graphicFrameLocks noChangeAspect="1"/>
          </p:cNvGraphicFramePr>
          <p:nvPr/>
        </p:nvGraphicFramePr>
        <p:xfrm>
          <a:off x="6716395" y="5778500"/>
          <a:ext cx="946150" cy="556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" name="Equation" r:id="rId17" imgW="469900" imgH="228600" progId="Equation.DSMT4">
                  <p:embed/>
                </p:oleObj>
              </mc:Choice>
              <mc:Fallback>
                <p:oleObj name="Equation" r:id="rId17" imgW="469900" imgH="228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16395" y="5778500"/>
                        <a:ext cx="946150" cy="556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文本框 2"/>
          <p:cNvSpPr txBox="1"/>
          <p:nvPr/>
        </p:nvSpPr>
        <p:spPr>
          <a:xfrm>
            <a:off x="1613778" y="6613489"/>
            <a:ext cx="395795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）可用于计算积分。</a:t>
            </a:r>
            <a:endParaRPr 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  <p:bldP spid="52" grpId="0"/>
      <p:bldP spid="74" grpId="0" bldLvl="0" animBg="1"/>
      <p:bldP spid="77" grpId="0" animBg="1"/>
      <p:bldP spid="84" grpId="0"/>
      <p:bldP spid="89" grpId="0"/>
      <p:bldP spid="88" grpId="0"/>
      <p:bldP spid="94" grpId="0"/>
      <p:bldP spid="97" grpId="0"/>
      <p:bldP spid="87" grpId="0"/>
      <p:bldP spid="98" grpId="0"/>
      <p:bldP spid="99" grpId="0"/>
      <p:bldP spid="10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2"/>
          <p:cNvSpPr txBox="1"/>
          <p:nvPr/>
        </p:nvSpPr>
        <p:spPr>
          <a:xfrm>
            <a:off x="630909" y="662980"/>
            <a:ext cx="1250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证明：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0" name="Object 34"/>
          <p:cNvGraphicFramePr>
            <a:graphicFrameLocks noChangeAspect="1"/>
          </p:cNvGraphicFramePr>
          <p:nvPr/>
        </p:nvGraphicFramePr>
        <p:xfrm>
          <a:off x="977900" y="1248410"/>
          <a:ext cx="746760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1" imgW="355600" imgH="203200" progId="Equation.DSMT4">
                  <p:embed/>
                </p:oleObj>
              </mc:Choice>
              <mc:Fallback>
                <p:oleObj name="Equation" r:id="rId1" imgW="355600" imgH="2032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7900" y="1248410"/>
                        <a:ext cx="746760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4"/>
          <p:cNvGraphicFramePr>
            <a:graphicFrameLocks noChangeAspect="1"/>
          </p:cNvGraphicFramePr>
          <p:nvPr/>
        </p:nvGraphicFramePr>
        <p:xfrm>
          <a:off x="1243330" y="1898650"/>
          <a:ext cx="334264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286000" imgH="431800" progId="Equation.DSMT4">
                  <p:embed/>
                </p:oleObj>
              </mc:Choice>
              <mc:Fallback>
                <p:oleObj name="Equation" r:id="rId3" imgW="2286000" imgH="431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3330" y="1898650"/>
                        <a:ext cx="3342640" cy="765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4"/>
          <p:cNvGraphicFramePr>
            <a:graphicFrameLocks noChangeAspect="1"/>
          </p:cNvGraphicFramePr>
          <p:nvPr/>
        </p:nvGraphicFramePr>
        <p:xfrm>
          <a:off x="4585970" y="1898650"/>
          <a:ext cx="5854700" cy="940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3632200" imgH="431800" progId="Equation.DSMT4">
                  <p:embed/>
                </p:oleObj>
              </mc:Choice>
              <mc:Fallback>
                <p:oleObj name="Equation" r:id="rId5" imgW="3632200" imgH="431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5970" y="1898650"/>
                        <a:ext cx="5854700" cy="940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4"/>
          <p:cNvGraphicFramePr>
            <a:graphicFrameLocks noChangeAspect="1"/>
          </p:cNvGraphicFramePr>
          <p:nvPr/>
        </p:nvGraphicFramePr>
        <p:xfrm>
          <a:off x="4600575" y="5272405"/>
          <a:ext cx="3481070" cy="940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2159000" imgH="431800" progId="Equation.DSMT4">
                  <p:embed/>
                </p:oleObj>
              </mc:Choice>
              <mc:Fallback>
                <p:oleObj name="Equation" r:id="rId7" imgW="2159000" imgH="431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00575" y="5272405"/>
                        <a:ext cx="3481070" cy="940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4"/>
          <p:cNvGraphicFramePr>
            <a:graphicFrameLocks noChangeAspect="1"/>
          </p:cNvGraphicFramePr>
          <p:nvPr/>
        </p:nvGraphicFramePr>
        <p:xfrm>
          <a:off x="1109345" y="5360035"/>
          <a:ext cx="349123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2387600" imgH="431800" progId="Equation.DSMT4">
                  <p:embed/>
                </p:oleObj>
              </mc:Choice>
              <mc:Fallback>
                <p:oleObj name="Equation" r:id="rId9" imgW="2387600" imgH="431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9345" y="5360035"/>
                        <a:ext cx="3491230" cy="765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1058707" y="2887399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1" imgW="7924800" imgH="4876800" progId="Equation.DSMT4">
                  <p:embed/>
                </p:oleObj>
              </mc:Choice>
              <mc:Fallback>
                <p:oleObj name="Equation" r:id="rId11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58707" y="2887399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1724903" y="2863814"/>
            <a:ext cx="36791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上连续，则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34"/>
          <p:cNvGraphicFramePr>
            <a:graphicFrameLocks noChangeAspect="1"/>
          </p:cNvGraphicFramePr>
          <p:nvPr/>
        </p:nvGraphicFramePr>
        <p:xfrm>
          <a:off x="2207841" y="2863983"/>
          <a:ext cx="1414268" cy="500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16459200" imgH="4876800" progId="Equation.DSMT4">
                  <p:embed/>
                </p:oleObj>
              </mc:Choice>
              <mc:Fallback>
                <p:oleObj name="Equation" r:id="rId13" imgW="164592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07841" y="2863983"/>
                        <a:ext cx="1414268" cy="5006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5530215" y="2985770"/>
          <a:ext cx="2551430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1562100" imgH="203200" progId="Equation.DSMT4">
                  <p:embed/>
                </p:oleObj>
              </mc:Choice>
              <mc:Fallback>
                <p:oleObj name="Equation" r:id="rId15" imgW="1562100" imgH="2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0215" y="2985770"/>
                        <a:ext cx="2551430" cy="398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4"/>
          <p:cNvGraphicFramePr>
            <a:graphicFrameLocks noChangeAspect="1"/>
          </p:cNvGraphicFramePr>
          <p:nvPr/>
        </p:nvGraphicFramePr>
        <p:xfrm>
          <a:off x="8219758" y="2914968"/>
          <a:ext cx="90297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405765" imgH="203200" progId="Equation.DSMT4">
                  <p:embed/>
                </p:oleObj>
              </mc:Choice>
              <mc:Fallback>
                <p:oleObj name="Equation" r:id="rId17" imgW="405765" imgH="2032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19758" y="2914968"/>
                        <a:ext cx="90297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3984625" y="3582035"/>
          <a:ext cx="3061335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1473200" imgH="241300" progId="Equation.DSMT4">
                  <p:embed/>
                </p:oleObj>
              </mc:Choice>
              <mc:Fallback>
                <p:oleObj name="Equation" r:id="rId19" imgW="1473200" imgH="2413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84625" y="3582035"/>
                        <a:ext cx="3061335" cy="617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670928" y="662904"/>
            <a:ext cx="5372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13"/>
          <p:cNvGraphicFramePr>
            <a:graphicFrameLocks noChangeAspect="1"/>
          </p:cNvGraphicFramePr>
          <p:nvPr/>
        </p:nvGraphicFramePr>
        <p:xfrm>
          <a:off x="2207895" y="662623"/>
          <a:ext cx="1188085" cy="58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1" imgW="571500" imgH="228600" progId="Equation.DSMT4">
                  <p:embed/>
                </p:oleObj>
              </mc:Choice>
              <mc:Fallback>
                <p:oleObj name="Equation" r:id="rId21" imgW="571500" imgH="228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07895" y="662623"/>
                        <a:ext cx="1188085" cy="585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/>
          <p:cNvGraphicFramePr>
            <a:graphicFrameLocks noChangeAspect="1"/>
          </p:cNvGraphicFramePr>
          <p:nvPr/>
        </p:nvGraphicFramePr>
        <p:xfrm>
          <a:off x="3555365" y="662623"/>
          <a:ext cx="103060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3" imgW="495300" imgH="203200" progId="Equation.DSMT4">
                  <p:embed/>
                </p:oleObj>
              </mc:Choice>
              <mc:Fallback>
                <p:oleObj name="Equation" r:id="rId23" imgW="495300" imgH="2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55365" y="662623"/>
                        <a:ext cx="1030605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/>
          <p:cNvGraphicFramePr>
            <a:graphicFrameLocks noChangeAspect="1"/>
          </p:cNvGraphicFramePr>
          <p:nvPr/>
        </p:nvGraphicFramePr>
        <p:xfrm>
          <a:off x="5674678" y="629603"/>
          <a:ext cx="1771650" cy="58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5" imgW="850900" imgH="228600" progId="Equation.DSMT4">
                  <p:embed/>
                </p:oleObj>
              </mc:Choice>
              <mc:Fallback>
                <p:oleObj name="Equation" r:id="rId25" imgW="850900" imgH="228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74678" y="629603"/>
                        <a:ext cx="1771650" cy="586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4586605" y="643890"/>
            <a:ext cx="108839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896745" y="1214120"/>
            <a:ext cx="292354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取          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0" name="Object 13"/>
          <p:cNvGraphicFramePr>
            <a:graphicFrameLocks noChangeAspect="1"/>
          </p:cNvGraphicFramePr>
          <p:nvPr/>
        </p:nvGraphicFramePr>
        <p:xfrm>
          <a:off x="2350453" y="1246188"/>
          <a:ext cx="977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7" imgW="469900" imgH="203200" progId="Equation.DSMT4">
                  <p:embed/>
                </p:oleObj>
              </mc:Choice>
              <mc:Fallback>
                <p:oleObj name="Equation" r:id="rId27" imgW="469900" imgH="2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350453" y="1246188"/>
                        <a:ext cx="9779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/>
          <p:cNvGraphicFramePr>
            <a:graphicFrameLocks noChangeAspect="1"/>
          </p:cNvGraphicFramePr>
          <p:nvPr/>
        </p:nvGraphicFramePr>
        <p:xfrm>
          <a:off x="3804286" y="1182370"/>
          <a:ext cx="2407285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9" imgW="1155700" imgH="228600" progId="Equation.DSMT4">
                  <p:embed/>
                </p:oleObj>
              </mc:Choice>
              <mc:Fallback>
                <p:oleObj name="Equation" r:id="rId29" imgW="1155700" imgH="228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804286" y="1182370"/>
                        <a:ext cx="2407285" cy="5886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6199505" y="1183640"/>
            <a:ext cx="12465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13"/>
          <p:cNvGraphicFramePr>
            <a:graphicFrameLocks noChangeAspect="1"/>
          </p:cNvGraphicFramePr>
          <p:nvPr/>
        </p:nvGraphicFramePr>
        <p:xfrm>
          <a:off x="7084378" y="1183323"/>
          <a:ext cx="113538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1" imgW="545465" imgH="203200" progId="Equation.DSMT4">
                  <p:embed/>
                </p:oleObj>
              </mc:Choice>
              <mc:Fallback>
                <p:oleObj name="Equation" r:id="rId31" imgW="545465" imgH="2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84378" y="1183323"/>
                        <a:ext cx="113538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1249045" y="4443730"/>
            <a:ext cx="1246505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取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13"/>
          <p:cNvGraphicFramePr>
            <a:graphicFrameLocks noChangeAspect="1"/>
          </p:cNvGraphicFramePr>
          <p:nvPr/>
        </p:nvGraphicFramePr>
        <p:xfrm>
          <a:off x="1724661" y="4199891"/>
          <a:ext cx="2882265" cy="10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3" imgW="1384300" imgH="393700" progId="Equation.DSMT4">
                  <p:embed/>
                </p:oleObj>
              </mc:Choice>
              <mc:Fallback>
                <p:oleObj name="Equation" r:id="rId33" imgW="1384300" imgH="3937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724661" y="4199891"/>
                        <a:ext cx="2882265" cy="1009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2"/>
          <p:cNvSpPr txBox="1"/>
          <p:nvPr/>
        </p:nvSpPr>
        <p:spPr>
          <a:xfrm>
            <a:off x="1193408" y="3679154"/>
            <a:ext cx="27914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的长度为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3" name="Object 34"/>
          <p:cNvGraphicFramePr>
            <a:graphicFrameLocks noChangeAspect="1"/>
          </p:cNvGraphicFramePr>
          <p:nvPr/>
        </p:nvGraphicFramePr>
        <p:xfrm>
          <a:off x="8168640" y="5313680"/>
          <a:ext cx="1229360" cy="857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5" imgW="762000" imgH="393700" progId="Equation.DSMT4">
                  <p:embed/>
                </p:oleObj>
              </mc:Choice>
              <mc:Fallback>
                <p:oleObj name="Equation" r:id="rId35" imgW="762000" imgH="3937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168640" y="5313680"/>
                        <a:ext cx="1229360" cy="857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3"/>
          <p:cNvGraphicFramePr>
            <a:graphicFrameLocks noChangeAspect="1"/>
          </p:cNvGraphicFramePr>
          <p:nvPr/>
        </p:nvGraphicFramePr>
        <p:xfrm>
          <a:off x="4600576" y="4199256"/>
          <a:ext cx="5078095" cy="10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37" imgW="2438400" imgH="393700" progId="Equation.DSMT4">
                  <p:embed/>
                </p:oleObj>
              </mc:Choice>
              <mc:Fallback>
                <p:oleObj name="Equation" r:id="rId37" imgW="2438400" imgH="3937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600576" y="4199256"/>
                        <a:ext cx="5078095" cy="1009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4"/>
          <p:cNvGraphicFramePr>
            <a:graphicFrameLocks noChangeAspect="1"/>
          </p:cNvGraphicFramePr>
          <p:nvPr/>
        </p:nvGraphicFramePr>
        <p:xfrm>
          <a:off x="1289050" y="6516370"/>
          <a:ext cx="455041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39" imgW="3111500" imgH="431800" progId="Equation.DSMT4">
                  <p:embed/>
                </p:oleObj>
              </mc:Choice>
              <mc:Fallback>
                <p:oleObj name="Equation" r:id="rId39" imgW="3111500" imgH="431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289050" y="6516370"/>
                        <a:ext cx="4550410" cy="765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Object 34"/>
          <p:cNvGraphicFramePr>
            <a:graphicFrameLocks noChangeAspect="1"/>
          </p:cNvGraphicFramePr>
          <p:nvPr/>
        </p:nvGraphicFramePr>
        <p:xfrm>
          <a:off x="1503680" y="862330"/>
          <a:ext cx="746760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1" imgW="355600" imgH="203200" progId="Equation.DSMT4">
                  <p:embed/>
                </p:oleObj>
              </mc:Choice>
              <mc:Fallback>
                <p:oleObj name="Equation" r:id="rId1" imgW="355600" imgH="2032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3680" y="862330"/>
                        <a:ext cx="746760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4"/>
          <p:cNvGraphicFramePr>
            <a:graphicFrameLocks noChangeAspect="1"/>
          </p:cNvGraphicFramePr>
          <p:nvPr/>
        </p:nvGraphicFramePr>
        <p:xfrm>
          <a:off x="2353628" y="738505"/>
          <a:ext cx="473646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3" imgW="3238500" imgH="431800" progId="Equation.DSMT4">
                  <p:embed/>
                </p:oleObj>
              </mc:Choice>
              <mc:Fallback>
                <p:oleObj name="Equation" r:id="rId3" imgW="3238500" imgH="431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3628" y="738505"/>
                        <a:ext cx="4736465" cy="765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4"/>
          <p:cNvGraphicFramePr>
            <a:graphicFrameLocks noChangeAspect="1"/>
          </p:cNvGraphicFramePr>
          <p:nvPr/>
        </p:nvGraphicFramePr>
        <p:xfrm>
          <a:off x="2250440" y="1794510"/>
          <a:ext cx="74676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5" imgW="355600" imgH="177165" progId="Equation.DSMT4">
                  <p:embed/>
                </p:oleObj>
              </mc:Choice>
              <mc:Fallback>
                <p:oleObj name="Equation" r:id="rId5" imgW="355600" imgH="177165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0440" y="1794510"/>
                        <a:ext cx="746760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1481455" y="1757680"/>
            <a:ext cx="513715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      时结论成立，即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9" name="Object 15"/>
          <p:cNvGraphicFramePr>
            <a:graphicFrameLocks noChangeAspect="1"/>
          </p:cNvGraphicFramePr>
          <p:nvPr/>
        </p:nvGraphicFramePr>
        <p:xfrm>
          <a:off x="5529580" y="1478280"/>
          <a:ext cx="4003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7" imgW="1917065" imgH="431800" progId="Equation.DSMT4">
                  <p:embed/>
                </p:oleObj>
              </mc:Choice>
              <mc:Fallback>
                <p:oleObj name="Equation" r:id="rId7" imgW="1917065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29580" y="1478280"/>
                        <a:ext cx="40036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34"/>
          <p:cNvGraphicFramePr>
            <a:graphicFrameLocks noChangeAspect="1"/>
          </p:cNvGraphicFramePr>
          <p:nvPr/>
        </p:nvGraphicFramePr>
        <p:xfrm>
          <a:off x="1692910" y="2674938"/>
          <a:ext cx="152019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9" imgW="723900" imgH="215900" progId="Equation.DSMT4">
                  <p:embed/>
                </p:oleObj>
              </mc:Choice>
              <mc:Fallback>
                <p:oleObj name="Equation" r:id="rId9" imgW="723900" imgH="2159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92910" y="2674938"/>
                        <a:ext cx="1520190" cy="54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4"/>
          <p:cNvGraphicFramePr>
            <a:graphicFrameLocks noChangeAspect="1"/>
          </p:cNvGraphicFramePr>
          <p:nvPr/>
        </p:nvGraphicFramePr>
        <p:xfrm>
          <a:off x="3388678" y="2578418"/>
          <a:ext cx="356679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11" imgW="2438400" imgH="419100" progId="Equation.DSMT4">
                  <p:embed/>
                </p:oleObj>
              </mc:Choice>
              <mc:Fallback>
                <p:oleObj name="Equation" r:id="rId11" imgW="2438400" imgH="4191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8678" y="2578418"/>
                        <a:ext cx="3566795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等于号 60"/>
          <p:cNvSpPr/>
          <p:nvPr/>
        </p:nvSpPr>
        <p:spPr>
          <a:xfrm>
            <a:off x="3213100" y="3920490"/>
            <a:ext cx="1473200" cy="3683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流程图: 过程 63"/>
          <p:cNvSpPr/>
          <p:nvPr/>
        </p:nvSpPr>
        <p:spPr>
          <a:xfrm>
            <a:off x="3052445" y="3507740"/>
            <a:ext cx="1806575" cy="45593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与</a:t>
            </a:r>
            <a:r>
              <a:rPr lang="en-US" altLang="zh-CN"/>
              <a:t>n=1</a:t>
            </a:r>
            <a:r>
              <a:rPr lang="zh-CN" altLang="en-US"/>
              <a:t>情况类似</a:t>
            </a:r>
            <a:endParaRPr lang="zh-CN" altLang="en-US"/>
          </a:p>
        </p:txBody>
      </p:sp>
      <p:graphicFrame>
        <p:nvGraphicFramePr>
          <p:cNvPr id="65" name="Object 15"/>
          <p:cNvGraphicFramePr>
            <a:graphicFrameLocks noChangeAspect="1"/>
          </p:cNvGraphicFramePr>
          <p:nvPr/>
        </p:nvGraphicFramePr>
        <p:xfrm>
          <a:off x="5114925" y="3564890"/>
          <a:ext cx="3368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13" imgW="1612900" imgH="431800" progId="Equation.DSMT4">
                  <p:embed/>
                </p:oleObj>
              </mc:Choice>
              <mc:Fallback>
                <p:oleObj name="Equation" r:id="rId13" imgW="1612900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14925" y="3564890"/>
                        <a:ext cx="33686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2"/>
          <p:cNvSpPr txBox="1"/>
          <p:nvPr/>
        </p:nvSpPr>
        <p:spPr>
          <a:xfrm>
            <a:off x="1381125" y="4901565"/>
            <a:ext cx="513715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所以对于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2" name="Object 35"/>
          <p:cNvGraphicFramePr>
            <a:graphicFrameLocks noChangeAspect="1"/>
          </p:cNvGraphicFramePr>
          <p:nvPr/>
        </p:nvGraphicFramePr>
        <p:xfrm>
          <a:off x="2905811" y="4901427"/>
          <a:ext cx="2288457" cy="571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15" imgW="26212800" imgH="5486400" progId="Equation.DSMT4">
                  <p:embed/>
                </p:oleObj>
              </mc:Choice>
              <mc:Fallback>
                <p:oleObj name="Equation" r:id="rId15" imgW="26212800" imgH="5486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05811" y="4901427"/>
                        <a:ext cx="2288457" cy="571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5"/>
          <p:cNvGraphicFramePr>
            <a:graphicFrameLocks noChangeAspect="1"/>
          </p:cNvGraphicFramePr>
          <p:nvPr/>
        </p:nvGraphicFramePr>
        <p:xfrm>
          <a:off x="2720340" y="5473065"/>
          <a:ext cx="4003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17" imgW="1917065" imgH="431800" progId="Equation.DSMT4">
                  <p:embed/>
                </p:oleObj>
              </mc:Choice>
              <mc:Fallback>
                <p:oleObj name="Equation" r:id="rId17" imgW="1917065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20340" y="5473065"/>
                        <a:ext cx="40036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2"/>
          <p:cNvSpPr txBox="1"/>
          <p:nvPr/>
        </p:nvSpPr>
        <p:spPr>
          <a:xfrm>
            <a:off x="645615" y="486567"/>
            <a:ext cx="101346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1572327" y="1258918"/>
            <a:ext cx="16040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找到奇点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2" name="Object 20"/>
          <p:cNvGraphicFramePr>
            <a:graphicFrameLocks noChangeAspect="1"/>
          </p:cNvGraphicFramePr>
          <p:nvPr/>
        </p:nvGraphicFramePr>
        <p:xfrm>
          <a:off x="3176371" y="1202462"/>
          <a:ext cx="52863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1" imgW="5181600" imgH="5486400" progId="Equation.DSMT4">
                  <p:embed/>
                </p:oleObj>
              </mc:Choice>
              <mc:Fallback>
                <p:oleObj name="Equation" r:id="rId1" imgW="5181600" imgH="54864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76371" y="1202462"/>
                        <a:ext cx="528638" cy="668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1649072" y="2009511"/>
            <a:ext cx="2339013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以及解析函数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3" name="Object 23"/>
          <p:cNvGraphicFramePr>
            <a:graphicFrameLocks noChangeAspect="1"/>
          </p:cNvGraphicFramePr>
          <p:nvPr/>
        </p:nvGraphicFramePr>
        <p:xfrm>
          <a:off x="3860800" y="1991995"/>
          <a:ext cx="852805" cy="55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3" imgW="368300" imgH="203200" progId="Equation.DSMT4">
                  <p:embed/>
                </p:oleObj>
              </mc:Choice>
              <mc:Fallback>
                <p:oleObj name="Equation" r:id="rId3" imgW="368300" imgH="2032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0800" y="1991995"/>
                        <a:ext cx="852805" cy="558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3707130" y="1214120"/>
            <a:ext cx="6846570" cy="668020"/>
            <a:chOff x="5838" y="1912"/>
            <a:chExt cx="10782" cy="1052"/>
          </a:xfrm>
        </p:grpSpPr>
        <p:sp>
          <p:nvSpPr>
            <p:cNvPr id="16" name="文本框 2"/>
            <p:cNvSpPr txBox="1"/>
            <p:nvPr/>
          </p:nvSpPr>
          <p:spPr>
            <a:xfrm>
              <a:off x="5838" y="2010"/>
              <a:ext cx="10782" cy="824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被积函数分母中        的最高次数中找到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n,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7048" name="Object 8"/>
            <p:cNvGraphicFramePr>
              <a:graphicFrameLocks noChangeAspect="1"/>
            </p:cNvGraphicFramePr>
            <p:nvPr/>
          </p:nvGraphicFramePr>
          <p:xfrm>
            <a:off x="9895" y="1912"/>
            <a:ext cx="1420" cy="10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1" name="Equation" r:id="rId5" imgW="8839200" imgH="5486400" progId="Equation.DSMT4">
                    <p:embed/>
                  </p:oleObj>
                </mc:Choice>
                <mc:Fallback>
                  <p:oleObj name="Equation" r:id="rId5" imgW="8839200" imgH="5486400" progId="Equation.DSMT4">
                    <p:embed/>
                    <p:pic>
                      <p:nvPicPr>
                        <p:cNvPr id="0" name="图片 163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895" y="1912"/>
                          <a:ext cx="1420" cy="105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1976120" y="199708"/>
          <a:ext cx="2928620" cy="1059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7" imgW="1422400" imgH="431800" progId="Equation.DSMT4">
                  <p:embed/>
                </p:oleObj>
              </mc:Choice>
              <mc:Fallback>
                <p:oleObj name="Equation" r:id="rId7" imgW="1422400" imgH="4318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6120" y="199708"/>
                        <a:ext cx="2928620" cy="1059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文本框 2"/>
          <p:cNvSpPr txBox="1"/>
          <p:nvPr/>
        </p:nvSpPr>
        <p:spPr>
          <a:xfrm>
            <a:off x="5529078" y="486603"/>
            <a:ext cx="39293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围城区域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0" name="Object 13"/>
          <p:cNvGraphicFramePr>
            <a:graphicFrameLocks noChangeAspect="1"/>
          </p:cNvGraphicFramePr>
          <p:nvPr/>
        </p:nvGraphicFramePr>
        <p:xfrm>
          <a:off x="4908077" y="478209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08077" y="478209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3"/>
          <p:cNvGraphicFramePr>
            <a:graphicFrameLocks noChangeAspect="1"/>
          </p:cNvGraphicFramePr>
          <p:nvPr/>
        </p:nvGraphicFramePr>
        <p:xfrm>
          <a:off x="9332595" y="487045"/>
          <a:ext cx="946150" cy="556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" name="Equation" r:id="rId11" imgW="469900" imgH="228600" progId="Equation.DSMT4">
                  <p:embed/>
                </p:oleObj>
              </mc:Choice>
              <mc:Fallback>
                <p:oleObj name="Equation" r:id="rId11" imgW="469900" imgH="228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32595" y="487045"/>
                        <a:ext cx="946150" cy="556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705940" y="1259362"/>
            <a:ext cx="892810" cy="520700"/>
          </a:xfrm>
          <a:prstGeom prst="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0" scaled="0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步骤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4775812" y="1997446"/>
            <a:ext cx="19596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代入公式得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5" name="Object 15"/>
          <p:cNvGraphicFramePr>
            <a:graphicFrameLocks noChangeAspect="1"/>
          </p:cNvGraphicFramePr>
          <p:nvPr/>
        </p:nvGraphicFramePr>
        <p:xfrm>
          <a:off x="6735128" y="1799590"/>
          <a:ext cx="400558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13" imgW="1917065" imgH="431800" progId="Equation.DSMT4">
                  <p:embed/>
                </p:oleObj>
              </mc:Choice>
              <mc:Fallback>
                <p:oleObj name="Equation" r:id="rId13" imgW="1917065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35128" y="1799590"/>
                        <a:ext cx="4005580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827405" y="2642870"/>
            <a:ext cx="36004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，计算下列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积分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" name="Object 20"/>
          <p:cNvGraphicFramePr>
            <a:graphicFrameLocks noChangeAspect="1"/>
          </p:cNvGraphicFramePr>
          <p:nvPr/>
        </p:nvGraphicFramePr>
        <p:xfrm>
          <a:off x="3415348" y="2931795"/>
          <a:ext cx="1129665" cy="1019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15" imgW="508000" imgH="393700" progId="Equation.DSMT4">
                  <p:embed/>
                </p:oleObj>
              </mc:Choice>
              <mc:Fallback>
                <p:oleObj name="Equation" r:id="rId15" imgW="508000" imgH="3937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15348" y="2931795"/>
                        <a:ext cx="1129665" cy="1019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0"/>
          <p:cNvGraphicFramePr>
            <a:graphicFrameLocks noChangeAspect="1"/>
          </p:cNvGraphicFramePr>
          <p:nvPr/>
        </p:nvGraphicFramePr>
        <p:xfrm>
          <a:off x="5629910" y="3177858"/>
          <a:ext cx="169418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17" imgW="762000" imgH="203200" progId="Equation.DSMT4">
                  <p:embed/>
                </p:oleObj>
              </mc:Choice>
              <mc:Fallback>
                <p:oleObj name="Equation" r:id="rId17" imgW="7620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29910" y="3177858"/>
                        <a:ext cx="169418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等于号 63"/>
          <p:cNvSpPr/>
          <p:nvPr/>
        </p:nvSpPr>
        <p:spPr>
          <a:xfrm>
            <a:off x="2759710" y="3951605"/>
            <a:ext cx="5424170" cy="31559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69" name="Object 20"/>
          <p:cNvGraphicFramePr>
            <a:graphicFrameLocks noChangeAspect="1"/>
          </p:cNvGraphicFramePr>
          <p:nvPr/>
        </p:nvGraphicFramePr>
        <p:xfrm>
          <a:off x="3635376" y="4556760"/>
          <a:ext cx="90297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19" imgW="405765" imgH="228600" progId="Equation.DSMT4">
                  <p:embed/>
                </p:oleObj>
              </mc:Choice>
              <mc:Fallback>
                <p:oleObj name="Equation" r:id="rId19" imgW="405765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35376" y="4556760"/>
                        <a:ext cx="902970" cy="591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0"/>
          <p:cNvGraphicFramePr>
            <a:graphicFrameLocks noChangeAspect="1"/>
          </p:cNvGraphicFramePr>
          <p:nvPr/>
        </p:nvGraphicFramePr>
        <p:xfrm>
          <a:off x="3595053" y="5359083"/>
          <a:ext cx="175958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1" imgW="876300" imgH="203200" progId="Equation.DSMT4">
                  <p:embed/>
                </p:oleObj>
              </mc:Choice>
              <mc:Fallback>
                <p:oleObj name="Equation" r:id="rId21" imgW="8763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95053" y="5359083"/>
                        <a:ext cx="1759585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等于号 72"/>
          <p:cNvSpPr/>
          <p:nvPr/>
        </p:nvSpPr>
        <p:spPr>
          <a:xfrm>
            <a:off x="2940685" y="5080635"/>
            <a:ext cx="3068320" cy="347345"/>
          </a:xfrm>
          <a:prstGeom prst="mathEqual">
            <a:avLst>
              <a:gd name="adj1" fmla="val 23520"/>
              <a:gd name="adj2" fmla="val 118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74" name="Object 10"/>
          <p:cNvGraphicFramePr>
            <a:graphicFrameLocks noChangeAspect="1"/>
          </p:cNvGraphicFramePr>
          <p:nvPr/>
        </p:nvGraphicFramePr>
        <p:xfrm>
          <a:off x="5711825" y="4784090"/>
          <a:ext cx="2282190" cy="95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23" imgW="1117600" imgH="393700" progId="Equation.DSMT4">
                  <p:embed/>
                </p:oleObj>
              </mc:Choice>
              <mc:Fallback>
                <p:oleObj name="Equation" r:id="rId23" imgW="11176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11825" y="4784090"/>
                        <a:ext cx="2282190" cy="9569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1206500" y="3263900"/>
          <a:ext cx="2175510" cy="1369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25" imgW="1104900" imgH="584200" progId="Equation.DSMT4">
                  <p:embed/>
                </p:oleObj>
              </mc:Choice>
              <mc:Fallback>
                <p:oleObj name="Equation" r:id="rId25" imgW="1104900" imgH="5842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06500" y="3263900"/>
                        <a:ext cx="2175510" cy="1369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0"/>
          <p:cNvGraphicFramePr>
            <a:graphicFrameLocks noChangeAspect="1"/>
          </p:cNvGraphicFramePr>
          <p:nvPr/>
        </p:nvGraphicFramePr>
        <p:xfrm>
          <a:off x="4744086" y="3178493"/>
          <a:ext cx="79121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7" imgW="355600" imgH="203200" progId="Equation.DSMT4">
                  <p:embed/>
                </p:oleObj>
              </mc:Choice>
              <mc:Fallback>
                <p:oleObj name="Equation" r:id="rId27" imgW="3556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44086" y="3178493"/>
                        <a:ext cx="79121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1222375" y="4784090"/>
          <a:ext cx="2039620" cy="95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29" imgW="1066800" imgH="419100" progId="Equation.DSMT4">
                  <p:embed/>
                </p:oleObj>
              </mc:Choice>
              <mc:Fallback>
                <p:oleObj name="Equation" r:id="rId29" imgW="1066800" imgH="4191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22375" y="4784090"/>
                        <a:ext cx="2039620" cy="957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/>
          <p:cNvGraphicFramePr>
            <a:graphicFrameLocks noChangeAspect="1"/>
          </p:cNvGraphicFramePr>
          <p:nvPr/>
        </p:nvGraphicFramePr>
        <p:xfrm>
          <a:off x="4658996" y="4553903"/>
          <a:ext cx="87630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1" imgW="393700" imgH="203200" progId="Equation.DSMT4">
                  <p:embed/>
                </p:oleObj>
              </mc:Choice>
              <mc:Fallback>
                <p:oleObj name="Equation" r:id="rId31" imgW="3937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58996" y="4553903"/>
                        <a:ext cx="87630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7994015" y="4784090"/>
          <a:ext cx="31496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3" imgW="1638300" imgH="419100" progId="Equation.DSMT4">
                  <p:embed/>
                </p:oleObj>
              </mc:Choice>
              <mc:Fallback>
                <p:oleObj name="Equation" r:id="rId33" imgW="16383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994015" y="4784090"/>
                        <a:ext cx="314960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944880" y="6405245"/>
            <a:ext cx="291655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：计算积分：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870325" y="6145530"/>
          <a:ext cx="253809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5" imgW="1231265" imgH="419100" progId="Equation.DSMT4">
                  <p:embed/>
                </p:oleObj>
              </mc:Choice>
              <mc:Fallback>
                <p:oleObj name="Equation" r:id="rId35" imgW="1231265" imgH="4191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70325" y="6145530"/>
                        <a:ext cx="2538095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6987858" y="6208078"/>
          <a:ext cx="199009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7" imgW="965200" imgH="393700" progId="Equation.DSMT4">
                  <p:embed/>
                </p:oleObj>
              </mc:Choice>
              <mc:Fallback>
                <p:oleObj name="Equation" r:id="rId37" imgW="965200" imgH="3937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987858" y="6208078"/>
                        <a:ext cx="1990090" cy="9772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7707566" y="3838512"/>
                <a:ext cx="2649220" cy="6667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𝑖𝑐𝑜𝑠𝑧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566" y="3838512"/>
                <a:ext cx="2649220" cy="666750"/>
              </a:xfrm>
              <a:prstGeom prst="rect">
                <a:avLst/>
              </a:prstGeom>
              <a:blipFill rotWithShape="1">
                <a:blip r:embed="rId39"/>
                <a:stretch>
                  <a:fillRect l="-22" t="-86" r="22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9" grpId="0"/>
      <p:bldP spid="18" grpId="0" animBg="1"/>
      <p:bldP spid="21" grpId="0"/>
      <p:bldP spid="10" grpId="0"/>
      <p:bldP spid="19" grpId="0"/>
      <p:bldP spid="23" grpId="0"/>
      <p:bldP spid="64" grpId="0" animBg="1"/>
      <p:bldP spid="73" grpId="0" animBg="1"/>
      <p:bldP spid="9" grpId="0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1125220" y="1344295"/>
            <a:ext cx="74796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                    其中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3531236" y="994410"/>
          <a:ext cx="2106295" cy="1169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952500" imgH="444500" progId="Equation.DSMT4">
                  <p:embed/>
                </p:oleObj>
              </mc:Choice>
              <mc:Fallback>
                <p:oleObj name="Equation" r:id="rId1" imgW="9525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31236" y="994410"/>
                        <a:ext cx="2106295" cy="1169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"/>
          <p:cNvGraphicFramePr>
            <a:graphicFrameLocks noChangeAspect="1"/>
          </p:cNvGraphicFramePr>
          <p:nvPr/>
        </p:nvGraphicFramePr>
        <p:xfrm>
          <a:off x="8272463" y="1301750"/>
          <a:ext cx="185928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" imgW="825500" imgH="228600" progId="Equation.DSMT4">
                  <p:embed/>
                </p:oleObj>
              </mc:Choice>
              <mc:Fallback>
                <p:oleObj name="Equation" r:id="rId3" imgW="825500" imgH="2286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2463" y="1301750"/>
                        <a:ext cx="185928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1037088" y="2074738"/>
            <a:ext cx="89344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8"/>
          <p:cNvGraphicFramePr>
            <a:graphicFrameLocks noChangeAspect="1"/>
          </p:cNvGraphicFramePr>
          <p:nvPr/>
        </p:nvGraphicFramePr>
        <p:xfrm>
          <a:off x="1837373" y="2074545"/>
          <a:ext cx="280416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5" imgW="1244600" imgH="228600" progId="Equation.DSMT4">
                  <p:embed/>
                </p:oleObj>
              </mc:Choice>
              <mc:Fallback>
                <p:oleObj name="Equation" r:id="rId5" imgW="1244600" imgH="2286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7373" y="2074545"/>
                        <a:ext cx="280416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/>
          <p:cNvGraphicFramePr>
            <a:graphicFrameLocks noChangeAspect="1"/>
          </p:cNvGraphicFramePr>
          <p:nvPr/>
        </p:nvGraphicFramePr>
        <p:xfrm>
          <a:off x="5463858" y="2154873"/>
          <a:ext cx="1917700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7" imgW="850900" imgH="203200" progId="Equation.DSMT4">
                  <p:embed/>
                </p:oleObj>
              </mc:Choice>
              <mc:Fallback>
                <p:oleObj name="Equation" r:id="rId7" imgW="850900" imgH="2032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3858" y="2154873"/>
                        <a:ext cx="1917700" cy="538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右箭头 40"/>
          <p:cNvSpPr/>
          <p:nvPr/>
        </p:nvSpPr>
        <p:spPr>
          <a:xfrm>
            <a:off x="4578350" y="2292985"/>
            <a:ext cx="842010" cy="193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3" name="Object 20"/>
          <p:cNvGraphicFramePr>
            <a:graphicFrameLocks noChangeAspect="1"/>
          </p:cNvGraphicFramePr>
          <p:nvPr/>
        </p:nvGraphicFramePr>
        <p:xfrm>
          <a:off x="1898333" y="2918460"/>
          <a:ext cx="109664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9" imgW="508000" imgH="228600" progId="Equation.DSMT4">
                  <p:embed/>
                </p:oleObj>
              </mc:Choice>
              <mc:Fallback>
                <p:oleObj name="Equation" r:id="rId9" imgW="508000" imgH="2286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98333" y="2918460"/>
                        <a:ext cx="1096645" cy="579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0"/>
          <p:cNvGraphicFramePr>
            <a:graphicFrameLocks noChangeAspect="1"/>
          </p:cNvGraphicFramePr>
          <p:nvPr/>
        </p:nvGraphicFramePr>
        <p:xfrm>
          <a:off x="3290888" y="2950528"/>
          <a:ext cx="850265" cy="51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11" imgW="393700" imgH="203200" progId="Equation.DSMT4">
                  <p:embed/>
                </p:oleObj>
              </mc:Choice>
              <mc:Fallback>
                <p:oleObj name="Equation" r:id="rId11" imgW="393700" imgH="2032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90888" y="2950528"/>
                        <a:ext cx="850265" cy="514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0"/>
          <p:cNvGraphicFramePr>
            <a:graphicFrameLocks noChangeAspect="1"/>
          </p:cNvGraphicFramePr>
          <p:nvPr/>
        </p:nvGraphicFramePr>
        <p:xfrm>
          <a:off x="4299586" y="2885758"/>
          <a:ext cx="1399540" cy="579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3" imgW="647700" imgH="228600" progId="Equation.DSMT4">
                  <p:embed/>
                </p:oleObj>
              </mc:Choice>
              <mc:Fallback>
                <p:oleObj name="Equation" r:id="rId13" imgW="647700" imgH="2286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99586" y="2885758"/>
                        <a:ext cx="1399540" cy="5797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1391352" y="3793838"/>
            <a:ext cx="37376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由高阶求导公式，可得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1" name="Object 10"/>
          <p:cNvGraphicFramePr>
            <a:graphicFrameLocks noChangeAspect="1"/>
          </p:cNvGraphicFramePr>
          <p:nvPr/>
        </p:nvGraphicFramePr>
        <p:xfrm>
          <a:off x="1863726" y="4479290"/>
          <a:ext cx="4102735" cy="1169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5" imgW="1854200" imgH="444500" progId="Equation.DSMT4">
                  <p:embed/>
                </p:oleObj>
              </mc:Choice>
              <mc:Fallback>
                <p:oleObj name="Equation" r:id="rId15" imgW="18542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63726" y="4479290"/>
                        <a:ext cx="4102735" cy="1169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0"/>
          <p:cNvGraphicFramePr>
            <a:graphicFrameLocks noChangeAspect="1"/>
          </p:cNvGraphicFramePr>
          <p:nvPr/>
        </p:nvGraphicFramePr>
        <p:xfrm>
          <a:off x="7345364" y="4779963"/>
          <a:ext cx="9271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7" imgW="419100" imgH="165100" progId="Equation.DSMT4">
                  <p:embed/>
                </p:oleObj>
              </mc:Choice>
              <mc:Fallback>
                <p:oleObj name="Equation" r:id="rId17" imgW="419100" imgH="165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45364" y="4779963"/>
                        <a:ext cx="927100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6075046" y="4479290"/>
          <a:ext cx="1292225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9" imgW="584200" imgH="393700" progId="Equation.DSMT4">
                  <p:embed/>
                </p:oleObj>
              </mc:Choice>
              <mc:Fallback>
                <p:oleObj name="Equation" r:id="rId19" imgW="584200" imgH="393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75046" y="4479290"/>
                        <a:ext cx="1292225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 3"/>
          <p:cNvSpPr/>
          <p:nvPr/>
        </p:nvSpPr>
        <p:spPr>
          <a:xfrm>
            <a:off x="8413750" y="2575560"/>
            <a:ext cx="2658110" cy="2639695"/>
          </a:xfrm>
          <a:prstGeom prst="ellipse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7976235" y="5214620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9698990" y="2210435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9333231" y="188944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1" imgW="139700" imgH="165100" progId="Equation.DSMT4">
                  <p:embed/>
                </p:oleObj>
              </mc:Choice>
              <mc:Fallback>
                <p:oleObj name="Equation" r:id="rId21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33231" y="188944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1389996" y="530320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389996" y="530320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/>
          <p:cNvCxnSpPr/>
          <p:nvPr/>
        </p:nvCxnSpPr>
        <p:spPr>
          <a:xfrm flipH="1" flipV="1">
            <a:off x="10361295" y="275653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9678670" y="313753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658985" y="392620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9286558" y="3755073"/>
          <a:ext cx="37211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5" imgW="165100" imgH="177165" progId="Equation.DSMT4">
                  <p:embed/>
                </p:oleObj>
              </mc:Choice>
              <mc:Fallback>
                <p:oleObj name="Equation" r:id="rId25" imgW="165100" imgH="177165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286558" y="3755073"/>
                        <a:ext cx="37211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/>
        </p:nvGraphicFramePr>
        <p:xfrm>
          <a:off x="9754236" y="2907348"/>
          <a:ext cx="42989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190500" imgH="165100" progId="Equation.DSMT4">
                  <p:embed/>
                </p:oleObj>
              </mc:Choice>
              <mc:Fallback>
                <p:oleObj name="Equation" r:id="rId27" imgW="190500" imgH="1651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754236" y="2907348"/>
                        <a:ext cx="42989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9729788" y="2105343"/>
          <a:ext cx="37211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9" imgW="165100" imgH="177165" progId="Equation.DSMT4">
                  <p:embed/>
                </p:oleObj>
              </mc:Choice>
              <mc:Fallback>
                <p:oleObj name="Equation" r:id="rId29" imgW="165100" imgH="177165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729788" y="2105343"/>
                        <a:ext cx="37211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1" grpId="0" animBg="1"/>
      <p:bldP spid="50" grpId="0"/>
      <p:bldP spid="4" grpId="0" animBg="1"/>
      <p:bldP spid="59" grpId="0" animBg="1"/>
      <p:bldP spid="5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719455" y="1944370"/>
            <a:ext cx="74796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3321368" y="1588453"/>
          <a:ext cx="227584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028700" imgH="444500" progId="Equation.DSMT4">
                  <p:embed/>
                </p:oleObj>
              </mc:Choice>
              <mc:Fallback>
                <p:oleObj name="Equation" r:id="rId1" imgW="10287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21368" y="1588453"/>
                        <a:ext cx="227584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828675" y="2724150"/>
            <a:ext cx="84772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537970" y="2504123"/>
          <a:ext cx="1236345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" imgW="558800" imgH="444500" progId="Equation.DSMT4">
                  <p:embed/>
                </p:oleObj>
              </mc:Choice>
              <mc:Fallback>
                <p:oleObj name="Equation" r:id="rId3" imgW="5588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7970" y="2504123"/>
                        <a:ext cx="1236345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733675" y="2829560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内有两个奇点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4"/>
          <p:cNvGraphicFramePr>
            <a:graphicFrameLocks noChangeAspect="1"/>
          </p:cNvGraphicFramePr>
          <p:nvPr/>
        </p:nvGraphicFramePr>
        <p:xfrm>
          <a:off x="3202623" y="2829560"/>
          <a:ext cx="97536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2623" y="2829560"/>
                        <a:ext cx="975360" cy="560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4"/>
          <p:cNvGraphicFramePr>
            <a:graphicFrameLocks noChangeAspect="1"/>
          </p:cNvGraphicFramePr>
          <p:nvPr/>
        </p:nvGraphicFramePr>
        <p:xfrm>
          <a:off x="6363654" y="2758758"/>
          <a:ext cx="203962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7" imgW="876300" imgH="228600" progId="Equation.DSMT4">
                  <p:embed/>
                </p:oleObj>
              </mc:Choice>
              <mc:Fallback>
                <p:oleObj name="Equation" r:id="rId7" imgW="8763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3654" y="2758758"/>
                        <a:ext cx="203962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1409065" y="3781425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44"/>
          <p:cNvGraphicFramePr>
            <a:graphicFrameLocks noChangeAspect="1"/>
          </p:cNvGraphicFramePr>
          <p:nvPr/>
        </p:nvGraphicFramePr>
        <p:xfrm>
          <a:off x="3440748" y="3725863"/>
          <a:ext cx="402082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1727200" imgH="228600" progId="Equation.DSMT4">
                  <p:embed/>
                </p:oleObj>
              </mc:Choice>
              <mc:Fallback>
                <p:oleObj name="Equation" r:id="rId9" imgW="17272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0748" y="3725863"/>
                        <a:ext cx="402082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449070" y="4432300"/>
            <a:ext cx="54673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          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44"/>
          <p:cNvGraphicFramePr>
            <a:graphicFrameLocks noChangeAspect="1"/>
          </p:cNvGraphicFramePr>
          <p:nvPr/>
        </p:nvGraphicFramePr>
        <p:xfrm>
          <a:off x="2193608" y="4342131"/>
          <a:ext cx="177419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762000" imgH="254000" progId="Equation.DSMT4">
                  <p:embed/>
                </p:oleObj>
              </mc:Choice>
              <mc:Fallback>
                <p:oleObj name="Equation" r:id="rId11" imgW="762000" imgH="254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3608" y="4342131"/>
                        <a:ext cx="1774190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椭圆 45"/>
          <p:cNvSpPr/>
          <p:nvPr/>
        </p:nvSpPr>
        <p:spPr>
          <a:xfrm>
            <a:off x="8448675" y="3150870"/>
            <a:ext cx="2658110" cy="2639695"/>
          </a:xfrm>
          <a:prstGeom prst="ellipse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166985" y="427736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8808085" y="42830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V="1">
            <a:off x="8011160" y="4521200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9733915" y="2785745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9368156" y="246475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3" imgW="139700" imgH="165100" progId="Equation.DSMT4">
                  <p:embed/>
                </p:oleObj>
              </mc:Choice>
              <mc:Fallback>
                <p:oleObj name="Equation" r:id="rId1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68156" y="246475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11424921" y="460978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5" imgW="127000" imgH="139700" progId="Equation.DSMT4">
                  <p:embed/>
                </p:oleObj>
              </mc:Choice>
              <mc:Fallback>
                <p:oleObj name="Equation" r:id="rId1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424921" y="460978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/>
          <p:cNvCxnSpPr/>
          <p:nvPr/>
        </p:nvCxnSpPr>
        <p:spPr>
          <a:xfrm flipH="1" flipV="1">
            <a:off x="10396220" y="333184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382250" y="450151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025255" y="450151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/>
          <p:nvPr/>
        </p:nvCxnSpPr>
        <p:spPr>
          <a:xfrm flipH="1" flipV="1">
            <a:off x="9043035" y="426529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 flipV="1">
            <a:off x="10400030" y="425196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1052513" y="4960303"/>
          <a:ext cx="250063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7" imgW="1130300" imgH="444500" progId="Equation.DSMT4">
                  <p:embed/>
                </p:oleObj>
              </mc:Choice>
              <mc:Fallback>
                <p:oleObj name="Equation" r:id="rId17" imgW="11303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52513" y="4960303"/>
                        <a:ext cx="250063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3440748" y="4960303"/>
          <a:ext cx="269748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9" imgW="1219200" imgH="444500" progId="Equation.DSMT4">
                  <p:embed/>
                </p:oleObj>
              </mc:Choice>
              <mc:Fallback>
                <p:oleObj name="Equation" r:id="rId19" imgW="12192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40748" y="4960303"/>
                        <a:ext cx="269748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6146801" y="4919028"/>
          <a:ext cx="2473325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1" imgW="1117600" imgH="444500" progId="Equation.DSMT4">
                  <p:embed/>
                </p:oleObj>
              </mc:Choice>
              <mc:Fallback>
                <p:oleObj name="Equation" r:id="rId21" imgW="11176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46801" y="4919028"/>
                        <a:ext cx="2473325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173413" y="5790566"/>
          <a:ext cx="2866390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3" imgW="1295400" imgH="647700" progId="Equation.DSMT4">
                  <p:embed/>
                </p:oleObj>
              </mc:Choice>
              <mc:Fallback>
                <p:oleObj name="Equation" r:id="rId23" imgW="12954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73413" y="5790566"/>
                        <a:ext cx="2866390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6146801" y="5935346"/>
          <a:ext cx="2389505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5" imgW="1079500" imgH="647700" progId="Equation.DSMT4">
                  <p:embed/>
                </p:oleObj>
              </mc:Choice>
              <mc:Fallback>
                <p:oleObj name="Equation" r:id="rId25" imgW="10795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146801" y="5935346"/>
                        <a:ext cx="2389505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715945" y="861054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1861820" y="606425"/>
          <a:ext cx="4641215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7" imgW="2425700" imgH="431800" progId="Equation.DSMT4">
                  <p:embed/>
                </p:oleObj>
              </mc:Choice>
              <mc:Fallback>
                <p:oleObj name="Equation" r:id="rId27" imgW="24257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61820" y="606425"/>
                        <a:ext cx="4641215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7450741" y="606298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/>
        </p:nvGraphicFramePr>
        <p:xfrm>
          <a:off x="6698725" y="564321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29" imgW="7924800" imgH="4876800" progId="Equation.DSMT4">
                  <p:embed/>
                </p:oleObj>
              </mc:Choice>
              <mc:Fallback>
                <p:oleObj name="Equation" r:id="rId29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698725" y="564321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44"/>
          <p:cNvGraphicFramePr>
            <a:graphicFrameLocks noChangeAspect="1"/>
          </p:cNvGraphicFramePr>
          <p:nvPr/>
        </p:nvGraphicFramePr>
        <p:xfrm>
          <a:off x="6852285" y="1127125"/>
          <a:ext cx="242252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" name="Equation" r:id="rId31" imgW="1041400" imgH="228600" progId="Equation.DSMT4">
                  <p:embed/>
                </p:oleObj>
              </mc:Choice>
              <mc:Fallback>
                <p:oleObj name="Equation" r:id="rId31" imgW="10414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852285" y="1127125"/>
                        <a:ext cx="2422525" cy="630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4"/>
          <p:cNvGraphicFramePr>
            <a:graphicFrameLocks noChangeAspect="1"/>
          </p:cNvGraphicFramePr>
          <p:nvPr/>
        </p:nvGraphicFramePr>
        <p:xfrm>
          <a:off x="11128694" y="4064953"/>
          <a:ext cx="295910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3" imgW="127000" imgH="165100" progId="Equation.DSMT4">
                  <p:embed/>
                </p:oleObj>
              </mc:Choice>
              <mc:Fallback>
                <p:oleObj name="Equation" r:id="rId33" imgW="127000" imgH="1651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128694" y="4064953"/>
                        <a:ext cx="295910" cy="455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73" grpId="0"/>
      <p:bldP spid="23" grpId="0"/>
      <p:bldP spid="9" grpId="0"/>
      <p:bldP spid="13" grpId="0"/>
      <p:bldP spid="22" grpId="0"/>
      <p:bldP spid="39" grpId="0"/>
      <p:bldP spid="46" grpId="0" animBg="1"/>
      <p:bldP spid="47" grpId="0" animBg="1"/>
      <p:bldP spid="48" grpId="0" animBg="1"/>
      <p:bldP spid="58" grpId="0" animBg="1"/>
      <p:bldP spid="5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0"/>
          <p:cNvGraphicFramePr>
            <a:graphicFrameLocks noChangeAspect="1"/>
          </p:cNvGraphicFramePr>
          <p:nvPr/>
        </p:nvGraphicFramePr>
        <p:xfrm>
          <a:off x="3276283" y="1002983"/>
          <a:ext cx="1130935" cy="59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" imgW="508000" imgH="228600" progId="Equation.DSMT4">
                  <p:embed/>
                </p:oleObj>
              </mc:Choice>
              <mc:Fallback>
                <p:oleObj name="Equation" r:id="rId1" imgW="508000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283" y="1002983"/>
                        <a:ext cx="1130935" cy="592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5212398" y="722948"/>
          <a:ext cx="209105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" imgW="939800" imgH="444500" progId="Equation.DSMT4">
                  <p:embed/>
                </p:oleObj>
              </mc:Choice>
              <mc:Fallback>
                <p:oleObj name="Equation" r:id="rId3" imgW="939800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12398" y="722948"/>
                        <a:ext cx="2091055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等于号 15"/>
          <p:cNvSpPr/>
          <p:nvPr/>
        </p:nvSpPr>
        <p:spPr>
          <a:xfrm>
            <a:off x="2679700" y="1809115"/>
            <a:ext cx="5424170" cy="31559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7" name="Object 20"/>
          <p:cNvGraphicFramePr>
            <a:graphicFrameLocks noChangeAspect="1"/>
          </p:cNvGraphicFramePr>
          <p:nvPr/>
        </p:nvGraphicFramePr>
        <p:xfrm>
          <a:off x="4420554" y="1036003"/>
          <a:ext cx="791845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5" imgW="355600" imgH="203200" progId="Equation.DSMT4">
                  <p:embed/>
                </p:oleObj>
              </mc:Choice>
              <mc:Fallback>
                <p:oleObj name="Equation" r:id="rId5" imgW="3556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0554" y="1036003"/>
                        <a:ext cx="791845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/>
          <p:cNvGraphicFramePr>
            <a:graphicFrameLocks noChangeAspect="1"/>
          </p:cNvGraphicFramePr>
          <p:nvPr/>
        </p:nvGraphicFramePr>
        <p:xfrm>
          <a:off x="7557453" y="1390333"/>
          <a:ext cx="251523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1130300" imgH="444500" progId="Equation.DSMT4">
                  <p:embed/>
                </p:oleObj>
              </mc:Choice>
              <mc:Fallback>
                <p:oleObj name="Equation" r:id="rId7" imgW="1130300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7453" y="1390333"/>
                        <a:ext cx="2515235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1013143" y="2542858"/>
          <a:ext cx="551116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2476500" imgH="444500" progId="Equation.DSMT4">
                  <p:embed/>
                </p:oleObj>
              </mc:Choice>
              <mc:Fallback>
                <p:oleObj name="Equation" r:id="rId9" imgW="2476500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13143" y="2542858"/>
                        <a:ext cx="5511165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1013143" y="788671"/>
          <a:ext cx="2360930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1" imgW="1066800" imgH="647700" progId="Equation.DSMT4">
                  <p:embed/>
                </p:oleObj>
              </mc:Choice>
              <mc:Fallback>
                <p:oleObj name="Equation" r:id="rId11" imgW="10668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13143" y="788671"/>
                        <a:ext cx="2360930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0"/>
          <p:cNvGraphicFramePr>
            <a:graphicFrameLocks noChangeAspect="1"/>
          </p:cNvGraphicFramePr>
          <p:nvPr/>
        </p:nvGraphicFramePr>
        <p:xfrm>
          <a:off x="6524626" y="2542858"/>
          <a:ext cx="342011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3" imgW="1536700" imgH="444500" progId="Equation.DSMT4">
                  <p:embed/>
                </p:oleObj>
              </mc:Choice>
              <mc:Fallback>
                <p:oleObj name="Equation" r:id="rId13" imgW="1536700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24626" y="2542858"/>
                        <a:ext cx="3420110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/>
        </p:nvGraphicFramePr>
        <p:xfrm>
          <a:off x="9944736" y="2608581"/>
          <a:ext cx="820420" cy="108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5" imgW="368300" imgH="419100" progId="Equation.DSMT4">
                  <p:embed/>
                </p:oleObj>
              </mc:Choice>
              <mc:Fallback>
                <p:oleObj name="Equation" r:id="rId15" imgW="368300" imgH="4191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44736" y="2608581"/>
                        <a:ext cx="820420" cy="1087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0"/>
          <p:cNvGraphicFramePr>
            <a:graphicFrameLocks noChangeAspect="1"/>
          </p:cNvGraphicFramePr>
          <p:nvPr/>
        </p:nvGraphicFramePr>
        <p:xfrm>
          <a:off x="3389948" y="4109403"/>
          <a:ext cx="903605" cy="59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7" imgW="405765" imgH="228600" progId="Equation.DSMT4">
                  <p:embed/>
                </p:oleObj>
              </mc:Choice>
              <mc:Fallback>
                <p:oleObj name="Equation" r:id="rId17" imgW="405765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89948" y="4109403"/>
                        <a:ext cx="903605" cy="592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/>
          <p:cNvGraphicFramePr>
            <a:graphicFrameLocks noChangeAspect="1"/>
          </p:cNvGraphicFramePr>
          <p:nvPr/>
        </p:nvGraphicFramePr>
        <p:xfrm>
          <a:off x="5212398" y="3829368"/>
          <a:ext cx="209105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9" imgW="939800" imgH="444500" progId="Equation.DSMT4">
                  <p:embed/>
                </p:oleObj>
              </mc:Choice>
              <mc:Fallback>
                <p:oleObj name="Equation" r:id="rId19" imgW="939800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12398" y="3829368"/>
                        <a:ext cx="2091055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等于号 28"/>
          <p:cNvSpPr/>
          <p:nvPr/>
        </p:nvSpPr>
        <p:spPr>
          <a:xfrm>
            <a:off x="2679700" y="4915535"/>
            <a:ext cx="5424170" cy="31559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0" name="Object 20"/>
          <p:cNvGraphicFramePr>
            <a:graphicFrameLocks noChangeAspect="1"/>
          </p:cNvGraphicFramePr>
          <p:nvPr/>
        </p:nvGraphicFramePr>
        <p:xfrm>
          <a:off x="4420554" y="4142423"/>
          <a:ext cx="791845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1" imgW="355600" imgH="203200" progId="Equation.DSMT4">
                  <p:embed/>
                </p:oleObj>
              </mc:Choice>
              <mc:Fallback>
                <p:oleObj name="Equation" r:id="rId21" imgW="3556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0554" y="4142423"/>
                        <a:ext cx="791845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/>
          <p:cNvGraphicFramePr>
            <a:graphicFrameLocks noChangeAspect="1"/>
          </p:cNvGraphicFramePr>
          <p:nvPr/>
        </p:nvGraphicFramePr>
        <p:xfrm>
          <a:off x="7613333" y="4496753"/>
          <a:ext cx="24034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2" imgW="1079500" imgH="444500" progId="Equation.DSMT4">
                  <p:embed/>
                </p:oleObj>
              </mc:Choice>
              <mc:Fallback>
                <p:oleObj name="Equation" r:id="rId22" imgW="1079500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613333" y="4496753"/>
                        <a:ext cx="2403475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/>
          <p:cNvGraphicFramePr>
            <a:graphicFrameLocks noChangeAspect="1"/>
          </p:cNvGraphicFramePr>
          <p:nvPr/>
        </p:nvGraphicFramePr>
        <p:xfrm>
          <a:off x="1013143" y="5649278"/>
          <a:ext cx="528383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24" imgW="2374265" imgH="444500" progId="Equation.DSMT4">
                  <p:embed/>
                </p:oleObj>
              </mc:Choice>
              <mc:Fallback>
                <p:oleObj name="Equation" r:id="rId24" imgW="2374265" imgH="4445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13143" y="5649278"/>
                        <a:ext cx="5283835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0"/>
          <p:cNvGraphicFramePr>
            <a:graphicFrameLocks noChangeAspect="1"/>
          </p:cNvGraphicFramePr>
          <p:nvPr/>
        </p:nvGraphicFramePr>
        <p:xfrm>
          <a:off x="6403024" y="5715001"/>
          <a:ext cx="2996565" cy="108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6" imgW="1346200" imgH="419100" progId="Equation.DSMT4">
                  <p:embed/>
                </p:oleObj>
              </mc:Choice>
              <mc:Fallback>
                <p:oleObj name="Equation" r:id="rId26" imgW="1346200" imgH="4191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403024" y="5715001"/>
                        <a:ext cx="2996565" cy="1087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0"/>
          <p:cNvGraphicFramePr>
            <a:graphicFrameLocks noChangeAspect="1"/>
          </p:cNvGraphicFramePr>
          <p:nvPr/>
        </p:nvGraphicFramePr>
        <p:xfrm>
          <a:off x="9478646" y="5995671"/>
          <a:ext cx="594360" cy="459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8" imgW="266700" imgH="177165" progId="Equation.DSMT4">
                  <p:embed/>
                </p:oleObj>
              </mc:Choice>
              <mc:Fallback>
                <p:oleObj name="Equation" r:id="rId28" imgW="266700" imgH="177165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478646" y="5995671"/>
                        <a:ext cx="594360" cy="459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/>
          <p:nvPr/>
        </p:nvGraphicFramePr>
        <p:xfrm>
          <a:off x="1013460" y="3958590"/>
          <a:ext cx="2080895" cy="153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30" imgW="2215515" imgH="1572260" progId="Equation.DSMT4">
                  <p:embed/>
                </p:oleObj>
              </mc:Choice>
              <mc:Fallback>
                <p:oleObj name="" r:id="rId30" imgW="2215515" imgH="1572260" progId="Equation.DSMT4">
                  <p:embed/>
                  <p:pic>
                    <p:nvPicPr>
                      <p:cNvPr id="0" name="图片 4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13460" y="3958590"/>
                        <a:ext cx="2080895" cy="1536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0"/>
          <p:cNvGraphicFramePr>
            <a:graphicFrameLocks noChangeAspect="1"/>
          </p:cNvGraphicFramePr>
          <p:nvPr/>
        </p:nvGraphicFramePr>
        <p:xfrm>
          <a:off x="10099993" y="4843146"/>
          <a:ext cx="537845" cy="459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32" imgW="241300" imgH="177165" progId="Equation.DSMT4">
                  <p:embed/>
                </p:oleObj>
              </mc:Choice>
              <mc:Fallback>
                <p:oleObj name="Equation" r:id="rId32" imgW="241300" imgH="177165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099993" y="4843146"/>
                        <a:ext cx="537845" cy="459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"/>
          <p:cNvGraphicFramePr>
            <a:graphicFrameLocks noChangeAspect="1"/>
          </p:cNvGraphicFramePr>
          <p:nvPr/>
        </p:nvGraphicFramePr>
        <p:xfrm>
          <a:off x="10017126" y="1596708"/>
          <a:ext cx="1018540" cy="52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4" imgW="457200" imgH="203200" progId="Equation.DSMT4">
                  <p:embed/>
                </p:oleObj>
              </mc:Choice>
              <mc:Fallback>
                <p:oleObj name="Equation" r:id="rId34" imgW="4572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017126" y="1596708"/>
                        <a:ext cx="1018540" cy="5276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594025" y="928364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2160270" y="673735"/>
          <a:ext cx="4641215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" imgW="2425700" imgH="431800" progId="Equation.DSMT4">
                  <p:embed/>
                </p:oleObj>
              </mc:Choice>
              <mc:Fallback>
                <p:oleObj name="Equation" r:id="rId1" imgW="24257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60270" y="673735"/>
                        <a:ext cx="4641215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160270" y="1806575"/>
            <a:ext cx="4966335" cy="520700"/>
            <a:chOff x="8976" y="4431"/>
            <a:chExt cx="7821" cy="820"/>
          </a:xfrm>
        </p:grpSpPr>
        <p:sp>
          <p:nvSpPr>
            <p:cNvPr id="73" name="文本框 2"/>
            <p:cNvSpPr txBox="1"/>
            <p:nvPr/>
          </p:nvSpPr>
          <p:spPr>
            <a:xfrm>
              <a:off x="10049" y="4431"/>
              <a:ext cx="6748" cy="820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围成区域内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4" name="Object 43"/>
            <p:cNvGraphicFramePr>
              <a:graphicFrameLocks noChangeAspect="1"/>
            </p:cNvGraphicFramePr>
            <p:nvPr/>
          </p:nvGraphicFramePr>
          <p:xfrm>
            <a:off x="8976" y="4444"/>
            <a:ext cx="1073" cy="7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41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76" y="4444"/>
                          <a:ext cx="1073" cy="7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2084007" y="2393315"/>
            <a:ext cx="8138223" cy="635000"/>
            <a:chOff x="3449" y="2909"/>
            <a:chExt cx="12816" cy="1000"/>
          </a:xfrm>
        </p:grpSpPr>
        <p:sp>
          <p:nvSpPr>
            <p:cNvPr id="27" name="文本框 2"/>
            <p:cNvSpPr txBox="1"/>
            <p:nvPr/>
          </p:nvSpPr>
          <p:spPr>
            <a:xfrm>
              <a:off x="3449" y="3038"/>
              <a:ext cx="10254" cy="820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被积函数在积分曲线围成区域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内的奇点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3" name="Object 12"/>
            <p:cNvGraphicFramePr>
              <a:graphicFrameLocks noChangeAspect="1"/>
            </p:cNvGraphicFramePr>
            <p:nvPr/>
          </p:nvGraphicFramePr>
          <p:xfrm>
            <a:off x="13615" y="2909"/>
            <a:ext cx="2650" cy="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5" imgW="17373600" imgH="5486400" progId="Equation.DSMT4">
                    <p:embed/>
                  </p:oleObj>
                </mc:Choice>
                <mc:Fallback>
                  <p:oleObj name="Equation" r:id="rId5" imgW="17373600" imgH="5486400" progId="Equation.DSMT4">
                    <p:embed/>
                    <p:pic>
                      <p:nvPicPr>
                        <p:cNvPr id="0" name="图片 102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615" y="2909"/>
                          <a:ext cx="2650" cy="10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2"/>
          <p:cNvSpPr txBox="1"/>
          <p:nvPr>
            <p:custDataLst>
              <p:tags r:id="rId7"/>
            </p:custDataLst>
          </p:nvPr>
        </p:nvSpPr>
        <p:spPr>
          <a:xfrm>
            <a:off x="679893" y="3947190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6" name="文本框 2"/>
          <p:cNvSpPr txBox="1"/>
          <p:nvPr>
            <p:custDataLst>
              <p:tags r:id="rId8"/>
            </p:custDataLst>
          </p:nvPr>
        </p:nvSpPr>
        <p:spPr>
          <a:xfrm>
            <a:off x="801232" y="4666352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5822253" y="3947421"/>
          <a:ext cx="39243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9" imgW="40538400" imgH="5486400" progId="Equation.DSMT4">
                  <p:embed/>
                </p:oleObj>
              </mc:Choice>
              <mc:Fallback>
                <p:oleObj name="Equation" r:id="rId9" imgW="40538400" imgH="5486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22253" y="3947421"/>
                        <a:ext cx="3924300" cy="633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>
            <p:custDataLst>
              <p:tags r:id="rId11"/>
            </p:custDataLst>
          </p:nvPr>
        </p:nvSpPr>
        <p:spPr>
          <a:xfrm>
            <a:off x="1373645" y="3973503"/>
            <a:ext cx="4448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围绕每一个奇点作正向圆周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>
            <p:custDataLst>
              <p:tags r:id="rId12"/>
            </p:custDataLst>
          </p:nvPr>
        </p:nvSpPr>
        <p:spPr>
          <a:xfrm>
            <a:off x="1451526" y="6525663"/>
            <a:ext cx="55156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用柯西积分公式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或高阶求导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公式求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文本框 2"/>
          <p:cNvSpPr txBox="1"/>
          <p:nvPr>
            <p:custDataLst>
              <p:tags r:id="rId13"/>
            </p:custDataLst>
          </p:nvPr>
        </p:nvSpPr>
        <p:spPr>
          <a:xfrm>
            <a:off x="775387" y="653855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>
            <p:custDataLst>
              <p:tags r:id="rId14"/>
            </p:custDataLst>
          </p:nvPr>
        </p:nvSpPr>
        <p:spPr>
          <a:xfrm>
            <a:off x="1359057" y="4666658"/>
            <a:ext cx="30264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由复合闭路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定理得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9905" name="Object 33"/>
          <p:cNvGraphicFramePr>
            <a:graphicFrameLocks noChangeAspect="1"/>
          </p:cNvGraphicFramePr>
          <p:nvPr/>
        </p:nvGraphicFramePr>
        <p:xfrm>
          <a:off x="5666728" y="5101748"/>
          <a:ext cx="973138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5" imgW="10058400" imgH="10363200" progId="Equation.DSMT4">
                  <p:embed/>
                </p:oleObj>
              </mc:Choice>
              <mc:Fallback>
                <p:oleObj name="Equation" r:id="rId15" imgW="10058400" imgH="10363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66728" y="5101748"/>
                        <a:ext cx="973138" cy="1198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/>
        </p:nvGraphicFramePr>
        <p:xfrm>
          <a:off x="6938328" y="6378575"/>
          <a:ext cx="4690110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7" imgW="2451100" imgH="431800" progId="Equation.DSMT4">
                  <p:embed/>
                </p:oleObj>
              </mc:Choice>
              <mc:Fallback>
                <p:oleObj name="Equation" r:id="rId17" imgW="2451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38328" y="6378575"/>
                        <a:ext cx="4690110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/>
        </p:nvGraphicFramePr>
        <p:xfrm>
          <a:off x="1061720" y="5187315"/>
          <a:ext cx="4568825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9" imgW="2387600" imgH="431800" progId="Equation.DSMT4">
                  <p:embed/>
                </p:oleObj>
              </mc:Choice>
              <mc:Fallback>
                <p:oleObj name="Equation" r:id="rId19" imgW="23876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61720" y="5187315"/>
                        <a:ext cx="4568825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/>
          <p:cNvGraphicFramePr>
            <a:graphicFrameLocks noChangeAspect="1"/>
          </p:cNvGraphicFramePr>
          <p:nvPr/>
        </p:nvGraphicFramePr>
        <p:xfrm>
          <a:off x="6380798" y="5101590"/>
          <a:ext cx="4690110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1" imgW="2451100" imgH="431800" progId="Equation.DSMT4">
                  <p:embed/>
                </p:oleObj>
              </mc:Choice>
              <mc:Fallback>
                <p:oleObj name="Equation" r:id="rId21" imgW="2451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80798" y="5101590"/>
                        <a:ext cx="4690110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0"/>
          <p:cNvGraphicFramePr>
            <a:graphicFrameLocks noChangeAspect="1"/>
          </p:cNvGraphicFramePr>
          <p:nvPr/>
        </p:nvGraphicFramePr>
        <p:xfrm>
          <a:off x="6966903" y="928370"/>
          <a:ext cx="2138680" cy="52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22" imgW="1117600" imgH="228600" progId="Equation.DSMT4">
                  <p:embed/>
                </p:oleObj>
              </mc:Choice>
              <mc:Fallback>
                <p:oleObj name="Equation" r:id="rId22" imgW="1117600" imgH="228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966903" y="928370"/>
                        <a:ext cx="2138680" cy="520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880745" y="3190240"/>
            <a:ext cx="6390005" cy="588645"/>
          </a:xfrm>
          <a:prstGeom prst="rect">
            <a:avLst/>
          </a:prstGeom>
          <a:noFill/>
        </p:spPr>
        <p:txBody>
          <a:bodyPr wrap="square" lIns="91429" tIns="45715" rIns="91429" bIns="45715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800" b="1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先用复合闭路定理，再用柯西积分公式</a:t>
            </a:r>
            <a:endParaRPr lang="zh-CN" altLang="en-US" sz="2800" b="1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7" grpId="0"/>
      <p:bldP spid="17" grpId="0"/>
      <p:bldP spid="18" grpId="0"/>
      <p:bldP spid="36" grpId="0"/>
      <p:bldP spid="19" grpId="0"/>
      <p:bldP spid="3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719455" y="997585"/>
            <a:ext cx="74796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en-US" altLang="zh-CN" sz="2800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3321368" y="641668"/>
          <a:ext cx="227584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028700" imgH="444500" progId="Equation.DSMT4">
                  <p:embed/>
                </p:oleObj>
              </mc:Choice>
              <mc:Fallback>
                <p:oleObj name="Equation" r:id="rId1" imgW="10287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21368" y="641668"/>
                        <a:ext cx="227584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828675" y="1777365"/>
            <a:ext cx="84772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537970" y="1557338"/>
          <a:ext cx="1236345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" imgW="558800" imgH="444500" progId="Equation.DSMT4">
                  <p:embed/>
                </p:oleObj>
              </mc:Choice>
              <mc:Fallback>
                <p:oleObj name="Equation" r:id="rId3" imgW="5588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7970" y="1557338"/>
                        <a:ext cx="1236345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733675" y="1882775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内有两个奇点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4"/>
          <p:cNvGraphicFramePr>
            <a:graphicFrameLocks noChangeAspect="1"/>
          </p:cNvGraphicFramePr>
          <p:nvPr/>
        </p:nvGraphicFramePr>
        <p:xfrm>
          <a:off x="3202623" y="1882775"/>
          <a:ext cx="97536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2623" y="1882775"/>
                        <a:ext cx="975360" cy="560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4"/>
          <p:cNvGraphicFramePr>
            <a:graphicFrameLocks noChangeAspect="1"/>
          </p:cNvGraphicFramePr>
          <p:nvPr/>
        </p:nvGraphicFramePr>
        <p:xfrm>
          <a:off x="6363654" y="1811973"/>
          <a:ext cx="203962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7" imgW="876300" imgH="228600" progId="Equation.DSMT4">
                  <p:embed/>
                </p:oleObj>
              </mc:Choice>
              <mc:Fallback>
                <p:oleObj name="Equation" r:id="rId7" imgW="8763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3654" y="1811973"/>
                        <a:ext cx="203962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1409065" y="2834640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44"/>
          <p:cNvGraphicFramePr>
            <a:graphicFrameLocks noChangeAspect="1"/>
          </p:cNvGraphicFramePr>
          <p:nvPr/>
        </p:nvGraphicFramePr>
        <p:xfrm>
          <a:off x="3440748" y="2779078"/>
          <a:ext cx="402082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1727200" imgH="228600" progId="Equation.DSMT4">
                  <p:embed/>
                </p:oleObj>
              </mc:Choice>
              <mc:Fallback>
                <p:oleObj name="Equation" r:id="rId9" imgW="17272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0748" y="2779078"/>
                        <a:ext cx="402082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449070" y="3485515"/>
            <a:ext cx="54673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          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44"/>
          <p:cNvGraphicFramePr>
            <a:graphicFrameLocks noChangeAspect="1"/>
          </p:cNvGraphicFramePr>
          <p:nvPr/>
        </p:nvGraphicFramePr>
        <p:xfrm>
          <a:off x="2193608" y="3395346"/>
          <a:ext cx="177419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762000" imgH="254000" progId="Equation.DSMT4">
                  <p:embed/>
                </p:oleObj>
              </mc:Choice>
              <mc:Fallback>
                <p:oleObj name="Equation" r:id="rId11" imgW="762000" imgH="254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3608" y="3395346"/>
                        <a:ext cx="1774190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椭圆 45"/>
          <p:cNvSpPr/>
          <p:nvPr/>
        </p:nvSpPr>
        <p:spPr>
          <a:xfrm>
            <a:off x="8448675" y="2204085"/>
            <a:ext cx="2658110" cy="2639695"/>
          </a:xfrm>
          <a:prstGeom prst="ellipse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166985" y="33305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8808085" y="333629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V="1">
            <a:off x="8011160" y="3574415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9733915" y="1838960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9368156" y="151796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3" imgW="139700" imgH="165100" progId="Equation.DSMT4">
                  <p:embed/>
                </p:oleObj>
              </mc:Choice>
              <mc:Fallback>
                <p:oleObj name="Equation" r:id="rId1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68156" y="151796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11424921" y="366299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5" imgW="127000" imgH="139700" progId="Equation.DSMT4">
                  <p:embed/>
                </p:oleObj>
              </mc:Choice>
              <mc:Fallback>
                <p:oleObj name="Equation" r:id="rId1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424921" y="366299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/>
          <p:cNvCxnSpPr/>
          <p:nvPr/>
        </p:nvCxnSpPr>
        <p:spPr>
          <a:xfrm flipH="1" flipV="1">
            <a:off x="10396220" y="238506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382250" y="355473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025255" y="355473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/>
          <p:nvPr/>
        </p:nvCxnSpPr>
        <p:spPr>
          <a:xfrm flipH="1" flipV="1">
            <a:off x="9043035" y="331851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 flipV="1">
            <a:off x="10400030" y="330517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104" name="Object 16"/>
          <p:cNvGraphicFramePr>
            <a:graphicFrameLocks noChangeAspect="1"/>
          </p:cNvGraphicFramePr>
          <p:nvPr/>
        </p:nvGraphicFramePr>
        <p:xfrm>
          <a:off x="8618538" y="5759768"/>
          <a:ext cx="2501265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7" imgW="1130300" imgH="203200" progId="Equation.DSMT4">
                  <p:embed/>
                </p:oleObj>
              </mc:Choice>
              <mc:Fallback>
                <p:oleObj name="Equation" r:id="rId17" imgW="1130300" imgH="2032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18538" y="5759768"/>
                        <a:ext cx="2501265" cy="537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1052513" y="4013518"/>
          <a:ext cx="250063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9" imgW="1130300" imgH="444500" progId="Equation.DSMT4">
                  <p:embed/>
                </p:oleObj>
              </mc:Choice>
              <mc:Fallback>
                <p:oleObj name="Equation" r:id="rId19" imgW="11303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52513" y="4013518"/>
                        <a:ext cx="250063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3440748" y="4013518"/>
          <a:ext cx="269748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1" imgW="1219200" imgH="444500" progId="Equation.DSMT4">
                  <p:embed/>
                </p:oleObj>
              </mc:Choice>
              <mc:Fallback>
                <p:oleObj name="Equation" r:id="rId21" imgW="12192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40748" y="4013518"/>
                        <a:ext cx="269748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6146801" y="3972243"/>
          <a:ext cx="2473325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3" imgW="1117600" imgH="444500" progId="Equation.DSMT4">
                  <p:embed/>
                </p:oleObj>
              </mc:Choice>
              <mc:Fallback>
                <p:oleObj name="Equation" r:id="rId23" imgW="11176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46801" y="3972243"/>
                        <a:ext cx="2473325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173413" y="4843781"/>
          <a:ext cx="2866390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5" imgW="1295400" imgH="647700" progId="Equation.DSMT4">
                  <p:embed/>
                </p:oleObj>
              </mc:Choice>
              <mc:Fallback>
                <p:oleObj name="Equation" r:id="rId25" imgW="12954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73413" y="4843781"/>
                        <a:ext cx="2866390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6146801" y="4988561"/>
          <a:ext cx="2389505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7" imgW="1079500" imgH="647700" progId="Equation.DSMT4">
                  <p:embed/>
                </p:oleObj>
              </mc:Choice>
              <mc:Fallback>
                <p:oleObj name="Equation" r:id="rId27" imgW="10795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46801" y="4988561"/>
                        <a:ext cx="2389505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4"/>
          <p:cNvGraphicFramePr>
            <a:graphicFrameLocks noChangeAspect="1"/>
          </p:cNvGraphicFramePr>
          <p:nvPr/>
        </p:nvGraphicFramePr>
        <p:xfrm>
          <a:off x="11128694" y="3118168"/>
          <a:ext cx="295910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9" imgW="127000" imgH="165100" progId="Equation.DSMT4">
                  <p:embed/>
                </p:oleObj>
              </mc:Choice>
              <mc:Fallback>
                <p:oleObj name="Equation" r:id="rId29" imgW="127000" imgH="1651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128694" y="3118168"/>
                        <a:ext cx="295910" cy="455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2" grpId="0"/>
      <p:bldP spid="39" grpId="0"/>
      <p:bldP spid="46" grpId="0" animBg="1"/>
      <p:bldP spid="47" grpId="0" animBg="1"/>
      <p:bldP spid="48" grpId="0" animBg="1"/>
      <p:bldP spid="58" grpId="0" animBg="1"/>
      <p:bldP spid="5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1633220" y="1196975"/>
            <a:ext cx="523240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47110" y="2619375"/>
            <a:ext cx="3746500" cy="3791585"/>
            <a:chOff x="4949" y="4125"/>
            <a:chExt cx="5900" cy="5971"/>
          </a:xfrm>
        </p:grpSpPr>
        <p:sp>
          <p:nvSpPr>
            <p:cNvPr id="46" name="椭圆 45"/>
            <p:cNvSpPr/>
            <p:nvPr/>
          </p:nvSpPr>
          <p:spPr>
            <a:xfrm>
              <a:off x="5638" y="5205"/>
              <a:ext cx="4186" cy="4157"/>
            </a:xfrm>
            <a:prstGeom prst="ellipse">
              <a:avLst/>
            </a:prstGeom>
            <a:gradFill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5400000" scaled="0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8344" y="6979"/>
              <a:ext cx="798" cy="8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7257" y="6988"/>
              <a:ext cx="798" cy="8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9" name="直接箭头连接符 48"/>
            <p:cNvCxnSpPr/>
            <p:nvPr/>
          </p:nvCxnSpPr>
          <p:spPr>
            <a:xfrm flipV="1">
              <a:off x="4949" y="7363"/>
              <a:ext cx="5610" cy="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 flipV="1">
              <a:off x="7662" y="4630"/>
              <a:ext cx="49" cy="54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1" name="Object 4"/>
            <p:cNvGraphicFramePr>
              <a:graphicFrameLocks noChangeAspect="1"/>
            </p:cNvGraphicFramePr>
            <p:nvPr/>
          </p:nvGraphicFramePr>
          <p:xfrm>
            <a:off x="7086" y="4125"/>
            <a:ext cx="576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" name="Equation" r:id="rId1" imgW="139700" imgH="165100" progId="Equation.DSMT4">
                    <p:embed/>
                  </p:oleObj>
                </mc:Choice>
                <mc:Fallback>
                  <p:oleObj name="Equation" r:id="rId1" imgW="139700" imgH="1651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086" y="4125"/>
                          <a:ext cx="576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4"/>
            <p:cNvGraphicFramePr>
              <a:graphicFrameLocks noChangeAspect="1"/>
            </p:cNvGraphicFramePr>
            <p:nvPr/>
          </p:nvGraphicFramePr>
          <p:xfrm>
            <a:off x="10325" y="7503"/>
            <a:ext cx="52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" name="Equation" r:id="rId3" imgW="127000" imgH="139700" progId="Equation.DSMT4">
                    <p:embed/>
                  </p:oleObj>
                </mc:Choice>
                <mc:Fallback>
                  <p:oleObj name="Equation" r:id="rId3" imgW="127000" imgH="1397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325" y="7503"/>
                          <a:ext cx="524" cy="5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6" name="直接箭头连接符 55"/>
            <p:cNvCxnSpPr/>
            <p:nvPr/>
          </p:nvCxnSpPr>
          <p:spPr>
            <a:xfrm flipH="1" flipV="1">
              <a:off x="8705" y="5490"/>
              <a:ext cx="314" cy="1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8683" y="7332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7599" y="7332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7" name="直接箭头连接符 66"/>
            <p:cNvCxnSpPr/>
            <p:nvPr/>
          </p:nvCxnSpPr>
          <p:spPr>
            <a:xfrm flipH="1" flipV="1">
              <a:off x="7627" y="6960"/>
              <a:ext cx="314" cy="1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 flipH="1" flipV="1">
              <a:off x="8711" y="6939"/>
              <a:ext cx="314" cy="1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333811" y="952437"/>
                <a:ext cx="3065145" cy="11404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𝑐𝑜𝑠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</m:e>
                      </m:nary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11" y="952437"/>
                <a:ext cx="3065145" cy="1140460"/>
              </a:xfrm>
              <a:prstGeom prst="rect">
                <a:avLst/>
              </a:prstGeom>
              <a:blipFill rotWithShape="1">
                <a:blip r:embed="rId5"/>
                <a:stretch>
                  <a:fillRect l="-19" t="-50" r="19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719455" y="1944370"/>
            <a:ext cx="74796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3321368" y="1588453"/>
          <a:ext cx="227584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028700" imgH="444500" progId="Equation.DSMT4">
                  <p:embed/>
                </p:oleObj>
              </mc:Choice>
              <mc:Fallback>
                <p:oleObj name="Equation" r:id="rId1" imgW="10287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21368" y="1588453"/>
                        <a:ext cx="227584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828675" y="2724150"/>
            <a:ext cx="84772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537970" y="2504123"/>
          <a:ext cx="1236345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" imgW="558800" imgH="444500" progId="Equation.DSMT4">
                  <p:embed/>
                </p:oleObj>
              </mc:Choice>
              <mc:Fallback>
                <p:oleObj name="Equation" r:id="rId3" imgW="5588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7970" y="2504123"/>
                        <a:ext cx="1236345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733675" y="2829560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内有两个奇点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4"/>
          <p:cNvGraphicFramePr>
            <a:graphicFrameLocks noChangeAspect="1"/>
          </p:cNvGraphicFramePr>
          <p:nvPr/>
        </p:nvGraphicFramePr>
        <p:xfrm>
          <a:off x="3202623" y="2829560"/>
          <a:ext cx="97536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2623" y="2829560"/>
                        <a:ext cx="975360" cy="560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4"/>
          <p:cNvGraphicFramePr>
            <a:graphicFrameLocks noChangeAspect="1"/>
          </p:cNvGraphicFramePr>
          <p:nvPr/>
        </p:nvGraphicFramePr>
        <p:xfrm>
          <a:off x="6363654" y="2758758"/>
          <a:ext cx="203962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7" imgW="876300" imgH="228600" progId="Equation.DSMT4">
                  <p:embed/>
                </p:oleObj>
              </mc:Choice>
              <mc:Fallback>
                <p:oleObj name="Equation" r:id="rId7" imgW="8763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3654" y="2758758"/>
                        <a:ext cx="203962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1409065" y="3781425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44"/>
          <p:cNvGraphicFramePr>
            <a:graphicFrameLocks noChangeAspect="1"/>
          </p:cNvGraphicFramePr>
          <p:nvPr/>
        </p:nvGraphicFramePr>
        <p:xfrm>
          <a:off x="3440748" y="3725863"/>
          <a:ext cx="402082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1727200" imgH="228600" progId="Equation.DSMT4">
                  <p:embed/>
                </p:oleObj>
              </mc:Choice>
              <mc:Fallback>
                <p:oleObj name="Equation" r:id="rId9" imgW="17272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0748" y="3725863"/>
                        <a:ext cx="402082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449070" y="4432300"/>
            <a:ext cx="54673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          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44"/>
          <p:cNvGraphicFramePr>
            <a:graphicFrameLocks noChangeAspect="1"/>
          </p:cNvGraphicFramePr>
          <p:nvPr/>
        </p:nvGraphicFramePr>
        <p:xfrm>
          <a:off x="2193608" y="4342131"/>
          <a:ext cx="177419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762000" imgH="254000" progId="Equation.DSMT4">
                  <p:embed/>
                </p:oleObj>
              </mc:Choice>
              <mc:Fallback>
                <p:oleObj name="Equation" r:id="rId11" imgW="762000" imgH="254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3608" y="4342131"/>
                        <a:ext cx="1774190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椭圆 45"/>
          <p:cNvSpPr/>
          <p:nvPr/>
        </p:nvSpPr>
        <p:spPr>
          <a:xfrm>
            <a:off x="8448675" y="3150870"/>
            <a:ext cx="2658110" cy="2639695"/>
          </a:xfrm>
          <a:prstGeom prst="ellipse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166985" y="427736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8808085" y="428307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V="1">
            <a:off x="8011160" y="4521200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9733915" y="2785745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9368156" y="246475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3" imgW="139700" imgH="165100" progId="Equation.DSMT4">
                  <p:embed/>
                </p:oleObj>
              </mc:Choice>
              <mc:Fallback>
                <p:oleObj name="Equation" r:id="rId1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68156" y="246475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11424921" y="460978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5" imgW="127000" imgH="139700" progId="Equation.DSMT4">
                  <p:embed/>
                </p:oleObj>
              </mc:Choice>
              <mc:Fallback>
                <p:oleObj name="Equation" r:id="rId1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424921" y="460978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/>
          <p:cNvCxnSpPr/>
          <p:nvPr/>
        </p:nvCxnSpPr>
        <p:spPr>
          <a:xfrm flipH="1" flipV="1">
            <a:off x="10396220" y="333184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382250" y="450151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025255" y="450151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/>
          <p:nvPr/>
        </p:nvCxnSpPr>
        <p:spPr>
          <a:xfrm flipH="1" flipV="1">
            <a:off x="9043035" y="426529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 flipV="1">
            <a:off x="10400030" y="425196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104" name="Object 16"/>
          <p:cNvGraphicFramePr>
            <a:graphicFrameLocks noChangeAspect="1"/>
          </p:cNvGraphicFramePr>
          <p:nvPr/>
        </p:nvGraphicFramePr>
        <p:xfrm>
          <a:off x="8618538" y="6706553"/>
          <a:ext cx="2501265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7" imgW="1130300" imgH="203200" progId="Equation.DSMT4">
                  <p:embed/>
                </p:oleObj>
              </mc:Choice>
              <mc:Fallback>
                <p:oleObj name="Equation" r:id="rId17" imgW="1130300" imgH="2032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18538" y="6706553"/>
                        <a:ext cx="2501265" cy="537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1052513" y="4960303"/>
          <a:ext cx="250063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9" imgW="1130300" imgH="444500" progId="Equation.DSMT4">
                  <p:embed/>
                </p:oleObj>
              </mc:Choice>
              <mc:Fallback>
                <p:oleObj name="Equation" r:id="rId19" imgW="11303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52513" y="4960303"/>
                        <a:ext cx="250063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3440748" y="4960303"/>
          <a:ext cx="269748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1" imgW="1219200" imgH="444500" progId="Equation.DSMT4">
                  <p:embed/>
                </p:oleObj>
              </mc:Choice>
              <mc:Fallback>
                <p:oleObj name="Equation" r:id="rId21" imgW="12192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40748" y="4960303"/>
                        <a:ext cx="2697480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6146801" y="4919028"/>
          <a:ext cx="2473325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3" imgW="1117600" imgH="444500" progId="Equation.DSMT4">
                  <p:embed/>
                </p:oleObj>
              </mc:Choice>
              <mc:Fallback>
                <p:oleObj name="Equation" r:id="rId23" imgW="1117600" imgH="4445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46801" y="4919028"/>
                        <a:ext cx="2473325" cy="117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173413" y="5790566"/>
          <a:ext cx="2866390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5" imgW="1295400" imgH="647700" progId="Equation.DSMT4">
                  <p:embed/>
                </p:oleObj>
              </mc:Choice>
              <mc:Fallback>
                <p:oleObj name="Equation" r:id="rId25" imgW="12954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73413" y="5790566"/>
                        <a:ext cx="2866390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6146801" y="5935346"/>
          <a:ext cx="2389505" cy="170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7" imgW="1079500" imgH="647700" progId="Equation.DSMT4">
                  <p:embed/>
                </p:oleObj>
              </mc:Choice>
              <mc:Fallback>
                <p:oleObj name="Equation" r:id="rId27" imgW="1079500" imgH="6477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46801" y="5935346"/>
                        <a:ext cx="2389505" cy="17056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715945" y="861054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1861820" y="606425"/>
          <a:ext cx="4641215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9" imgW="2425700" imgH="431800" progId="Equation.DSMT4">
                  <p:embed/>
                </p:oleObj>
              </mc:Choice>
              <mc:Fallback>
                <p:oleObj name="Equation" r:id="rId29" imgW="24257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861820" y="606425"/>
                        <a:ext cx="4641215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7450741" y="606298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/>
        </p:nvGraphicFramePr>
        <p:xfrm>
          <a:off x="6698725" y="564321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31" imgW="7924800" imgH="4876800" progId="Equation.DSMT4">
                  <p:embed/>
                </p:oleObj>
              </mc:Choice>
              <mc:Fallback>
                <p:oleObj name="Equation" r:id="rId31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698725" y="564321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44"/>
          <p:cNvGraphicFramePr>
            <a:graphicFrameLocks noChangeAspect="1"/>
          </p:cNvGraphicFramePr>
          <p:nvPr/>
        </p:nvGraphicFramePr>
        <p:xfrm>
          <a:off x="6852285" y="1127125"/>
          <a:ext cx="242252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" name="Equation" r:id="rId33" imgW="1041400" imgH="228600" progId="Equation.DSMT4">
                  <p:embed/>
                </p:oleObj>
              </mc:Choice>
              <mc:Fallback>
                <p:oleObj name="Equation" r:id="rId33" imgW="10414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852285" y="1127125"/>
                        <a:ext cx="2422525" cy="630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4"/>
          <p:cNvGraphicFramePr>
            <a:graphicFrameLocks noChangeAspect="1"/>
          </p:cNvGraphicFramePr>
          <p:nvPr/>
        </p:nvGraphicFramePr>
        <p:xfrm>
          <a:off x="11128694" y="4064953"/>
          <a:ext cx="295910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5" imgW="127000" imgH="165100" progId="Equation.DSMT4">
                  <p:embed/>
                </p:oleObj>
              </mc:Choice>
              <mc:Fallback>
                <p:oleObj name="Equation" r:id="rId35" imgW="127000" imgH="1651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1128694" y="4064953"/>
                        <a:ext cx="295910" cy="455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594025" y="928364"/>
            <a:ext cx="1134110" cy="520700"/>
          </a:xfrm>
          <a:prstGeom prst="rect">
            <a:avLst/>
          </a:prstGeom>
          <a:gradFill>
            <a:gsLst>
              <a:gs pos="42000">
                <a:srgbClr val="88CBCC"/>
              </a:gs>
              <a:gs pos="0">
                <a:srgbClr val="ADDBDC"/>
              </a:gs>
              <a:gs pos="100000">
                <a:srgbClr val="62BBBB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II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1739900" y="673735"/>
          <a:ext cx="4641215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" imgW="2425700" imgH="431800" progId="Equation.DSMT4">
                  <p:embed/>
                </p:oleObj>
              </mc:Choice>
              <mc:Fallback>
                <p:oleObj name="Equation" r:id="rId1" imgW="24257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9900" y="673735"/>
                        <a:ext cx="4641215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7344061" y="1324483"/>
            <a:ext cx="42849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4" name="Object 43"/>
          <p:cNvGraphicFramePr>
            <a:graphicFrameLocks noChangeAspect="1"/>
          </p:cNvGraphicFramePr>
          <p:nvPr/>
        </p:nvGraphicFramePr>
        <p:xfrm>
          <a:off x="6521560" y="1324416"/>
          <a:ext cx="8223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1560" y="1324416"/>
                        <a:ext cx="822325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422337" y="2207491"/>
            <a:ext cx="7222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先找被积函数在积分曲线围成区域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内的奇点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708098" y="2242116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8645172" y="2150071"/>
          <a:ext cx="16827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5" imgW="17373600" imgH="5486400" progId="Equation.DSMT4">
                  <p:embed/>
                </p:oleObj>
              </mc:Choice>
              <mc:Fallback>
                <p:oleObj name="Equation" r:id="rId5" imgW="17373600" imgH="54864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45172" y="2150071"/>
                        <a:ext cx="168275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743393" y="2949605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801232" y="449299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(4)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5885753" y="2949836"/>
          <a:ext cx="39243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7" imgW="40538400" imgH="5486400" progId="Equation.DSMT4">
                  <p:embed/>
                </p:oleObj>
              </mc:Choice>
              <mc:Fallback>
                <p:oleObj name="Equation" r:id="rId7" imgW="40538400" imgH="5486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5753" y="2949836"/>
                        <a:ext cx="3924300" cy="633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1437145" y="2975918"/>
            <a:ext cx="4448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围绕每一个奇点作正向圆周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451526" y="3716423"/>
            <a:ext cx="30264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用高阶求导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公式求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775387" y="372931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359057" y="4493303"/>
            <a:ext cx="30264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由复合闭路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定理得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9905" name="Object 33"/>
          <p:cNvGraphicFramePr>
            <a:graphicFrameLocks noChangeAspect="1"/>
          </p:cNvGraphicFramePr>
          <p:nvPr/>
        </p:nvGraphicFramePr>
        <p:xfrm>
          <a:off x="5666728" y="4928393"/>
          <a:ext cx="973138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9" imgW="10058400" imgH="10363200" progId="Equation.DSMT4">
                  <p:embed/>
                </p:oleObj>
              </mc:Choice>
              <mc:Fallback>
                <p:oleObj name="Equation" r:id="rId9" imgW="10058400" imgH="10363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66728" y="4928393"/>
                        <a:ext cx="973138" cy="1198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/>
        </p:nvGraphicFramePr>
        <p:xfrm>
          <a:off x="4503738" y="3498850"/>
          <a:ext cx="4690110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1" imgW="2451100" imgH="431800" progId="Equation.DSMT4">
                  <p:embed/>
                </p:oleObj>
              </mc:Choice>
              <mc:Fallback>
                <p:oleObj name="Equation" r:id="rId11" imgW="2451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03738" y="3498850"/>
                        <a:ext cx="4690110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/>
        </p:nvGraphicFramePr>
        <p:xfrm>
          <a:off x="1061720" y="5013960"/>
          <a:ext cx="4568825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3" imgW="2387600" imgH="431800" progId="Equation.DSMT4">
                  <p:embed/>
                </p:oleObj>
              </mc:Choice>
              <mc:Fallback>
                <p:oleObj name="Equation" r:id="rId13" imgW="23876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61720" y="5013960"/>
                        <a:ext cx="4568825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/>
          <p:cNvGraphicFramePr>
            <a:graphicFrameLocks noChangeAspect="1"/>
          </p:cNvGraphicFramePr>
          <p:nvPr/>
        </p:nvGraphicFramePr>
        <p:xfrm>
          <a:off x="6380798" y="4928235"/>
          <a:ext cx="4690110" cy="98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15" imgW="2451100" imgH="431800" progId="Equation.DSMT4">
                  <p:embed/>
                </p:oleObj>
              </mc:Choice>
              <mc:Fallback>
                <p:oleObj name="Equation" r:id="rId15" imgW="2451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80798" y="4928235"/>
                        <a:ext cx="4690110" cy="982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0"/>
          <p:cNvGraphicFramePr>
            <a:graphicFrameLocks noChangeAspect="1"/>
          </p:cNvGraphicFramePr>
          <p:nvPr/>
        </p:nvGraphicFramePr>
        <p:xfrm>
          <a:off x="6676073" y="804545"/>
          <a:ext cx="2138680" cy="52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6" imgW="1117600" imgH="228600" progId="Equation.DSMT4">
                  <p:embed/>
                </p:oleObj>
              </mc:Choice>
              <mc:Fallback>
                <p:oleObj name="Equation" r:id="rId16" imgW="1117600" imgH="228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676073" y="804545"/>
                        <a:ext cx="2138680" cy="520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4" grpId="0"/>
      <p:bldP spid="47" grpId="0"/>
      <p:bldP spid="17" grpId="0"/>
      <p:bldP spid="18" grpId="0"/>
      <p:bldP spid="36" grpId="0"/>
      <p:bldP spid="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738505" y="1027430"/>
            <a:ext cx="74796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，计算积分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3255963" y="913448"/>
          <a:ext cx="2443480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104900" imgH="419100" progId="Equation.DSMT4">
                  <p:embed/>
                </p:oleObj>
              </mc:Choice>
              <mc:Fallback>
                <p:oleObj name="Equation" r:id="rId1" imgW="1104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55963" y="913448"/>
                        <a:ext cx="2443480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811530" y="2182495"/>
            <a:ext cx="84772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431608" y="2016443"/>
          <a:ext cx="1403350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" imgW="634365" imgH="419100" progId="Equation.DSMT4">
                  <p:embed/>
                </p:oleObj>
              </mc:Choice>
              <mc:Fallback>
                <p:oleObj name="Equation" r:id="rId3" imgW="634365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1608" y="2016443"/>
                        <a:ext cx="1403350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733675" y="2287905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内有两个奇点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4"/>
          <p:cNvGraphicFramePr>
            <a:graphicFrameLocks noChangeAspect="1"/>
          </p:cNvGraphicFramePr>
          <p:nvPr/>
        </p:nvGraphicFramePr>
        <p:xfrm>
          <a:off x="3202623" y="2287905"/>
          <a:ext cx="97536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2623" y="2287905"/>
                        <a:ext cx="975360" cy="560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4"/>
          <p:cNvGraphicFramePr>
            <a:graphicFrameLocks noChangeAspect="1"/>
          </p:cNvGraphicFramePr>
          <p:nvPr/>
        </p:nvGraphicFramePr>
        <p:xfrm>
          <a:off x="6437631" y="2217103"/>
          <a:ext cx="189166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7" imgW="812800" imgH="228600" progId="Equation.DSMT4">
                  <p:embed/>
                </p:oleObj>
              </mc:Choice>
              <mc:Fallback>
                <p:oleObj name="Equation" r:id="rId7" imgW="8128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37631" y="2217103"/>
                        <a:ext cx="189166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1391920" y="3016885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44"/>
          <p:cNvGraphicFramePr>
            <a:graphicFrameLocks noChangeAspect="1"/>
          </p:cNvGraphicFramePr>
          <p:nvPr/>
        </p:nvGraphicFramePr>
        <p:xfrm>
          <a:off x="3256281" y="2961323"/>
          <a:ext cx="360489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1548765" imgH="228600" progId="Equation.DSMT4">
                  <p:embed/>
                </p:oleObj>
              </mc:Choice>
              <mc:Fallback>
                <p:oleObj name="Equation" r:id="rId9" imgW="1548765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56281" y="2961323"/>
                        <a:ext cx="360489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431925" y="3766185"/>
            <a:ext cx="54673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          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44"/>
          <p:cNvGraphicFramePr>
            <a:graphicFrameLocks noChangeAspect="1"/>
          </p:cNvGraphicFramePr>
          <p:nvPr/>
        </p:nvGraphicFramePr>
        <p:xfrm>
          <a:off x="2176463" y="3676016"/>
          <a:ext cx="177419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762000" imgH="254000" progId="Equation.DSMT4">
                  <p:embed/>
                </p:oleObj>
              </mc:Choice>
              <mc:Fallback>
                <p:oleObj name="Equation" r:id="rId11" imgW="762000" imgH="254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76463" y="3676016"/>
                        <a:ext cx="1774190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1168718" y="4379913"/>
          <a:ext cx="2640330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3" imgW="1193800" imgH="419100" progId="Equation.DSMT4">
                  <p:embed/>
                </p:oleObj>
              </mc:Choice>
              <mc:Fallback>
                <p:oleObj name="Equation" r:id="rId13" imgW="11938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8718" y="4379913"/>
                        <a:ext cx="2640330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椭圆 45"/>
          <p:cNvSpPr/>
          <p:nvPr/>
        </p:nvSpPr>
        <p:spPr>
          <a:xfrm>
            <a:off x="8431530" y="1940560"/>
            <a:ext cx="2658110" cy="2639695"/>
          </a:xfrm>
          <a:prstGeom prst="ellipse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149840" y="306705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9459595" y="307276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V="1">
            <a:off x="7994015" y="3310890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9716770" y="1575435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9351011" y="125444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5" imgW="139700" imgH="165100" progId="Equation.DSMT4">
                  <p:embed/>
                </p:oleObj>
              </mc:Choice>
              <mc:Fallback>
                <p:oleObj name="Equation" r:id="rId1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51011" y="125444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11407776" y="339947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7" imgW="127000" imgH="139700" progId="Equation.DSMT4">
                  <p:embed/>
                </p:oleObj>
              </mc:Choice>
              <mc:Fallback>
                <p:oleObj name="Equation" r:id="rId1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407776" y="339947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/>
          <p:cNvCxnSpPr/>
          <p:nvPr/>
        </p:nvCxnSpPr>
        <p:spPr>
          <a:xfrm flipH="1" flipV="1">
            <a:off x="10379075" y="212153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365105" y="329120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676765" y="329120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/>
          <p:nvPr/>
        </p:nvCxnSpPr>
        <p:spPr>
          <a:xfrm flipH="1" flipV="1">
            <a:off x="9694545" y="305498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 flipV="1">
            <a:off x="10382885" y="304165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Object 10"/>
          <p:cNvGraphicFramePr>
            <a:graphicFrameLocks noChangeAspect="1"/>
          </p:cNvGraphicFramePr>
          <p:nvPr/>
        </p:nvGraphicFramePr>
        <p:xfrm>
          <a:off x="3823336" y="4377373"/>
          <a:ext cx="2414905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19" imgW="1091565" imgH="419100" progId="Equation.DSMT4">
                  <p:embed/>
                </p:oleObj>
              </mc:Choice>
              <mc:Fallback>
                <p:oleObj name="Equation" r:id="rId19" imgW="1091565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23336" y="4377373"/>
                        <a:ext cx="2414905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0"/>
          <p:cNvGraphicFramePr>
            <a:graphicFrameLocks noChangeAspect="1"/>
          </p:cNvGraphicFramePr>
          <p:nvPr/>
        </p:nvGraphicFramePr>
        <p:xfrm>
          <a:off x="6294756" y="4379913"/>
          <a:ext cx="2837815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1" imgW="1282700" imgH="419100" progId="Equation.DSMT4">
                  <p:embed/>
                </p:oleObj>
              </mc:Choice>
              <mc:Fallback>
                <p:oleObj name="Equation" r:id="rId21" imgW="12827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94756" y="4379913"/>
                        <a:ext cx="2837815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0"/>
          <p:cNvGraphicFramePr>
            <a:graphicFrameLocks noChangeAspect="1"/>
          </p:cNvGraphicFramePr>
          <p:nvPr/>
        </p:nvGraphicFramePr>
        <p:xfrm>
          <a:off x="3339466" y="5480686"/>
          <a:ext cx="2416175" cy="15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23" imgW="1091565" imgH="596900" progId="Equation.DSMT4">
                  <p:embed/>
                </p:oleObj>
              </mc:Choice>
              <mc:Fallback>
                <p:oleObj name="Equation" r:id="rId23" imgW="1091565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39466" y="5480686"/>
                        <a:ext cx="2416175" cy="1570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10"/>
          <p:cNvGraphicFramePr>
            <a:graphicFrameLocks noChangeAspect="1"/>
          </p:cNvGraphicFramePr>
          <p:nvPr/>
        </p:nvGraphicFramePr>
        <p:xfrm>
          <a:off x="5874386" y="5483226"/>
          <a:ext cx="2529205" cy="15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" name="Equation" r:id="rId25" imgW="1143000" imgH="596900" progId="Equation.DSMT4">
                  <p:embed/>
                </p:oleObj>
              </mc:Choice>
              <mc:Fallback>
                <p:oleObj name="Equation" r:id="rId25" imgW="1143000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74386" y="5483226"/>
                        <a:ext cx="2529205" cy="1570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4"/>
          <p:cNvGraphicFramePr>
            <a:graphicFrameLocks noChangeAspect="1"/>
          </p:cNvGraphicFramePr>
          <p:nvPr/>
        </p:nvGraphicFramePr>
        <p:xfrm>
          <a:off x="11111549" y="2867343"/>
          <a:ext cx="295910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7" imgW="127000" imgH="165100" progId="Equation.DSMT4">
                  <p:embed/>
                </p:oleObj>
              </mc:Choice>
              <mc:Fallback>
                <p:oleObj name="Equation" r:id="rId27" imgW="127000" imgH="1651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111549" y="2867343"/>
                        <a:ext cx="295910" cy="455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6" grpId="0" animBg="1"/>
      <p:bldP spid="13" grpId="0"/>
      <p:bldP spid="59" grpId="0" animBg="1"/>
      <p:bldP spid="58" grpId="0" animBg="1"/>
      <p:bldP spid="22" grpId="0"/>
      <p:bldP spid="39" grpId="0"/>
      <p:bldP spid="48" grpId="0" animBg="1"/>
      <p:bldP spid="47" grpId="0" animBg="1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Object 10"/>
          <p:cNvGraphicFramePr>
            <a:graphicFrameLocks noChangeAspect="1"/>
          </p:cNvGraphicFramePr>
          <p:nvPr/>
        </p:nvGraphicFramePr>
        <p:xfrm>
          <a:off x="957263" y="346711"/>
          <a:ext cx="2165350" cy="15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1" imgW="977900" imgH="596900" progId="Equation.DSMT4">
                  <p:embed/>
                </p:oleObj>
              </mc:Choice>
              <mc:Fallback>
                <p:oleObj name="Equation" r:id="rId1" imgW="977900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7263" y="346711"/>
                        <a:ext cx="2165350" cy="1570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0"/>
          <p:cNvGraphicFramePr>
            <a:graphicFrameLocks noChangeAspect="1"/>
          </p:cNvGraphicFramePr>
          <p:nvPr/>
        </p:nvGraphicFramePr>
        <p:xfrm>
          <a:off x="3135948" y="496888"/>
          <a:ext cx="988695" cy="59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3" imgW="444500" imgH="228600" progId="Equation.DSMT4">
                  <p:embed/>
                </p:oleObj>
              </mc:Choice>
              <mc:Fallback>
                <p:oleObj name="Equation" r:id="rId3" imgW="444500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5948" y="496888"/>
                        <a:ext cx="988695" cy="592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0"/>
          <p:cNvGraphicFramePr>
            <a:graphicFrameLocks noChangeAspect="1"/>
          </p:cNvGraphicFramePr>
          <p:nvPr/>
        </p:nvGraphicFramePr>
        <p:xfrm>
          <a:off x="5227955" y="250190"/>
          <a:ext cx="209042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5" imgW="939800" imgH="419100" progId="Equation.DSMT4">
                  <p:embed/>
                </p:oleObj>
              </mc:Choice>
              <mc:Fallback>
                <p:oleObj name="Equation" r:id="rId5" imgW="939800" imgH="4191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7955" y="250190"/>
                        <a:ext cx="2090420" cy="1085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等于号 1"/>
          <p:cNvSpPr/>
          <p:nvPr/>
        </p:nvSpPr>
        <p:spPr>
          <a:xfrm>
            <a:off x="2409825" y="1303020"/>
            <a:ext cx="5424170" cy="31559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Object 20"/>
          <p:cNvGraphicFramePr>
            <a:graphicFrameLocks noChangeAspect="1"/>
          </p:cNvGraphicFramePr>
          <p:nvPr/>
        </p:nvGraphicFramePr>
        <p:xfrm>
          <a:off x="4351656" y="529908"/>
          <a:ext cx="876300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393700" imgH="203200" progId="Equation.DSMT4">
                  <p:embed/>
                </p:oleObj>
              </mc:Choice>
              <mc:Fallback>
                <p:oleObj name="Equation" r:id="rId7" imgW="3937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1656" y="529908"/>
                        <a:ext cx="876300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7318058" y="909321"/>
          <a:ext cx="247523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9" imgW="1117600" imgH="419100" progId="Equation.DSMT4">
                  <p:embed/>
                </p:oleObj>
              </mc:Choice>
              <mc:Fallback>
                <p:oleObj name="Equation" r:id="rId9" imgW="11176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18058" y="909321"/>
                        <a:ext cx="247523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/>
        </p:nvGraphicFramePr>
        <p:xfrm>
          <a:off x="903288" y="2105026"/>
          <a:ext cx="427609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1" imgW="1930400" imgH="419100" progId="Equation.DSMT4">
                  <p:embed/>
                </p:oleObj>
              </mc:Choice>
              <mc:Fallback>
                <p:oleObj name="Equation" r:id="rId11" imgW="19304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3288" y="2105026"/>
                        <a:ext cx="427609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5447348" y="2105026"/>
          <a:ext cx="405257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3" imgW="1828800" imgH="419100" progId="Equation.DSMT4">
                  <p:embed/>
                </p:oleObj>
              </mc:Choice>
              <mc:Fallback>
                <p:oleObj name="Equation" r:id="rId13" imgW="18288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47348" y="2105026"/>
                        <a:ext cx="405257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/>
        </p:nvGraphicFramePr>
        <p:xfrm>
          <a:off x="804228" y="3208656"/>
          <a:ext cx="447421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5" imgW="2019300" imgH="419100" progId="Equation.DSMT4">
                  <p:embed/>
                </p:oleObj>
              </mc:Choice>
              <mc:Fallback>
                <p:oleObj name="Equation" r:id="rId15" imgW="20193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4228" y="3208656"/>
                        <a:ext cx="447421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/>
          <p:cNvGraphicFramePr>
            <a:graphicFrameLocks noChangeAspect="1"/>
          </p:cNvGraphicFramePr>
          <p:nvPr/>
        </p:nvGraphicFramePr>
        <p:xfrm>
          <a:off x="804228" y="4312286"/>
          <a:ext cx="802005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7" imgW="3619500" imgH="419100" progId="Equation.DSMT4">
                  <p:embed/>
                </p:oleObj>
              </mc:Choice>
              <mc:Fallback>
                <p:oleObj name="Equation" r:id="rId17" imgW="36195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4228" y="4312286"/>
                        <a:ext cx="802005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0"/>
          <p:cNvGraphicFramePr>
            <a:graphicFrameLocks noChangeAspect="1"/>
          </p:cNvGraphicFramePr>
          <p:nvPr/>
        </p:nvGraphicFramePr>
        <p:xfrm>
          <a:off x="957263" y="5415916"/>
          <a:ext cx="7570470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9" imgW="3416300" imgH="419100" progId="Equation.DSMT4">
                  <p:embed/>
                </p:oleObj>
              </mc:Choice>
              <mc:Fallback>
                <p:oleObj name="Equation" r:id="rId19" imgW="34163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7263" y="5415916"/>
                        <a:ext cx="7570470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1009015" y="6698299"/>
          <a:ext cx="3405505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1" imgW="1536700" imgH="203200" progId="Equation.DSMT4">
                  <p:embed/>
                </p:oleObj>
              </mc:Choice>
              <mc:Fallback>
                <p:oleObj name="Equation" r:id="rId21" imgW="1536700" imgH="20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09015" y="6698299"/>
                        <a:ext cx="3405505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"/>
          <p:cNvGraphicFramePr>
            <a:graphicFrameLocks noChangeAspect="1"/>
          </p:cNvGraphicFramePr>
          <p:nvPr/>
        </p:nvGraphicFramePr>
        <p:xfrm>
          <a:off x="4483418" y="6698299"/>
          <a:ext cx="137922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23" imgW="622300" imgH="203200" progId="Equation.DSMT4">
                  <p:embed/>
                </p:oleObj>
              </mc:Choice>
              <mc:Fallback>
                <p:oleObj name="Equation" r:id="rId23" imgW="622300" imgH="20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83418" y="6698299"/>
                        <a:ext cx="137922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0"/>
          <p:cNvGraphicFramePr>
            <a:graphicFrameLocks noChangeAspect="1"/>
          </p:cNvGraphicFramePr>
          <p:nvPr/>
        </p:nvGraphicFramePr>
        <p:xfrm>
          <a:off x="9793605" y="1089344"/>
          <a:ext cx="1745615" cy="602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25" imgW="787400" imgH="228600" progId="Equation.DSMT4">
                  <p:embed/>
                </p:oleObj>
              </mc:Choice>
              <mc:Fallback>
                <p:oleObj name="Equation" r:id="rId25" imgW="787400" imgH="228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793605" y="1089344"/>
                        <a:ext cx="1745615" cy="602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3497580" y="5524500"/>
            <a:ext cx="1052195" cy="911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746750" y="5607685"/>
            <a:ext cx="1052195" cy="911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Object 10"/>
          <p:cNvGraphicFramePr>
            <a:graphicFrameLocks noChangeAspect="1"/>
          </p:cNvGraphicFramePr>
          <p:nvPr/>
        </p:nvGraphicFramePr>
        <p:xfrm>
          <a:off x="822008" y="1407161"/>
          <a:ext cx="2332990" cy="15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" name="Equation" r:id="rId1" imgW="1054100" imgH="596900" progId="Equation.DSMT4">
                  <p:embed/>
                </p:oleObj>
              </mc:Choice>
              <mc:Fallback>
                <p:oleObj name="Equation" r:id="rId1" imgW="1054100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2008" y="1407161"/>
                        <a:ext cx="2332990" cy="1570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/>
          <p:cNvGraphicFramePr>
            <a:graphicFrameLocks noChangeAspect="1"/>
          </p:cNvGraphicFramePr>
          <p:nvPr/>
        </p:nvGraphicFramePr>
        <p:xfrm>
          <a:off x="3270251" y="1465898"/>
          <a:ext cx="902970" cy="59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405765" imgH="228600" progId="Equation.DSMT4">
                  <p:embed/>
                </p:oleObj>
              </mc:Choice>
              <mc:Fallback>
                <p:oleObj name="Equation" r:id="rId3" imgW="405765" imgH="2286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0251" y="1465898"/>
                        <a:ext cx="902970" cy="592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5092383" y="1251268"/>
          <a:ext cx="2005965" cy="102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5" imgW="901700" imgH="393700" progId="Equation.DSMT4">
                  <p:embed/>
                </p:oleObj>
              </mc:Choice>
              <mc:Fallback>
                <p:oleObj name="Equation" r:id="rId5" imgW="901700" imgH="3937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92383" y="1251268"/>
                        <a:ext cx="2005965" cy="1020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等于号 15"/>
          <p:cNvSpPr/>
          <p:nvPr/>
        </p:nvSpPr>
        <p:spPr>
          <a:xfrm>
            <a:off x="2559685" y="2272030"/>
            <a:ext cx="5424170" cy="31559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7" name="Object 20"/>
          <p:cNvGraphicFramePr>
            <a:graphicFrameLocks noChangeAspect="1"/>
          </p:cNvGraphicFramePr>
          <p:nvPr/>
        </p:nvGraphicFramePr>
        <p:xfrm>
          <a:off x="4300539" y="1498918"/>
          <a:ext cx="791845" cy="52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7" imgW="355600" imgH="203200" progId="Equation.DSMT4">
                  <p:embed/>
                </p:oleObj>
              </mc:Choice>
              <mc:Fallback>
                <p:oleObj name="Equation" r:id="rId7" imgW="355600" imgH="2032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0539" y="1498918"/>
                        <a:ext cx="791845" cy="526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/>
          <p:cNvGraphicFramePr>
            <a:graphicFrameLocks noChangeAspect="1"/>
          </p:cNvGraphicFramePr>
          <p:nvPr/>
        </p:nvGraphicFramePr>
        <p:xfrm>
          <a:off x="7466648" y="1919288"/>
          <a:ext cx="2317115" cy="102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1041400" imgH="393700" progId="Equation.DSMT4">
                  <p:embed/>
                </p:oleObj>
              </mc:Choice>
              <mc:Fallback>
                <p:oleObj name="Equation" r:id="rId9" imgW="1041400" imgH="3937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6648" y="1919288"/>
                        <a:ext cx="2317115" cy="1020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794068" y="3430588"/>
          <a:ext cx="5426075" cy="102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1" imgW="2438400" imgH="393700" progId="Equation.DSMT4">
                  <p:embed/>
                </p:oleObj>
              </mc:Choice>
              <mc:Fallback>
                <p:oleObj name="Equation" r:id="rId11" imgW="2438400" imgH="3937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4068" y="3430588"/>
                        <a:ext cx="5426075" cy="1020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"/>
          <p:cNvGraphicFramePr>
            <a:graphicFrameLocks noChangeAspect="1"/>
          </p:cNvGraphicFramePr>
          <p:nvPr/>
        </p:nvGraphicFramePr>
        <p:xfrm>
          <a:off x="6152516" y="3430588"/>
          <a:ext cx="3307080" cy="102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1485900" imgH="393700" progId="Equation.DSMT4">
                  <p:embed/>
                </p:oleObj>
              </mc:Choice>
              <mc:Fallback>
                <p:oleObj name="Equation" r:id="rId13" imgW="1485900" imgH="3937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52516" y="3430588"/>
                        <a:ext cx="3307080" cy="1020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0"/>
          <p:cNvGraphicFramePr>
            <a:graphicFrameLocks noChangeAspect="1"/>
          </p:cNvGraphicFramePr>
          <p:nvPr/>
        </p:nvGraphicFramePr>
        <p:xfrm>
          <a:off x="9783763" y="2199641"/>
          <a:ext cx="847725" cy="459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5" imgW="381000" imgH="177165" progId="Equation.DSMT4">
                  <p:embed/>
                </p:oleObj>
              </mc:Choice>
              <mc:Fallback>
                <p:oleObj name="Equation" r:id="rId15" imgW="381000" imgH="177165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83763" y="2199641"/>
                        <a:ext cx="847725" cy="459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1005840" y="998855"/>
            <a:ext cx="523240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dirty="0" smtClean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 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3576638" y="707708"/>
          <a:ext cx="2443480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104900" imgH="419100" progId="Equation.DSMT4">
                  <p:embed/>
                </p:oleObj>
              </mc:Choice>
              <mc:Fallback>
                <p:oleObj name="Equation" r:id="rId1" imgW="11049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6638" y="707708"/>
                        <a:ext cx="2443480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811530" y="2058670"/>
            <a:ext cx="84772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431608" y="1892618"/>
          <a:ext cx="1403350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" imgW="634365" imgH="419100" progId="Equation.DSMT4">
                  <p:embed/>
                </p:oleObj>
              </mc:Choice>
              <mc:Fallback>
                <p:oleObj name="Equation" r:id="rId3" imgW="634365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1608" y="1892618"/>
                        <a:ext cx="1403350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733675" y="2164080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内有两个奇点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4"/>
          <p:cNvGraphicFramePr>
            <a:graphicFrameLocks noChangeAspect="1"/>
          </p:cNvGraphicFramePr>
          <p:nvPr/>
        </p:nvGraphicFramePr>
        <p:xfrm>
          <a:off x="3202623" y="2164080"/>
          <a:ext cx="97536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2623" y="2164080"/>
                        <a:ext cx="975360" cy="560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4"/>
          <p:cNvGraphicFramePr>
            <a:graphicFrameLocks noChangeAspect="1"/>
          </p:cNvGraphicFramePr>
          <p:nvPr/>
        </p:nvGraphicFramePr>
        <p:xfrm>
          <a:off x="6437631" y="2093278"/>
          <a:ext cx="189166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7" imgW="812800" imgH="228600" progId="Equation.DSMT4">
                  <p:embed/>
                </p:oleObj>
              </mc:Choice>
              <mc:Fallback>
                <p:oleObj name="Equation" r:id="rId7" imgW="812800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37631" y="2093278"/>
                        <a:ext cx="189166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1391920" y="2893060"/>
            <a:ext cx="43922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44"/>
          <p:cNvGraphicFramePr>
            <a:graphicFrameLocks noChangeAspect="1"/>
          </p:cNvGraphicFramePr>
          <p:nvPr/>
        </p:nvGraphicFramePr>
        <p:xfrm>
          <a:off x="3256281" y="2837498"/>
          <a:ext cx="360489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1548765" imgH="228600" progId="Equation.DSMT4">
                  <p:embed/>
                </p:oleObj>
              </mc:Choice>
              <mc:Fallback>
                <p:oleObj name="Equation" r:id="rId9" imgW="1548765" imgH="2286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56281" y="2837498"/>
                        <a:ext cx="360489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431925" y="3419475"/>
            <a:ext cx="546735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          形成复合闭路；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44"/>
          <p:cNvGraphicFramePr>
            <a:graphicFrameLocks noChangeAspect="1"/>
          </p:cNvGraphicFramePr>
          <p:nvPr/>
        </p:nvGraphicFramePr>
        <p:xfrm>
          <a:off x="2176463" y="3329306"/>
          <a:ext cx="177419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762000" imgH="254000" progId="Equation.DSMT4">
                  <p:embed/>
                </p:oleObj>
              </mc:Choice>
              <mc:Fallback>
                <p:oleObj name="Equation" r:id="rId11" imgW="762000" imgH="254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76463" y="3329306"/>
                        <a:ext cx="1774190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1168718" y="4033203"/>
          <a:ext cx="2640330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3" imgW="1193800" imgH="419100" progId="Equation.DSMT4">
                  <p:embed/>
                </p:oleObj>
              </mc:Choice>
              <mc:Fallback>
                <p:oleObj name="Equation" r:id="rId13" imgW="11938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8718" y="4033203"/>
                        <a:ext cx="2640330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椭圆 45"/>
          <p:cNvSpPr/>
          <p:nvPr/>
        </p:nvSpPr>
        <p:spPr>
          <a:xfrm>
            <a:off x="8431530" y="1816735"/>
            <a:ext cx="2658110" cy="2639695"/>
          </a:xfrm>
          <a:prstGeom prst="ellipse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149840" y="2943225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9459595" y="2948940"/>
            <a:ext cx="506730" cy="52324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V="1">
            <a:off x="7994015" y="3187065"/>
            <a:ext cx="3562350" cy="361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9716770" y="1451610"/>
            <a:ext cx="31115" cy="34715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9351011" y="113061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5" imgW="139700" imgH="165100" progId="Equation.DSMT4">
                  <p:embed/>
                </p:oleObj>
              </mc:Choice>
              <mc:Fallback>
                <p:oleObj name="Equation" r:id="rId1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51011" y="113061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11407776" y="327564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7" imgW="127000" imgH="139700" progId="Equation.DSMT4">
                  <p:embed/>
                </p:oleObj>
              </mc:Choice>
              <mc:Fallback>
                <p:oleObj name="Equation" r:id="rId1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407776" y="327564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/>
          <p:cNvCxnSpPr/>
          <p:nvPr/>
        </p:nvCxnSpPr>
        <p:spPr>
          <a:xfrm flipH="1" flipV="1">
            <a:off x="10379075" y="199771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10365105" y="316738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676765" y="316738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/>
          <p:nvPr/>
        </p:nvCxnSpPr>
        <p:spPr>
          <a:xfrm flipH="1" flipV="1">
            <a:off x="9694545" y="2931160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 flipV="1">
            <a:off x="10382885" y="2917825"/>
            <a:ext cx="199390" cy="1079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Object 10"/>
          <p:cNvGraphicFramePr>
            <a:graphicFrameLocks noChangeAspect="1"/>
          </p:cNvGraphicFramePr>
          <p:nvPr/>
        </p:nvGraphicFramePr>
        <p:xfrm>
          <a:off x="3823336" y="4030663"/>
          <a:ext cx="2414905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19" imgW="1091565" imgH="419100" progId="Equation.DSMT4">
                  <p:embed/>
                </p:oleObj>
              </mc:Choice>
              <mc:Fallback>
                <p:oleObj name="Equation" r:id="rId19" imgW="1091565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23336" y="4030663"/>
                        <a:ext cx="2414905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0"/>
          <p:cNvGraphicFramePr>
            <a:graphicFrameLocks noChangeAspect="1"/>
          </p:cNvGraphicFramePr>
          <p:nvPr/>
        </p:nvGraphicFramePr>
        <p:xfrm>
          <a:off x="6294756" y="4033203"/>
          <a:ext cx="2837815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1" imgW="1282700" imgH="419100" progId="Equation.DSMT4">
                  <p:embed/>
                </p:oleObj>
              </mc:Choice>
              <mc:Fallback>
                <p:oleObj name="Equation" r:id="rId21" imgW="1282700" imgH="419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94756" y="4033203"/>
                        <a:ext cx="2837815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0"/>
          <p:cNvGraphicFramePr>
            <a:graphicFrameLocks noChangeAspect="1"/>
          </p:cNvGraphicFramePr>
          <p:nvPr/>
        </p:nvGraphicFramePr>
        <p:xfrm>
          <a:off x="3339466" y="5133976"/>
          <a:ext cx="2416175" cy="15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23" imgW="1091565" imgH="596900" progId="Equation.DSMT4">
                  <p:embed/>
                </p:oleObj>
              </mc:Choice>
              <mc:Fallback>
                <p:oleObj name="Equation" r:id="rId23" imgW="1091565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39466" y="5133976"/>
                        <a:ext cx="2416175" cy="1570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10"/>
          <p:cNvGraphicFramePr>
            <a:graphicFrameLocks noChangeAspect="1"/>
          </p:cNvGraphicFramePr>
          <p:nvPr/>
        </p:nvGraphicFramePr>
        <p:xfrm>
          <a:off x="5874386" y="5136516"/>
          <a:ext cx="2529205" cy="15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" name="Equation" r:id="rId25" imgW="1143000" imgH="596900" progId="Equation.DSMT4">
                  <p:embed/>
                </p:oleObj>
              </mc:Choice>
              <mc:Fallback>
                <p:oleObj name="Equation" r:id="rId25" imgW="1143000" imgH="5969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74386" y="5136516"/>
                        <a:ext cx="2529205" cy="1570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4" name="Object 16"/>
          <p:cNvGraphicFramePr>
            <a:graphicFrameLocks noChangeAspect="1"/>
          </p:cNvGraphicFramePr>
          <p:nvPr/>
        </p:nvGraphicFramePr>
        <p:xfrm>
          <a:off x="3423920" y="6847205"/>
          <a:ext cx="233172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27" imgW="1054100" imgH="228600" progId="Equation.DSMT4">
                  <p:embed/>
                </p:oleObj>
              </mc:Choice>
              <mc:Fallback>
                <p:oleObj name="Equation" r:id="rId27" imgW="1054100" imgH="2286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23920" y="6847205"/>
                        <a:ext cx="2331720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16"/>
          <p:cNvGraphicFramePr>
            <a:graphicFrameLocks noChangeAspect="1"/>
          </p:cNvGraphicFramePr>
          <p:nvPr/>
        </p:nvGraphicFramePr>
        <p:xfrm>
          <a:off x="5874068" y="6847205"/>
          <a:ext cx="168592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" name="Equation" r:id="rId29" imgW="762000" imgH="228600" progId="Equation.DSMT4">
                  <p:embed/>
                </p:oleObj>
              </mc:Choice>
              <mc:Fallback>
                <p:oleObj name="Equation" r:id="rId29" imgW="762000" imgH="2286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874068" y="6847205"/>
                        <a:ext cx="168592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516890" y="481330"/>
          <a:ext cx="3140075" cy="100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1612900" imgH="431800" progId="Equation.DSMT4">
                  <p:embed/>
                </p:oleObj>
              </mc:Choice>
              <mc:Fallback>
                <p:oleObj name="Equation" r:id="rId1" imgW="16129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6890" y="481330"/>
                        <a:ext cx="3140075" cy="1003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3523597" y="591900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349250" y="1661795"/>
            <a:ext cx="1069340" cy="37871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围成闭区域内是否有奇点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1418590" y="2095500"/>
            <a:ext cx="1302385" cy="234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 flipV="1">
            <a:off x="1418590" y="3433445"/>
            <a:ext cx="2035810" cy="762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708150" y="1480185"/>
            <a:ext cx="62420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828290" y="1769745"/>
            <a:ext cx="4846320" cy="814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由柯西古萨积分定理，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5944235" y="2003108"/>
          <a:ext cx="65849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" imgW="381000" imgH="203200" progId="Equation.DSMT4">
                  <p:embed/>
                </p:oleObj>
              </mc:Choice>
              <mc:Fallback>
                <p:oleObj name="Equation" r:id="rId3" imgW="381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4235" y="2003108"/>
                        <a:ext cx="65849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6719888" y="1966913"/>
          <a:ext cx="74676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5" imgW="431800" imgH="203200" progId="Equation.DSMT4">
                  <p:embed/>
                </p:oleObj>
              </mc:Choice>
              <mc:Fallback>
                <p:oleObj name="Equation" r:id="rId5" imgW="431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19888" y="1966913"/>
                        <a:ext cx="74676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圆角矩形 60"/>
          <p:cNvSpPr/>
          <p:nvPr/>
        </p:nvSpPr>
        <p:spPr>
          <a:xfrm>
            <a:off x="3854450" y="3987800"/>
            <a:ext cx="1049020" cy="19062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复合闭路定理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1" name="右箭头 80"/>
          <p:cNvSpPr/>
          <p:nvPr/>
        </p:nvSpPr>
        <p:spPr>
          <a:xfrm>
            <a:off x="1418590" y="4877435"/>
            <a:ext cx="2435860" cy="10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4" name="Object 4"/>
          <p:cNvGraphicFramePr>
            <a:graphicFrameLocks noChangeAspect="1"/>
          </p:cNvGraphicFramePr>
          <p:nvPr/>
        </p:nvGraphicFramePr>
        <p:xfrm>
          <a:off x="5922646" y="2704148"/>
          <a:ext cx="4115435" cy="103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Equation" r:id="rId7" imgW="2044700" imgH="431800" progId="Equation.DSMT4">
                  <p:embed/>
                </p:oleObj>
              </mc:Choice>
              <mc:Fallback>
                <p:oleObj name="Equation" r:id="rId7" imgW="20447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22646" y="2704148"/>
                        <a:ext cx="4115435" cy="10356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4"/>
          <p:cNvGraphicFramePr>
            <a:graphicFrameLocks noChangeAspect="1"/>
          </p:cNvGraphicFramePr>
          <p:nvPr/>
        </p:nvGraphicFramePr>
        <p:xfrm>
          <a:off x="4988879" y="3937635"/>
          <a:ext cx="2569210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9" imgW="1485900" imgH="444500" progId="Equation.DSMT4">
                  <p:embed/>
                </p:oleObj>
              </mc:Choice>
              <mc:Fallback>
                <p:oleObj name="Equation" r:id="rId9" imgW="14859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88879" y="3937635"/>
                        <a:ext cx="2569210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1502410" y="2750185"/>
            <a:ext cx="1833880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有且只有一个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7674610" y="4118610"/>
          <a:ext cx="61087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1" imgW="241300" imgH="228600" progId="Equation.DSMT4">
                  <p:embed/>
                </p:oleObj>
              </mc:Choice>
              <mc:Fallback>
                <p:oleObj name="Equation" r:id="rId11" imgW="2413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74610" y="4118610"/>
                        <a:ext cx="610870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4"/>
          <p:cNvGraphicFramePr>
            <a:graphicFrameLocks noChangeAspect="1"/>
          </p:cNvGraphicFramePr>
          <p:nvPr/>
        </p:nvGraphicFramePr>
        <p:xfrm>
          <a:off x="8285480" y="4189730"/>
          <a:ext cx="29375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13" imgW="1459865" imgH="228600" progId="Equation.DSMT4">
                  <p:embed/>
                </p:oleObj>
              </mc:Choice>
              <mc:Fallback>
                <p:oleObj name="Equation" r:id="rId13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85480" y="4189730"/>
                        <a:ext cx="2937510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050223" y="2820988"/>
          <a:ext cx="28575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165100" imgH="228600" progId="Equation.DSMT4">
                  <p:embed/>
                </p:oleObj>
              </mc:Choice>
              <mc:Fallback>
                <p:oleObj name="Equation" r:id="rId15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50223" y="2820988"/>
                        <a:ext cx="28575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 4"/>
          <p:cNvSpPr/>
          <p:nvPr/>
        </p:nvSpPr>
        <p:spPr>
          <a:xfrm>
            <a:off x="3465195" y="2818765"/>
            <a:ext cx="2201545" cy="807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高阶求导公式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37335" y="4223385"/>
            <a:ext cx="2232660" cy="614680"/>
            <a:chOff x="2421" y="6651"/>
            <a:chExt cx="3516" cy="968"/>
          </a:xfrm>
        </p:grpSpPr>
        <p:sp>
          <p:nvSpPr>
            <p:cNvPr id="6" name="矩形 5"/>
            <p:cNvSpPr/>
            <p:nvPr/>
          </p:nvSpPr>
          <p:spPr>
            <a:xfrm>
              <a:off x="2421" y="6651"/>
              <a:ext cx="3516" cy="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>
                  <a:solidFill>
                    <a:schemeClr val="tx1"/>
                  </a:solidFill>
                </a:rPr>
                <a:t>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89" name="Object 4"/>
            <p:cNvGraphicFramePr>
              <a:graphicFrameLocks noChangeAspect="1"/>
            </p:cNvGraphicFramePr>
            <p:nvPr/>
          </p:nvGraphicFramePr>
          <p:xfrm>
            <a:off x="3053" y="6725"/>
            <a:ext cx="2884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" name="Equation" r:id="rId17" imgW="723900" imgH="228600" progId="Equation.DSMT4">
                    <p:embed/>
                  </p:oleObj>
                </mc:Choice>
                <mc:Fallback>
                  <p:oleObj name="Equation" r:id="rId17" imgW="723900" imgH="2286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53" y="6725"/>
                          <a:ext cx="2884" cy="82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下箭头 9"/>
          <p:cNvSpPr/>
          <p:nvPr/>
        </p:nvSpPr>
        <p:spPr>
          <a:xfrm>
            <a:off x="5716270" y="4902200"/>
            <a:ext cx="227965" cy="14116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903470" y="6447155"/>
            <a:ext cx="2201545" cy="807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高阶求导公式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/>
        </p:nvGraphicFramePr>
        <p:xfrm>
          <a:off x="4358640" y="349885"/>
          <a:ext cx="484251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19" imgW="2705100" imgH="431800" progId="Equation.DSMT4">
                  <p:embed/>
                </p:oleObj>
              </mc:Choice>
              <mc:Fallback>
                <p:oleObj name="Equation" r:id="rId19" imgW="2705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58640" y="349885"/>
                        <a:ext cx="484251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7279959" y="6339840"/>
          <a:ext cx="2108200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1" imgW="1219200" imgH="444500" progId="Equation.DSMT4">
                  <p:embed/>
                </p:oleObj>
              </mc:Choice>
              <mc:Fallback>
                <p:oleObj name="Equation" r:id="rId21" imgW="12192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279959" y="6339840"/>
                        <a:ext cx="2108200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6602730" y="4928235"/>
          <a:ext cx="5241925" cy="954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3" imgW="3517265" imgH="431800" progId="Equation.DSMT4">
                  <p:embed/>
                </p:oleObj>
              </mc:Choice>
              <mc:Fallback>
                <p:oleObj name="Equation" r:id="rId23" imgW="3517265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02730" y="4928235"/>
                        <a:ext cx="5241925" cy="954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9388158" y="708025"/>
          <a:ext cx="2249805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5" imgW="1117600" imgH="228600" progId="Equation.DSMT4">
                  <p:embed/>
                </p:oleObj>
              </mc:Choice>
              <mc:Fallback>
                <p:oleObj name="Equation" r:id="rId25" imgW="1117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388158" y="708025"/>
                        <a:ext cx="2249805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 bldLvl="0" animBg="1"/>
      <p:bldP spid="53" grpId="0" animBg="1"/>
      <p:bldP spid="51" grpId="0" animBg="1"/>
      <p:bldP spid="56" grpId="0" animBg="1"/>
      <p:bldP spid="93" grpId="0" animBg="1"/>
      <p:bldP spid="52" grpId="0" animBg="1"/>
      <p:bldP spid="5" grpId="0" animBg="1"/>
      <p:bldP spid="81" grpId="0" animBg="1"/>
      <p:bldP spid="61" grpId="0" animBg="1"/>
      <p:bldP spid="10" grpId="0" bldLvl="0" animBg="1"/>
      <p:bldP spid="11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>
            <p:custDataLst>
              <p:tags r:id="rId1"/>
            </p:custDataLst>
          </p:nvPr>
        </p:nvSpPr>
        <p:spPr>
          <a:xfrm>
            <a:off x="1941685" y="3172806"/>
            <a:ext cx="2315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假设有向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曲线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>
            <p:custDataLst>
              <p:tags r:id="rId2"/>
            </p:custDataLst>
          </p:nvPr>
        </p:nvSpPr>
        <p:spPr>
          <a:xfrm>
            <a:off x="659152" y="3206163"/>
            <a:ext cx="14687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>
            <p:custDataLst>
              <p:tags r:id="rId3"/>
            </p:custDataLst>
          </p:nvPr>
        </p:nvSpPr>
        <p:spPr>
          <a:xfrm>
            <a:off x="9202626" y="3189389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若函数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" name="Object 2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566285" y="3198495"/>
          <a:ext cx="331406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5" imgW="1320165" imgH="203200" progId="Equation.DSMT4">
                  <p:embed/>
                </p:oleObj>
              </mc:Choice>
              <mc:Fallback>
                <p:oleObj name="Equation" r:id="rId5" imgW="1320165" imgH="20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6285" y="3198495"/>
                        <a:ext cx="3314065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>
            <p:custDataLst>
              <p:tags r:id="rId7"/>
            </p:custDataLst>
          </p:nvPr>
        </p:nvSpPr>
        <p:spPr>
          <a:xfrm>
            <a:off x="4138107" y="3187135"/>
            <a:ext cx="4648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i="1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: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1228" name="Object 28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7880350" y="3222625"/>
          <a:ext cx="125603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508000" imgH="203200" progId="Equation.DSMT4">
                  <p:embed/>
                </p:oleObj>
              </mc:Choice>
              <mc:Fallback>
                <p:oleObj name="Equation" r:id="rId9" imgW="508000" imgH="203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80350" y="3222625"/>
                        <a:ext cx="1256030" cy="487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2961291" y="4451113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2" imgW="15849600" imgH="7010400" progId="Equation.DSMT4">
                  <p:embed/>
                </p:oleObj>
              </mc:Choice>
              <mc:Fallback>
                <p:oleObj name="Equation" r:id="rId12" imgW="15849600" imgH="70104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961291" y="4451113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0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4483972" y="4405161"/>
          <a:ext cx="26162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5" imgW="27432000" imgH="7924800" progId="Equation.DSMT4">
                  <p:embed/>
                </p:oleObj>
              </mc:Choice>
              <mc:Fallback>
                <p:oleObj name="Equation" r:id="rId15" imgW="27432000" imgH="7924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83972" y="4405161"/>
                        <a:ext cx="2616200" cy="796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5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713105" y="3849370"/>
          <a:ext cx="4143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8" imgW="1473200" imgH="203200" progId="Equation.DSMT4">
                  <p:embed/>
                </p:oleObj>
              </mc:Choice>
              <mc:Fallback>
                <p:oleObj name="Equation" r:id="rId18" imgW="1473200" imgH="2032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3105" y="3849370"/>
                        <a:ext cx="414337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>
            <p:custDataLst>
              <p:tags r:id="rId20"/>
            </p:custDataLst>
          </p:nvPr>
        </p:nvSpPr>
        <p:spPr>
          <a:xfrm>
            <a:off x="4856335" y="3884006"/>
            <a:ext cx="32397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上连续，则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1"/>
            </p:custDataLst>
          </p:nvPr>
        </p:nvSpPr>
        <p:spPr>
          <a:xfrm>
            <a:off x="659130" y="1944370"/>
            <a:ext cx="9772015" cy="598170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1. 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复变函数积分计算的基本方法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--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参数方程法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7" name="文本框 2"/>
          <p:cNvSpPr txBox="1"/>
          <p:nvPr>
            <p:custDataLst>
              <p:tags r:id="rId22"/>
            </p:custDataLst>
          </p:nvPr>
        </p:nvSpPr>
        <p:spPr>
          <a:xfrm>
            <a:off x="722485" y="5675976"/>
            <a:ext cx="1122489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特别是，非闭合曲线上的复变函数的积分运算，首先考虑用参数方程法</a:t>
            </a:r>
            <a:endParaRPr lang="zh-CN" altLang="en-US" sz="28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标注 20"/>
          <p:cNvSpPr/>
          <p:nvPr>
            <p:custDataLst>
              <p:tags r:id="rId1"/>
            </p:custDataLst>
          </p:nvPr>
        </p:nvSpPr>
        <p:spPr>
          <a:xfrm>
            <a:off x="8373745" y="4809490"/>
            <a:ext cx="1946910" cy="936625"/>
          </a:xfrm>
          <a:prstGeom prst="wedgeRectCallout">
            <a:avLst>
              <a:gd name="adj1" fmla="val 66275"/>
              <a:gd name="adj2" fmla="val 12884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标注 19"/>
          <p:cNvSpPr/>
          <p:nvPr>
            <p:custDataLst>
              <p:tags r:id="rId2"/>
            </p:custDataLst>
          </p:nvPr>
        </p:nvSpPr>
        <p:spPr>
          <a:xfrm>
            <a:off x="8373745" y="4823460"/>
            <a:ext cx="2349500" cy="936625"/>
          </a:xfrm>
          <a:prstGeom prst="wedgeRectCallout">
            <a:avLst>
              <a:gd name="adj1" fmla="val -60135"/>
              <a:gd name="adj2" fmla="val 136440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>
            <p:custDataLst>
              <p:tags r:id="rId3"/>
            </p:custDataLst>
          </p:nvPr>
        </p:nvSpPr>
        <p:spPr>
          <a:xfrm>
            <a:off x="349250" y="2834640"/>
            <a:ext cx="1069340" cy="37871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被积函数在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围成闭区域内是否有奇点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右箭头 50"/>
          <p:cNvSpPr/>
          <p:nvPr>
            <p:custDataLst>
              <p:tags r:id="rId4"/>
            </p:custDataLst>
          </p:nvPr>
        </p:nvSpPr>
        <p:spPr>
          <a:xfrm>
            <a:off x="1418590" y="3268345"/>
            <a:ext cx="1302385" cy="234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5"/>
            </p:custDataLst>
          </p:nvPr>
        </p:nvSpPr>
        <p:spPr>
          <a:xfrm>
            <a:off x="1708150" y="2653030"/>
            <a:ext cx="62420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>
            <p:custDataLst>
              <p:tags r:id="rId6"/>
            </p:custDataLst>
          </p:nvPr>
        </p:nvSpPr>
        <p:spPr>
          <a:xfrm>
            <a:off x="2828290" y="2942590"/>
            <a:ext cx="4846320" cy="814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由柯西古萨积分定理，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4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5944235" y="3175953"/>
          <a:ext cx="65849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8" imgW="381000" imgH="203200" progId="Equation.DSMT4">
                  <p:embed/>
                </p:oleObj>
              </mc:Choice>
              <mc:Fallback>
                <p:oleObj name="Equation" r:id="rId8" imgW="381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44235" y="3175953"/>
                        <a:ext cx="65849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圆角矩形 60"/>
          <p:cNvSpPr/>
          <p:nvPr>
            <p:custDataLst>
              <p:tags r:id="rId10"/>
            </p:custDataLst>
          </p:nvPr>
        </p:nvSpPr>
        <p:spPr>
          <a:xfrm>
            <a:off x="5944235" y="4823460"/>
            <a:ext cx="1195070" cy="8121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复合闭路定理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1" name="右箭头 80"/>
          <p:cNvSpPr/>
          <p:nvPr>
            <p:custDataLst>
              <p:tags r:id="rId11"/>
            </p:custDataLst>
          </p:nvPr>
        </p:nvSpPr>
        <p:spPr>
          <a:xfrm>
            <a:off x="1418590" y="5142865"/>
            <a:ext cx="4429760" cy="1733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1" name="Object 4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7142163" y="4785043"/>
          <a:ext cx="101663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13" imgW="545465" imgH="431800" progId="Equation.DSMT4">
                  <p:embed/>
                </p:oleObj>
              </mc:Choice>
              <mc:Fallback>
                <p:oleObj name="Equation" r:id="rId13" imgW="545465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42163" y="4785043"/>
                        <a:ext cx="1016635" cy="8890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4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450340" y="4550410"/>
          <a:ext cx="61087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6" imgW="241300" imgH="228600" progId="Equation.DSMT4">
                  <p:embed/>
                </p:oleObj>
              </mc:Choice>
              <mc:Fallback>
                <p:oleObj name="Equation" r:id="rId16" imgW="2413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50340" y="4550410"/>
                        <a:ext cx="610870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4"/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2061210" y="4621530"/>
          <a:ext cx="29375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19" imgW="1459865" imgH="228600" progId="Equation.DSMT4">
                  <p:embed/>
                </p:oleObj>
              </mc:Choice>
              <mc:Fallback>
                <p:oleObj name="Equation" r:id="rId19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61210" y="4621530"/>
                        <a:ext cx="2937510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>
            <p:custDataLst>
              <p:tags r:id="rId21"/>
            </p:custDataLst>
          </p:nvPr>
        </p:nvSpPr>
        <p:spPr>
          <a:xfrm>
            <a:off x="1659890" y="4006215"/>
            <a:ext cx="2232660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有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89" name="Object 4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2061210" y="4053205"/>
          <a:ext cx="183134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23" imgW="723900" imgH="228600" progId="Equation.DSMT4">
                  <p:embed/>
                </p:oleObj>
              </mc:Choice>
              <mc:Fallback>
                <p:oleObj name="Equation" r:id="rId23" imgW="7239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61210" y="4053205"/>
                        <a:ext cx="1831340" cy="52133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圆角矩形 10"/>
          <p:cNvSpPr/>
          <p:nvPr>
            <p:custDataLst>
              <p:tags r:id="rId25"/>
            </p:custDataLst>
          </p:nvPr>
        </p:nvSpPr>
        <p:spPr>
          <a:xfrm>
            <a:off x="10320655" y="6621780"/>
            <a:ext cx="1363980" cy="967740"/>
          </a:xfrm>
          <a:prstGeom prst="roundRect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高阶求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导公式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4" name="Object 10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3892233" y="1150620"/>
          <a:ext cx="4751705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7" imgW="2654300" imgH="431800" progId="Equation.DSMT4">
                  <p:embed/>
                </p:oleObj>
              </mc:Choice>
              <mc:Fallback>
                <p:oleObj name="Equation" r:id="rId27" imgW="26543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92233" y="1150620"/>
                        <a:ext cx="4751705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1360805" y="5316220"/>
          <a:ext cx="5241925" cy="954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30" imgW="3517265" imgH="431800" progId="Equation.DSMT4">
                  <p:embed/>
                </p:oleObj>
              </mc:Choice>
              <mc:Fallback>
                <p:oleObj name="Equation" r:id="rId30" imgW="3517265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360805" y="5316220"/>
                        <a:ext cx="5241925" cy="954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>
            <p:custDataLst>
              <p:tags r:id="rId32"/>
            </p:custDataLst>
          </p:nvPr>
        </p:nvSpPr>
        <p:spPr>
          <a:xfrm>
            <a:off x="7674610" y="6621780"/>
            <a:ext cx="1363980" cy="967740"/>
          </a:xfrm>
          <a:prstGeom prst="roundRect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柯西积分公式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8689975" y="4832668"/>
          <a:ext cx="189357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4" imgW="1016000" imgH="431800" progId="Equation.DSMT4">
                  <p:embed/>
                </p:oleObj>
              </mc:Choice>
              <mc:Fallback>
                <p:oleObj name="Equation" r:id="rId34" imgW="10160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689975" y="4832668"/>
                        <a:ext cx="1893570" cy="8890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10455593" y="5797868"/>
          <a:ext cx="61468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37" imgW="355600" imgH="228600" progId="Equation.DSMT4">
                  <p:embed/>
                </p:oleObj>
              </mc:Choice>
              <mc:Fallback>
                <p:oleObj name="Equation" r:id="rId37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455593" y="5797868"/>
                        <a:ext cx="61468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8689658" y="6148071"/>
          <a:ext cx="61468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40" imgW="355600" imgH="228600" progId="Equation.DSMT4">
                  <p:embed/>
                </p:oleObj>
              </mc:Choice>
              <mc:Fallback>
                <p:oleObj name="Equation" r:id="rId40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8689658" y="6148071"/>
                        <a:ext cx="614680" cy="474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42"/>
            </p:custDataLst>
          </p:nvPr>
        </p:nvSpPr>
        <p:spPr>
          <a:xfrm>
            <a:off x="683895" y="446405"/>
            <a:ext cx="6879590" cy="598170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2. 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用柯西积分定理与柯西积分公式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180526" y="1132142"/>
                <a:ext cx="2005965" cy="1089025"/>
              </a:xfrm>
              <a:prstGeom prst="rect">
                <a:avLst/>
              </a:prstGeom>
              <a:solidFill>
                <a:srgbClr val="EAF4FD"/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526" y="1132142"/>
                <a:ext cx="2005965" cy="1089025"/>
              </a:xfrm>
              <a:prstGeom prst="rect">
                <a:avLst/>
              </a:prstGeom>
              <a:blipFill rotWithShape="1">
                <a:blip r:embed="rId43"/>
                <a:stretch>
                  <a:fillRect l="-28" t="-53" r="28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674546" y="323787"/>
                <a:ext cx="2005965" cy="1089025"/>
              </a:xfrm>
              <a:prstGeom prst="rect">
                <a:avLst/>
              </a:prstGeom>
              <a:solidFill>
                <a:srgbClr val="EAF4FD"/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546" y="323787"/>
                <a:ext cx="2005965" cy="1089025"/>
              </a:xfrm>
              <a:prstGeom prst="rect">
                <a:avLst/>
              </a:prstGeom>
              <a:blipFill rotWithShape="1">
                <a:blip r:embed="rId43"/>
                <a:stretch>
                  <a:fillRect l="-28" t="-53" r="28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3" grpId="0" bldLvl="0" animBg="1"/>
      <p:bldP spid="51" grpId="0" bldLvl="0" animBg="1"/>
      <p:bldP spid="56" grpId="0" bldLvl="0" animBg="1"/>
      <p:bldP spid="6" grpId="0" bldLvl="0" animBg="1"/>
      <p:bldP spid="61" grpId="0" bldLvl="0" animBg="1"/>
      <p:bldP spid="20" grpId="0" bldLvl="0" animBg="1"/>
      <p:bldP spid="7" grpId="0" bldLvl="0" animBg="1"/>
      <p:bldP spid="21" grpId="0" bldLvl="0" animBg="1"/>
      <p:bldP spid="11" grpId="0" bldLvl="0" animBg="1"/>
      <p:bldP spid="81" grpId="0" bldLvl="0" animBg="1"/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2"/>
          <p:cNvSpPr txBox="1"/>
          <p:nvPr/>
        </p:nvSpPr>
        <p:spPr>
          <a:xfrm>
            <a:off x="3805152" y="2140738"/>
            <a:ext cx="3830131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则对                      有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379449" y="1494830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9" name="文本框 2"/>
          <p:cNvSpPr txBox="1"/>
          <p:nvPr/>
        </p:nvSpPr>
        <p:spPr>
          <a:xfrm>
            <a:off x="1636026" y="1474700"/>
            <a:ext cx="7919067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是由一条简单闭曲线或复围线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围成的区域，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9769608" y="1460693"/>
            <a:ext cx="2266878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6" name="Object 13"/>
          <p:cNvGraphicFramePr>
            <a:graphicFrameLocks noChangeAspect="1"/>
          </p:cNvGraphicFramePr>
          <p:nvPr/>
        </p:nvGraphicFramePr>
        <p:xfrm>
          <a:off x="9148607" y="1452299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8607" y="1452299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5"/>
          <p:cNvGraphicFramePr>
            <a:graphicFrameLocks noChangeAspect="1"/>
          </p:cNvGraphicFramePr>
          <p:nvPr/>
        </p:nvGraphicFramePr>
        <p:xfrm>
          <a:off x="2384425" y="2877185"/>
          <a:ext cx="4003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3" imgW="1917065" imgH="431800" progId="Equation.DSMT4">
                  <p:embed/>
                </p:oleObj>
              </mc:Choice>
              <mc:Fallback>
                <p:oleObj name="Equation" r:id="rId3" imgW="1917065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425" y="2877185"/>
                        <a:ext cx="40036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2"/>
          <p:cNvSpPr txBox="1"/>
          <p:nvPr/>
        </p:nvSpPr>
        <p:spPr>
          <a:xfrm>
            <a:off x="379973" y="2163409"/>
            <a:ext cx="3595767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上连续，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0" name="Object 34"/>
          <p:cNvGraphicFramePr>
            <a:graphicFrameLocks noChangeAspect="1"/>
          </p:cNvGraphicFramePr>
          <p:nvPr/>
        </p:nvGraphicFramePr>
        <p:xfrm>
          <a:off x="970226" y="2196598"/>
          <a:ext cx="1414268" cy="500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5" imgW="16459200" imgH="4876800" progId="Equation.DSMT4">
                  <p:embed/>
                </p:oleObj>
              </mc:Choice>
              <mc:Fallback>
                <p:oleObj name="Equation" r:id="rId5" imgW="164592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0226" y="2196598"/>
                        <a:ext cx="1414268" cy="5006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35"/>
          <p:cNvGraphicFramePr>
            <a:graphicFrameLocks noChangeAspect="1"/>
          </p:cNvGraphicFramePr>
          <p:nvPr/>
        </p:nvGraphicFramePr>
        <p:xfrm>
          <a:off x="4725721" y="2182992"/>
          <a:ext cx="2288457" cy="571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7" imgW="26212800" imgH="5486400" progId="Equation.DSMT4">
                  <p:embed/>
                </p:oleObj>
              </mc:Choice>
              <mc:Fallback>
                <p:oleObj name="Equation" r:id="rId7" imgW="26212800" imgH="5486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5721" y="2182992"/>
                        <a:ext cx="2288457" cy="571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文本框 2"/>
          <p:cNvSpPr txBox="1"/>
          <p:nvPr/>
        </p:nvSpPr>
        <p:spPr>
          <a:xfrm>
            <a:off x="7186630" y="3153379"/>
            <a:ext cx="2367748" cy="527176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高阶求导公式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17396" y="4337196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8289478" y="4337276"/>
            <a:ext cx="1177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74165" y="4299585"/>
            <a:ext cx="6126480" cy="565150"/>
            <a:chOff x="2479" y="6771"/>
            <a:chExt cx="9648" cy="890"/>
          </a:xfrm>
        </p:grpSpPr>
        <p:sp>
          <p:nvSpPr>
            <p:cNvPr id="28" name="文本框 2"/>
            <p:cNvSpPr txBox="1"/>
            <p:nvPr/>
          </p:nvSpPr>
          <p:spPr>
            <a:xfrm>
              <a:off x="2479" y="6799"/>
              <a:ext cx="9648" cy="820"/>
            </a:xfrm>
            <a:prstGeom prst="rect">
              <a:avLst/>
            </a:prstGeom>
            <a:noFill/>
          </p:spPr>
          <p:txBody>
            <a:bodyPr wrap="none" lIns="91396" tIns="45698" rIns="91396" bIns="45698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      在复平面上的区域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内解析，则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4" name="Object 13"/>
            <p:cNvGraphicFramePr>
              <a:graphicFrameLocks noChangeAspect="1"/>
            </p:cNvGraphicFramePr>
            <p:nvPr/>
          </p:nvGraphicFramePr>
          <p:xfrm>
            <a:off x="3161" y="6771"/>
            <a:ext cx="1213" cy="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" name="Equation" r:id="rId10" imgW="7924800" imgH="4876800" progId="Equation.DSMT4">
                    <p:embed/>
                  </p:oleObj>
                </mc:Choice>
                <mc:Fallback>
                  <p:oleObj name="Equation" r:id="rId10" imgW="7924800" imgH="4876800" progId="Equation.DSMT4">
                    <p:embed/>
                    <p:pic>
                      <p:nvPicPr>
                        <p:cNvPr id="0" name="图片 204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61" y="6771"/>
                          <a:ext cx="1213" cy="8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文本框 2"/>
          <p:cNvSpPr txBox="1"/>
          <p:nvPr/>
        </p:nvSpPr>
        <p:spPr>
          <a:xfrm>
            <a:off x="1654920" y="4903665"/>
            <a:ext cx="3666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且它们在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内仍解析。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7585192" y="4337127"/>
          <a:ext cx="76993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11" imgW="7924800" imgH="4876800" progId="Equation.DSMT4">
                  <p:embed/>
                </p:oleObj>
              </mc:Choice>
              <mc:Fallback>
                <p:oleObj name="Equation" r:id="rId11" imgW="7924800" imgH="4876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85192" y="4337127"/>
                        <a:ext cx="769937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7187160" y="5229169"/>
            <a:ext cx="3737610" cy="52070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none" lIns="91396" tIns="45698" rIns="91396" bIns="45698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解析函数的无穷可微性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9365725" y="4317560"/>
            <a:ext cx="2670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有任意阶导数</a:t>
            </a:r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37" grpId="0"/>
      <p:bldP spid="5" grpId="0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2"/>
          <p:cNvSpPr txBox="1"/>
          <p:nvPr/>
        </p:nvSpPr>
        <p:spPr>
          <a:xfrm>
            <a:off x="4040737" y="1393978"/>
            <a:ext cx="3830131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则对                      有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437234" y="748070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9" name="文本框 2"/>
          <p:cNvSpPr txBox="1"/>
          <p:nvPr/>
        </p:nvSpPr>
        <p:spPr>
          <a:xfrm>
            <a:off x="1693811" y="727940"/>
            <a:ext cx="7919067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是由一条简单闭曲线或复围线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围成的区域，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9827393" y="713933"/>
            <a:ext cx="2266878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6" name="Object 13"/>
          <p:cNvGraphicFramePr>
            <a:graphicFrameLocks noChangeAspect="1"/>
          </p:cNvGraphicFramePr>
          <p:nvPr/>
        </p:nvGraphicFramePr>
        <p:xfrm>
          <a:off x="9206392" y="705539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06392" y="705539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5"/>
          <p:cNvGraphicFramePr>
            <a:graphicFrameLocks noChangeAspect="1"/>
          </p:cNvGraphicFramePr>
          <p:nvPr/>
        </p:nvGraphicFramePr>
        <p:xfrm>
          <a:off x="2620010" y="2130425"/>
          <a:ext cx="40036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3" imgW="1917065" imgH="431800" progId="Equation.DSMT4">
                  <p:embed/>
                </p:oleObj>
              </mc:Choice>
              <mc:Fallback>
                <p:oleObj name="Equation" r:id="rId3" imgW="1917065" imgH="431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0010" y="2130425"/>
                        <a:ext cx="40036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2"/>
          <p:cNvSpPr txBox="1"/>
          <p:nvPr/>
        </p:nvSpPr>
        <p:spPr>
          <a:xfrm>
            <a:off x="615558" y="1416649"/>
            <a:ext cx="3595767" cy="523176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上连续，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0" name="Object 34"/>
          <p:cNvGraphicFramePr>
            <a:graphicFrameLocks noChangeAspect="1"/>
          </p:cNvGraphicFramePr>
          <p:nvPr/>
        </p:nvGraphicFramePr>
        <p:xfrm>
          <a:off x="1205811" y="1449838"/>
          <a:ext cx="1414268" cy="500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5" imgW="16459200" imgH="4876800" progId="Equation.DSMT4">
                  <p:embed/>
                </p:oleObj>
              </mc:Choice>
              <mc:Fallback>
                <p:oleObj name="Equation" r:id="rId5" imgW="164592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05811" y="1449838"/>
                        <a:ext cx="1414268" cy="5006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35"/>
          <p:cNvGraphicFramePr>
            <a:graphicFrameLocks noChangeAspect="1"/>
          </p:cNvGraphicFramePr>
          <p:nvPr/>
        </p:nvGraphicFramePr>
        <p:xfrm>
          <a:off x="4961306" y="1436232"/>
          <a:ext cx="2288457" cy="571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7" imgW="26212800" imgH="5486400" progId="Equation.DSMT4">
                  <p:embed/>
                </p:oleObj>
              </mc:Choice>
              <mc:Fallback>
                <p:oleObj name="Equation" r:id="rId7" imgW="26212800" imgH="5486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1306" y="1436232"/>
                        <a:ext cx="2288457" cy="571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文本框 2"/>
          <p:cNvSpPr txBox="1"/>
          <p:nvPr/>
        </p:nvSpPr>
        <p:spPr>
          <a:xfrm>
            <a:off x="7422215" y="2406619"/>
            <a:ext cx="2367748" cy="527176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高阶求导公式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02156" y="3229756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1558733" y="3209625"/>
            <a:ext cx="612648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      在复平面上的区域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8274238" y="3229836"/>
            <a:ext cx="1177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4" name="Object 13"/>
          <p:cNvGraphicFramePr>
            <a:graphicFrameLocks noChangeAspect="1"/>
          </p:cNvGraphicFramePr>
          <p:nvPr/>
        </p:nvGraphicFramePr>
        <p:xfrm>
          <a:off x="1991823" y="3192410"/>
          <a:ext cx="770062" cy="56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0" imgW="7924800" imgH="4876800" progId="Equation.DSMT4">
                  <p:embed/>
                </p:oleObj>
              </mc:Choice>
              <mc:Fallback>
                <p:oleObj name="Equation" r:id="rId10" imgW="7924800" imgH="4876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1823" y="3192410"/>
                        <a:ext cx="770062" cy="566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1639680" y="3796225"/>
            <a:ext cx="3666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且它们在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内仍解析。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7569952" y="3229687"/>
          <a:ext cx="76993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11" imgW="7924800" imgH="4876800" progId="Equation.DSMT4">
                  <p:embed/>
                </p:oleObj>
              </mc:Choice>
              <mc:Fallback>
                <p:oleObj name="Equation" r:id="rId11" imgW="7924800" imgH="4876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69952" y="3229687"/>
                        <a:ext cx="769937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7175095" y="3795974"/>
            <a:ext cx="3737610" cy="52070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none" lIns="91396" tIns="45698" rIns="91396" bIns="45698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解析函数的无穷可微性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9350485" y="3210120"/>
            <a:ext cx="26708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有任意阶导数</a:t>
            </a:r>
            <a:r>
              <a:rPr 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302466" y="4593810"/>
            <a:ext cx="122936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1891030" y="4646930"/>
            <a:ext cx="7560310" cy="520700"/>
          </a:xfrm>
          <a:prstGeom prst="rect">
            <a:avLst/>
          </a:prstGeom>
          <a:noFill/>
        </p:spPr>
        <p:txBody>
          <a:bodyPr wrap="squar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  在复平面上的区域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13"/>
          <p:cNvGraphicFramePr>
            <a:graphicFrameLocks noChangeAspect="1"/>
          </p:cNvGraphicFramePr>
          <p:nvPr/>
        </p:nvGraphicFramePr>
        <p:xfrm>
          <a:off x="1655022" y="4629133"/>
          <a:ext cx="34353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12" imgW="35356800" imgH="4876800" progId="Equation.DSMT4">
                  <p:embed/>
                </p:oleObj>
              </mc:Choice>
              <mc:Fallback>
                <p:oleObj name="Equation" r:id="rId12" imgW="35356800" imgH="487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55022" y="4629133"/>
                        <a:ext cx="343535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0" name="Object 14"/>
          <p:cNvGraphicFramePr>
            <a:graphicFrameLocks noChangeAspect="1"/>
          </p:cNvGraphicFramePr>
          <p:nvPr/>
        </p:nvGraphicFramePr>
        <p:xfrm>
          <a:off x="2581730" y="5330852"/>
          <a:ext cx="652462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14" imgW="6705600" imgH="9448800" progId="Equation.DSMT4">
                  <p:embed/>
                </p:oleObj>
              </mc:Choice>
              <mc:Fallback>
                <p:oleObj name="Equation" r:id="rId14" imgW="6705600" imgH="94488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81730" y="5330852"/>
                        <a:ext cx="652462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1" name="Object 15"/>
          <p:cNvGraphicFramePr>
            <a:graphicFrameLocks noChangeAspect="1"/>
          </p:cNvGraphicFramePr>
          <p:nvPr/>
        </p:nvGraphicFramePr>
        <p:xfrm>
          <a:off x="3333190" y="5356583"/>
          <a:ext cx="652462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16" imgW="6705600" imgH="10058400" progId="Equation.DSMT4">
                  <p:embed/>
                </p:oleObj>
              </mc:Choice>
              <mc:Fallback>
                <p:oleObj name="Equation" r:id="rId16" imgW="6705600" imgH="100584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333190" y="5356583"/>
                        <a:ext cx="652462" cy="1169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2" name="Object 16"/>
          <p:cNvGraphicFramePr>
            <a:graphicFrameLocks noChangeAspect="1"/>
          </p:cNvGraphicFramePr>
          <p:nvPr/>
        </p:nvGraphicFramePr>
        <p:xfrm>
          <a:off x="4943661" y="5321957"/>
          <a:ext cx="50323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8" imgW="5181600" imgH="10058400" progId="Equation.DSMT4">
                  <p:embed/>
                </p:oleObj>
              </mc:Choice>
              <mc:Fallback>
                <p:oleObj name="Equation" r:id="rId18" imgW="5181600" imgH="100584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43661" y="5321957"/>
                        <a:ext cx="503238" cy="1169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3" name="Object 17"/>
          <p:cNvGraphicFramePr>
            <a:graphicFrameLocks noChangeAspect="1"/>
          </p:cNvGraphicFramePr>
          <p:nvPr/>
        </p:nvGraphicFramePr>
        <p:xfrm>
          <a:off x="4063646" y="5384079"/>
          <a:ext cx="6223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20" imgW="6400800" imgH="9448800" progId="Equation.DSMT4">
                  <p:embed/>
                </p:oleObj>
              </mc:Choice>
              <mc:Fallback>
                <p:oleObj name="Equation" r:id="rId20" imgW="6400800" imgH="9448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63646" y="5384079"/>
                        <a:ext cx="622300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5534221" y="5666699"/>
            <a:ext cx="1888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内连续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7" name="文本框 2"/>
          <p:cNvSpPr txBox="1"/>
          <p:nvPr/>
        </p:nvSpPr>
        <p:spPr>
          <a:xfrm>
            <a:off x="1804736" y="5698331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2586731" y="6662310"/>
          <a:ext cx="1155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22" imgW="11887200" imgH="4876800" progId="Equation.DSMT4">
                  <p:embed/>
                </p:oleObj>
              </mc:Choice>
              <mc:Fallback>
                <p:oleObj name="Equation" r:id="rId22" imgW="11887200" imgH="487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86731" y="6662310"/>
                        <a:ext cx="115570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3810426" y="6637962"/>
          <a:ext cx="10382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24" imgW="10668000" imgH="4876800" progId="Equation.DSMT4">
                  <p:embed/>
                </p:oleObj>
              </mc:Choice>
              <mc:Fallback>
                <p:oleObj name="Equation" r:id="rId24" imgW="106680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10426" y="6637962"/>
                        <a:ext cx="1038225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2"/>
          <p:cNvSpPr txBox="1"/>
          <p:nvPr/>
        </p:nvSpPr>
        <p:spPr>
          <a:xfrm>
            <a:off x="4979257" y="6578221"/>
            <a:ext cx="326072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C-R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3" name="文本框 2"/>
          <p:cNvSpPr txBox="1"/>
          <p:nvPr/>
        </p:nvSpPr>
        <p:spPr>
          <a:xfrm>
            <a:off x="1801861" y="664435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左箭头 5"/>
          <p:cNvSpPr/>
          <p:nvPr/>
        </p:nvSpPr>
        <p:spPr>
          <a:xfrm>
            <a:off x="554355" y="5633085"/>
            <a:ext cx="1198245" cy="1428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607695" y="5918835"/>
            <a:ext cx="1144905" cy="181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2" grpId="0"/>
      <p:bldP spid="57" grpId="0"/>
      <p:bldP spid="62" grpId="0"/>
      <p:bldP spid="63" grpId="0"/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2"/>
          <p:cNvSpPr txBox="1"/>
          <p:nvPr/>
        </p:nvSpPr>
        <p:spPr>
          <a:xfrm>
            <a:off x="2205473" y="750980"/>
            <a:ext cx="54267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  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13"/>
          <p:cNvGraphicFramePr>
            <a:graphicFrameLocks noChangeAspect="1"/>
          </p:cNvGraphicFramePr>
          <p:nvPr/>
        </p:nvGraphicFramePr>
        <p:xfrm>
          <a:off x="2012527" y="768968"/>
          <a:ext cx="34353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1" imgW="35356800" imgH="4876800" progId="Equation.DSMT4">
                  <p:embed/>
                </p:oleObj>
              </mc:Choice>
              <mc:Fallback>
                <p:oleObj name="Equation" r:id="rId1" imgW="35356800" imgH="487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2527" y="768968"/>
                        <a:ext cx="343535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0" name="Object 14"/>
          <p:cNvGraphicFramePr>
            <a:graphicFrameLocks noChangeAspect="1"/>
          </p:cNvGraphicFramePr>
          <p:nvPr/>
        </p:nvGraphicFramePr>
        <p:xfrm>
          <a:off x="3363415" y="1271932"/>
          <a:ext cx="652462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3" imgW="6705600" imgH="9448800" progId="Equation.DSMT4">
                  <p:embed/>
                </p:oleObj>
              </mc:Choice>
              <mc:Fallback>
                <p:oleObj name="Equation" r:id="rId3" imgW="6705600" imgH="94488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3415" y="1271932"/>
                        <a:ext cx="652462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1" name="Object 15"/>
          <p:cNvGraphicFramePr>
            <a:graphicFrameLocks noChangeAspect="1"/>
          </p:cNvGraphicFramePr>
          <p:nvPr/>
        </p:nvGraphicFramePr>
        <p:xfrm>
          <a:off x="4114875" y="1297663"/>
          <a:ext cx="652462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5" imgW="6705600" imgH="10058400" progId="Equation.DSMT4">
                  <p:embed/>
                </p:oleObj>
              </mc:Choice>
              <mc:Fallback>
                <p:oleObj name="Equation" r:id="rId5" imgW="6705600" imgH="100584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75" y="1297663"/>
                        <a:ext cx="652462" cy="1169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2" name="Object 16"/>
          <p:cNvGraphicFramePr>
            <a:graphicFrameLocks noChangeAspect="1"/>
          </p:cNvGraphicFramePr>
          <p:nvPr/>
        </p:nvGraphicFramePr>
        <p:xfrm>
          <a:off x="5725346" y="1263037"/>
          <a:ext cx="50323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7" imgW="5181600" imgH="10058400" progId="Equation.DSMT4">
                  <p:embed/>
                </p:oleObj>
              </mc:Choice>
              <mc:Fallback>
                <p:oleObj name="Equation" r:id="rId7" imgW="5181600" imgH="100584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25346" y="1263037"/>
                        <a:ext cx="503238" cy="1169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3" name="Object 17"/>
          <p:cNvGraphicFramePr>
            <a:graphicFrameLocks noChangeAspect="1"/>
          </p:cNvGraphicFramePr>
          <p:nvPr/>
        </p:nvGraphicFramePr>
        <p:xfrm>
          <a:off x="4912006" y="1271819"/>
          <a:ext cx="6223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9" imgW="6400800" imgH="9448800" progId="Equation.DSMT4">
                  <p:embed/>
                </p:oleObj>
              </mc:Choice>
              <mc:Fallback>
                <p:oleObj name="Equation" r:id="rId9" imgW="6400800" imgH="9448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12006" y="1271819"/>
                        <a:ext cx="622300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6315906" y="1607779"/>
            <a:ext cx="1888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内连续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7" name="文本框 2"/>
          <p:cNvSpPr txBox="1"/>
          <p:nvPr/>
        </p:nvSpPr>
        <p:spPr>
          <a:xfrm>
            <a:off x="2775016" y="1639411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3368416" y="2397650"/>
          <a:ext cx="1155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1" imgW="11887200" imgH="4876800" progId="Equation.DSMT4">
                  <p:embed/>
                </p:oleObj>
              </mc:Choice>
              <mc:Fallback>
                <p:oleObj name="Equation" r:id="rId11" imgW="11887200" imgH="487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68416" y="2397650"/>
                        <a:ext cx="115570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4592111" y="2373302"/>
          <a:ext cx="10382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3" imgW="10668000" imgH="4876800" progId="Equation.DSMT4">
                  <p:embed/>
                </p:oleObj>
              </mc:Choice>
              <mc:Fallback>
                <p:oleObj name="Equation" r:id="rId13" imgW="106680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92111" y="2373302"/>
                        <a:ext cx="1038225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2"/>
          <p:cNvSpPr txBox="1"/>
          <p:nvPr/>
        </p:nvSpPr>
        <p:spPr>
          <a:xfrm>
            <a:off x="5629497" y="2444371"/>
            <a:ext cx="326072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C-R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3" name="文本框 2"/>
          <p:cNvSpPr txBox="1"/>
          <p:nvPr/>
        </p:nvSpPr>
        <p:spPr>
          <a:xfrm>
            <a:off x="2789286" y="237969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左箭头 5"/>
          <p:cNvSpPr/>
          <p:nvPr/>
        </p:nvSpPr>
        <p:spPr>
          <a:xfrm>
            <a:off x="1781810" y="1607820"/>
            <a:ext cx="922020" cy="1835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2"/>
          <p:cNvSpPr txBox="1"/>
          <p:nvPr/>
        </p:nvSpPr>
        <p:spPr>
          <a:xfrm>
            <a:off x="2027673" y="3308125"/>
            <a:ext cx="57823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  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1834727" y="3326113"/>
          <a:ext cx="34353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35356800" imgH="4876800" progId="Equation.DSMT4">
                  <p:embed/>
                </p:oleObj>
              </mc:Choice>
              <mc:Fallback>
                <p:oleObj name="Equation" r:id="rId15" imgW="35356800" imgH="487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4727" y="3326113"/>
                        <a:ext cx="343535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右箭头 10"/>
          <p:cNvSpPr/>
          <p:nvPr/>
        </p:nvSpPr>
        <p:spPr>
          <a:xfrm>
            <a:off x="1834515" y="4188460"/>
            <a:ext cx="929640" cy="175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3895090" y="4162108"/>
          <a:ext cx="879475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6" imgW="405765" imgH="203200" progId="Equation.DSMT4">
                  <p:embed/>
                </p:oleObj>
              </mc:Choice>
              <mc:Fallback>
                <p:oleObj name="Equation" r:id="rId16" imgW="405765" imgH="2032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95090" y="4162108"/>
                        <a:ext cx="879475" cy="538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4854771" y="4188419"/>
            <a:ext cx="29552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内存在，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1889125" y="5970270"/>
            <a:ext cx="929640" cy="175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3146108" y="5524500"/>
          <a:ext cx="4152900" cy="1110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8" imgW="1917065" imgH="419100" progId="Equation.DSMT4">
                  <p:embed/>
                </p:oleObj>
              </mc:Choice>
              <mc:Fallback>
                <p:oleObj name="Equation" r:id="rId18" imgW="1917065" imgH="4191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146108" y="5524500"/>
                        <a:ext cx="4152900" cy="1110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7299521" y="5819734"/>
            <a:ext cx="25996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内连续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3106486" y="4187666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0" name="Object 14"/>
          <p:cNvGraphicFramePr>
            <a:graphicFrameLocks noChangeAspect="1"/>
          </p:cNvGraphicFramePr>
          <p:nvPr/>
        </p:nvGraphicFramePr>
        <p:xfrm>
          <a:off x="3894831" y="4957335"/>
          <a:ext cx="1155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0" imgW="11887200" imgH="4876800" progId="Equation.DSMT4">
                  <p:embed/>
                </p:oleObj>
              </mc:Choice>
              <mc:Fallback>
                <p:oleObj name="Equation" r:id="rId20" imgW="11887200" imgH="487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94831" y="4957335"/>
                        <a:ext cx="115570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5101381" y="4932987"/>
          <a:ext cx="10382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1" imgW="10668000" imgH="4876800" progId="Equation.DSMT4">
                  <p:embed/>
                </p:oleObj>
              </mc:Choice>
              <mc:Fallback>
                <p:oleObj name="Equation" r:id="rId21" imgW="106680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01381" y="4932987"/>
                        <a:ext cx="1038225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6138767" y="5004056"/>
            <a:ext cx="326072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C-R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3109961" y="4939382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3894831" y="6612780"/>
          <a:ext cx="1155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2" imgW="11887200" imgH="4876800" progId="Equation.DSMT4">
                  <p:embed/>
                </p:oleObj>
              </mc:Choice>
              <mc:Fallback>
                <p:oleObj name="Equation" r:id="rId22" imgW="11887200" imgH="487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94831" y="6612780"/>
                        <a:ext cx="115570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5"/>
          <p:cNvGraphicFramePr>
            <a:graphicFrameLocks noChangeAspect="1"/>
          </p:cNvGraphicFramePr>
          <p:nvPr/>
        </p:nvGraphicFramePr>
        <p:xfrm>
          <a:off x="5101381" y="6588432"/>
          <a:ext cx="10382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23" imgW="10668000" imgH="4876800" progId="Equation.DSMT4">
                  <p:embed/>
                </p:oleObj>
              </mc:Choice>
              <mc:Fallback>
                <p:oleObj name="Equation" r:id="rId23" imgW="106680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01381" y="6588432"/>
                        <a:ext cx="1038225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6138767" y="6659501"/>
            <a:ext cx="326072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C-R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0" name="文本框 2"/>
          <p:cNvSpPr txBox="1"/>
          <p:nvPr/>
        </p:nvSpPr>
        <p:spPr>
          <a:xfrm>
            <a:off x="3109961" y="6594827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533596" y="815299"/>
            <a:ext cx="1248410" cy="520700"/>
          </a:xfrm>
          <a:prstGeom prst="rect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必要性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533596" y="3308309"/>
            <a:ext cx="1248410" cy="520700"/>
          </a:xfrm>
          <a:prstGeom prst="rect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充分性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2" grpId="0"/>
      <p:bldP spid="63" grpId="0"/>
      <p:bldP spid="62" grpId="0"/>
      <p:bldP spid="6" grpId="0" animBg="1"/>
      <p:bldP spid="32" grpId="0"/>
      <p:bldP spid="8" grpId="0"/>
      <p:bldP spid="11" grpId="0" animBg="1"/>
      <p:bldP spid="19" grpId="0"/>
      <p:bldP spid="14" grpId="0"/>
      <p:bldP spid="5" grpId="0" bldLvl="0" animBg="1"/>
      <p:bldP spid="7" grpId="0" bldLvl="0" animBg="1"/>
      <p:bldP spid="26" grpId="0"/>
      <p:bldP spid="25" grpId="0"/>
      <p:bldP spid="15" grpId="0" animBg="1"/>
      <p:bldP spid="18" grpId="0"/>
      <p:bldP spid="40" grpId="0"/>
      <p:bldP spid="3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494273" y="1008790"/>
            <a:ext cx="578231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  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1301327" y="1026778"/>
          <a:ext cx="34353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" imgW="35356800" imgH="4876800" progId="Equation.DSMT4">
                  <p:embed/>
                </p:oleObj>
              </mc:Choice>
              <mc:Fallback>
                <p:oleObj name="Equation" r:id="rId1" imgW="35356800" imgH="487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01327" y="1026778"/>
                        <a:ext cx="343535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右箭头 14"/>
          <p:cNvSpPr/>
          <p:nvPr/>
        </p:nvSpPr>
        <p:spPr>
          <a:xfrm>
            <a:off x="1420495" y="2061845"/>
            <a:ext cx="929640" cy="175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3098800" y="1731645"/>
          <a:ext cx="3823335" cy="1110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" imgW="1765300" imgH="419100" progId="Equation.DSMT4">
                  <p:embed/>
                </p:oleObj>
              </mc:Choice>
              <mc:Fallback>
                <p:oleObj name="Equation" r:id="rId3" imgW="1765300" imgH="4191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8800" y="1731645"/>
                        <a:ext cx="3823335" cy="1110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6922331" y="2026244"/>
            <a:ext cx="25996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内连续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3426201" y="2704355"/>
          <a:ext cx="1155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5" imgW="11887200" imgH="4876800" progId="Equation.DSMT4">
                  <p:embed/>
                </p:oleObj>
              </mc:Choice>
              <mc:Fallback>
                <p:oleObj name="Equation" r:id="rId5" imgW="11887200" imgH="487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6201" y="2704355"/>
                        <a:ext cx="115570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5"/>
          <p:cNvGraphicFramePr>
            <a:graphicFrameLocks noChangeAspect="1"/>
          </p:cNvGraphicFramePr>
          <p:nvPr/>
        </p:nvGraphicFramePr>
        <p:xfrm>
          <a:off x="4632751" y="2680007"/>
          <a:ext cx="10382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7" imgW="10668000" imgH="4876800" progId="Equation.DSMT4">
                  <p:embed/>
                </p:oleObj>
              </mc:Choice>
              <mc:Fallback>
                <p:oleObj name="Equation" r:id="rId7" imgW="106680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32751" y="2680007"/>
                        <a:ext cx="1038225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5670137" y="2751076"/>
            <a:ext cx="326072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C-R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0" name="文本框 2"/>
          <p:cNvSpPr txBox="1"/>
          <p:nvPr/>
        </p:nvSpPr>
        <p:spPr>
          <a:xfrm>
            <a:off x="2641331" y="2686402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1326515" y="3782695"/>
            <a:ext cx="929640" cy="175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Object 14"/>
          <p:cNvGraphicFramePr>
            <a:graphicFrameLocks noChangeAspect="1"/>
          </p:cNvGraphicFramePr>
          <p:nvPr/>
        </p:nvGraphicFramePr>
        <p:xfrm>
          <a:off x="3086555" y="3446807"/>
          <a:ext cx="652462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9" imgW="6705600" imgH="9448800" progId="Equation.DSMT4">
                  <p:embed/>
                </p:oleObj>
              </mc:Choice>
              <mc:Fallback>
                <p:oleObj name="Equation" r:id="rId9" imgW="6705600" imgH="94488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86555" y="3446807"/>
                        <a:ext cx="652462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/>
          <p:cNvGraphicFramePr>
            <a:graphicFrameLocks noChangeAspect="1"/>
          </p:cNvGraphicFramePr>
          <p:nvPr/>
        </p:nvGraphicFramePr>
        <p:xfrm>
          <a:off x="3838015" y="3472538"/>
          <a:ext cx="652462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1" imgW="6705600" imgH="10058400" progId="Equation.DSMT4">
                  <p:embed/>
                </p:oleObj>
              </mc:Choice>
              <mc:Fallback>
                <p:oleObj name="Equation" r:id="rId11" imgW="6705600" imgH="100584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38015" y="3472538"/>
                        <a:ext cx="652462" cy="1169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6"/>
          <p:cNvGraphicFramePr>
            <a:graphicFrameLocks noChangeAspect="1"/>
          </p:cNvGraphicFramePr>
          <p:nvPr/>
        </p:nvGraphicFramePr>
        <p:xfrm>
          <a:off x="5448486" y="3437912"/>
          <a:ext cx="50323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3" imgW="5181600" imgH="10058400" progId="Equation.DSMT4">
                  <p:embed/>
                </p:oleObj>
              </mc:Choice>
              <mc:Fallback>
                <p:oleObj name="Equation" r:id="rId13" imgW="5181600" imgH="100584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48486" y="3437912"/>
                        <a:ext cx="503238" cy="1169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7"/>
          <p:cNvGraphicFramePr>
            <a:graphicFrameLocks noChangeAspect="1"/>
          </p:cNvGraphicFramePr>
          <p:nvPr/>
        </p:nvGraphicFramePr>
        <p:xfrm>
          <a:off x="4635146" y="3446694"/>
          <a:ext cx="6223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15" imgW="6400800" imgH="9448800" progId="Equation.DSMT4">
                  <p:embed/>
                </p:oleObj>
              </mc:Choice>
              <mc:Fallback>
                <p:oleObj name="Equation" r:id="rId15" imgW="6400800" imgH="9448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35146" y="3446694"/>
                        <a:ext cx="622300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/>
          <p:cNvSpPr txBox="1"/>
          <p:nvPr/>
        </p:nvSpPr>
        <p:spPr>
          <a:xfrm>
            <a:off x="6039046" y="3782654"/>
            <a:ext cx="1888490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内连续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2498156" y="3814286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3" name="Object 14"/>
          <p:cNvGraphicFramePr>
            <a:graphicFrameLocks noChangeAspect="1"/>
          </p:cNvGraphicFramePr>
          <p:nvPr/>
        </p:nvGraphicFramePr>
        <p:xfrm>
          <a:off x="3091556" y="4572525"/>
          <a:ext cx="1155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7" imgW="11887200" imgH="4876800" progId="Equation.DSMT4">
                  <p:embed/>
                </p:oleObj>
              </mc:Choice>
              <mc:Fallback>
                <p:oleObj name="Equation" r:id="rId17" imgW="11887200" imgH="487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1556" y="4572525"/>
                        <a:ext cx="1155700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5"/>
          <p:cNvGraphicFramePr>
            <a:graphicFrameLocks noChangeAspect="1"/>
          </p:cNvGraphicFramePr>
          <p:nvPr/>
        </p:nvGraphicFramePr>
        <p:xfrm>
          <a:off x="4315251" y="4548177"/>
          <a:ext cx="10382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18" imgW="10668000" imgH="4876800" progId="Equation.DSMT4">
                  <p:embed/>
                </p:oleObj>
              </mc:Choice>
              <mc:Fallback>
                <p:oleObj name="Equation" r:id="rId18" imgW="106680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15251" y="4548177"/>
                        <a:ext cx="1038225" cy="566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5352637" y="4619246"/>
            <a:ext cx="326072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C-R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8" name="文本框 2"/>
          <p:cNvSpPr txBox="1"/>
          <p:nvPr/>
        </p:nvSpPr>
        <p:spPr>
          <a:xfrm>
            <a:off x="2512426" y="4554572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" name="文本框 2"/>
          <p:cNvSpPr txBox="1"/>
          <p:nvPr/>
        </p:nvSpPr>
        <p:spPr>
          <a:xfrm>
            <a:off x="2607376" y="1939131"/>
            <a:ext cx="615315" cy="520700"/>
          </a:xfrm>
          <a:prstGeom prst="rect">
            <a:avLst/>
          </a:prstGeom>
          <a:noFill/>
        </p:spPr>
        <p:txBody>
          <a:bodyPr wrap="none" lIns="91396" tIns="45698" rIns="91396" bIns="45698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2" grpId="0"/>
      <p:bldP spid="41" grpId="0"/>
      <p:bldP spid="48" grpId="0"/>
      <p:bldP spid="4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0118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3293110" y="3423285"/>
            <a:ext cx="608203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、高阶求导公式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047490" y="1670685"/>
            <a:ext cx="367792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用柯西积分公式计算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3366770" y="1047750"/>
            <a:ext cx="487362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、柯西积分公式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graphicFrame>
        <p:nvGraphicFramePr>
          <p:cNvPr id="87" name="Object 4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4047173" y="2213928"/>
          <a:ext cx="195199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1" imgW="1002665" imgH="431800" progId="Equation.DSMT4">
                  <p:embed/>
                </p:oleObj>
              </mc:Choice>
              <mc:Fallback>
                <p:oleObj name="Equation" r:id="rId11" imgW="1002665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47173" y="2213928"/>
                        <a:ext cx="195199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0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6057583" y="2148205"/>
          <a:ext cx="485902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14" imgW="2197100" imgH="431800" progId="Equation.DSMT4">
                  <p:embed/>
                </p:oleObj>
              </mc:Choice>
              <mc:Fallback>
                <p:oleObj name="Equation" r:id="rId14" imgW="2197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57583" y="2148205"/>
                        <a:ext cx="485902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4047490" y="4686300"/>
          <a:ext cx="3140075" cy="100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1612900" imgH="431800" progId="Equation.DSMT4">
                  <p:embed/>
                </p:oleObj>
              </mc:Choice>
              <mc:Fallback>
                <p:oleObj name="Equation" r:id="rId17" imgW="16129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47490" y="4686300"/>
                        <a:ext cx="3140075" cy="1003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4047490" y="5690870"/>
          <a:ext cx="484251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20" imgW="2705100" imgH="431800" progId="Equation.DSMT4">
                  <p:embed/>
                </p:oleObj>
              </mc:Choice>
              <mc:Fallback>
                <p:oleObj name="Equation" r:id="rId20" imgW="2705100" imgH="431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47490" y="5690870"/>
                        <a:ext cx="484251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8984933" y="5983605"/>
          <a:ext cx="2196465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3" imgW="1091565" imgH="228600" progId="Equation.DSMT4">
                  <p:embed/>
                </p:oleObj>
              </mc:Choice>
              <mc:Fallback>
                <p:oleObj name="Equation" r:id="rId23" imgW="10915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984933" y="5983605"/>
                        <a:ext cx="2196465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>
            <p:custDataLst>
              <p:tags r:id="rId25"/>
            </p:custDataLst>
          </p:nvPr>
        </p:nvSpPr>
        <p:spPr>
          <a:xfrm>
            <a:off x="4047490" y="4138930"/>
            <a:ext cx="367792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用高阶求导公式计算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48250" y="3425825"/>
            <a:ext cx="6102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习题</a:t>
            </a:r>
            <a:r>
              <a:rPr lang="en-US" altLang="zh-CN" sz="2800"/>
              <a:t>3.   12</a:t>
            </a:r>
            <a:r>
              <a:rPr lang="zh-CN" altLang="en-US" sz="2800"/>
              <a:t>，</a:t>
            </a:r>
            <a:r>
              <a:rPr lang="en-US" altLang="zh-CN" sz="2800"/>
              <a:t>13</a:t>
            </a:r>
            <a:r>
              <a:rPr lang="zh-CN" altLang="en-US" sz="2800"/>
              <a:t>，</a:t>
            </a:r>
            <a:r>
              <a:rPr lang="en-US" altLang="zh-CN" sz="2800"/>
              <a:t>16(1)(3)</a:t>
            </a:r>
            <a:r>
              <a:rPr lang="zh-CN" altLang="en-US" sz="2800"/>
              <a:t>，</a:t>
            </a:r>
            <a:r>
              <a:rPr lang="en-US" altLang="zh-CN" sz="2800"/>
              <a:t>17(1)</a:t>
            </a:r>
            <a:r>
              <a:rPr lang="en-US" altLang="zh-CN" sz="2800"/>
              <a:t>(3)</a:t>
            </a:r>
            <a:endParaRPr lang="zh-CN" altLang="en-US" sz="28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REFSHAPE" val="-1674774700"/>
</p:tagLst>
</file>

<file path=ppt/tags/tag202.xml><?xml version="1.0" encoding="utf-8"?>
<p:tagLst xmlns:p="http://schemas.openxmlformats.org/presentationml/2006/main">
  <p:tag name="REFSHAPE" val="-1674775516"/>
</p:tagLst>
</file>

<file path=ppt/tags/tag203.xml><?xml version="1.0" encoding="utf-8"?>
<p:tagLst xmlns:p="http://schemas.openxmlformats.org/presentationml/2006/main">
  <p:tag name="REFSHAPE" val="-1674768308"/>
</p:tagLst>
</file>

<file path=ppt/tags/tag204.xml><?xml version="1.0" encoding="utf-8"?>
<p:tagLst xmlns:p="http://schemas.openxmlformats.org/presentationml/2006/main">
  <p:tag name="REFSHAPE" val="-1674767900"/>
</p:tagLst>
</file>

<file path=ppt/tags/tag20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7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08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09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0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1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2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3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4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5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1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1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REFSHAPE" val="410485796"/>
</p:tagLst>
</file>

<file path=ppt/tags/tag23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REFSHAPE" val="411749540"/>
</p:tagLst>
</file>

<file path=ppt/tags/tag23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REFSHAPE" val="186833724"/>
</p:tagLst>
</file>

<file path=ppt/tags/tag23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REFSHAPE" val="186834268"/>
</p:tagLst>
</file>

<file path=ppt/tags/tag23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38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39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40.xml><?xml version="1.0" encoding="utf-8"?>
<p:tagLst xmlns:p="http://schemas.openxmlformats.org/presentationml/2006/main">
  <p:tag name="KSO_WM_DIAGRAM_VIRTUALLY_FRAME" val="{&quot;height&quot;:310.62503937007875,&quot;left&quot;:60.7,&quot;top&quot;:134.4,&quot;width&quot;:899.3}"/>
</p:tagLst>
</file>

<file path=ppt/tags/tag24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48.xml><?xml version="1.0" encoding="utf-8"?>
<p:tagLst xmlns:p="http://schemas.openxmlformats.org/presentationml/2006/main">
  <p:tag name="REFSHAPE" val="-1674774700"/>
</p:tagLst>
</file>

<file path=ppt/tags/tag249.xml><?xml version="1.0" encoding="utf-8"?>
<p:tagLst xmlns:p="http://schemas.openxmlformats.org/presentationml/2006/main">
  <p:tag name="REFSHAPE" val="-1674775516"/>
</p:tagLst>
</file>

<file path=ppt/tags/tag250.xml><?xml version="1.0" encoding="utf-8"?>
<p:tagLst xmlns:p="http://schemas.openxmlformats.org/presentationml/2006/main">
  <p:tag name="REFSHAPE" val="-1674768308"/>
</p:tagLst>
</file>

<file path=ppt/tags/tag251.xml><?xml version="1.0" encoding="utf-8"?>
<p:tagLst xmlns:p="http://schemas.openxmlformats.org/presentationml/2006/main">
  <p:tag name="REFSHAPE" val="-1674767900"/>
</p:tagLst>
</file>

<file path=ppt/tags/tag25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26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7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7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7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8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8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8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1.xml><?xml version="1.0" encoding="utf-8"?>
<p:tagLst xmlns:p="http://schemas.openxmlformats.org/presentationml/2006/main">
  <p:tag name="KSO_WM_DIAGRAM_VIRTUALLY_FRAME" val="{&quot;height&quot;:323.5946456692914,&quot;left&quot;:53.53488188976378,&quot;top&quot;:232.2523622047244,&quot;width&quot;:523.0585039370078}"/>
</p:tagLst>
</file>

<file path=ppt/tags/tag292.xml><?xml version="1.0" encoding="utf-8"?>
<p:tagLst xmlns:p="http://schemas.openxmlformats.org/presentationml/2006/main">
  <p:tag name="KSO_WM_DIAGRAM_VIRTUALLY_FRAME" val="{&quot;height&quot;:323.5946456692914,&quot;left&quot;:53.53488188976378,&quot;top&quot;:232.2523622047244,&quot;width&quot;:523.0585039370078}"/>
</p:tagLst>
</file>

<file path=ppt/tags/tag293.xml><?xml version="1.0" encoding="utf-8"?>
<p:tagLst xmlns:p="http://schemas.openxmlformats.org/presentationml/2006/main">
  <p:tag name="KSO_WM_DIAGRAM_VIRTUALLY_FRAME" val="{&quot;height&quot;:323.5946456692914,&quot;left&quot;:53.53488188976378,&quot;top&quot;:232.2523622047244,&quot;width&quot;:523.0585039370078}"/>
</p:tagLst>
</file>

<file path=ppt/tags/tag294.xml><?xml version="1.0" encoding="utf-8"?>
<p:tagLst xmlns:p="http://schemas.openxmlformats.org/presentationml/2006/main">
  <p:tag name="KSO_WM_DIAGRAM_VIRTUALLY_FRAME" val="{&quot;height&quot;:323.5946456692914,&quot;left&quot;:53.53488188976378,&quot;top&quot;:232.2523622047244,&quot;width&quot;:523.0585039370078}"/>
</p:tagLst>
</file>

<file path=ppt/tags/tag295.xml><?xml version="1.0" encoding="utf-8"?>
<p:tagLst xmlns:p="http://schemas.openxmlformats.org/presentationml/2006/main">
  <p:tag name="KSO_WM_DIAGRAM_VIRTUALLY_FRAME" val="{&quot;height&quot;:323.5946456692914,&quot;left&quot;:53.53488188976378,&quot;top&quot;:232.2523622047244,&quot;width&quot;:523.0585039370078}"/>
</p:tagLst>
</file>

<file path=ppt/tags/tag296.xml><?xml version="1.0" encoding="utf-8"?>
<p:tagLst xmlns:p="http://schemas.openxmlformats.org/presentationml/2006/main">
  <p:tag name="KSO_WM_DIAGRAM_VIRTUALLY_FRAME" val="{&quot;height&quot;:323.5946456692914,&quot;left&quot;:53.53488188976378,&quot;top&quot;:232.2523622047244,&quot;width&quot;:523.0585039370078}"/>
</p:tagLst>
</file>

<file path=ppt/tags/tag29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29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30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30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7.xml><?xml version="1.0" encoding="utf-8"?>
<p:tagLst xmlns:p="http://schemas.openxmlformats.org/presentationml/2006/main">
  <p:tag name="REFSHAPE" val="507778060"/>
</p:tagLst>
</file>

<file path=ppt/tags/tag308.xml><?xml version="1.0" encoding="utf-8"?>
<p:tagLst xmlns:p="http://schemas.openxmlformats.org/presentationml/2006/main">
  <p:tag name="REFSHAPE" val="507778604"/>
</p:tagLst>
</file>

<file path=ppt/tags/tag309.xml><?xml version="1.0" encoding="utf-8"?>
<p:tagLst xmlns:p="http://schemas.openxmlformats.org/presentationml/2006/main">
  <p:tag name="REFSHAPE" val="507779012"/>
</p:tagLst>
</file>

<file path=ppt/tags/tag310.xml><?xml version="1.0" encoding="utf-8"?>
<p:tagLst xmlns:p="http://schemas.openxmlformats.org/presentationml/2006/main">
  <p:tag name="REFSHAPE" val="507778468"/>
</p:tagLst>
</file>

<file path=ppt/tags/tag311.xml><?xml version="1.0" encoding="utf-8"?>
<p:tagLst xmlns:p="http://schemas.openxmlformats.org/presentationml/2006/main">
  <p:tag name="REFSHAPE" val="507778332"/>
</p:tagLst>
</file>

<file path=ppt/tags/tag312.xml><?xml version="1.0" encoding="utf-8"?>
<p:tagLst xmlns:p="http://schemas.openxmlformats.org/presentationml/2006/main">
  <p:tag name="REFSHAPE" val="507779964"/>
</p:tagLst>
</file>

<file path=ppt/tags/tag313.xml><?xml version="1.0" encoding="utf-8"?>
<p:tagLst xmlns:p="http://schemas.openxmlformats.org/presentationml/2006/main">
  <p:tag name="REFSHAPE" val="507780372"/>
</p:tagLst>
</file>

<file path=ppt/tags/tag314.xml><?xml version="1.0" encoding="utf-8"?>
<p:tagLst xmlns:p="http://schemas.openxmlformats.org/presentationml/2006/main">
  <p:tag name="REFSHAPE" val="507780780"/>
</p:tagLst>
</file>

<file path=ppt/tags/tag315.xml><?xml version="1.0" encoding="utf-8"?>
<p:tagLst xmlns:p="http://schemas.openxmlformats.org/presentationml/2006/main">
  <p:tag name="REFSHAPE" val="507781324"/>
</p:tagLst>
</file>

<file path=ppt/tags/tag316.xml><?xml version="1.0" encoding="utf-8"?>
<p:tagLst xmlns:p="http://schemas.openxmlformats.org/presentationml/2006/main">
  <p:tag name="REFSHAPE" val="507781596"/>
</p:tagLst>
</file>

<file path=ppt/tags/tag31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143.95,&quot;left&quot;:51.9,&quot;top&quot;:56.25,&quot;width&quot;:769.45}"/>
</p:tagLst>
</file>

<file path=ppt/tags/tag318.xml><?xml version="1.0" encoding="utf-8"?>
<p:tagLst xmlns:p="http://schemas.openxmlformats.org/presentationml/2006/main">
  <p:tag name="REFSHAPE" val="507781868"/>
</p:tagLst>
</file>

<file path=ppt/tags/tag31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20.xml><?xml version="1.0" encoding="utf-8"?>
<p:tagLst xmlns:p="http://schemas.openxmlformats.org/presentationml/2006/main">
  <p:tag name="REFSHAPE" val="-1674774700"/>
</p:tagLst>
</file>

<file path=ppt/tags/tag321.xml><?xml version="1.0" encoding="utf-8"?>
<p:tagLst xmlns:p="http://schemas.openxmlformats.org/presentationml/2006/main">
  <p:tag name="REFSHAPE" val="-1674775516"/>
</p:tagLst>
</file>

<file path=ppt/tags/tag322.xml><?xml version="1.0" encoding="utf-8"?>
<p:tagLst xmlns:p="http://schemas.openxmlformats.org/presentationml/2006/main">
  <p:tag name="REFSHAPE" val="-1674774156"/>
</p:tagLst>
</file>

<file path=ppt/tags/tag323.xml><?xml version="1.0" encoding="utf-8"?>
<p:tagLst xmlns:p="http://schemas.openxmlformats.org/presentationml/2006/main">
  <p:tag name="REFSHAPE" val="-1674774020"/>
</p:tagLst>
</file>

<file path=ppt/tags/tag324.xml><?xml version="1.0" encoding="utf-8"?>
<p:tagLst xmlns:p="http://schemas.openxmlformats.org/presentationml/2006/main">
  <p:tag name="REFSHAPE" val="-1674774564"/>
</p:tagLst>
</file>

<file path=ppt/tags/tag325.xml><?xml version="1.0" encoding="utf-8"?>
<p:tagLst xmlns:p="http://schemas.openxmlformats.org/presentationml/2006/main">
  <p:tag name="REFSHAPE" val="-1674773884"/>
</p:tagLst>
</file>

<file path=ppt/tags/tag326.xml><?xml version="1.0" encoding="utf-8"?>
<p:tagLst xmlns:p="http://schemas.openxmlformats.org/presentationml/2006/main">
  <p:tag name="REFSHAPE" val="-1674773748"/>
</p:tagLst>
</file>

<file path=ppt/tags/tag327.xml><?xml version="1.0" encoding="utf-8"?>
<p:tagLst xmlns:p="http://schemas.openxmlformats.org/presentationml/2006/main">
  <p:tag name="REFSHAPE" val="-1674771708"/>
</p:tagLst>
</file>

<file path=ppt/tags/tag328.xml><?xml version="1.0" encoding="utf-8"?>
<p:tagLst xmlns:p="http://schemas.openxmlformats.org/presentationml/2006/main">
  <p:tag name="REFSHAPE" val="-1674772524"/>
</p:tagLst>
</file>

<file path=ppt/tags/tag329.xml><?xml version="1.0" encoding="utf-8"?>
<p:tagLst xmlns:p="http://schemas.openxmlformats.org/presentationml/2006/main">
  <p:tag name="REFSHAPE" val="-1674773340"/>
</p:tagLst>
</file>

<file path=ppt/tags/tag330.xml><?xml version="1.0" encoding="utf-8"?>
<p:tagLst xmlns:p="http://schemas.openxmlformats.org/presentationml/2006/main">
  <p:tag name="REFSHAPE" val="-1674773204"/>
</p:tagLst>
</file>

<file path=ppt/tags/tag331.xml><?xml version="1.0" encoding="utf-8"?>
<p:tagLst xmlns:p="http://schemas.openxmlformats.org/presentationml/2006/main">
  <p:tag name="REFSHAPE" val="-1674771572"/>
</p:tagLst>
</file>

<file path=ppt/tags/tag332.xml><?xml version="1.0" encoding="utf-8"?>
<p:tagLst xmlns:p="http://schemas.openxmlformats.org/presentationml/2006/main">
  <p:tag name="REFSHAPE" val="-1674775244"/>
</p:tagLst>
</file>

<file path=ppt/tags/tag333.xml><?xml version="1.0" encoding="utf-8"?>
<p:tagLst xmlns:p="http://schemas.openxmlformats.org/presentationml/2006/main">
  <p:tag name="REFSHAPE" val="-1674768716"/>
</p:tagLst>
</file>

<file path=ppt/tags/tag334.xml><?xml version="1.0" encoding="utf-8"?>
<p:tagLst xmlns:p="http://schemas.openxmlformats.org/presentationml/2006/main">
  <p:tag name="REFSHAPE" val="-1674768172"/>
</p:tagLst>
</file>

<file path=ppt/tags/tag335.xml><?xml version="1.0" encoding="utf-8"?>
<p:tagLst xmlns:p="http://schemas.openxmlformats.org/presentationml/2006/main">
  <p:tag name="REFSHAPE" val="-1674767764"/>
</p:tagLst>
</file>

<file path=ppt/tags/tag336.xml><?xml version="1.0" encoding="utf-8"?>
<p:tagLst xmlns:p="http://schemas.openxmlformats.org/presentationml/2006/main">
  <p:tag name="REFSHAPE" val="-1674769668"/>
</p:tagLst>
</file>

<file path=ppt/tags/tag337.xml><?xml version="1.0" encoding="utf-8"?>
<p:tagLst xmlns:p="http://schemas.openxmlformats.org/presentationml/2006/main">
  <p:tag name="REFSHAPE" val="-1674768988"/>
</p:tagLst>
</file>

<file path=ppt/tags/tag338.xml><?xml version="1.0" encoding="utf-8"?>
<p:tagLst xmlns:p="http://schemas.openxmlformats.org/presentationml/2006/main">
  <p:tag name="REFSHAPE" val="-1674771164"/>
</p:tagLst>
</file>

<file path=ppt/tags/tag339.xml><?xml version="1.0" encoding="utf-8"?>
<p:tagLst xmlns:p="http://schemas.openxmlformats.org/presentationml/2006/main">
  <p:tag name="REFSHAPE" val="-1674768308"/>
</p:tagLst>
</file>

<file path=ppt/tags/tag340.xml><?xml version="1.0" encoding="utf-8"?>
<p:tagLst xmlns:p="http://schemas.openxmlformats.org/presentationml/2006/main">
  <p:tag name="REFSHAPE" val="-1674767900"/>
</p:tagLst>
</file>

<file path=ppt/tags/tag34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143.95,&quot;left&quot;:51.9,&quot;top&quot;:56.25,&quot;width&quot;:769.45}"/>
</p:tagLst>
</file>

<file path=ppt/tags/tag34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4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4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4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4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5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5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5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REFSHAPE" val="507778740"/>
</p:tagLst>
</file>

<file path=ppt/tags/tag357.xml><?xml version="1.0" encoding="utf-8"?>
<p:tagLst xmlns:p="http://schemas.openxmlformats.org/presentationml/2006/main">
  <p:tag name="REFSHAPE" val="507778196"/>
</p:tagLst>
</file>

<file path=ppt/tags/tag358.xml><?xml version="1.0" encoding="utf-8"?>
<p:tagLst xmlns:p="http://schemas.openxmlformats.org/presentationml/2006/main">
  <p:tag name="REFSHAPE" val="507779148"/>
</p:tagLst>
</file>

<file path=ppt/tags/tag359.xml><?xml version="1.0" encoding="utf-8"?>
<p:tagLst xmlns:p="http://schemas.openxmlformats.org/presentationml/2006/main">
  <p:tag name="REFSHAPE" val="507782140"/>
</p:tagLst>
</file>

<file path=ppt/tags/tag360.xml><?xml version="1.0" encoding="utf-8"?>
<p:tagLst xmlns:p="http://schemas.openxmlformats.org/presentationml/2006/main">
  <p:tag name="REFSHAPE" val="507780236"/>
</p:tagLst>
</file>

<file path=ppt/tags/tag36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6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6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6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70.xml><?xml version="1.0" encoding="utf-8"?>
<p:tagLst xmlns:p="http://schemas.openxmlformats.org/presentationml/2006/main">
  <p:tag name="KSO_WPP_MARK_KEY" val="a12637f3-4089-4dd8-9196-f62e4f5ba641"/>
  <p:tag name="COMMONDATA" val="eyJoZGlkIjoiZGVlMWU0ZDMwNTgzY2I5MzA3YTY2MzlkMjY5ZDc1ODMifQ=="/>
  <p:tag name="resource_record_key" val="{&quot;13&quot;:[4364942],&quot;65&quot;:[20204973]}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5024</Words>
  <Application>WPS 演示</Application>
  <PresentationFormat>自定义</PresentationFormat>
  <Paragraphs>792</Paragraphs>
  <Slides>55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555</vt:i4>
      </vt:variant>
      <vt:variant>
        <vt:lpstr>幻灯片标题</vt:lpstr>
      </vt:variant>
      <vt:variant>
        <vt:i4>55</vt:i4>
      </vt:variant>
    </vt:vector>
  </HeadingPairs>
  <TitlesOfParts>
    <vt:vector size="624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Cambria Math</vt:lpstr>
      <vt:lpstr>MS Mincho</vt:lpstr>
      <vt:lpstr>Times New Roman</vt:lpstr>
      <vt:lpstr>Arial Unicode MS</vt:lpstr>
      <vt:lpstr>Calibri</vt:lpstr>
      <vt:lpstr>Segoe Print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336</cp:revision>
  <dcterms:created xsi:type="dcterms:W3CDTF">2018-03-03T11:57:00Z</dcterms:created>
  <dcterms:modified xsi:type="dcterms:W3CDTF">2025-04-26T09:15:55Z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7D9494F11574496C8A234C3AD117E46D_12</vt:lpwstr>
  </property>
</Properties>
</file>