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4" r:id="rId3"/>
  </p:sldMasterIdLst>
  <p:notesMasterIdLst>
    <p:notesMasterId r:id="rId22"/>
  </p:notesMasterIdLst>
  <p:sldIdLst>
    <p:sldId id="395" r:id="rId4"/>
    <p:sldId id="396" r:id="rId5"/>
    <p:sldId id="397" r:id="rId6"/>
    <p:sldId id="422" r:id="rId7"/>
    <p:sldId id="345" r:id="rId8"/>
    <p:sldId id="475" r:id="rId9"/>
    <p:sldId id="476" r:id="rId10"/>
    <p:sldId id="320" r:id="rId11"/>
    <p:sldId id="355" r:id="rId12"/>
    <p:sldId id="356" r:id="rId13"/>
    <p:sldId id="373" r:id="rId14"/>
    <p:sldId id="376" r:id="rId15"/>
    <p:sldId id="375" r:id="rId16"/>
    <p:sldId id="377" r:id="rId17"/>
    <p:sldId id="402" r:id="rId18"/>
    <p:sldId id="378" r:id="rId19"/>
    <p:sldId id="379" r:id="rId20"/>
    <p:sldId id="380" r:id="rId21"/>
  </p:sldIdLst>
  <p:sldSz cx="13322300" cy="9001125"/>
  <p:notesSz cx="6858000" cy="9144000"/>
  <p:custDataLst>
    <p:tags r:id="rId27"/>
  </p:custDataLst>
  <p:defaultTextStyle>
    <a:defPPr>
      <a:defRPr lang="zh-CN"/>
    </a:defPPr>
    <a:lvl1pPr marL="0" algn="l" defTabSz="1000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0380" algn="l" defTabSz="1000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00760" algn="l" defTabSz="1000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00505" algn="l" defTabSz="1000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00885" algn="l" defTabSz="1000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01265" algn="l" defTabSz="1000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01645" algn="l" defTabSz="1000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02025" algn="l" defTabSz="1000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02405" algn="l" defTabSz="1000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8" userDrawn="1">
          <p15:clr>
            <a:srgbClr val="A4A3A4"/>
          </p15:clr>
        </p15:guide>
        <p15:guide id="2" pos="41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>
        <p:scale>
          <a:sx n="50" d="100"/>
          <a:sy n="50" d="100"/>
        </p:scale>
        <p:origin x="-258" y="-108"/>
      </p:cViewPr>
      <p:guideLst>
        <p:guide orient="horz" pos="2948"/>
        <p:guide pos="4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374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0" Type="http://schemas.openxmlformats.org/officeDocument/2006/relationships/image" Target="../media/image16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image" Target="../media/image24.wmf"/><Relationship Id="rId7" Type="http://schemas.openxmlformats.org/officeDocument/2006/relationships/image" Target="../media/image23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0" Type="http://schemas.openxmlformats.org/officeDocument/2006/relationships/image" Target="../media/image26.wmf"/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34.wmf"/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1" Type="http://schemas.openxmlformats.org/officeDocument/2006/relationships/image" Target="../media/image38.wmf"/><Relationship Id="rId10" Type="http://schemas.openxmlformats.org/officeDocument/2006/relationships/image" Target="../media/image36.wmf"/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7.wmf"/><Relationship Id="rId8" Type="http://schemas.openxmlformats.org/officeDocument/2006/relationships/image" Target="../media/image46.wmf"/><Relationship Id="rId7" Type="http://schemas.openxmlformats.org/officeDocument/2006/relationships/image" Target="../media/image45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3" Type="http://schemas.openxmlformats.org/officeDocument/2006/relationships/image" Target="../media/image41.wmf"/><Relationship Id="rId22" Type="http://schemas.openxmlformats.org/officeDocument/2006/relationships/image" Target="../media/image60.wmf"/><Relationship Id="rId21" Type="http://schemas.openxmlformats.org/officeDocument/2006/relationships/image" Target="../media/image59.wmf"/><Relationship Id="rId20" Type="http://schemas.openxmlformats.org/officeDocument/2006/relationships/image" Target="../media/image58.wmf"/><Relationship Id="rId2" Type="http://schemas.openxmlformats.org/officeDocument/2006/relationships/image" Target="../media/image40.wmf"/><Relationship Id="rId19" Type="http://schemas.openxmlformats.org/officeDocument/2006/relationships/image" Target="../media/image57.wmf"/><Relationship Id="rId18" Type="http://schemas.openxmlformats.org/officeDocument/2006/relationships/image" Target="../media/image56.wmf"/><Relationship Id="rId17" Type="http://schemas.openxmlformats.org/officeDocument/2006/relationships/image" Target="../media/image55.wmf"/><Relationship Id="rId16" Type="http://schemas.openxmlformats.org/officeDocument/2006/relationships/image" Target="../media/image54.wmf"/><Relationship Id="rId15" Type="http://schemas.openxmlformats.org/officeDocument/2006/relationships/image" Target="../media/image53.wmf"/><Relationship Id="rId14" Type="http://schemas.openxmlformats.org/officeDocument/2006/relationships/image" Target="../media/image52.wmf"/><Relationship Id="rId13" Type="http://schemas.openxmlformats.org/officeDocument/2006/relationships/image" Target="../media/image51.wmf"/><Relationship Id="rId12" Type="http://schemas.openxmlformats.org/officeDocument/2006/relationships/image" Target="../media/image50.wmf"/><Relationship Id="rId11" Type="http://schemas.openxmlformats.org/officeDocument/2006/relationships/image" Target="../media/image49.wmf"/><Relationship Id="rId10" Type="http://schemas.openxmlformats.org/officeDocument/2006/relationships/image" Target="../media/image48.wmf"/><Relationship Id="rId1" Type="http://schemas.openxmlformats.org/officeDocument/2006/relationships/image" Target="../media/image3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7" Type="http://schemas.openxmlformats.org/officeDocument/2006/relationships/image" Target="../media/image27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3" Type="http://schemas.openxmlformats.org/officeDocument/2006/relationships/image" Target="../media/image62.wmf"/><Relationship Id="rId2" Type="http://schemas.openxmlformats.org/officeDocument/2006/relationships/image" Target="../media/image50.wmf"/><Relationship Id="rId1" Type="http://schemas.openxmlformats.org/officeDocument/2006/relationships/image" Target="../media/image61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image" Target="../media/image72.wmf"/><Relationship Id="rId7" Type="http://schemas.openxmlformats.org/officeDocument/2006/relationships/image" Target="../media/image71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8" Type="http://schemas.openxmlformats.org/officeDocument/2006/relationships/image" Target="../media/image81.wmf"/><Relationship Id="rId17" Type="http://schemas.openxmlformats.org/officeDocument/2006/relationships/image" Target="../media/image27.wmf"/><Relationship Id="rId16" Type="http://schemas.openxmlformats.org/officeDocument/2006/relationships/image" Target="../media/image80.wmf"/><Relationship Id="rId15" Type="http://schemas.openxmlformats.org/officeDocument/2006/relationships/image" Target="../media/image79.wmf"/><Relationship Id="rId14" Type="http://schemas.openxmlformats.org/officeDocument/2006/relationships/image" Target="../media/image78.wmf"/><Relationship Id="rId13" Type="http://schemas.openxmlformats.org/officeDocument/2006/relationships/image" Target="../media/image77.wmf"/><Relationship Id="rId12" Type="http://schemas.openxmlformats.org/officeDocument/2006/relationships/image" Target="../media/image76.wmf"/><Relationship Id="rId11" Type="http://schemas.openxmlformats.org/officeDocument/2006/relationships/image" Target="../media/image75.wmf"/><Relationship Id="rId10" Type="http://schemas.openxmlformats.org/officeDocument/2006/relationships/image" Target="../media/image74.wmf"/><Relationship Id="rId1" Type="http://schemas.openxmlformats.org/officeDocument/2006/relationships/image" Target="../media/image50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8.wmf"/><Relationship Id="rId8" Type="http://schemas.openxmlformats.org/officeDocument/2006/relationships/image" Target="../media/image87.wmf"/><Relationship Id="rId7" Type="http://schemas.openxmlformats.org/officeDocument/2006/relationships/image" Target="../media/image86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50.wmf"/><Relationship Id="rId3" Type="http://schemas.openxmlformats.org/officeDocument/2006/relationships/image" Target="../media/image61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97.wmf"/><Relationship Id="rId8" Type="http://schemas.openxmlformats.org/officeDocument/2006/relationships/image" Target="../media/image96.wmf"/><Relationship Id="rId7" Type="http://schemas.openxmlformats.org/officeDocument/2006/relationships/image" Target="../media/image95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wmf"/><Relationship Id="rId8" Type="http://schemas.openxmlformats.org/officeDocument/2006/relationships/image" Target="../media/image105.wmf"/><Relationship Id="rId7" Type="http://schemas.openxmlformats.org/officeDocument/2006/relationships/image" Target="../media/image104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2" Type="http://schemas.openxmlformats.org/officeDocument/2006/relationships/image" Target="../media/image109.wmf"/><Relationship Id="rId11" Type="http://schemas.openxmlformats.org/officeDocument/2006/relationships/image" Target="../media/image108.wmf"/><Relationship Id="rId10" Type="http://schemas.openxmlformats.org/officeDocument/2006/relationships/image" Target="../media/image107.wmf"/><Relationship Id="rId1" Type="http://schemas.openxmlformats.org/officeDocument/2006/relationships/image" Target="../media/image98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wmf"/><Relationship Id="rId8" Type="http://schemas.openxmlformats.org/officeDocument/2006/relationships/image" Target="../media/image113.wmf"/><Relationship Id="rId7" Type="http://schemas.openxmlformats.org/officeDocument/2006/relationships/image" Target="../media/image112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84.wmf"/><Relationship Id="rId3" Type="http://schemas.openxmlformats.org/officeDocument/2006/relationships/image" Target="../media/image50.wmf"/><Relationship Id="rId2" Type="http://schemas.openxmlformats.org/officeDocument/2006/relationships/image" Target="../media/image61.wmf"/><Relationship Id="rId11" Type="http://schemas.openxmlformats.org/officeDocument/2006/relationships/image" Target="../media/image116.wmf"/><Relationship Id="rId10" Type="http://schemas.openxmlformats.org/officeDocument/2006/relationships/image" Target="../media/image115.wmf"/><Relationship Id="rId1" Type="http://schemas.openxmlformats.org/officeDocument/2006/relationships/image" Target="../media/image82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wmf"/><Relationship Id="rId8" Type="http://schemas.openxmlformats.org/officeDocument/2006/relationships/image" Target="../media/image124.wmf"/><Relationship Id="rId7" Type="http://schemas.openxmlformats.org/officeDocument/2006/relationships/image" Target="../media/image123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1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9.wmf"/><Relationship Id="rId4" Type="http://schemas.openxmlformats.org/officeDocument/2006/relationships/image" Target="../media/image128.wmf"/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8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143000"/>
            <a:ext cx="4568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00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0380" algn="l" defTabSz="1000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00760" algn="l" defTabSz="1000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00505" algn="l" defTabSz="1000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00885" algn="l" defTabSz="1000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01265" algn="l" defTabSz="1000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01645" algn="l" defTabSz="1000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02025" algn="l" defTabSz="1000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02405" algn="l" defTabSz="1000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9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8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file:///C:\Users\1V994W2\PycharmProjects\PPT_Background_Generation/pic_temp/pic_half_down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2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1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30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image" Target="file:///C:\Users\1V994W2\PycharmProjects\PPT_Background_Generation/pic_temp/0_pic_quater_right_down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40.xml"/><Relationship Id="rId4" Type="http://schemas.openxmlformats.org/officeDocument/2006/relationships/image" Target="file:///C:\Users\1V994W2\Documents\Tencent%20Files\574576071\FileRecv\&#25340;&#35013;&#32032;&#26448;\&#20845;&#21313;1\\43\subject_holdright_10,121,190_0_staid_full_0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9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49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48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57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6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4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3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69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79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8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6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8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5" Type="http://schemas.openxmlformats.org/officeDocument/2006/relationships/tags" Target="../tags/tag139.xml"/><Relationship Id="rId24" Type="http://schemas.openxmlformats.org/officeDocument/2006/relationships/tags" Target="../tags/tag138.xml"/><Relationship Id="rId23" Type="http://schemas.openxmlformats.org/officeDocument/2006/relationships/tags" Target="../tags/tag137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tags" Target="../tags/tag116.xml"/><Relationship Id="rId19" Type="http://schemas.openxmlformats.org/officeDocument/2006/relationships/tags" Target="../tags/tag133.xml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6" Type="http://schemas.openxmlformats.org/officeDocument/2006/relationships/tags" Target="../tags/tag179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3" Type="http://schemas.openxmlformats.org/officeDocument/2006/relationships/tags" Target="../tags/tag205.xml"/><Relationship Id="rId22" Type="http://schemas.openxmlformats.org/officeDocument/2006/relationships/tags" Target="../tags/tag204.xml"/><Relationship Id="rId21" Type="http://schemas.openxmlformats.org/officeDocument/2006/relationships/tags" Target="../tags/tag203.xml"/><Relationship Id="rId20" Type="http://schemas.openxmlformats.org/officeDocument/2006/relationships/tags" Target="../tags/tag202.xml"/><Relationship Id="rId2" Type="http://schemas.openxmlformats.org/officeDocument/2006/relationships/tags" Target="../tags/tag184.xml"/><Relationship Id="rId19" Type="http://schemas.openxmlformats.org/officeDocument/2006/relationships/tags" Target="../tags/tag201.xml"/><Relationship Id="rId18" Type="http://schemas.openxmlformats.org/officeDocument/2006/relationships/tags" Target="../tags/tag200.xml"/><Relationship Id="rId17" Type="http://schemas.openxmlformats.org/officeDocument/2006/relationships/tags" Target="../tags/tag199.xml"/><Relationship Id="rId16" Type="http://schemas.openxmlformats.org/officeDocument/2006/relationships/tags" Target="../tags/tag198.xml"/><Relationship Id="rId15" Type="http://schemas.openxmlformats.org/officeDocument/2006/relationships/tags" Target="../tags/tag197.xml"/><Relationship Id="rId14" Type="http://schemas.openxmlformats.org/officeDocument/2006/relationships/tags" Target="../tags/tag196.xml"/><Relationship Id="rId13" Type="http://schemas.openxmlformats.org/officeDocument/2006/relationships/tags" Target="../tags/tag195.xml"/><Relationship Id="rId12" Type="http://schemas.openxmlformats.org/officeDocument/2006/relationships/tags" Target="../tags/tag194.xml"/><Relationship Id="rId11" Type="http://schemas.openxmlformats.org/officeDocument/2006/relationships/tags" Target="../tags/tag193.xml"/><Relationship Id="rId10" Type="http://schemas.openxmlformats.org/officeDocument/2006/relationships/tags" Target="../tags/tag192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5" Type="http://schemas.openxmlformats.org/officeDocument/2006/relationships/tags" Target="../tags/tag226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5" Type="http://schemas.openxmlformats.org/officeDocument/2006/relationships/tags" Target="../tags/tag271.xml"/><Relationship Id="rId14" Type="http://schemas.openxmlformats.org/officeDocument/2006/relationships/tags" Target="../tags/tag270.xml"/><Relationship Id="rId13" Type="http://schemas.openxmlformats.org/officeDocument/2006/relationships/tags" Target="../tags/tag269.xml"/><Relationship Id="rId12" Type="http://schemas.openxmlformats.org/officeDocument/2006/relationships/tags" Target="../tags/tag268.xml"/><Relationship Id="rId11" Type="http://schemas.openxmlformats.org/officeDocument/2006/relationships/tags" Target="../tags/tag267.xml"/><Relationship Id="rId10" Type="http://schemas.openxmlformats.org/officeDocument/2006/relationships/tags" Target="../tags/tag266.xml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9" Type="http://schemas.openxmlformats.org/officeDocument/2006/relationships/tags" Target="../tags/tag279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5" Type="http://schemas.openxmlformats.org/officeDocument/2006/relationships/tags" Target="../tags/tag285.xml"/><Relationship Id="rId14" Type="http://schemas.openxmlformats.org/officeDocument/2006/relationships/tags" Target="../tags/tag284.xml"/><Relationship Id="rId13" Type="http://schemas.openxmlformats.org/officeDocument/2006/relationships/tags" Target="../tags/tag283.xml"/><Relationship Id="rId12" Type="http://schemas.openxmlformats.org/officeDocument/2006/relationships/tags" Target="../tags/tag282.xml"/><Relationship Id="rId11" Type="http://schemas.openxmlformats.org/officeDocument/2006/relationships/tags" Target="../tags/tag281.xml"/><Relationship Id="rId10" Type="http://schemas.openxmlformats.org/officeDocument/2006/relationships/tags" Target="../tags/tag28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322300" cy="9001125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6" name="直接连接符 5"/>
          <p:cNvCxnSpPr/>
          <p:nvPr>
            <p:custDataLst>
              <p:tags r:id="rId8"/>
            </p:custDataLst>
          </p:nvPr>
        </p:nvCxnSpPr>
        <p:spPr>
          <a:xfrm>
            <a:off x="3395105" y="5618202"/>
            <a:ext cx="653209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3191802" y="5884904"/>
            <a:ext cx="6938698" cy="474226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zh-CN" altLang="en-US" sz="2185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10"/>
            </p:custDataLst>
          </p:nvPr>
        </p:nvSpPr>
        <p:spPr>
          <a:xfrm>
            <a:off x="3191801" y="3604617"/>
            <a:ext cx="6938698" cy="174688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sz="7870" b="0" spc="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>
              <a:buClrTx/>
              <a:buSzTx/>
              <a:buFontTx/>
            </a:pPr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848" cy="558374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452" y="0"/>
            <a:ext cx="786848" cy="5583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731986" y="581745"/>
            <a:ext cx="11858330" cy="580078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62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731986" y="1250167"/>
            <a:ext cx="11858330" cy="7072940"/>
          </a:xfrm>
        </p:spPr>
        <p:txBody>
          <a:bodyPr vert="horz" wrap="square" lIns="90170" tIns="46990" rIns="90170" bIns="46990" rtlCol="0">
            <a:normAutofit/>
          </a:bodyPr>
          <a:lstStyle>
            <a:lvl1pPr marL="249555" marR="0" lvl="0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749300" marR="0" lvl="1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249045" marR="0" lvl="2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748790" marR="0" lvl="3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247900" marR="0" lvl="4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767" y="0"/>
            <a:ext cx="4440767" cy="149885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5138106" y="6061176"/>
            <a:ext cx="4957006" cy="422553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kumimoji="0" lang="zh-CN" altLang="en-US" sz="1965" b="0" i="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5138106" y="4697671"/>
            <a:ext cx="4957006" cy="1096804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kumimoji="0" lang="zh-CN" altLang="en-US" sz="4370" b="0" i="0" spc="40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marR="0" lvl="0" indent="0"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848" cy="558374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452" y="0"/>
            <a:ext cx="786848" cy="5583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731986" y="581745"/>
            <a:ext cx="11858330" cy="580078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62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732038" y="1250167"/>
            <a:ext cx="5773043" cy="7072940"/>
          </a:xfrm>
        </p:spPr>
        <p:txBody>
          <a:bodyPr vert="horz" wrap="square" lIns="90170" tIns="46990" rIns="90170" bIns="46990" rtlCol="0">
            <a:normAutofit/>
          </a:bodyPr>
          <a:lstStyle>
            <a:lvl1pPr marL="249555" marR="0" lvl="0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749300" marR="0" lvl="1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249045" marR="0" lvl="2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748790" marR="0" lvl="3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247900" marR="0" lvl="4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817273" y="1250167"/>
            <a:ext cx="5773043" cy="7072940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7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7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7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7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7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848" cy="558374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452" y="0"/>
            <a:ext cx="786848" cy="5583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731986" y="581745"/>
            <a:ext cx="11858330" cy="580078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62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732038" y="1250167"/>
            <a:ext cx="5773043" cy="500066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85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99745" indent="0">
              <a:buNone/>
              <a:defRPr sz="2185" b="1"/>
            </a:lvl2pPr>
            <a:lvl3pPr marL="999490" indent="0">
              <a:buNone/>
              <a:defRPr sz="1965" b="1"/>
            </a:lvl3pPr>
            <a:lvl4pPr marL="1498600" indent="0">
              <a:buNone/>
              <a:defRPr sz="1750" b="1"/>
            </a:lvl4pPr>
            <a:lvl5pPr marL="1998345" indent="0">
              <a:buNone/>
              <a:defRPr sz="1750" b="1"/>
            </a:lvl5pPr>
            <a:lvl6pPr marL="2498090" indent="0">
              <a:buNone/>
              <a:defRPr sz="1750" b="1"/>
            </a:lvl6pPr>
            <a:lvl7pPr marL="2997835" indent="0">
              <a:buNone/>
              <a:defRPr sz="1750" b="1"/>
            </a:lvl7pPr>
            <a:lvl8pPr marL="3496945" indent="0">
              <a:buNone/>
              <a:defRPr sz="1750" b="1"/>
            </a:lvl8pPr>
            <a:lvl9pPr marL="3996690" indent="0">
              <a:buNone/>
              <a:defRPr sz="175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732033" y="1846064"/>
            <a:ext cx="5772997" cy="6476862"/>
          </a:xfrm>
        </p:spPr>
        <p:txBody>
          <a:bodyPr vert="horz" wrap="square" lIns="90170" tIns="46990" rIns="90170" bIns="46990" rtlCol="0">
            <a:normAutofit/>
          </a:bodyPr>
          <a:lstStyle>
            <a:lvl1pPr marL="249555" marR="0" lvl="0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749300" marR="0" lvl="1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249045" marR="0" lvl="2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748790" marR="0" lvl="3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247900" marR="0" lvl="4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813856" y="1250167"/>
            <a:ext cx="5773043" cy="500066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185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99745" indent="0">
              <a:buNone/>
              <a:defRPr sz="2185" b="1"/>
            </a:lvl2pPr>
            <a:lvl3pPr marL="999490" indent="0">
              <a:buNone/>
              <a:defRPr sz="1965" b="1"/>
            </a:lvl3pPr>
            <a:lvl4pPr marL="1498600" indent="0">
              <a:buNone/>
              <a:defRPr sz="1750" b="1"/>
            </a:lvl4pPr>
            <a:lvl5pPr marL="1998345" indent="0">
              <a:buNone/>
              <a:defRPr sz="1750" b="1"/>
            </a:lvl5pPr>
            <a:lvl6pPr marL="2498090" indent="0">
              <a:buNone/>
              <a:defRPr sz="1750" b="1"/>
            </a:lvl6pPr>
            <a:lvl7pPr marL="2997835" indent="0">
              <a:buNone/>
              <a:defRPr sz="1750" b="1"/>
            </a:lvl7pPr>
            <a:lvl8pPr marL="3496945" indent="0">
              <a:buNone/>
              <a:defRPr sz="1750" b="1"/>
            </a:lvl8pPr>
            <a:lvl9pPr marL="3996690" indent="0">
              <a:buNone/>
              <a:defRPr sz="175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813856" y="1846064"/>
            <a:ext cx="5773043" cy="6476862"/>
          </a:xfrm>
        </p:spPr>
        <p:txBody>
          <a:bodyPr vert="horz" wrap="square" lIns="90170" tIns="46990" rIns="90170" bIns="46990" rtlCol="0">
            <a:normAutofit/>
          </a:bodyPr>
          <a:lstStyle>
            <a:lvl1pPr marL="249555" marR="0" lvl="0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749300" marR="0" lvl="1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249045" marR="0" lvl="2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748790" marR="0" lvl="3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247900" marR="0" lvl="4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215" y="2880360"/>
            <a:ext cx="4796028" cy="3240405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42751"/>
            <a:ext cx="786848" cy="5583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731986" y="581739"/>
            <a:ext cx="11858330" cy="580078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62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848" cy="558374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452" y="0"/>
            <a:ext cx="786848" cy="5583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732038" y="581745"/>
            <a:ext cx="11858330" cy="580078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62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732038" y="1250167"/>
            <a:ext cx="5773043" cy="7072940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749300" marR="0" lvl="1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249045" marR="0" lvl="2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748790" marR="0" lvl="3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247900" marR="0" lvl="4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817325" y="1250167"/>
            <a:ext cx="5773043" cy="7072940"/>
          </a:xfrm>
        </p:spPr>
        <p:txBody>
          <a:bodyPr vert="horz" wrap="square" lIns="90170" tIns="46990" rIns="90170" bIns="46990" rtlCol="0">
            <a:normAutofit/>
          </a:bodyPr>
          <a:lstStyle>
            <a:lvl1pPr marL="249555" marR="0" lvl="0" indent="-24955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75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848" cy="558374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452" y="0"/>
            <a:ext cx="786848" cy="558374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1551167" y="1250167"/>
            <a:ext cx="1039148" cy="7072940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62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732033" y="1250156"/>
            <a:ext cx="10739248" cy="7072940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848" cy="558374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452" y="0"/>
            <a:ext cx="786848" cy="558374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732038" y="1250167"/>
            <a:ext cx="11858330" cy="7072940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322300" cy="900112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8"/>
            </p:custDataLst>
          </p:nvPr>
        </p:nvSpPr>
        <p:spPr>
          <a:xfrm>
            <a:off x="3729549" y="3079134"/>
            <a:ext cx="5863200" cy="1836063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zh-CN" altLang="en-US" sz="8740" b="0" spc="1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3729203" y="5332749"/>
            <a:ext cx="5899975" cy="589240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zh-CN" altLang="en-US" sz="2185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3713244" y="5185232"/>
            <a:ext cx="5895812" cy="736759"/>
            <a:chOff x="4893" y="5392"/>
            <a:chExt cx="9414" cy="884"/>
          </a:xfrm>
        </p:grpSpPr>
        <p:cxnSp>
          <p:nvCxnSpPr>
            <p:cNvPr id="9" name="直接连接符 8"/>
            <p:cNvCxnSpPr/>
            <p:nvPr>
              <p:custDataLst>
                <p:tags r:id="rId11"/>
              </p:custDataLst>
            </p:nvPr>
          </p:nvCxnSpPr>
          <p:spPr>
            <a:xfrm>
              <a:off x="4893" y="5392"/>
              <a:ext cx="941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12"/>
              </p:custDataLst>
            </p:nvPr>
          </p:nvCxnSpPr>
          <p:spPr>
            <a:xfrm>
              <a:off x="4893" y="6276"/>
              <a:ext cx="941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848" cy="558374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452" y="0"/>
            <a:ext cx="786848" cy="5583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731986" y="581739"/>
            <a:ext cx="11858330" cy="580078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961301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497588" y="8334156"/>
            <a:ext cx="4327125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9408874" y="8334156"/>
            <a:ext cx="2950313" cy="415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452" y="0"/>
            <a:ext cx="786848" cy="5583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848" cy="558374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452" y="0"/>
            <a:ext cx="786848" cy="5583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848" cy="558374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452" y="0"/>
            <a:ext cx="786848" cy="5583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986" y="581739"/>
            <a:ext cx="11858330" cy="58007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61301" y="8334156"/>
            <a:ext cx="2950313" cy="415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97588" y="8334156"/>
            <a:ext cx="4327125" cy="415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08874" y="8334156"/>
            <a:ext cx="2950313" cy="415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2213325" y="247091"/>
            <a:ext cx="1210716" cy="303729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lstStyle/>
          <a:p>
            <a:r>
              <a:rPr lang="zh-CN" altLang="en-US" sz="13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长沙理工大学</a:t>
            </a:r>
            <a:endParaRPr lang="zh-CN" altLang="en-US" sz="13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2125163" y="609834"/>
            <a:ext cx="23365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2149798" y="686965"/>
            <a:ext cx="3112970" cy="278419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lstStyle/>
          <a:p>
            <a:r>
              <a:rPr lang="en-US" altLang="zh-CN" sz="11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Changsha University of Science and  Technology</a:t>
            </a:r>
            <a:endParaRPr lang="zh-CN" alt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985" y="241654"/>
            <a:ext cx="788932" cy="865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线连接符 21"/>
          <p:cNvCxnSpPr/>
          <p:nvPr userDrawn="1">
            <p:custDataLst>
              <p:tags r:id="rId2"/>
            </p:custDataLst>
          </p:nvPr>
        </p:nvCxnSpPr>
        <p:spPr>
          <a:xfrm>
            <a:off x="1412613" y="5601234"/>
            <a:ext cx="56203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>
            <p:custDataLst>
              <p:tags r:id="rId3"/>
            </p:custDataLst>
          </p:nvPr>
        </p:nvGrpSpPr>
        <p:grpSpPr>
          <a:xfrm>
            <a:off x="1494136" y="1293542"/>
            <a:ext cx="417363" cy="49001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2" name="矩形 41"/>
            <p:cNvSpPr/>
            <p:nvPr>
              <p:custDataLst>
                <p:tags r:id="rId7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8"/>
            </p:custDataLst>
          </p:nvPr>
        </p:nvGrpSpPr>
        <p:grpSpPr>
          <a:xfrm>
            <a:off x="6403488" y="-7"/>
            <a:ext cx="6918812" cy="9001132"/>
            <a:chOff x="5860199" y="-5"/>
            <a:chExt cx="6331801" cy="6858005"/>
          </a:xfrm>
        </p:grpSpPr>
        <p:sp>
          <p:nvSpPr>
            <p:cNvPr id="44" name="等腰三角形 43"/>
            <p:cNvSpPr/>
            <p:nvPr>
              <p:custDataLst>
                <p:tags r:id="rId9"/>
              </p:custDataLst>
            </p:nvPr>
          </p:nvSpPr>
          <p:spPr>
            <a:xfrm>
              <a:off x="5860199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5" name="等腰三角形 44"/>
            <p:cNvSpPr/>
            <p:nvPr>
              <p:custDataLst>
                <p:tags r:id="rId10"/>
              </p:custDataLst>
            </p:nvPr>
          </p:nvSpPr>
          <p:spPr>
            <a:xfrm>
              <a:off x="6468332" y="3429000"/>
              <a:ext cx="2916968" cy="3428999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100000">
                  <a:schemeClr val="accent6">
                    <a:lumMod val="75000"/>
                  </a:schemeClr>
                </a:gs>
              </a:gsLst>
              <a:lin ang="648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468332" y="0"/>
              <a:ext cx="5723668" cy="6858000"/>
              <a:chOff x="6468332" y="0"/>
              <a:chExt cx="5723668" cy="6858000"/>
            </a:xfrm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3" name="矩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385300" y="0"/>
                <a:ext cx="2806700" cy="685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7634514" y="0"/>
              <a:ext cx="4557486" cy="6858000"/>
              <a:chOff x="6468332" y="0"/>
              <a:chExt cx="4557486" cy="6858000"/>
            </a:xfrm>
            <a:solidFill>
              <a:srgbClr val="5CABEC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1" name="矩形 5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385300" y="0"/>
                <a:ext cx="1640518" cy="6858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 dirty="0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800695" y="-5"/>
              <a:ext cx="3391305" cy="6858001"/>
              <a:chOff x="6468332" y="-5"/>
              <a:chExt cx="3391305" cy="6858001"/>
            </a:xfrm>
            <a:solidFill>
              <a:schemeClr val="accent2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15000"/>
                </a:schemeClr>
              </a:outerShdw>
            </a:effectLst>
          </p:grpSpPr>
          <p:sp>
            <p:nvSpPr>
              <p:cNvPr id="49" name="矩形 4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385300" y="-5"/>
                <a:ext cx="474337" cy="68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16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270638" y="4038608"/>
            <a:ext cx="7341278" cy="1492436"/>
          </a:xfrm>
        </p:spPr>
        <p:txBody>
          <a:bodyPr lIns="90000" tIns="46800" rIns="90000" bIns="46800" anchor="b" anchorCtr="0">
            <a:normAutofit/>
          </a:bodyPr>
          <a:lstStyle>
            <a:lvl1pPr algn="l">
              <a:defRPr sz="7090" b="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286498" y="5634353"/>
            <a:ext cx="7341278" cy="831840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3675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600075" indent="0" algn="ctr">
              <a:buNone/>
              <a:defRPr sz="2625"/>
            </a:lvl2pPr>
            <a:lvl3pPr marL="1200150" indent="0" algn="ctr">
              <a:buNone/>
              <a:defRPr sz="2365"/>
            </a:lvl3pPr>
            <a:lvl4pPr marL="1800225" indent="0" algn="ctr">
              <a:buNone/>
              <a:defRPr sz="2100"/>
            </a:lvl4pPr>
            <a:lvl5pPr marL="2400300" indent="0" algn="ctr">
              <a:buNone/>
              <a:defRPr sz="2100"/>
            </a:lvl5pPr>
            <a:lvl6pPr marL="3000375" indent="0" algn="ctr">
              <a:buNone/>
              <a:defRPr sz="2100"/>
            </a:lvl6pPr>
            <a:lvl7pPr marL="3600450" indent="0" algn="ctr">
              <a:buNone/>
              <a:defRPr sz="2100"/>
            </a:lvl7pPr>
            <a:lvl8pPr marL="4200525" indent="0" algn="ctr">
              <a:buNone/>
              <a:defRPr sz="2100"/>
            </a:lvl8pPr>
            <a:lvl9pPr marL="4800600" indent="0" algn="ctr">
              <a:buNone/>
              <a:defRPr sz="21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31986" y="581745"/>
            <a:ext cx="11858330" cy="58007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15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31986" y="1250167"/>
            <a:ext cx="11858330" cy="7072940"/>
          </a:xfrm>
        </p:spPr>
        <p:txBody>
          <a:bodyPr vert="horz" lIns="101600" tIns="0" rIns="82550" bIns="0" rtlCol="0">
            <a:normAutofit/>
          </a:bodyPr>
          <a:lstStyle>
            <a:lvl1pPr marL="300355" marR="0" lvl="0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00430" marR="0" lvl="1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500505" marR="0" lvl="2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100580" marR="0" lvl="3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700655" marR="0" lvl="4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>
            <p:custDataLst>
              <p:tags r:id="rId2"/>
            </p:custDataLst>
          </p:nvPr>
        </p:nvSpPr>
        <p:spPr>
          <a:xfrm rot="10800000" flipV="1">
            <a:off x="3731416" y="4500563"/>
            <a:ext cx="3187395" cy="4500561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 userDrawn="1">
            <p:custDataLst>
              <p:tags r:id="rId3"/>
            </p:custDataLst>
          </p:nvPr>
        </p:nvSpPr>
        <p:spPr>
          <a:xfrm rot="10800000" flipV="1">
            <a:off x="3066904" y="4500563"/>
            <a:ext cx="3187395" cy="4500561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0" y="0"/>
            <a:ext cx="6254300" cy="9001125"/>
            <a:chOff x="6468332" y="0"/>
            <a:chExt cx="5723668" cy="6858000"/>
          </a:xfrm>
          <a:solidFill>
            <a:schemeClr val="accent1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28067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7"/>
            </p:custDataLst>
          </p:nvPr>
        </p:nvGrpSpPr>
        <p:grpSpPr>
          <a:xfrm rot="10800000" flipV="1">
            <a:off x="0" y="0"/>
            <a:ext cx="4980003" cy="9001125"/>
            <a:chOff x="6468332" y="0"/>
            <a:chExt cx="4557486" cy="6858000"/>
          </a:xfrm>
          <a:solidFill>
            <a:schemeClr val="accent1"/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385300" y="0"/>
              <a:ext cx="1640518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9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10"/>
            </p:custDataLst>
          </p:nvPr>
        </p:nvGrpSpPr>
        <p:grpSpPr>
          <a:xfrm rot="10800000" flipV="1">
            <a:off x="0" y="-7"/>
            <a:ext cx="3705707" cy="9001126"/>
            <a:chOff x="6468332" y="-5"/>
            <a:chExt cx="3391305" cy="6858001"/>
          </a:xfrm>
          <a:solidFill>
            <a:schemeClr val="accent2"/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15000"/>
              </a:schemeClr>
            </a:outerShdw>
          </a:effectLst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385300" y="-5"/>
              <a:ext cx="474337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13"/>
            </p:custDataLst>
          </p:nvPr>
        </p:nvGrpSpPr>
        <p:grpSpPr>
          <a:xfrm rot="10800000">
            <a:off x="1577312" y="2142767"/>
            <a:ext cx="531693" cy="624245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17"/>
            </p:custDataLst>
          </p:nvPr>
        </p:nvGrpSpPr>
        <p:grpSpPr>
          <a:xfrm>
            <a:off x="11426655" y="6750844"/>
            <a:ext cx="531693" cy="62424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8" name="矩形 27"/>
            <p:cNvSpPr/>
            <p:nvPr>
              <p:custDataLst>
                <p:tags r:id="rId1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1"/>
            </p:custDataLst>
          </p:nvPr>
        </p:nvSpPr>
        <p:spPr>
          <a:xfrm>
            <a:off x="5005711" y="4115514"/>
            <a:ext cx="5974151" cy="1009891"/>
          </a:xfrm>
        </p:spPr>
        <p:txBody>
          <a:bodyPr lIns="90000" tIns="46800" rIns="90000" bIns="46800" anchor="b" anchorCtr="0">
            <a:normAutofit/>
          </a:bodyPr>
          <a:lstStyle>
            <a:lvl1pPr algn="r">
              <a:defRPr sz="577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22"/>
            </p:custDataLst>
          </p:nvPr>
        </p:nvSpPr>
        <p:spPr>
          <a:xfrm>
            <a:off x="5005711" y="5194311"/>
            <a:ext cx="5974151" cy="1414855"/>
          </a:xfrm>
        </p:spPr>
        <p:txBody>
          <a:bodyPr lIns="101600" tIns="38100" rIns="76200" bIns="381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625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00075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200150" indent="0">
              <a:buNone/>
              <a:defRPr sz="2365">
                <a:solidFill>
                  <a:schemeClr val="tx1">
                    <a:tint val="75000"/>
                  </a:schemeClr>
                </a:solidFill>
              </a:defRPr>
            </a:lvl3pPr>
            <a:lvl4pPr marL="180022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4003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00037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60045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20052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31986" y="581745"/>
            <a:ext cx="11858330" cy="58007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15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32038" y="1250167"/>
            <a:ext cx="5773043" cy="7072940"/>
          </a:xfrm>
        </p:spPr>
        <p:txBody>
          <a:bodyPr vert="horz" lIns="101600" tIns="0" rIns="82550" bIns="0" rtlCol="0">
            <a:normAutofit/>
          </a:bodyPr>
          <a:lstStyle>
            <a:lvl1pPr marL="300355" marR="0" lvl="0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00430" marR="0" lvl="1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500505" marR="0" lvl="2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100580" marR="0" lvl="3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700655" marR="0" lvl="4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817273" y="1250167"/>
            <a:ext cx="5773043" cy="7072940"/>
          </a:xfrm>
        </p:spPr>
        <p:txBody>
          <a:bodyPr>
            <a:normAutofit/>
          </a:bodyPr>
          <a:lstStyle>
            <a:lvl1pPr>
              <a:defRPr sz="2100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100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100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100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100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31986" y="581745"/>
            <a:ext cx="11858330" cy="58007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15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32038" y="1250167"/>
            <a:ext cx="5773043" cy="500066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25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600075" indent="0">
              <a:buNone/>
              <a:defRPr sz="2625" b="1"/>
            </a:lvl2pPr>
            <a:lvl3pPr marL="1200150" indent="0">
              <a:buNone/>
              <a:defRPr sz="2365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3000375" indent="0">
              <a:buNone/>
              <a:defRPr sz="2100" b="1"/>
            </a:lvl6pPr>
            <a:lvl7pPr marL="3600450" indent="0">
              <a:buNone/>
              <a:defRPr sz="2100" b="1"/>
            </a:lvl7pPr>
            <a:lvl8pPr marL="4200525" indent="0">
              <a:buNone/>
              <a:defRPr sz="2100" b="1"/>
            </a:lvl8pPr>
            <a:lvl9pPr marL="4800600" indent="0">
              <a:buNone/>
              <a:defRPr sz="21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32033" y="1846064"/>
            <a:ext cx="5772997" cy="6476862"/>
          </a:xfrm>
        </p:spPr>
        <p:txBody>
          <a:bodyPr vert="horz" lIns="101600" tIns="0" rIns="82550" bIns="0" rtlCol="0">
            <a:normAutofit/>
          </a:bodyPr>
          <a:lstStyle>
            <a:lvl1pPr marL="300355" marR="0" lvl="0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00430" marR="0" lvl="1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500505" marR="0" lvl="2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100580" marR="0" lvl="3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700655" marR="0" lvl="4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813856" y="1250167"/>
            <a:ext cx="5773043" cy="500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625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00075" indent="0">
              <a:buNone/>
              <a:defRPr sz="2625" b="1"/>
            </a:lvl2pPr>
            <a:lvl3pPr marL="1200150" indent="0">
              <a:buNone/>
              <a:defRPr sz="2365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3000375" indent="0">
              <a:buNone/>
              <a:defRPr sz="2100" b="1"/>
            </a:lvl6pPr>
            <a:lvl7pPr marL="3600450" indent="0">
              <a:buNone/>
              <a:defRPr sz="2100" b="1"/>
            </a:lvl7pPr>
            <a:lvl8pPr marL="4200525" indent="0">
              <a:buNone/>
              <a:defRPr sz="2100" b="1"/>
            </a:lvl8pPr>
            <a:lvl9pPr marL="4800600" indent="0">
              <a:buNone/>
              <a:defRPr sz="21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813856" y="1846064"/>
            <a:ext cx="5773043" cy="6476862"/>
          </a:xfrm>
        </p:spPr>
        <p:txBody>
          <a:bodyPr vert="horz" lIns="101600" tIns="0" rIns="82550" bIns="0" rtlCol="0">
            <a:normAutofit/>
          </a:bodyPr>
          <a:lstStyle>
            <a:lvl1pPr marL="300355" marR="0" lvl="0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00430" marR="0" lvl="1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500505" marR="0" lvl="2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100580" marR="0" lvl="3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700655" marR="0" lvl="4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8423" y="-7"/>
            <a:ext cx="13330723" cy="9001132"/>
            <a:chOff x="-7708" y="-5"/>
            <a:chExt cx="12199708" cy="6858005"/>
          </a:xfrm>
        </p:grpSpPr>
        <p:grpSp>
          <p:nvGrpSpPr>
            <p:cNvPr id="7" name="组合 6"/>
            <p:cNvGrpSpPr/>
            <p:nvPr/>
          </p:nvGrpSpPr>
          <p:grpSpPr>
            <a:xfrm>
              <a:off x="-7706" y="-5"/>
              <a:ext cx="1695321" cy="3979334"/>
              <a:chOff x="-7706" y="-5"/>
              <a:chExt cx="1695321" cy="3979334"/>
            </a:xfrm>
          </p:grpSpPr>
          <p:sp>
            <p:nvSpPr>
              <p:cNvPr id="14" name="等腰三角形 13"/>
              <p:cNvSpPr/>
              <p:nvPr>
                <p:custDataLst>
                  <p:tags r:id="rId3"/>
                </p:custDataLst>
              </p:nvPr>
            </p:nvSpPr>
            <p:spPr>
              <a:xfrm rot="10800000" flipH="1">
                <a:off x="-4946" y="0"/>
                <a:ext cx="1692561" cy="3979329"/>
              </a:xfrm>
              <a:prstGeom prst="triangle">
                <a:avLst>
                  <a:gd name="adj" fmla="val 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4"/>
                </p:custDataLst>
              </p:nvPr>
            </p:nvSpPr>
            <p:spPr>
              <a:xfrm rot="10800000" flipH="1">
                <a:off x="-7706" y="-5"/>
                <a:ext cx="1441199" cy="3388360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5"/>
                </p:custDataLst>
              </p:nvPr>
            </p:nvSpPr>
            <p:spPr>
              <a:xfrm rot="10800000" flipH="1">
                <a:off x="0" y="-1"/>
                <a:ext cx="1137920" cy="2675329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710334" y="3374500"/>
              <a:ext cx="1481666" cy="3483500"/>
              <a:chOff x="10710334" y="3374500"/>
              <a:chExt cx="1481666" cy="3483500"/>
            </a:xfrm>
          </p:grpSpPr>
          <p:sp>
            <p:nvSpPr>
              <p:cNvPr id="12" name="等腰三角形 1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0710334" y="3374500"/>
                <a:ext cx="1481666" cy="3483500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406400" dist="38100" dir="10800000" sx="93000" sy="93000" algn="r" rotWithShape="0">
                  <a:schemeClr val="accent1">
                    <a:lumMod val="75000"/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1201399" y="4529029"/>
                <a:ext cx="990600" cy="2328970"/>
              </a:xfrm>
              <a:prstGeom prst="triangle">
                <a:avLst>
                  <a:gd name="adj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-7708" y="6149280"/>
              <a:ext cx="2410683" cy="708720"/>
              <a:chOff x="-7708" y="6149280"/>
              <a:chExt cx="2410683" cy="708720"/>
            </a:xfrm>
          </p:grpSpPr>
          <p:sp>
            <p:nvSpPr>
              <p:cNvPr id="10" name="等腰三角形 9"/>
              <p:cNvSpPr/>
              <p:nvPr>
                <p:custDataLst>
                  <p:tags r:id="rId8"/>
                </p:custDataLst>
              </p:nvPr>
            </p:nvSpPr>
            <p:spPr>
              <a:xfrm rot="5400000" flipH="1">
                <a:off x="843274" y="5298298"/>
                <a:ext cx="708720" cy="2410683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28600" dist="38100" dir="16200000" rotWithShape="0">
                  <a:schemeClr val="accent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>
                <p:custDataLst>
                  <p:tags r:id="rId9"/>
                </p:custDataLst>
              </p:nvPr>
            </p:nvSpPr>
            <p:spPr>
              <a:xfrm rot="5400000" flipH="1">
                <a:off x="478765" y="5670515"/>
                <a:ext cx="708720" cy="1666249"/>
              </a:xfrm>
              <a:prstGeom prst="triangle">
                <a:avLst>
                  <a:gd name="adj" fmla="val 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648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80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15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32038" y="581745"/>
            <a:ext cx="11858330" cy="58007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15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732038" y="1250167"/>
            <a:ext cx="5773043" cy="7072940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00430" marR="0" lvl="1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00505" marR="0" lvl="2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00580" marR="0" lvl="3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00655" marR="0" lvl="4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817325" y="1250167"/>
            <a:ext cx="5773043" cy="7072940"/>
          </a:xfrm>
        </p:spPr>
        <p:txBody>
          <a:bodyPr vert="horz" lIns="101600" tIns="0" rIns="82550" bIns="0" rtlCol="0">
            <a:normAutofit/>
          </a:bodyPr>
          <a:lstStyle>
            <a:lvl1pPr marL="300355" marR="0" lvl="0" indent="-2997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1551167" y="1250167"/>
            <a:ext cx="1039148" cy="7072940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15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32033" y="1250156"/>
            <a:ext cx="10739248" cy="7072940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32038" y="1250167"/>
            <a:ext cx="11858330" cy="707294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>
            <p:custDataLst>
              <p:tags r:id="rId2"/>
            </p:custDataLst>
          </p:nvPr>
        </p:nvSpPr>
        <p:spPr>
          <a:xfrm rot="10800000" flipV="1">
            <a:off x="-4736" y="5306892"/>
            <a:ext cx="2616335" cy="3694232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 userDrawn="1">
            <p:custDataLst>
              <p:tags r:id="rId3"/>
            </p:custDataLst>
          </p:nvPr>
        </p:nvSpPr>
        <p:spPr>
          <a:xfrm rot="10800000" flipV="1">
            <a:off x="-1" y="5767388"/>
            <a:ext cx="2290202" cy="3233736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1" y="0"/>
            <a:ext cx="3786416" cy="9001125"/>
            <a:chOff x="6468332" y="0"/>
            <a:chExt cx="3465166" cy="6858000"/>
          </a:xfrm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54819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等腰三角形 10"/>
          <p:cNvSpPr/>
          <p:nvPr userDrawn="1">
            <p:custDataLst>
              <p:tags r:id="rId7"/>
            </p:custDataLst>
          </p:nvPr>
        </p:nvSpPr>
        <p:spPr>
          <a:xfrm flipV="1">
            <a:off x="0" y="0"/>
            <a:ext cx="3187395" cy="900112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8"/>
            </p:custDataLst>
          </p:nvPr>
        </p:nvSpPr>
        <p:spPr>
          <a:xfrm flipV="1">
            <a:off x="0" y="0"/>
            <a:ext cx="2611599" cy="7375088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9"/>
            </p:custDataLst>
          </p:nvPr>
        </p:nvGrpSpPr>
        <p:grpSpPr>
          <a:xfrm rot="10800000">
            <a:off x="1577312" y="2142767"/>
            <a:ext cx="531693" cy="624245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 userDrawn="1">
            <p:custDataLst>
              <p:tags r:id="rId13"/>
            </p:custDataLst>
          </p:nvPr>
        </p:nvGrpSpPr>
        <p:grpSpPr>
          <a:xfrm>
            <a:off x="11426655" y="6750844"/>
            <a:ext cx="531693" cy="62424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4" name="直接连接符 23"/>
          <p:cNvCxnSpPr/>
          <p:nvPr userDrawn="1">
            <p:custDataLst>
              <p:tags r:id="rId17"/>
            </p:custDataLst>
          </p:nvPr>
        </p:nvCxnSpPr>
        <p:spPr>
          <a:xfrm>
            <a:off x="3678028" y="5269825"/>
            <a:ext cx="611299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3525987" y="3825487"/>
            <a:ext cx="6965325" cy="1394634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090" b="0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3526594" y="5306914"/>
            <a:ext cx="6965289" cy="127515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150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  <p:custDataLst>
              <p:tags r:id="rId23"/>
            </p:custDataLst>
          </p:nvPr>
        </p:nvSpPr>
        <p:spPr>
          <a:xfrm>
            <a:off x="3525987" y="2678755"/>
            <a:ext cx="3639507" cy="1071142"/>
          </a:xfrm>
        </p:spPr>
        <p:txBody>
          <a:bodyPr lIns="90000" tIns="46800" rIns="90000" anchor="b" anchorCtr="0">
            <a:normAutofit/>
          </a:bodyPr>
          <a:lstStyle>
            <a:lvl1pPr marL="0" indent="0">
              <a:buNone/>
              <a:defRPr sz="5775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rot="5400000" flipH="1">
            <a:off x="11460509" y="6764846"/>
            <a:ext cx="1111162" cy="3137892"/>
            <a:chOff x="0" y="0"/>
            <a:chExt cx="2916968" cy="6857996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19945" y="399263"/>
            <a:ext cx="12682410" cy="820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400415" y="1639575"/>
            <a:ext cx="10518848" cy="949725"/>
          </a:xfrm>
        </p:spPr>
        <p:txBody>
          <a:bodyPr anchor="ctr"/>
          <a:lstStyle>
            <a:lvl1pPr>
              <a:defRPr sz="4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399883" y="2839725"/>
            <a:ext cx="10519066" cy="4521825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 userDrawn="1">
            <p:custDataLst>
              <p:tags r:id="rId8"/>
            </p:custDataLst>
          </p:nvPr>
        </p:nvGrpSpPr>
        <p:grpSpPr>
          <a:xfrm>
            <a:off x="12251157" y="7741163"/>
            <a:ext cx="859228" cy="1008793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0" name="矩形 9"/>
            <p:cNvSpPr/>
            <p:nvPr>
              <p:custDataLst>
                <p:tags r:id="rId9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0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1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12"/>
            </p:custDataLst>
          </p:nvPr>
        </p:nvGrpSpPr>
        <p:grpSpPr>
          <a:xfrm rot="10800000">
            <a:off x="201506" y="263671"/>
            <a:ext cx="859228" cy="1008793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5270635" cy="901196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37268" y="1011150"/>
            <a:ext cx="4327125" cy="1157625"/>
          </a:xfrm>
        </p:spPr>
        <p:txBody>
          <a:bodyPr anchor="ctr"/>
          <a:lstStyle>
            <a:lvl1pPr>
              <a:defRPr sz="472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41201" y="2315250"/>
            <a:ext cx="4323191" cy="5372325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574124" y="1010544"/>
            <a:ext cx="7080750" cy="667791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4" name="组合 13"/>
          <p:cNvGrpSpPr/>
          <p:nvPr userDrawn="1">
            <p:custDataLst>
              <p:tags r:id="rId9"/>
            </p:custDataLst>
          </p:nvPr>
        </p:nvGrpSpPr>
        <p:grpSpPr>
          <a:xfrm rot="5400000">
            <a:off x="201506" y="7677443"/>
            <a:ext cx="859228" cy="1008793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3322300" cy="34965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232740" y="-1482173"/>
            <a:ext cx="1290601" cy="4514545"/>
            <a:chOff x="0" y="0"/>
            <a:chExt cx="2916968" cy="6857996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8738" y="1025325"/>
            <a:ext cx="11994004" cy="822150"/>
          </a:xfrm>
        </p:spPr>
        <p:txBody>
          <a:bodyPr anchor="ctr"/>
          <a:lstStyle>
            <a:lvl1pPr algn="ctr">
              <a:defRPr sz="472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668738" y="2178225"/>
            <a:ext cx="11993539" cy="108675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69584" y="3685500"/>
            <a:ext cx="11982203" cy="4502925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rot="16200000" flipH="1">
            <a:off x="1232740" y="-1482173"/>
            <a:ext cx="1290601" cy="4514545"/>
            <a:chOff x="0" y="0"/>
            <a:chExt cx="2916968" cy="6857996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6600826"/>
            <a:ext cx="13322300" cy="24002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0870" y="878850"/>
            <a:ext cx="11994004" cy="741825"/>
          </a:xfrm>
        </p:spPr>
        <p:txBody>
          <a:bodyPr anchor="ctr"/>
          <a:lstStyle>
            <a:lvl1pPr algn="ctr">
              <a:defRPr sz="42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60910" y="2206575"/>
            <a:ext cx="12009739" cy="42147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649069" y="6799275"/>
            <a:ext cx="12021540" cy="1327725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3322300" cy="120015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33334" y="311850"/>
            <a:ext cx="12060878" cy="58007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33334" y="2182950"/>
            <a:ext cx="5837685" cy="37989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821123" y="2182950"/>
            <a:ext cx="5865221" cy="37989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625466" y="6322050"/>
            <a:ext cx="5837685" cy="1025325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832924" y="6317325"/>
            <a:ext cx="5865221" cy="1025325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11"/>
            </p:custDataLst>
          </p:nvPr>
        </p:nvGrpSpPr>
        <p:grpSpPr>
          <a:xfrm>
            <a:off x="12525986" y="8089149"/>
            <a:ext cx="417363" cy="49001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258982"/>
            <a:ext cx="13322300" cy="648316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986626" y="-2389376"/>
            <a:ext cx="2477115" cy="7754120"/>
            <a:chOff x="0" y="-1532"/>
            <a:chExt cx="3368984" cy="7916555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等腰三角形 8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 userDrawn="1">
              <p:custDataLst>
                <p:tags r:id="rId6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 rot="5400000" flipH="1">
            <a:off x="8855936" y="3636378"/>
            <a:ext cx="2477115" cy="7754120"/>
            <a:chOff x="0" y="-1532"/>
            <a:chExt cx="3368984" cy="7916555"/>
          </a:xfrm>
        </p:grpSpPr>
        <p:sp>
          <p:nvSpPr>
            <p:cNvPr id="14" name="等腰三角形 13"/>
            <p:cNvSpPr/>
            <p:nvPr userDrawn="1">
              <p:custDataLst>
                <p:tags r:id="rId8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等腰三角形 14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等腰三角形 15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663976" y="1757700"/>
            <a:ext cx="9991725" cy="3132675"/>
          </a:xfrm>
        </p:spPr>
        <p:txBody>
          <a:bodyPr anchor="b"/>
          <a:lstStyle>
            <a:lvl1pPr algn="ctr">
              <a:defRPr sz="787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1663553" y="5069925"/>
            <a:ext cx="9991725" cy="21735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9" Type="http://schemas.openxmlformats.org/officeDocument/2006/relationships/image" Target="file:///C:\Users\1V994W2\PycharmProjects\PPT_Background_Generation/pic_temp/pic_sup.png" TargetMode="External"/><Relationship Id="rId38" Type="http://schemas.openxmlformats.org/officeDocument/2006/relationships/image" Target="../media/image1.png"/><Relationship Id="rId37" Type="http://schemas.openxmlformats.org/officeDocument/2006/relationships/tags" Target="../tags/tag90.xml"/><Relationship Id="rId36" Type="http://schemas.openxmlformats.org/officeDocument/2006/relationships/tags" Target="../tags/tag89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5" Type="http://schemas.openxmlformats.org/officeDocument/2006/relationships/theme" Target="../theme/theme2.xml"/><Relationship Id="rId24" Type="http://schemas.openxmlformats.org/officeDocument/2006/relationships/tags" Target="../tags/tag291.xml"/><Relationship Id="rId23" Type="http://schemas.openxmlformats.org/officeDocument/2006/relationships/tags" Target="../tags/tag290.xml"/><Relationship Id="rId22" Type="http://schemas.openxmlformats.org/officeDocument/2006/relationships/tags" Target="../tags/tag289.xml"/><Relationship Id="rId21" Type="http://schemas.openxmlformats.org/officeDocument/2006/relationships/tags" Target="../tags/tag288.xml"/><Relationship Id="rId20" Type="http://schemas.openxmlformats.org/officeDocument/2006/relationships/tags" Target="../tags/tag287.xml"/><Relationship Id="rId2" Type="http://schemas.openxmlformats.org/officeDocument/2006/relationships/slideLayout" Target="../slideLayouts/slideLayout37.xml"/><Relationship Id="rId19" Type="http://schemas.openxmlformats.org/officeDocument/2006/relationships/tags" Target="../tags/tag286.xml"/><Relationship Id="rId18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3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85"/>
          </a:p>
        </p:txBody>
      </p:sp>
      <p:pic>
        <p:nvPicPr>
          <p:cNvPr id="8" name="图片 7"/>
          <p:cNvPicPr/>
          <p:nvPr userDrawn="1">
            <p:custDataLst>
              <p:tags r:id="rId37"/>
            </p:custDataLst>
          </p:nvPr>
        </p:nvPicPr>
        <p:blipFill>
          <a:blip r:embed="rId38" r:link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322300" cy="90011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txStyles>
    <p:titleStyle>
      <a:lvl1pPr algn="l" defTabSz="999490" rtl="0" eaLnBrk="1" fontAlgn="auto" latinLnBrk="0" hangingPunct="1">
        <a:lnSpc>
          <a:spcPct val="100000"/>
        </a:lnSpc>
        <a:spcBef>
          <a:spcPct val="0"/>
        </a:spcBef>
        <a:buNone/>
        <a:defRPr sz="2625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49555" indent="-249555" algn="l" defTabSz="99949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75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749300" indent="-249555" algn="l" defTabSz="99949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758950" algn="l"/>
        </a:tabLst>
        <a:defRPr sz="175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249045" indent="-249555" algn="l" defTabSz="99949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75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748790" indent="-249555" algn="l" defTabSz="99949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75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247900" indent="-249555" algn="l" defTabSz="99949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75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747645" indent="-249555" algn="l" defTabSz="999490" rtl="0" eaLnBrk="1" latinLnBrk="0" hangingPunct="1">
        <a:lnSpc>
          <a:spcPct val="90000"/>
        </a:lnSpc>
        <a:spcBef>
          <a:spcPts val="545"/>
        </a:spcBef>
        <a:buFont typeface="Arial" panose="020B0604020202020204" pitchFamily="34" charset="0"/>
        <a:buChar char="•"/>
        <a:defRPr sz="1965" kern="1200">
          <a:solidFill>
            <a:schemeClr val="tx1"/>
          </a:solidFill>
          <a:latin typeface="+mn-lt"/>
          <a:ea typeface="+mn-ea"/>
          <a:cs typeface="+mn-cs"/>
        </a:defRPr>
      </a:lvl6pPr>
      <a:lvl7pPr marL="3247390" indent="-249555" algn="l" defTabSz="999490" rtl="0" eaLnBrk="1" latinLnBrk="0" hangingPunct="1">
        <a:lnSpc>
          <a:spcPct val="90000"/>
        </a:lnSpc>
        <a:spcBef>
          <a:spcPts val="545"/>
        </a:spcBef>
        <a:buFont typeface="Arial" panose="020B0604020202020204" pitchFamily="34" charset="0"/>
        <a:buChar char="•"/>
        <a:defRPr sz="1965" kern="1200">
          <a:solidFill>
            <a:schemeClr val="tx1"/>
          </a:solidFill>
          <a:latin typeface="+mn-lt"/>
          <a:ea typeface="+mn-ea"/>
          <a:cs typeface="+mn-cs"/>
        </a:defRPr>
      </a:lvl7pPr>
      <a:lvl8pPr marL="3747135" indent="-249555" algn="l" defTabSz="999490" rtl="0" eaLnBrk="1" latinLnBrk="0" hangingPunct="1">
        <a:lnSpc>
          <a:spcPct val="90000"/>
        </a:lnSpc>
        <a:spcBef>
          <a:spcPts val="545"/>
        </a:spcBef>
        <a:buFont typeface="Arial" panose="020B0604020202020204" pitchFamily="34" charset="0"/>
        <a:buChar char="•"/>
        <a:defRPr sz="1965" kern="1200">
          <a:solidFill>
            <a:schemeClr val="tx1"/>
          </a:solidFill>
          <a:latin typeface="+mn-lt"/>
          <a:ea typeface="+mn-ea"/>
          <a:cs typeface="+mn-cs"/>
        </a:defRPr>
      </a:lvl8pPr>
      <a:lvl9pPr marL="4246245" indent="-249555" algn="l" defTabSz="999490" rtl="0" eaLnBrk="1" latinLnBrk="0" hangingPunct="1">
        <a:lnSpc>
          <a:spcPct val="90000"/>
        </a:lnSpc>
        <a:spcBef>
          <a:spcPts val="545"/>
        </a:spcBef>
        <a:buFont typeface="Arial" panose="020B0604020202020204" pitchFamily="34" charset="0"/>
        <a:buChar char="•"/>
        <a:defRPr sz="19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99490" rtl="0" eaLnBrk="1" latinLnBrk="0" hangingPunct="1">
        <a:defRPr sz="1965" kern="1200">
          <a:solidFill>
            <a:schemeClr val="tx1"/>
          </a:solidFill>
          <a:latin typeface="+mn-lt"/>
          <a:ea typeface="+mn-ea"/>
          <a:cs typeface="+mn-cs"/>
        </a:defRPr>
      </a:lvl1pPr>
      <a:lvl2pPr marL="499745" algn="l" defTabSz="999490" rtl="0" eaLnBrk="1" latinLnBrk="0" hangingPunct="1">
        <a:defRPr sz="1965" kern="1200">
          <a:solidFill>
            <a:schemeClr val="tx1"/>
          </a:solidFill>
          <a:latin typeface="+mn-lt"/>
          <a:ea typeface="+mn-ea"/>
          <a:cs typeface="+mn-cs"/>
        </a:defRPr>
      </a:lvl2pPr>
      <a:lvl3pPr marL="999490" algn="l" defTabSz="999490" rtl="0" eaLnBrk="1" latinLnBrk="0" hangingPunct="1">
        <a:defRPr sz="1965" kern="1200">
          <a:solidFill>
            <a:schemeClr val="tx1"/>
          </a:solidFill>
          <a:latin typeface="+mn-lt"/>
          <a:ea typeface="+mn-ea"/>
          <a:cs typeface="+mn-cs"/>
        </a:defRPr>
      </a:lvl3pPr>
      <a:lvl4pPr marL="1498600" algn="l" defTabSz="999490" rtl="0" eaLnBrk="1" latinLnBrk="0" hangingPunct="1">
        <a:defRPr sz="1965" kern="1200">
          <a:solidFill>
            <a:schemeClr val="tx1"/>
          </a:solidFill>
          <a:latin typeface="+mn-lt"/>
          <a:ea typeface="+mn-ea"/>
          <a:cs typeface="+mn-cs"/>
        </a:defRPr>
      </a:lvl4pPr>
      <a:lvl5pPr marL="1998345" algn="l" defTabSz="999490" rtl="0" eaLnBrk="1" latinLnBrk="0" hangingPunct="1">
        <a:defRPr sz="1965" kern="1200">
          <a:solidFill>
            <a:schemeClr val="tx1"/>
          </a:solidFill>
          <a:latin typeface="+mn-lt"/>
          <a:ea typeface="+mn-ea"/>
          <a:cs typeface="+mn-cs"/>
        </a:defRPr>
      </a:lvl5pPr>
      <a:lvl6pPr marL="2498090" algn="l" defTabSz="999490" rtl="0" eaLnBrk="1" latinLnBrk="0" hangingPunct="1">
        <a:defRPr sz="1965" kern="1200">
          <a:solidFill>
            <a:schemeClr val="tx1"/>
          </a:solidFill>
          <a:latin typeface="+mn-lt"/>
          <a:ea typeface="+mn-ea"/>
          <a:cs typeface="+mn-cs"/>
        </a:defRPr>
      </a:lvl6pPr>
      <a:lvl7pPr marL="2997835" algn="l" defTabSz="999490" rtl="0" eaLnBrk="1" latinLnBrk="0" hangingPunct="1">
        <a:defRPr sz="1965" kern="1200">
          <a:solidFill>
            <a:schemeClr val="tx1"/>
          </a:solidFill>
          <a:latin typeface="+mn-lt"/>
          <a:ea typeface="+mn-ea"/>
          <a:cs typeface="+mn-cs"/>
        </a:defRPr>
      </a:lvl7pPr>
      <a:lvl8pPr marL="3496945" algn="l" defTabSz="999490" rtl="0" eaLnBrk="1" latinLnBrk="0" hangingPunct="1">
        <a:defRPr sz="1965" kern="1200">
          <a:solidFill>
            <a:schemeClr val="tx1"/>
          </a:solidFill>
          <a:latin typeface="+mn-lt"/>
          <a:ea typeface="+mn-ea"/>
          <a:cs typeface="+mn-cs"/>
        </a:defRPr>
      </a:lvl8pPr>
      <a:lvl9pPr marL="3996690" algn="l" defTabSz="999490" rtl="0" eaLnBrk="1" latinLnBrk="0" hangingPunct="1">
        <a:defRPr sz="19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731986" y="581739"/>
            <a:ext cx="11858330" cy="580078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731986" y="1250167"/>
            <a:ext cx="11858330" cy="707294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961301" y="8334156"/>
            <a:ext cx="2950313" cy="41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7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497588" y="8334156"/>
            <a:ext cx="4327125" cy="41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7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9408874" y="8334156"/>
            <a:ext cx="2950313" cy="41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7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xStyles>
    <p:titleStyle>
      <a:lvl1pPr algn="l" defTabSz="1200150" rtl="0" eaLnBrk="1" fontAlgn="auto" latinLnBrk="0" hangingPunct="1">
        <a:lnSpc>
          <a:spcPct val="100000"/>
        </a:lnSpc>
        <a:spcBef>
          <a:spcPct val="0"/>
        </a:spcBef>
        <a:buNone/>
        <a:defRPr sz="315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300355" indent="-299720" algn="l" defTabSz="12001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900430" indent="-299720" algn="l" defTabSz="12001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112645" algn="l"/>
        </a:tabLst>
        <a:defRPr sz="21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500505" indent="-299720" algn="l" defTabSz="12001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2100580" indent="-299720" algn="l" defTabSz="12001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700655" indent="-299720" algn="l" defTabSz="12001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30073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6pPr>
      <a:lvl7pPr marL="390080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7pPr>
      <a:lvl8pPr marL="450088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8pPr>
      <a:lvl9pPr marL="510095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015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1pPr>
      <a:lvl2pPr marL="600075" algn="l" defTabSz="120015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algn="l" defTabSz="120015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algn="l" defTabSz="120015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4pPr>
      <a:lvl5pPr marL="2400300" algn="l" defTabSz="120015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5pPr>
      <a:lvl6pPr marL="3000375" algn="l" defTabSz="120015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6pPr>
      <a:lvl7pPr marL="3600450" algn="l" defTabSz="120015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7pPr>
      <a:lvl8pPr marL="4200525" algn="l" defTabSz="120015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8pPr>
      <a:lvl9pPr marL="4800600" algn="l" defTabSz="1200150" rtl="0" eaLnBrk="1" latinLnBrk="0" hangingPunct="1">
        <a:defRPr sz="23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293.xml"/><Relationship Id="rId1" Type="http://schemas.openxmlformats.org/officeDocument/2006/relationships/tags" Target="../tags/tag29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02.xml"/><Relationship Id="rId8" Type="http://schemas.openxmlformats.org/officeDocument/2006/relationships/tags" Target="../tags/tag301.xml"/><Relationship Id="rId7" Type="http://schemas.openxmlformats.org/officeDocument/2006/relationships/tags" Target="../tags/tag300.xml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3" Type="http://schemas.openxmlformats.org/officeDocument/2006/relationships/slideLayout" Target="../slideLayouts/slideLayout41.xml"/><Relationship Id="rId12" Type="http://schemas.openxmlformats.org/officeDocument/2006/relationships/tags" Target="../tags/tag305.xml"/><Relationship Id="rId11" Type="http://schemas.openxmlformats.org/officeDocument/2006/relationships/tags" Target="../tags/tag304.xml"/><Relationship Id="rId10" Type="http://schemas.openxmlformats.org/officeDocument/2006/relationships/tags" Target="../tags/tag303.xml"/><Relationship Id="rId1" Type="http://schemas.openxmlformats.org/officeDocument/2006/relationships/tags" Target="../tags/tag29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" Type="http://schemas.openxmlformats.org/officeDocument/2006/relationships/tags" Target="../tags/tag30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23" Type="http://schemas.openxmlformats.org/officeDocument/2006/relationships/vmlDrawing" Target="../drawings/vmlDrawing1.vml"/><Relationship Id="rId22" Type="http://schemas.openxmlformats.org/officeDocument/2006/relationships/slideLayout" Target="../slideLayouts/slideLayout3.xml"/><Relationship Id="rId21" Type="http://schemas.openxmlformats.org/officeDocument/2006/relationships/tags" Target="../tags/tag309.xml"/><Relationship Id="rId20" Type="http://schemas.openxmlformats.org/officeDocument/2006/relationships/image" Target="../media/image16.wmf"/><Relationship Id="rId2" Type="http://schemas.openxmlformats.org/officeDocument/2006/relationships/image" Target="../media/image7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5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4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2.bin"/><Relationship Id="rId23" Type="http://schemas.openxmlformats.org/officeDocument/2006/relationships/vmlDrawing" Target="../drawings/vmlDrawing2.v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310.xml"/><Relationship Id="rId20" Type="http://schemas.openxmlformats.org/officeDocument/2006/relationships/image" Target="../media/image26.wmf"/><Relationship Id="rId2" Type="http://schemas.openxmlformats.org/officeDocument/2006/relationships/image" Target="../media/image17.wmf"/><Relationship Id="rId19" Type="http://schemas.openxmlformats.org/officeDocument/2006/relationships/oleObject" Target="../embeddings/oleObject20.bin"/><Relationship Id="rId18" Type="http://schemas.openxmlformats.org/officeDocument/2006/relationships/image" Target="../media/image25.wmf"/><Relationship Id="rId17" Type="http://schemas.openxmlformats.org/officeDocument/2006/relationships/oleObject" Target="../embeddings/oleObject19.bin"/><Relationship Id="rId16" Type="http://schemas.openxmlformats.org/officeDocument/2006/relationships/image" Target="../media/image24.wmf"/><Relationship Id="rId15" Type="http://schemas.openxmlformats.org/officeDocument/2006/relationships/oleObject" Target="../embeddings/oleObject18.bin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17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" Type="http://schemas.openxmlformats.org/officeDocument/2006/relationships/tags" Target="../tags/tag31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tags" Target="../tags/tag320.xml"/><Relationship Id="rId7" Type="http://schemas.openxmlformats.org/officeDocument/2006/relationships/image" Target="../media/image28.wmf"/><Relationship Id="rId69" Type="http://schemas.openxmlformats.org/officeDocument/2006/relationships/vmlDrawing" Target="../drawings/vmlDrawing3.vml"/><Relationship Id="rId68" Type="http://schemas.openxmlformats.org/officeDocument/2006/relationships/slideLayout" Target="../slideLayouts/slideLayout31.xml"/><Relationship Id="rId67" Type="http://schemas.openxmlformats.org/officeDocument/2006/relationships/tags" Target="../tags/tag354.xml"/><Relationship Id="rId66" Type="http://schemas.openxmlformats.org/officeDocument/2006/relationships/tags" Target="../tags/tag353.xml"/><Relationship Id="rId65" Type="http://schemas.openxmlformats.org/officeDocument/2006/relationships/tags" Target="../tags/tag352.xml"/><Relationship Id="rId64" Type="http://schemas.openxmlformats.org/officeDocument/2006/relationships/oleObject" Target="../embeddings/oleObject37.bin"/><Relationship Id="rId63" Type="http://schemas.openxmlformats.org/officeDocument/2006/relationships/tags" Target="../tags/tag351.xml"/><Relationship Id="rId62" Type="http://schemas.openxmlformats.org/officeDocument/2006/relationships/tags" Target="../tags/tag350.xml"/><Relationship Id="rId61" Type="http://schemas.openxmlformats.org/officeDocument/2006/relationships/tags" Target="../tags/tag349.xml"/><Relationship Id="rId60" Type="http://schemas.openxmlformats.org/officeDocument/2006/relationships/image" Target="../media/image38.wmf"/><Relationship Id="rId6" Type="http://schemas.openxmlformats.org/officeDocument/2006/relationships/oleObject" Target="../embeddings/oleObject22.bin"/><Relationship Id="rId59" Type="http://schemas.openxmlformats.org/officeDocument/2006/relationships/oleObject" Target="../embeddings/oleObject36.bin"/><Relationship Id="rId58" Type="http://schemas.openxmlformats.org/officeDocument/2006/relationships/tags" Target="../tags/tag348.xml"/><Relationship Id="rId57" Type="http://schemas.openxmlformats.org/officeDocument/2006/relationships/tags" Target="../tags/tag347.xml"/><Relationship Id="rId56" Type="http://schemas.openxmlformats.org/officeDocument/2006/relationships/tags" Target="../tags/tag346.xml"/><Relationship Id="rId55" Type="http://schemas.openxmlformats.org/officeDocument/2006/relationships/image" Target="../media/image37.wmf"/><Relationship Id="rId54" Type="http://schemas.openxmlformats.org/officeDocument/2006/relationships/tags" Target="../tags/tag345.xml"/><Relationship Id="rId53" Type="http://schemas.openxmlformats.org/officeDocument/2006/relationships/tags" Target="../tags/tag344.xml"/><Relationship Id="rId52" Type="http://schemas.openxmlformats.org/officeDocument/2006/relationships/image" Target="../media/image36.wmf"/><Relationship Id="rId51" Type="http://schemas.openxmlformats.org/officeDocument/2006/relationships/oleObject" Target="../embeddings/oleObject35.bin"/><Relationship Id="rId50" Type="http://schemas.openxmlformats.org/officeDocument/2006/relationships/tags" Target="../tags/tag343.xml"/><Relationship Id="rId5" Type="http://schemas.openxmlformats.org/officeDocument/2006/relationships/tags" Target="../tags/tag319.xml"/><Relationship Id="rId49" Type="http://schemas.openxmlformats.org/officeDocument/2006/relationships/image" Target="../media/image35.wmf"/><Relationship Id="rId48" Type="http://schemas.openxmlformats.org/officeDocument/2006/relationships/oleObject" Target="../embeddings/oleObject34.bin"/><Relationship Id="rId47" Type="http://schemas.openxmlformats.org/officeDocument/2006/relationships/tags" Target="../tags/tag342.xml"/><Relationship Id="rId46" Type="http://schemas.openxmlformats.org/officeDocument/2006/relationships/tags" Target="../tags/tag341.xml"/><Relationship Id="rId45" Type="http://schemas.openxmlformats.org/officeDocument/2006/relationships/tags" Target="../tags/tag340.xml"/><Relationship Id="rId44" Type="http://schemas.openxmlformats.org/officeDocument/2006/relationships/image" Target="../media/image34.wmf"/><Relationship Id="rId43" Type="http://schemas.openxmlformats.org/officeDocument/2006/relationships/oleObject" Target="../embeddings/oleObject33.bin"/><Relationship Id="rId42" Type="http://schemas.openxmlformats.org/officeDocument/2006/relationships/tags" Target="../tags/tag339.xml"/><Relationship Id="rId41" Type="http://schemas.openxmlformats.org/officeDocument/2006/relationships/tags" Target="../tags/tag338.xml"/><Relationship Id="rId40" Type="http://schemas.openxmlformats.org/officeDocument/2006/relationships/tags" Target="../tags/tag337.xml"/><Relationship Id="rId4" Type="http://schemas.openxmlformats.org/officeDocument/2006/relationships/tags" Target="../tags/tag318.xml"/><Relationship Id="rId39" Type="http://schemas.openxmlformats.org/officeDocument/2006/relationships/tags" Target="../tags/tag336.xml"/><Relationship Id="rId38" Type="http://schemas.openxmlformats.org/officeDocument/2006/relationships/image" Target="../media/image33.wmf"/><Relationship Id="rId37" Type="http://schemas.openxmlformats.org/officeDocument/2006/relationships/oleObject" Target="../embeddings/oleObject32.bin"/><Relationship Id="rId36" Type="http://schemas.openxmlformats.org/officeDocument/2006/relationships/tags" Target="../tags/tag335.xml"/><Relationship Id="rId35" Type="http://schemas.openxmlformats.org/officeDocument/2006/relationships/tags" Target="../tags/tag334.xml"/><Relationship Id="rId34" Type="http://schemas.openxmlformats.org/officeDocument/2006/relationships/oleObject" Target="../embeddings/oleObject31.bin"/><Relationship Id="rId33" Type="http://schemas.openxmlformats.org/officeDocument/2006/relationships/tags" Target="../tags/tag333.xml"/><Relationship Id="rId32" Type="http://schemas.openxmlformats.org/officeDocument/2006/relationships/tags" Target="../tags/tag332.xml"/><Relationship Id="rId31" Type="http://schemas.openxmlformats.org/officeDocument/2006/relationships/oleObject" Target="../embeddings/oleObject30.bin"/><Relationship Id="rId30" Type="http://schemas.openxmlformats.org/officeDocument/2006/relationships/tags" Target="../tags/tag331.xml"/><Relationship Id="rId3" Type="http://schemas.openxmlformats.org/officeDocument/2006/relationships/image" Target="../media/image27.wmf"/><Relationship Id="rId29" Type="http://schemas.openxmlformats.org/officeDocument/2006/relationships/oleObject" Target="../embeddings/oleObject29.bin"/><Relationship Id="rId28" Type="http://schemas.openxmlformats.org/officeDocument/2006/relationships/tags" Target="../tags/tag330.xml"/><Relationship Id="rId27" Type="http://schemas.openxmlformats.org/officeDocument/2006/relationships/oleObject" Target="../embeddings/oleObject28.bin"/><Relationship Id="rId26" Type="http://schemas.openxmlformats.org/officeDocument/2006/relationships/tags" Target="../tags/tag329.xml"/><Relationship Id="rId25" Type="http://schemas.openxmlformats.org/officeDocument/2006/relationships/tags" Target="../tags/tag328.xml"/><Relationship Id="rId24" Type="http://schemas.openxmlformats.org/officeDocument/2006/relationships/image" Target="../media/image32.wmf"/><Relationship Id="rId23" Type="http://schemas.openxmlformats.org/officeDocument/2006/relationships/oleObject" Target="../embeddings/oleObject27.bin"/><Relationship Id="rId22" Type="http://schemas.openxmlformats.org/officeDocument/2006/relationships/tags" Target="../tags/tag327.xml"/><Relationship Id="rId21" Type="http://schemas.openxmlformats.org/officeDocument/2006/relationships/tags" Target="../tags/tag326.xml"/><Relationship Id="rId20" Type="http://schemas.openxmlformats.org/officeDocument/2006/relationships/image" Target="../media/image31.wmf"/><Relationship Id="rId2" Type="http://schemas.openxmlformats.org/officeDocument/2006/relationships/oleObject" Target="../embeddings/oleObject21.bin"/><Relationship Id="rId19" Type="http://schemas.openxmlformats.org/officeDocument/2006/relationships/oleObject" Target="../embeddings/oleObject26.bin"/><Relationship Id="rId18" Type="http://schemas.openxmlformats.org/officeDocument/2006/relationships/tags" Target="../tags/tag325.xml"/><Relationship Id="rId17" Type="http://schemas.openxmlformats.org/officeDocument/2006/relationships/tags" Target="../tags/tag324.xml"/><Relationship Id="rId16" Type="http://schemas.openxmlformats.org/officeDocument/2006/relationships/image" Target="../media/image30.wmf"/><Relationship Id="rId15" Type="http://schemas.openxmlformats.org/officeDocument/2006/relationships/oleObject" Target="../embeddings/oleObject25.bin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oleObject" Target="../embeddings/oleObject24.bin"/><Relationship Id="rId11" Type="http://schemas.openxmlformats.org/officeDocument/2006/relationships/tags" Target="../tags/tag321.xml"/><Relationship Id="rId10" Type="http://schemas.openxmlformats.org/officeDocument/2006/relationships/image" Target="../media/image29.wmf"/><Relationship Id="rId1" Type="http://schemas.openxmlformats.org/officeDocument/2006/relationships/tags" Target="../tags/tag31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0.bin"/><Relationship Id="rId47" Type="http://schemas.openxmlformats.org/officeDocument/2006/relationships/vmlDrawing" Target="../drawings/vmlDrawing4.vml"/><Relationship Id="rId46" Type="http://schemas.openxmlformats.org/officeDocument/2006/relationships/slideLayout" Target="../slideLayouts/slideLayout7.xml"/><Relationship Id="rId45" Type="http://schemas.openxmlformats.org/officeDocument/2006/relationships/tags" Target="../tags/tag355.xml"/><Relationship Id="rId44" Type="http://schemas.openxmlformats.org/officeDocument/2006/relationships/image" Target="../media/image60.wmf"/><Relationship Id="rId43" Type="http://schemas.openxmlformats.org/officeDocument/2006/relationships/oleObject" Target="../embeddings/oleObject59.bin"/><Relationship Id="rId42" Type="http://schemas.openxmlformats.org/officeDocument/2006/relationships/image" Target="../media/image59.wmf"/><Relationship Id="rId41" Type="http://schemas.openxmlformats.org/officeDocument/2006/relationships/oleObject" Target="../embeddings/oleObject58.bin"/><Relationship Id="rId40" Type="http://schemas.openxmlformats.org/officeDocument/2006/relationships/image" Target="../media/image58.wmf"/><Relationship Id="rId4" Type="http://schemas.openxmlformats.org/officeDocument/2006/relationships/image" Target="../media/image40.wmf"/><Relationship Id="rId39" Type="http://schemas.openxmlformats.org/officeDocument/2006/relationships/oleObject" Target="../embeddings/oleObject57.bin"/><Relationship Id="rId38" Type="http://schemas.openxmlformats.org/officeDocument/2006/relationships/image" Target="../media/image57.wmf"/><Relationship Id="rId37" Type="http://schemas.openxmlformats.org/officeDocument/2006/relationships/oleObject" Target="../embeddings/oleObject56.bin"/><Relationship Id="rId36" Type="http://schemas.openxmlformats.org/officeDocument/2006/relationships/image" Target="../media/image56.wmf"/><Relationship Id="rId35" Type="http://schemas.openxmlformats.org/officeDocument/2006/relationships/oleObject" Target="../embeddings/oleObject55.bin"/><Relationship Id="rId34" Type="http://schemas.openxmlformats.org/officeDocument/2006/relationships/image" Target="../media/image55.wmf"/><Relationship Id="rId33" Type="http://schemas.openxmlformats.org/officeDocument/2006/relationships/oleObject" Target="../embeddings/oleObject54.bin"/><Relationship Id="rId32" Type="http://schemas.openxmlformats.org/officeDocument/2006/relationships/image" Target="../media/image54.wmf"/><Relationship Id="rId31" Type="http://schemas.openxmlformats.org/officeDocument/2006/relationships/oleObject" Target="../embeddings/oleObject53.bin"/><Relationship Id="rId30" Type="http://schemas.openxmlformats.org/officeDocument/2006/relationships/image" Target="../media/image53.wmf"/><Relationship Id="rId3" Type="http://schemas.openxmlformats.org/officeDocument/2006/relationships/oleObject" Target="../embeddings/oleObject39.bin"/><Relationship Id="rId29" Type="http://schemas.openxmlformats.org/officeDocument/2006/relationships/oleObject" Target="../embeddings/oleObject52.bin"/><Relationship Id="rId28" Type="http://schemas.openxmlformats.org/officeDocument/2006/relationships/image" Target="../media/image52.wmf"/><Relationship Id="rId27" Type="http://schemas.openxmlformats.org/officeDocument/2006/relationships/oleObject" Target="../embeddings/oleObject51.bin"/><Relationship Id="rId26" Type="http://schemas.openxmlformats.org/officeDocument/2006/relationships/image" Target="../media/image51.wmf"/><Relationship Id="rId25" Type="http://schemas.openxmlformats.org/officeDocument/2006/relationships/oleObject" Target="../embeddings/oleObject50.bin"/><Relationship Id="rId24" Type="http://schemas.openxmlformats.org/officeDocument/2006/relationships/image" Target="../media/image50.wmf"/><Relationship Id="rId23" Type="http://schemas.openxmlformats.org/officeDocument/2006/relationships/oleObject" Target="../embeddings/oleObject49.bin"/><Relationship Id="rId22" Type="http://schemas.openxmlformats.org/officeDocument/2006/relationships/image" Target="../media/image49.wmf"/><Relationship Id="rId21" Type="http://schemas.openxmlformats.org/officeDocument/2006/relationships/oleObject" Target="../embeddings/oleObject48.bin"/><Relationship Id="rId20" Type="http://schemas.openxmlformats.org/officeDocument/2006/relationships/image" Target="../media/image48.wmf"/><Relationship Id="rId2" Type="http://schemas.openxmlformats.org/officeDocument/2006/relationships/image" Target="../media/image39.wmf"/><Relationship Id="rId19" Type="http://schemas.openxmlformats.org/officeDocument/2006/relationships/oleObject" Target="../embeddings/oleObject47.bin"/><Relationship Id="rId18" Type="http://schemas.openxmlformats.org/officeDocument/2006/relationships/image" Target="../media/image47.wmf"/><Relationship Id="rId17" Type="http://schemas.openxmlformats.org/officeDocument/2006/relationships/oleObject" Target="../embeddings/oleObject46.bin"/><Relationship Id="rId16" Type="http://schemas.openxmlformats.org/officeDocument/2006/relationships/image" Target="../media/image46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45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44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43.wmf"/><Relationship Id="rId1" Type="http://schemas.openxmlformats.org/officeDocument/2006/relationships/oleObject" Target="../embeddings/oleObject38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63.bin"/><Relationship Id="rId6" Type="http://schemas.openxmlformats.org/officeDocument/2006/relationships/image" Target="../media/image62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50.wmf"/><Relationship Id="rId30" Type="http://schemas.openxmlformats.org/officeDocument/2006/relationships/vmlDrawing" Target="../drawings/vmlDrawing5.vml"/><Relationship Id="rId3" Type="http://schemas.openxmlformats.org/officeDocument/2006/relationships/oleObject" Target="../embeddings/oleObject61.bin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363.xml"/><Relationship Id="rId27" Type="http://schemas.openxmlformats.org/officeDocument/2006/relationships/tags" Target="../tags/tag362.xml"/><Relationship Id="rId26" Type="http://schemas.openxmlformats.org/officeDocument/2006/relationships/tags" Target="../tags/tag361.xml"/><Relationship Id="rId25" Type="http://schemas.openxmlformats.org/officeDocument/2006/relationships/oleObject" Target="../embeddings/oleObject70.bin"/><Relationship Id="rId24" Type="http://schemas.openxmlformats.org/officeDocument/2006/relationships/tags" Target="../tags/tag360.xml"/><Relationship Id="rId23" Type="http://schemas.openxmlformats.org/officeDocument/2006/relationships/tags" Target="../tags/tag359.xml"/><Relationship Id="rId22" Type="http://schemas.openxmlformats.org/officeDocument/2006/relationships/tags" Target="../tags/tag358.xml"/><Relationship Id="rId21" Type="http://schemas.openxmlformats.org/officeDocument/2006/relationships/oleObject" Target="../embeddings/oleObject69.bin"/><Relationship Id="rId20" Type="http://schemas.openxmlformats.org/officeDocument/2006/relationships/tags" Target="../tags/tag357.xml"/><Relationship Id="rId2" Type="http://schemas.openxmlformats.org/officeDocument/2006/relationships/image" Target="../media/image61.wmf"/><Relationship Id="rId19" Type="http://schemas.openxmlformats.org/officeDocument/2006/relationships/tags" Target="../tags/tag356.xml"/><Relationship Id="rId18" Type="http://schemas.openxmlformats.org/officeDocument/2006/relationships/image" Target="../media/image37.wmf"/><Relationship Id="rId17" Type="http://schemas.openxmlformats.org/officeDocument/2006/relationships/oleObject" Target="../embeddings/oleObject68.bin"/><Relationship Id="rId16" Type="http://schemas.openxmlformats.org/officeDocument/2006/relationships/image" Target="../media/image38.wmf"/><Relationship Id="rId15" Type="http://schemas.openxmlformats.org/officeDocument/2006/relationships/oleObject" Target="../embeddings/oleObject67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66.bin"/><Relationship Id="rId12" Type="http://schemas.openxmlformats.org/officeDocument/2006/relationships/image" Target="../media/image65.wmf"/><Relationship Id="rId11" Type="http://schemas.openxmlformats.org/officeDocument/2006/relationships/oleObject" Target="../embeddings/oleObject65.bin"/><Relationship Id="rId10" Type="http://schemas.openxmlformats.org/officeDocument/2006/relationships/image" Target="../media/image64.wmf"/><Relationship Id="rId1" Type="http://schemas.openxmlformats.org/officeDocument/2006/relationships/oleObject" Target="../embeddings/oleObject60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68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66.wmf"/><Relationship Id="rId39" Type="http://schemas.openxmlformats.org/officeDocument/2006/relationships/vmlDrawing" Target="../drawings/vmlDrawing6.vml"/><Relationship Id="rId38" Type="http://schemas.openxmlformats.org/officeDocument/2006/relationships/slideLayout" Target="../slideLayouts/slideLayout7.xml"/><Relationship Id="rId37" Type="http://schemas.openxmlformats.org/officeDocument/2006/relationships/tags" Target="../tags/tag364.xml"/><Relationship Id="rId36" Type="http://schemas.openxmlformats.org/officeDocument/2006/relationships/image" Target="../media/image81.wmf"/><Relationship Id="rId35" Type="http://schemas.openxmlformats.org/officeDocument/2006/relationships/oleObject" Target="../embeddings/oleObject88.bin"/><Relationship Id="rId34" Type="http://schemas.openxmlformats.org/officeDocument/2006/relationships/image" Target="../media/image27.wmf"/><Relationship Id="rId33" Type="http://schemas.openxmlformats.org/officeDocument/2006/relationships/oleObject" Target="../embeddings/oleObject87.bin"/><Relationship Id="rId32" Type="http://schemas.openxmlformats.org/officeDocument/2006/relationships/image" Target="../media/image80.wmf"/><Relationship Id="rId31" Type="http://schemas.openxmlformats.org/officeDocument/2006/relationships/oleObject" Target="../embeddings/oleObject86.bin"/><Relationship Id="rId30" Type="http://schemas.openxmlformats.org/officeDocument/2006/relationships/image" Target="../media/image79.wmf"/><Relationship Id="rId3" Type="http://schemas.openxmlformats.org/officeDocument/2006/relationships/oleObject" Target="../embeddings/oleObject72.bin"/><Relationship Id="rId29" Type="http://schemas.openxmlformats.org/officeDocument/2006/relationships/oleObject" Target="../embeddings/oleObject85.bin"/><Relationship Id="rId28" Type="http://schemas.openxmlformats.org/officeDocument/2006/relationships/image" Target="../media/image78.wmf"/><Relationship Id="rId27" Type="http://schemas.openxmlformats.org/officeDocument/2006/relationships/oleObject" Target="../embeddings/oleObject84.bin"/><Relationship Id="rId26" Type="http://schemas.openxmlformats.org/officeDocument/2006/relationships/image" Target="../media/image77.wmf"/><Relationship Id="rId25" Type="http://schemas.openxmlformats.org/officeDocument/2006/relationships/oleObject" Target="../embeddings/oleObject83.bin"/><Relationship Id="rId24" Type="http://schemas.openxmlformats.org/officeDocument/2006/relationships/image" Target="../media/image76.wmf"/><Relationship Id="rId23" Type="http://schemas.openxmlformats.org/officeDocument/2006/relationships/oleObject" Target="../embeddings/oleObject82.bin"/><Relationship Id="rId22" Type="http://schemas.openxmlformats.org/officeDocument/2006/relationships/image" Target="../media/image75.wmf"/><Relationship Id="rId21" Type="http://schemas.openxmlformats.org/officeDocument/2006/relationships/oleObject" Target="../embeddings/oleObject81.bin"/><Relationship Id="rId20" Type="http://schemas.openxmlformats.org/officeDocument/2006/relationships/image" Target="../media/image74.wmf"/><Relationship Id="rId2" Type="http://schemas.openxmlformats.org/officeDocument/2006/relationships/image" Target="../media/image50.wmf"/><Relationship Id="rId19" Type="http://schemas.openxmlformats.org/officeDocument/2006/relationships/oleObject" Target="../embeddings/oleObject80.bin"/><Relationship Id="rId18" Type="http://schemas.openxmlformats.org/officeDocument/2006/relationships/image" Target="../media/image73.wmf"/><Relationship Id="rId17" Type="http://schemas.openxmlformats.org/officeDocument/2006/relationships/oleObject" Target="../embeddings/oleObject79.bin"/><Relationship Id="rId16" Type="http://schemas.openxmlformats.org/officeDocument/2006/relationships/image" Target="../media/image72.wmf"/><Relationship Id="rId15" Type="http://schemas.openxmlformats.org/officeDocument/2006/relationships/oleObject" Target="../embeddings/oleObject78.bin"/><Relationship Id="rId14" Type="http://schemas.openxmlformats.org/officeDocument/2006/relationships/image" Target="../media/image71.wmf"/><Relationship Id="rId13" Type="http://schemas.openxmlformats.org/officeDocument/2006/relationships/oleObject" Target="../embeddings/oleObject77.bin"/><Relationship Id="rId12" Type="http://schemas.openxmlformats.org/officeDocument/2006/relationships/image" Target="../media/image70.wmf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69.wmf"/><Relationship Id="rId1" Type="http://schemas.openxmlformats.org/officeDocument/2006/relationships/oleObject" Target="../embeddings/oleObject7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83.wmf"/><Relationship Id="rId3" Type="http://schemas.openxmlformats.org/officeDocument/2006/relationships/oleObject" Target="../embeddings/oleObject90.bin"/><Relationship Id="rId27" Type="http://schemas.openxmlformats.org/officeDocument/2006/relationships/vmlDrawing" Target="../drawings/vmlDrawing7.vml"/><Relationship Id="rId26" Type="http://schemas.openxmlformats.org/officeDocument/2006/relationships/slideLayout" Target="../slideLayouts/slideLayout19.xml"/><Relationship Id="rId25" Type="http://schemas.openxmlformats.org/officeDocument/2006/relationships/tags" Target="../tags/tag365.xml"/><Relationship Id="rId24" Type="http://schemas.openxmlformats.org/officeDocument/2006/relationships/oleObject" Target="../embeddings/oleObject103.bin"/><Relationship Id="rId23" Type="http://schemas.openxmlformats.org/officeDocument/2006/relationships/oleObject" Target="../embeddings/oleObject102.bin"/><Relationship Id="rId22" Type="http://schemas.openxmlformats.org/officeDocument/2006/relationships/oleObject" Target="../embeddings/oleObject101.bin"/><Relationship Id="rId21" Type="http://schemas.openxmlformats.org/officeDocument/2006/relationships/image" Target="../media/image88.wmf"/><Relationship Id="rId20" Type="http://schemas.openxmlformats.org/officeDocument/2006/relationships/oleObject" Target="../embeddings/oleObject100.bin"/><Relationship Id="rId2" Type="http://schemas.openxmlformats.org/officeDocument/2006/relationships/image" Target="../media/image82.wmf"/><Relationship Id="rId19" Type="http://schemas.openxmlformats.org/officeDocument/2006/relationships/image" Target="../media/image87.wmf"/><Relationship Id="rId18" Type="http://schemas.openxmlformats.org/officeDocument/2006/relationships/oleObject" Target="../embeddings/oleObject99.bin"/><Relationship Id="rId17" Type="http://schemas.openxmlformats.org/officeDocument/2006/relationships/oleObject" Target="../embeddings/oleObject98.bin"/><Relationship Id="rId16" Type="http://schemas.openxmlformats.org/officeDocument/2006/relationships/oleObject" Target="../embeddings/oleObject97.bin"/><Relationship Id="rId15" Type="http://schemas.openxmlformats.org/officeDocument/2006/relationships/oleObject" Target="../embeddings/oleObject96.bin"/><Relationship Id="rId14" Type="http://schemas.openxmlformats.org/officeDocument/2006/relationships/image" Target="../media/image86.wmf"/><Relationship Id="rId13" Type="http://schemas.openxmlformats.org/officeDocument/2006/relationships/oleObject" Target="../embeddings/oleObject95.bin"/><Relationship Id="rId12" Type="http://schemas.openxmlformats.org/officeDocument/2006/relationships/image" Target="../media/image85.wmf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84.wmf"/><Relationship Id="rId1" Type="http://schemas.openxmlformats.org/officeDocument/2006/relationships/oleObject" Target="../embeddings/oleObject8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8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107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105.bin"/><Relationship Id="rId22" Type="http://schemas.openxmlformats.org/officeDocument/2006/relationships/vmlDrawing" Target="../drawings/vmlDrawing8.v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366.xml"/><Relationship Id="rId2" Type="http://schemas.openxmlformats.org/officeDocument/2006/relationships/image" Target="../media/image89.wmf"/><Relationship Id="rId19" Type="http://schemas.openxmlformats.org/officeDocument/2006/relationships/oleObject" Target="../embeddings/oleObject113.bin"/><Relationship Id="rId18" Type="http://schemas.openxmlformats.org/officeDocument/2006/relationships/image" Target="../media/image97.wmf"/><Relationship Id="rId17" Type="http://schemas.openxmlformats.org/officeDocument/2006/relationships/oleObject" Target="../embeddings/oleObject112.bin"/><Relationship Id="rId16" Type="http://schemas.openxmlformats.org/officeDocument/2006/relationships/image" Target="../media/image96.wmf"/><Relationship Id="rId15" Type="http://schemas.openxmlformats.org/officeDocument/2006/relationships/oleObject" Target="../embeddings/oleObject111.bin"/><Relationship Id="rId14" Type="http://schemas.openxmlformats.org/officeDocument/2006/relationships/image" Target="../media/image95.wmf"/><Relationship Id="rId13" Type="http://schemas.openxmlformats.org/officeDocument/2006/relationships/oleObject" Target="../embeddings/oleObject110.bin"/><Relationship Id="rId12" Type="http://schemas.openxmlformats.org/officeDocument/2006/relationships/image" Target="../media/image94.wmf"/><Relationship Id="rId11" Type="http://schemas.openxmlformats.org/officeDocument/2006/relationships/oleObject" Target="../embeddings/oleObject109.bin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104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115.bin"/><Relationship Id="rId28" Type="http://schemas.openxmlformats.org/officeDocument/2006/relationships/vmlDrawing" Target="../drawings/vmlDrawing9.vml"/><Relationship Id="rId27" Type="http://schemas.openxmlformats.org/officeDocument/2006/relationships/slideLayout" Target="../slideLayouts/slideLayout21.xml"/><Relationship Id="rId26" Type="http://schemas.openxmlformats.org/officeDocument/2006/relationships/tags" Target="../tags/tag367.xml"/><Relationship Id="rId25" Type="http://schemas.openxmlformats.org/officeDocument/2006/relationships/image" Target="../media/image109.wmf"/><Relationship Id="rId24" Type="http://schemas.openxmlformats.org/officeDocument/2006/relationships/oleObject" Target="../embeddings/oleObject126.bin"/><Relationship Id="rId23" Type="http://schemas.openxmlformats.org/officeDocument/2006/relationships/image" Target="../media/image108.wmf"/><Relationship Id="rId22" Type="http://schemas.openxmlformats.org/officeDocument/2006/relationships/oleObject" Target="../embeddings/oleObject125.bin"/><Relationship Id="rId21" Type="http://schemas.openxmlformats.org/officeDocument/2006/relationships/oleObject" Target="../embeddings/oleObject124.bin"/><Relationship Id="rId20" Type="http://schemas.openxmlformats.org/officeDocument/2006/relationships/image" Target="../media/image107.wmf"/><Relationship Id="rId2" Type="http://schemas.openxmlformats.org/officeDocument/2006/relationships/image" Target="../media/image98.wmf"/><Relationship Id="rId19" Type="http://schemas.openxmlformats.org/officeDocument/2006/relationships/oleObject" Target="../embeddings/oleObject123.bin"/><Relationship Id="rId18" Type="http://schemas.openxmlformats.org/officeDocument/2006/relationships/image" Target="../media/image106.wmf"/><Relationship Id="rId17" Type="http://schemas.openxmlformats.org/officeDocument/2006/relationships/oleObject" Target="../embeddings/oleObject122.bin"/><Relationship Id="rId16" Type="http://schemas.openxmlformats.org/officeDocument/2006/relationships/image" Target="../media/image105.wmf"/><Relationship Id="rId15" Type="http://schemas.openxmlformats.org/officeDocument/2006/relationships/oleObject" Target="../embeddings/oleObject121.bin"/><Relationship Id="rId14" Type="http://schemas.openxmlformats.org/officeDocument/2006/relationships/image" Target="../media/image104.wmf"/><Relationship Id="rId13" Type="http://schemas.openxmlformats.org/officeDocument/2006/relationships/oleObject" Target="../embeddings/oleObject120.bin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114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1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130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61.wmf"/><Relationship Id="rId3" Type="http://schemas.openxmlformats.org/officeDocument/2006/relationships/oleObject" Target="../embeddings/oleObject128.bin"/><Relationship Id="rId26" Type="http://schemas.openxmlformats.org/officeDocument/2006/relationships/vmlDrawing" Target="../drawings/vmlDrawing10.v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371.xml"/><Relationship Id="rId23" Type="http://schemas.openxmlformats.org/officeDocument/2006/relationships/image" Target="../media/image116.wmf"/><Relationship Id="rId22" Type="http://schemas.openxmlformats.org/officeDocument/2006/relationships/oleObject" Target="../embeddings/oleObject138.bin"/><Relationship Id="rId21" Type="http://schemas.openxmlformats.org/officeDocument/2006/relationships/oleObject" Target="../embeddings/oleObject137.bin"/><Relationship Id="rId20" Type="http://schemas.openxmlformats.org/officeDocument/2006/relationships/image" Target="../media/image115.wmf"/><Relationship Id="rId2" Type="http://schemas.openxmlformats.org/officeDocument/2006/relationships/image" Target="../media/image82.wmf"/><Relationship Id="rId19" Type="http://schemas.openxmlformats.org/officeDocument/2006/relationships/oleObject" Target="../embeddings/oleObject136.bin"/><Relationship Id="rId18" Type="http://schemas.openxmlformats.org/officeDocument/2006/relationships/image" Target="../media/image114.wmf"/><Relationship Id="rId17" Type="http://schemas.openxmlformats.org/officeDocument/2006/relationships/oleObject" Target="../embeddings/oleObject135.bin"/><Relationship Id="rId16" Type="http://schemas.openxmlformats.org/officeDocument/2006/relationships/image" Target="../media/image113.wmf"/><Relationship Id="rId15" Type="http://schemas.openxmlformats.org/officeDocument/2006/relationships/oleObject" Target="../embeddings/oleObject134.bin"/><Relationship Id="rId14" Type="http://schemas.openxmlformats.org/officeDocument/2006/relationships/image" Target="../media/image112.wmf"/><Relationship Id="rId13" Type="http://schemas.openxmlformats.org/officeDocument/2006/relationships/oleObject" Target="../embeddings/oleObject133.bin"/><Relationship Id="rId12" Type="http://schemas.openxmlformats.org/officeDocument/2006/relationships/image" Target="../media/image111.wmf"/><Relationship Id="rId11" Type="http://schemas.openxmlformats.org/officeDocument/2006/relationships/oleObject" Target="../embeddings/oleObject132.bin"/><Relationship Id="rId10" Type="http://schemas.openxmlformats.org/officeDocument/2006/relationships/image" Target="../media/image110.wmf"/><Relationship Id="rId1" Type="http://schemas.openxmlformats.org/officeDocument/2006/relationships/oleObject" Target="../embeddings/oleObject127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20.w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18.wmf"/><Relationship Id="rId3" Type="http://schemas.openxmlformats.org/officeDocument/2006/relationships/oleObject" Target="../embeddings/oleObject140.bin"/><Relationship Id="rId22" Type="http://schemas.openxmlformats.org/officeDocument/2006/relationships/vmlDrawing" Target="../drawings/vmlDrawing11.v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372.xml"/><Relationship Id="rId2" Type="http://schemas.openxmlformats.org/officeDocument/2006/relationships/image" Target="../media/image117.wmf"/><Relationship Id="rId19" Type="http://schemas.openxmlformats.org/officeDocument/2006/relationships/image" Target="../media/image125.wmf"/><Relationship Id="rId18" Type="http://schemas.openxmlformats.org/officeDocument/2006/relationships/oleObject" Target="../embeddings/oleObject148.bin"/><Relationship Id="rId17" Type="http://schemas.openxmlformats.org/officeDocument/2006/relationships/image" Target="../media/image124.wmf"/><Relationship Id="rId16" Type="http://schemas.openxmlformats.org/officeDocument/2006/relationships/oleObject" Target="../embeddings/oleObject147.bin"/><Relationship Id="rId15" Type="http://schemas.openxmlformats.org/officeDocument/2006/relationships/image" Target="../media/image123.wmf"/><Relationship Id="rId14" Type="http://schemas.openxmlformats.org/officeDocument/2006/relationships/oleObject" Target="../embeddings/oleObject146.bin"/><Relationship Id="rId13" Type="http://schemas.openxmlformats.org/officeDocument/2006/relationships/oleObject" Target="../embeddings/oleObject145.bin"/><Relationship Id="rId12" Type="http://schemas.openxmlformats.org/officeDocument/2006/relationships/image" Target="../media/image122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21.wmf"/><Relationship Id="rId1" Type="http://schemas.openxmlformats.org/officeDocument/2006/relationships/oleObject" Target="../embeddings/oleObject139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4.bin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53.bin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52.bin"/><Relationship Id="rId4" Type="http://schemas.openxmlformats.org/officeDocument/2006/relationships/oleObject" Target="../embeddings/oleObject151.bin"/><Relationship Id="rId3" Type="http://schemas.openxmlformats.org/officeDocument/2006/relationships/oleObject" Target="../embeddings/oleObject150.bin"/><Relationship Id="rId2" Type="http://schemas.openxmlformats.org/officeDocument/2006/relationships/image" Target="../media/image89.wmf"/><Relationship Id="rId15" Type="http://schemas.openxmlformats.org/officeDocument/2006/relationships/vmlDrawing" Target="../drawings/vmlDrawing12.v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373.xml"/><Relationship Id="rId12" Type="http://schemas.openxmlformats.org/officeDocument/2006/relationships/image" Target="../media/image129.wmf"/><Relationship Id="rId11" Type="http://schemas.openxmlformats.org/officeDocument/2006/relationships/oleObject" Target="../embeddings/oleObject155.bin"/><Relationship Id="rId10" Type="http://schemas.openxmlformats.org/officeDocument/2006/relationships/image" Target="../media/image128.wmf"/><Relationship Id="rId1" Type="http://schemas.openxmlformats.org/officeDocument/2006/relationships/oleObject" Target="../embeddings/oleObject14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51610" y="4149725"/>
            <a:ext cx="7341235" cy="702310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ym typeface="Arial" panose="020B0604020202020204" pitchFamily="34" charset="0"/>
              </a:rPr>
              <a:t>函数可导与解析的充要条件</a:t>
            </a:r>
            <a:endParaRPr lang="zh-CN" altLang="en-US" sz="4000" dirty="0"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1599847" y="4024948"/>
            <a:ext cx="486583" cy="475615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7" name="矩形 26"/>
            <p:cNvSpPr/>
            <p:nvPr>
              <p:custDataLst>
                <p:tags r:id="rId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直接连接符 29"/>
          <p:cNvCxnSpPr/>
          <p:nvPr>
            <p:custDataLst>
              <p:tags r:id="rId5"/>
            </p:custDataLst>
          </p:nvPr>
        </p:nvCxnSpPr>
        <p:spPr>
          <a:xfrm>
            <a:off x="5038936" y="1891771"/>
            <a:ext cx="0" cy="5217946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5"/>
          <p:cNvSpPr txBox="1"/>
          <p:nvPr>
            <p:custDataLst>
              <p:tags r:id="rId6"/>
            </p:custDataLst>
          </p:nvPr>
        </p:nvSpPr>
        <p:spPr>
          <a:xfrm>
            <a:off x="5210810" y="2458968"/>
            <a:ext cx="805373" cy="683414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46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01.</a:t>
            </a:r>
            <a:endParaRPr lang="en-US" altLang="zh-CN" sz="246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6046470" y="2458720"/>
            <a:ext cx="5630545" cy="49466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回顾复变函数导数的定义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2" name="文本框 5"/>
          <p:cNvSpPr txBox="1"/>
          <p:nvPr>
            <p:custDataLst>
              <p:tags r:id="rId8"/>
            </p:custDataLst>
          </p:nvPr>
        </p:nvSpPr>
        <p:spPr>
          <a:xfrm>
            <a:off x="5158740" y="4230889"/>
            <a:ext cx="805373" cy="683414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59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02.</a:t>
            </a:r>
            <a:endParaRPr lang="en-US" altLang="zh-CN" sz="259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9"/>
            </p:custDataLst>
          </p:nvPr>
        </p:nvSpPr>
        <p:spPr>
          <a:xfrm>
            <a:off x="6015990" y="4231005"/>
            <a:ext cx="5630545" cy="494665"/>
          </a:xfrm>
          <a:prstGeom prst="rect">
            <a:avLst/>
          </a:prstGeom>
          <a:noFill/>
        </p:spPr>
        <p:txBody>
          <a:bodyPr wrap="square" lIns="91440" tIns="45720" rIns="91440" bIns="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函数可导与解析的充要条件</a:t>
            </a:r>
            <a:endParaRPr lang="zh-CN" altLang="en-US" sz="28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2231399" y="3766821"/>
            <a:ext cx="2604765" cy="76835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目录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2231400" y="4567238"/>
            <a:ext cx="2604770" cy="768350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lstStyle/>
          <a:p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Contents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958761" y="244674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8125589" y="378104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sz="1800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sz="1800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51345" y="4514850"/>
            <a:ext cx="5840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atin typeface="华文中宋" panose="02010600040101010101" pitchFamily="2" charset="-122"/>
                <a:ea typeface="华文中宋" panose="02010600040101010101" pitchFamily="2" charset="-122"/>
              </a:rPr>
              <a:t>回顾：复变函数导数的定义</a:t>
            </a:r>
            <a:endParaRPr lang="zh-CN" altLang="en-US" sz="36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" name="Object 21"/>
          <p:cNvGraphicFramePr>
            <a:graphicFrameLocks noChangeAspect="1"/>
          </p:cNvGraphicFramePr>
          <p:nvPr/>
        </p:nvGraphicFramePr>
        <p:xfrm>
          <a:off x="1129348" y="1912620"/>
          <a:ext cx="1484630" cy="549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" imgW="622300" imgH="203200" progId="Equation.DSMT4">
                  <p:embed/>
                </p:oleObj>
              </mc:Choice>
              <mc:Fallback>
                <p:oleObj name="Equation" r:id="rId1" imgW="622300" imgH="2032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29348" y="1912620"/>
                        <a:ext cx="1484630" cy="5499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1"/>
          <p:cNvGraphicFramePr>
            <a:graphicFrameLocks noChangeAspect="1"/>
          </p:cNvGraphicFramePr>
          <p:nvPr/>
        </p:nvGraphicFramePr>
        <p:xfrm>
          <a:off x="2987993" y="1878013"/>
          <a:ext cx="10604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3" imgW="444500" imgH="228600" progId="Equation.DSMT4">
                  <p:embed/>
                </p:oleObj>
              </mc:Choice>
              <mc:Fallback>
                <p:oleObj name="Equation" r:id="rId3" imgW="444500" imgH="2286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7993" y="1878013"/>
                        <a:ext cx="1060450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1"/>
          <p:cNvGraphicFramePr>
            <a:graphicFrameLocks noChangeAspect="1"/>
          </p:cNvGraphicFramePr>
          <p:nvPr/>
        </p:nvGraphicFramePr>
        <p:xfrm>
          <a:off x="1505586" y="3012758"/>
          <a:ext cx="10001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5" imgW="419100" imgH="228600" progId="Equation.DSMT4">
                  <p:embed/>
                </p:oleObj>
              </mc:Choice>
              <mc:Fallback>
                <p:oleObj name="Equation" r:id="rId5" imgW="419100" imgH="2286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05586" y="3012758"/>
                        <a:ext cx="100012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1"/>
          <p:cNvGraphicFramePr>
            <a:graphicFrameLocks noChangeAspect="1"/>
          </p:cNvGraphicFramePr>
          <p:nvPr/>
        </p:nvGraphicFramePr>
        <p:xfrm>
          <a:off x="2889569" y="2788921"/>
          <a:ext cx="342519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7" imgW="1435100" imgH="393700" progId="Equation.DSMT4">
                  <p:embed/>
                </p:oleObj>
              </mc:Choice>
              <mc:Fallback>
                <p:oleObj name="Equation" r:id="rId7" imgW="1435100" imgH="3937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9569" y="2788921"/>
                        <a:ext cx="342519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1"/>
          <p:cNvGraphicFramePr>
            <a:graphicFrameLocks noChangeAspect="1"/>
          </p:cNvGraphicFramePr>
          <p:nvPr/>
        </p:nvGraphicFramePr>
        <p:xfrm>
          <a:off x="2501583" y="3166746"/>
          <a:ext cx="303530" cy="309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27000" imgH="114300" progId="Equation.DSMT4">
                  <p:embed/>
                </p:oleObj>
              </mc:Choice>
              <mc:Fallback>
                <p:oleObj name="Equation" r:id="rId9" imgW="127000" imgH="1143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01583" y="3166746"/>
                        <a:ext cx="303530" cy="309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1"/>
          <p:cNvGraphicFramePr>
            <a:graphicFrameLocks noChangeAspect="1"/>
          </p:cNvGraphicFramePr>
          <p:nvPr/>
        </p:nvGraphicFramePr>
        <p:xfrm>
          <a:off x="1329692" y="4178301"/>
          <a:ext cx="3611245" cy="61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1" imgW="1511300" imgH="228600" progId="Equation.DSMT4">
                  <p:embed/>
                </p:oleObj>
              </mc:Choice>
              <mc:Fallback>
                <p:oleObj name="Equation" r:id="rId11" imgW="1511300" imgH="2286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29692" y="4178301"/>
                        <a:ext cx="3611245" cy="619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99795" y="2963545"/>
            <a:ext cx="616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/>
              <a:t>(1)</a:t>
            </a:r>
            <a:endParaRPr lang="en-US" altLang="zh-CN" sz="2800"/>
          </a:p>
        </p:txBody>
      </p:sp>
      <p:sp>
        <p:nvSpPr>
          <p:cNvPr id="9" name="文本框 8"/>
          <p:cNvSpPr txBox="1"/>
          <p:nvPr/>
        </p:nvSpPr>
        <p:spPr>
          <a:xfrm>
            <a:off x="7546975" y="4157345"/>
            <a:ext cx="35807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/>
              <a:t>则称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f(z)</a:t>
            </a:r>
            <a:r>
              <a:rPr lang="zh-CN" altLang="en-US" sz="2800"/>
              <a:t>在    可微，且</a:t>
            </a:r>
            <a:r>
              <a:rPr lang="zh-CN" altLang="en-US" sz="2800"/>
              <a:t>   </a:t>
            </a:r>
            <a:endParaRPr lang="zh-CN" altLang="en-US" sz="2800"/>
          </a:p>
        </p:txBody>
      </p:sp>
      <p:graphicFrame>
        <p:nvGraphicFramePr>
          <p:cNvPr id="10" name="Object 21"/>
          <p:cNvGraphicFramePr>
            <a:graphicFrameLocks noChangeAspect="1"/>
          </p:cNvGraphicFramePr>
          <p:nvPr/>
        </p:nvGraphicFramePr>
        <p:xfrm>
          <a:off x="4912362" y="4208781"/>
          <a:ext cx="2519045" cy="551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3" imgW="1054100" imgH="203200" progId="Equation.DSMT4">
                  <p:embed/>
                </p:oleObj>
              </mc:Choice>
              <mc:Fallback>
                <p:oleObj name="Equation" r:id="rId13" imgW="1054100" imgH="2032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12362" y="4208781"/>
                        <a:ext cx="2519045" cy="5511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26770" y="4206240"/>
            <a:ext cx="6165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/>
              <a:t>(2)</a:t>
            </a:r>
            <a:endParaRPr lang="en-US" altLang="zh-CN" sz="2800"/>
          </a:p>
        </p:txBody>
      </p:sp>
      <p:graphicFrame>
        <p:nvGraphicFramePr>
          <p:cNvPr id="15" name="Object 21"/>
          <p:cNvGraphicFramePr>
            <a:graphicFrameLocks noChangeAspect="1"/>
          </p:cNvGraphicFramePr>
          <p:nvPr/>
        </p:nvGraphicFramePr>
        <p:xfrm>
          <a:off x="9267191" y="4085273"/>
          <a:ext cx="39433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5" imgW="165100" imgH="228600" progId="Equation.DSMT4">
                  <p:embed/>
                </p:oleObj>
              </mc:Choice>
              <mc:Fallback>
                <p:oleObj name="Equation" r:id="rId15" imgW="165100" imgH="2286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267191" y="4085273"/>
                        <a:ext cx="394335" cy="619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1"/>
          <p:cNvGraphicFramePr>
            <a:graphicFrameLocks noChangeAspect="1"/>
          </p:cNvGraphicFramePr>
          <p:nvPr/>
        </p:nvGraphicFramePr>
        <p:xfrm>
          <a:off x="11128060" y="4128453"/>
          <a:ext cx="1578610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7" imgW="660400" imgH="177165" progId="Equation.DSMT4">
                  <p:embed/>
                </p:oleObj>
              </mc:Choice>
              <mc:Fallback>
                <p:oleObj name="Equation" r:id="rId17" imgW="660400" imgH="177165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128060" y="4128453"/>
                        <a:ext cx="1578610" cy="480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椭圆形标注 18"/>
          <p:cNvSpPr/>
          <p:nvPr/>
        </p:nvSpPr>
        <p:spPr>
          <a:xfrm>
            <a:off x="7689215" y="5527040"/>
            <a:ext cx="3211830" cy="1539240"/>
          </a:xfrm>
          <a:prstGeom prst="wedgeEllipseCallout">
            <a:avLst>
              <a:gd name="adj1" fmla="val 86140"/>
              <a:gd name="adj2" fmla="val -11740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0" name="Object 21"/>
          <p:cNvGraphicFramePr>
            <a:graphicFrameLocks noChangeAspect="1"/>
          </p:cNvGraphicFramePr>
          <p:nvPr/>
        </p:nvGraphicFramePr>
        <p:xfrm>
          <a:off x="8532815" y="5985829"/>
          <a:ext cx="1609090" cy="620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9" imgW="673100" imgH="228600" progId="Equation.DSMT4">
                  <p:embed/>
                </p:oleObj>
              </mc:Choice>
              <mc:Fallback>
                <p:oleObj name="Equation" r:id="rId19" imgW="673100" imgH="2286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32815" y="5985829"/>
                        <a:ext cx="1609090" cy="620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2"/>
          <p:cNvSpPr txBox="1"/>
          <p:nvPr/>
        </p:nvSpPr>
        <p:spPr>
          <a:xfrm>
            <a:off x="2785110" y="1238885"/>
            <a:ext cx="631190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已知                                           求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9413" name="Object 21"/>
          <p:cNvGraphicFramePr>
            <a:graphicFrameLocks noChangeAspect="1"/>
          </p:cNvGraphicFramePr>
          <p:nvPr/>
        </p:nvGraphicFramePr>
        <p:xfrm>
          <a:off x="3580130" y="1238885"/>
          <a:ext cx="4512945" cy="549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1" imgW="1892300" imgH="203200" progId="Equation.DSMT4">
                  <p:embed/>
                </p:oleObj>
              </mc:Choice>
              <mc:Fallback>
                <p:oleObj name="Equation" r:id="rId1" imgW="1892300" imgH="2032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80130" y="1238885"/>
                        <a:ext cx="4512945" cy="5499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2"/>
          <p:cNvSpPr txBox="1"/>
          <p:nvPr/>
        </p:nvSpPr>
        <p:spPr>
          <a:xfrm>
            <a:off x="1874300" y="1259470"/>
            <a:ext cx="11188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例</a:t>
            </a:r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， 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9415" name="Object 23"/>
          <p:cNvGraphicFramePr>
            <a:graphicFrameLocks noChangeAspect="1"/>
          </p:cNvGraphicFramePr>
          <p:nvPr/>
        </p:nvGraphicFramePr>
        <p:xfrm>
          <a:off x="2556828" y="2110740"/>
          <a:ext cx="2326005" cy="886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3" imgW="1282700" imgH="393700" progId="Equation.DSMT4">
                  <p:embed/>
                </p:oleObj>
              </mc:Choice>
              <mc:Fallback>
                <p:oleObj name="Equation" r:id="rId3" imgW="1282700" imgH="3937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6828" y="2110740"/>
                        <a:ext cx="2326005" cy="886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文本框 2"/>
          <p:cNvSpPr txBox="1"/>
          <p:nvPr/>
        </p:nvSpPr>
        <p:spPr>
          <a:xfrm>
            <a:off x="6310523" y="6504148"/>
            <a:ext cx="55905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故                    </a:t>
            </a:r>
            <a:r>
              <a:rPr lang="zh-CN" altLang="en-US" sz="2800" dirty="0" smtClean="0">
                <a:latin typeface="+mn-ea"/>
              </a:rPr>
              <a:t>在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z=0</a:t>
            </a:r>
            <a:r>
              <a:rPr lang="zh-CN" altLang="en-US" sz="2800" dirty="0" smtClean="0">
                <a:latin typeface="+mn-ea"/>
              </a:rPr>
              <a:t>不可微</a:t>
            </a:r>
            <a:r>
              <a:rPr lang="en-US" altLang="zh-CN" sz="2800" dirty="0" smtClean="0">
                <a:latin typeface="+mn-ea"/>
              </a:rPr>
              <a:t>(</a:t>
            </a:r>
            <a:r>
              <a:rPr lang="zh-CN" altLang="en-US" sz="2800" dirty="0" smtClean="0">
                <a:latin typeface="+mn-ea"/>
              </a:rPr>
              <a:t>导</a:t>
            </a:r>
            <a:r>
              <a:rPr lang="en-US" altLang="zh-CN" sz="2800" dirty="0" smtClean="0">
                <a:latin typeface="+mn-ea"/>
              </a:rPr>
              <a:t>)</a:t>
            </a:r>
            <a:r>
              <a:rPr lang="zh-CN" altLang="en-US" sz="2800" dirty="0" smtClean="0">
                <a:latin typeface="+mn-ea"/>
              </a:rPr>
              <a:t>。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82555" y="2245625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解：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4" name="Object 21"/>
          <p:cNvGraphicFramePr>
            <a:graphicFrameLocks noChangeAspect="1"/>
          </p:cNvGraphicFramePr>
          <p:nvPr/>
        </p:nvGraphicFramePr>
        <p:xfrm>
          <a:off x="6694805" y="6483985"/>
          <a:ext cx="2150745" cy="549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901700" imgH="203200" progId="Equation.DSMT4">
                  <p:embed/>
                </p:oleObj>
              </mc:Choice>
              <mc:Fallback>
                <p:oleObj name="Equation" r:id="rId5" imgW="901700" imgH="2032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94805" y="6483985"/>
                        <a:ext cx="2150745" cy="5499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3"/>
          <p:cNvGraphicFramePr>
            <a:graphicFrameLocks noChangeAspect="1"/>
          </p:cNvGraphicFramePr>
          <p:nvPr/>
        </p:nvGraphicFramePr>
        <p:xfrm>
          <a:off x="4878705" y="2047875"/>
          <a:ext cx="2867025" cy="108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1371600" imgH="419100" progId="Equation.DSMT4">
                  <p:embed/>
                </p:oleObj>
              </mc:Choice>
              <mc:Fallback>
                <p:oleObj name="Equation" r:id="rId7" imgW="1371600" imgH="4191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78705" y="2047875"/>
                        <a:ext cx="2867025" cy="1088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1"/>
          <p:cNvGraphicFramePr>
            <a:graphicFrameLocks noChangeAspect="1"/>
          </p:cNvGraphicFramePr>
          <p:nvPr/>
        </p:nvGraphicFramePr>
        <p:xfrm>
          <a:off x="8416925" y="1259205"/>
          <a:ext cx="939165" cy="549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9" imgW="393700" imgH="203200" progId="Equation.DSMT4">
                  <p:embed/>
                </p:oleObj>
              </mc:Choice>
              <mc:Fallback>
                <p:oleObj name="Equation" r:id="rId9" imgW="393700" imgH="2032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416925" y="1259205"/>
                        <a:ext cx="939165" cy="5499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/>
          <p:cNvGraphicFramePr>
            <a:graphicFrameLocks noChangeAspect="1"/>
          </p:cNvGraphicFramePr>
          <p:nvPr/>
        </p:nvGraphicFramePr>
        <p:xfrm>
          <a:off x="7688580" y="2066925"/>
          <a:ext cx="4354830" cy="108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2082800" imgH="419100" progId="Equation.DSMT4">
                  <p:embed/>
                </p:oleObj>
              </mc:Choice>
              <mc:Fallback>
                <p:oleObj name="Equation" r:id="rId11" imgW="2082800" imgH="4191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88580" y="2066925"/>
                        <a:ext cx="4354830" cy="1088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3"/>
          <p:cNvGraphicFramePr>
            <a:graphicFrameLocks noChangeAspect="1"/>
          </p:cNvGraphicFramePr>
          <p:nvPr/>
        </p:nvGraphicFramePr>
        <p:xfrm>
          <a:off x="4883150" y="3220085"/>
          <a:ext cx="581977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3" imgW="2781300" imgH="444500" progId="Equation.DSMT4">
                  <p:embed/>
                </p:oleObj>
              </mc:Choice>
              <mc:Fallback>
                <p:oleObj name="Equation" r:id="rId13" imgW="2781300" imgH="4445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83150" y="3220085"/>
                        <a:ext cx="5819775" cy="1155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3"/>
          <p:cNvGraphicFramePr>
            <a:graphicFrameLocks noChangeAspect="1"/>
          </p:cNvGraphicFramePr>
          <p:nvPr/>
        </p:nvGraphicFramePr>
        <p:xfrm>
          <a:off x="2303145" y="4932045"/>
          <a:ext cx="3195955" cy="1102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5" imgW="1600200" imgH="444500" progId="Equation.DSMT4">
                  <p:embed/>
                </p:oleObj>
              </mc:Choice>
              <mc:Fallback>
                <p:oleObj name="Equation" r:id="rId15" imgW="1600200" imgH="4445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03145" y="4932045"/>
                        <a:ext cx="3195955" cy="1102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3"/>
          <p:cNvGraphicFramePr>
            <a:graphicFrameLocks noChangeAspect="1"/>
          </p:cNvGraphicFramePr>
          <p:nvPr/>
        </p:nvGraphicFramePr>
        <p:xfrm>
          <a:off x="5499100" y="4994910"/>
          <a:ext cx="2942590" cy="104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7" imgW="1473200" imgH="419100" progId="Equation.DSMT4">
                  <p:embed/>
                </p:oleObj>
              </mc:Choice>
              <mc:Fallback>
                <p:oleObj name="Equation" r:id="rId17" imgW="1473200" imgH="4191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99100" y="4994910"/>
                        <a:ext cx="2942590" cy="10401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8729760" y="5371095"/>
            <a:ext cx="1266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不存在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874520" y="6504305"/>
            <a:ext cx="498792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所以                     不存在，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1" name="Object 23"/>
          <p:cNvGraphicFramePr>
            <a:graphicFrameLocks noChangeAspect="1"/>
          </p:cNvGraphicFramePr>
          <p:nvPr/>
        </p:nvGraphicFramePr>
        <p:xfrm>
          <a:off x="2715895" y="6297930"/>
          <a:ext cx="2105660" cy="921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9" imgW="1117600" imgH="393700" progId="Equation.DSMT4">
                  <p:embed/>
                </p:oleObj>
              </mc:Choice>
              <mc:Fallback>
                <p:oleObj name="Equation" r:id="rId19" imgW="1117600" imgH="3937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15895" y="6297930"/>
                        <a:ext cx="2105660" cy="921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958761" y="244674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8125589" y="378104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sz="1800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sz="1800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51040" y="4808855"/>
            <a:ext cx="6007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atin typeface="华文中宋" panose="02010600040101010101" pitchFamily="2" charset="-122"/>
                <a:ea typeface="华文中宋" panose="02010600040101010101" pitchFamily="2" charset="-122"/>
              </a:rPr>
              <a:t>函数可导与解析的充要条件</a:t>
            </a:r>
            <a:endParaRPr lang="zh-CN" altLang="en-US" sz="36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958761" y="244674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 fontScale="50000"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02.1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8125589" y="378104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sz="1800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sz="1800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46975" y="4753610"/>
            <a:ext cx="4335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atin typeface="华文中宋" panose="02010600040101010101" pitchFamily="2" charset="-122"/>
                <a:ea typeface="华文中宋" panose="02010600040101010101" pitchFamily="2" charset="-122"/>
              </a:rPr>
              <a:t>函数可导的充要条件</a:t>
            </a:r>
            <a:endParaRPr lang="zh-CN" altLang="en-US" sz="36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93" name="Object 2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433955" y="1489075"/>
          <a:ext cx="124587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2" imgW="14020800" imgH="4876800" progId="Equation.DSMT4">
                  <p:embed/>
                </p:oleObj>
              </mc:Choice>
              <mc:Fallback>
                <p:oleObj name="Equation" r:id="rId2" imgW="14020800" imgH="48768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33955" y="1489075"/>
                        <a:ext cx="124587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右箭头 20"/>
          <p:cNvSpPr/>
          <p:nvPr>
            <p:custDataLst>
              <p:tags r:id="rId4"/>
            </p:custDataLst>
          </p:nvPr>
        </p:nvSpPr>
        <p:spPr>
          <a:xfrm>
            <a:off x="4069715" y="1610995"/>
            <a:ext cx="1153795" cy="188595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054" tIns="50027" rIns="100054" bIns="50027" rtlCol="0" anchor="ctr"/>
          <a:p>
            <a:pPr algn="ctr"/>
            <a:endParaRPr lang="zh-CN" altLang="en-US" sz="2800"/>
          </a:p>
        </p:txBody>
      </p:sp>
      <p:graphicFrame>
        <p:nvGraphicFramePr>
          <p:cNvPr id="59403" name="Object 11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4070350" y="1219835"/>
          <a:ext cx="11525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6" imgW="14325600" imgH="4572000" progId="Equation.DSMT4">
                  <p:embed/>
                </p:oleObj>
              </mc:Choice>
              <mc:Fallback>
                <p:oleObj name="Equation" r:id="rId6" imgW="14325600" imgH="45720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70350" y="1219835"/>
                        <a:ext cx="1152525" cy="441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12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5223510" y="1489075"/>
          <a:ext cx="314134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9" imgW="35356800" imgH="4876800" progId="Equation.DSMT4">
                  <p:embed/>
                </p:oleObj>
              </mc:Choice>
              <mc:Fallback>
                <p:oleObj name="Equation" r:id="rId9" imgW="35356800" imgH="48768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23510" y="1489075"/>
                        <a:ext cx="3141345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5" name="Object 13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1908810" y="3335020"/>
          <a:ext cx="124650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12" imgW="14020800" imgH="4876800" progId="Equation.DSMT4">
                  <p:embed/>
                </p:oleObj>
              </mc:Choice>
              <mc:Fallback>
                <p:oleObj name="Equation" r:id="rId12" imgW="14020800" imgH="48768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8810" y="3335020"/>
                        <a:ext cx="1246505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左右箭头 24"/>
          <p:cNvSpPr/>
          <p:nvPr>
            <p:custDataLst>
              <p:tags r:id="rId13"/>
            </p:custDataLst>
          </p:nvPr>
        </p:nvSpPr>
        <p:spPr>
          <a:xfrm>
            <a:off x="6053914" y="3478495"/>
            <a:ext cx="1131138" cy="189177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054" tIns="50027" rIns="100054" bIns="50027" rtlCol="0" anchor="ctr"/>
          <a:p>
            <a:pPr algn="ctr"/>
            <a:endParaRPr lang="zh-CN" altLang="en-US" sz="2800"/>
          </a:p>
        </p:txBody>
      </p:sp>
      <p:graphicFrame>
        <p:nvGraphicFramePr>
          <p:cNvPr id="59406" name="Object 14"/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7407910" y="3302635"/>
          <a:ext cx="192341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15" imgW="21640800" imgH="4876800" progId="Equation.DSMT4">
                  <p:embed/>
                </p:oleObj>
              </mc:Choice>
              <mc:Fallback>
                <p:oleObj name="Equation" r:id="rId15" imgW="21640800" imgH="48768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07910" y="3302635"/>
                        <a:ext cx="1923415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063240" y="3270250"/>
            <a:ext cx="2952750" cy="585470"/>
            <a:chOff x="4824" y="5150"/>
            <a:chExt cx="4650" cy="922"/>
          </a:xfrm>
        </p:grpSpPr>
        <p:sp>
          <p:nvSpPr>
            <p:cNvPr id="32" name="文本框 2"/>
            <p:cNvSpPr txBox="1"/>
            <p:nvPr>
              <p:custDataLst>
                <p:tags r:id="rId17"/>
              </p:custDataLst>
            </p:nvPr>
          </p:nvSpPr>
          <p:spPr>
            <a:xfrm>
              <a:off x="4824" y="5210"/>
              <a:ext cx="4650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在                连续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59407" name="Object 15"/>
            <p:cNvGraphicFramePr>
              <a:graphicFrameLocks noChangeAspect="1"/>
            </p:cNvGraphicFramePr>
            <p:nvPr>
              <p:custDataLst>
                <p:tags r:id="rId18"/>
              </p:custDataLst>
            </p:nvPr>
          </p:nvGraphicFramePr>
          <p:xfrm>
            <a:off x="5708" y="5150"/>
            <a:ext cx="2517" cy="9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19" imgW="17983200" imgH="5486400" progId="Equation.DSMT4">
                    <p:embed/>
                  </p:oleObj>
                </mc:Choice>
                <mc:Fallback>
                  <p:oleObj name="Equation" r:id="rId19" imgW="17983200" imgH="5486400" progId="Equation.DSMT4">
                    <p:embed/>
                    <p:pic>
                      <p:nvPicPr>
                        <p:cNvPr id="0" name="图片 20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708" y="5150"/>
                          <a:ext cx="2517" cy="92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9383395" y="3285490"/>
            <a:ext cx="2531110" cy="612775"/>
            <a:chOff x="14777" y="5174"/>
            <a:chExt cx="3986" cy="965"/>
          </a:xfrm>
        </p:grpSpPr>
        <p:sp>
          <p:nvSpPr>
            <p:cNvPr id="28" name="文本框 2"/>
            <p:cNvSpPr txBox="1"/>
            <p:nvPr>
              <p:custDataLst>
                <p:tags r:id="rId21"/>
              </p:custDataLst>
            </p:nvPr>
          </p:nvSpPr>
          <p:spPr>
            <a:xfrm>
              <a:off x="14777" y="5174"/>
              <a:ext cx="3986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在            连续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29" name="Object 15"/>
            <p:cNvGraphicFramePr>
              <a:graphicFrameLocks noChangeAspect="1"/>
            </p:cNvGraphicFramePr>
            <p:nvPr>
              <p:custDataLst>
                <p:tags r:id="rId22"/>
              </p:custDataLst>
            </p:nvPr>
          </p:nvGraphicFramePr>
          <p:xfrm>
            <a:off x="15676" y="5217"/>
            <a:ext cx="1622" cy="9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23" imgW="11582400" imgH="5486400" progId="Equation.DSMT4">
                    <p:embed/>
                  </p:oleObj>
                </mc:Choice>
                <mc:Fallback>
                  <p:oleObj name="Equation" r:id="rId23" imgW="11582400" imgH="54864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5676" y="5217"/>
                          <a:ext cx="1622" cy="92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3133090" y="4378325"/>
            <a:ext cx="3922395" cy="591820"/>
            <a:chOff x="4934" y="6895"/>
            <a:chExt cx="6177" cy="932"/>
          </a:xfrm>
        </p:grpSpPr>
        <p:sp>
          <p:nvSpPr>
            <p:cNvPr id="30" name="文本框 2"/>
            <p:cNvSpPr txBox="1"/>
            <p:nvPr>
              <p:custDataLst>
                <p:tags r:id="rId25"/>
              </p:custDataLst>
            </p:nvPr>
          </p:nvSpPr>
          <p:spPr>
            <a:xfrm>
              <a:off x="6793" y="6912"/>
              <a:ext cx="4318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在              可微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33" name="Object 13"/>
            <p:cNvGraphicFramePr>
              <a:graphicFrameLocks noChangeAspect="1"/>
            </p:cNvGraphicFramePr>
            <p:nvPr>
              <p:custDataLst>
                <p:tags r:id="rId26"/>
              </p:custDataLst>
            </p:nvPr>
          </p:nvGraphicFramePr>
          <p:xfrm>
            <a:off x="4934" y="6919"/>
            <a:ext cx="1963" cy="8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name="Equation" r:id="rId27" imgW="14020800" imgH="4876800" progId="Equation.DSMT4">
                    <p:embed/>
                  </p:oleObj>
                </mc:Choice>
                <mc:Fallback>
                  <p:oleObj name="Equation" r:id="rId27" imgW="14020800" imgH="4876800" progId="Equation.DSMT4">
                    <p:embed/>
                    <p:pic>
                      <p:nvPicPr>
                        <p:cNvPr id="0" name="图片 20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934" y="6919"/>
                          <a:ext cx="1963" cy="8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15"/>
            <p:cNvGraphicFramePr>
              <a:graphicFrameLocks noChangeAspect="1"/>
            </p:cNvGraphicFramePr>
            <p:nvPr>
              <p:custDataLst>
                <p:tags r:id="rId28"/>
              </p:custDataLst>
            </p:nvPr>
          </p:nvGraphicFramePr>
          <p:xfrm>
            <a:off x="7403" y="6895"/>
            <a:ext cx="2548" cy="9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" name="Equation" r:id="rId29" imgW="17983200" imgH="5486400" progId="Equation.DSMT4">
                    <p:embed/>
                  </p:oleObj>
                </mc:Choice>
                <mc:Fallback>
                  <p:oleObj name="Equation" r:id="rId29" imgW="17983200" imgH="5486400" progId="Equation.DSMT4">
                    <p:embed/>
                    <p:pic>
                      <p:nvPicPr>
                        <p:cNvPr id="0" name="图片 20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403" y="6895"/>
                          <a:ext cx="2548" cy="9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8233410" y="4342130"/>
            <a:ext cx="4133215" cy="567690"/>
            <a:chOff x="12966" y="6838"/>
            <a:chExt cx="6509" cy="894"/>
          </a:xfrm>
        </p:grpSpPr>
        <p:graphicFrame>
          <p:nvGraphicFramePr>
            <p:cNvPr id="44" name="Object 14"/>
            <p:cNvGraphicFramePr>
              <a:graphicFrameLocks noChangeAspect="1"/>
            </p:cNvGraphicFramePr>
            <p:nvPr>
              <p:custDataLst>
                <p:tags r:id="rId30"/>
              </p:custDataLst>
            </p:nvPr>
          </p:nvGraphicFramePr>
          <p:xfrm>
            <a:off x="12966" y="6912"/>
            <a:ext cx="3029" cy="8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" name="Equation" r:id="rId31" imgW="21640800" imgH="4876800" progId="Equation.DSMT4">
                    <p:embed/>
                  </p:oleObj>
                </mc:Choice>
                <mc:Fallback>
                  <p:oleObj name="Equation" r:id="rId31" imgW="21640800" imgH="4876800" progId="Equation.DSMT4">
                    <p:embed/>
                    <p:pic>
                      <p:nvPicPr>
                        <p:cNvPr id="0" name="图片 20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2966" y="6912"/>
                          <a:ext cx="3029" cy="8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文本框 2"/>
            <p:cNvSpPr txBox="1"/>
            <p:nvPr>
              <p:custDataLst>
                <p:tags r:id="rId32"/>
              </p:custDataLst>
            </p:nvPr>
          </p:nvSpPr>
          <p:spPr>
            <a:xfrm>
              <a:off x="15987" y="6898"/>
              <a:ext cx="3488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在         可微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47" name="Object 15"/>
            <p:cNvGraphicFramePr>
              <a:graphicFrameLocks noChangeAspect="1"/>
            </p:cNvGraphicFramePr>
            <p:nvPr>
              <p:custDataLst>
                <p:tags r:id="rId33"/>
              </p:custDataLst>
            </p:nvPr>
          </p:nvGraphicFramePr>
          <p:xfrm>
            <a:off x="16687" y="6838"/>
            <a:ext cx="1570" cy="8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Equation" r:id="rId34" imgW="11582400" imgH="5486400" progId="Equation.DSMT4">
                    <p:embed/>
                  </p:oleObj>
                </mc:Choice>
                <mc:Fallback>
                  <p:oleObj name="Equation" r:id="rId34" imgW="11582400" imgH="5486400" progId="Equation.DSMT4">
                    <p:embed/>
                    <p:pic>
                      <p:nvPicPr>
                        <p:cNvPr id="0" name="图片 20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6687" y="6838"/>
                          <a:ext cx="1570" cy="8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矩形 47"/>
          <p:cNvSpPr/>
          <p:nvPr>
            <p:custDataLst>
              <p:tags r:id="rId35"/>
            </p:custDataLst>
          </p:nvPr>
        </p:nvSpPr>
        <p:spPr>
          <a:xfrm>
            <a:off x="7139776" y="4081400"/>
            <a:ext cx="554990" cy="529590"/>
          </a:xfrm>
          <a:prstGeom prst="rect">
            <a:avLst/>
          </a:prstGeom>
        </p:spPr>
        <p:txBody>
          <a:bodyPr wrap="none" lIns="100054" tIns="50027" rIns="100054" bIns="50027">
            <a:spAutoFit/>
          </a:bodyPr>
          <a:p>
            <a:r>
              <a:rPr lang="zh-CN" altLang="en-US" sz="2800" dirty="0" smtClean="0"/>
              <a:t>？</a:t>
            </a:r>
            <a:endParaRPr lang="zh-CN" altLang="en-US" sz="2800" dirty="0" smtClean="0"/>
          </a:p>
        </p:txBody>
      </p:sp>
      <p:graphicFrame>
        <p:nvGraphicFramePr>
          <p:cNvPr id="59413" name="Object 21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2742565" y="5332730"/>
          <a:ext cx="4512945" cy="549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37" imgW="1892300" imgH="203200" progId="Equation.DSMT4">
                  <p:embed/>
                </p:oleObj>
              </mc:Choice>
              <mc:Fallback>
                <p:oleObj name="Equation" r:id="rId37" imgW="1892300" imgH="2032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742565" y="5332730"/>
                        <a:ext cx="4512945" cy="5499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矩形 48"/>
          <p:cNvSpPr/>
          <p:nvPr>
            <p:custDataLst>
              <p:tags r:id="rId39"/>
            </p:custDataLst>
          </p:nvPr>
        </p:nvSpPr>
        <p:spPr>
          <a:xfrm>
            <a:off x="7207399" y="4081145"/>
            <a:ext cx="874406" cy="529590"/>
          </a:xfrm>
          <a:prstGeom prst="rect">
            <a:avLst/>
          </a:prstGeom>
          <a:solidFill>
            <a:schemeClr val="bg1"/>
          </a:solidFill>
        </p:spPr>
        <p:txBody>
          <a:bodyPr wrap="square" lIns="100054" tIns="50027" rIns="100054" bIns="50027">
            <a:spAutoFit/>
          </a:bodyPr>
          <a:p>
            <a:r>
              <a:rPr lang="en-US" altLang="zh-CN" sz="2800" dirty="0" smtClean="0"/>
              <a:t>×</a:t>
            </a:r>
            <a:endParaRPr lang="en-US" altLang="zh-CN" sz="2800" dirty="0" smtClean="0"/>
          </a:p>
        </p:txBody>
      </p:sp>
      <p:sp>
        <p:nvSpPr>
          <p:cNvPr id="50" name="文本框 2"/>
          <p:cNvSpPr txBox="1"/>
          <p:nvPr>
            <p:custDataLst>
              <p:tags r:id="rId40"/>
            </p:custDataLst>
          </p:nvPr>
        </p:nvSpPr>
        <p:spPr>
          <a:xfrm>
            <a:off x="1617606" y="5298657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+mn-ea"/>
              </a:rPr>
              <a:t>例：</a:t>
            </a:r>
            <a:endParaRPr lang="zh-CN" altLang="en-US" sz="2800" b="1" i="1" u="sng" dirty="0" smtClean="0">
              <a:latin typeface="+mn-ea"/>
            </a:endParaRPr>
          </a:p>
        </p:txBody>
      </p:sp>
      <p:sp>
        <p:nvSpPr>
          <p:cNvPr id="42" name="左右箭头 41"/>
          <p:cNvSpPr/>
          <p:nvPr>
            <p:custDataLst>
              <p:tags r:id="rId41"/>
            </p:custDataLst>
          </p:nvPr>
        </p:nvSpPr>
        <p:spPr>
          <a:xfrm>
            <a:off x="6984945" y="4540213"/>
            <a:ext cx="1131138" cy="189177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054" tIns="50027" rIns="100054" bIns="50027" rtlCol="0" anchor="ctr"/>
          <a:p>
            <a:pPr algn="ctr"/>
            <a:endParaRPr lang="zh-CN" altLang="en-US" sz="2800"/>
          </a:p>
        </p:txBody>
      </p:sp>
      <p:graphicFrame>
        <p:nvGraphicFramePr>
          <p:cNvPr id="59416" name="Object 24"/>
          <p:cNvGraphicFramePr>
            <a:graphicFrameLocks noChangeAspect="1"/>
          </p:cNvGraphicFramePr>
          <p:nvPr>
            <p:custDataLst>
              <p:tags r:id="rId42"/>
            </p:custDataLst>
          </p:nvPr>
        </p:nvGraphicFramePr>
        <p:xfrm>
          <a:off x="2165985" y="2327910"/>
          <a:ext cx="1219200" cy="74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43" imgW="13716000" imgH="7010400" progId="Equation.DSMT4">
                  <p:embed/>
                </p:oleObj>
              </mc:Choice>
              <mc:Fallback>
                <p:oleObj name="Equation" r:id="rId43" imgW="13716000" imgH="7010400" progId="Equation.DSMT4">
                  <p:embed/>
                  <p:pic>
                    <p:nvPicPr>
                      <p:cNvPr id="0" name="图片 2062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165985" y="2327910"/>
                        <a:ext cx="1219200" cy="747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>
            <p:custDataLst>
              <p:tags r:id="rId45"/>
            </p:custDataLst>
          </p:nvPr>
        </p:nvSpPr>
        <p:spPr>
          <a:xfrm>
            <a:off x="3385106" y="232797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存在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5" name="左右箭头 34"/>
          <p:cNvSpPr/>
          <p:nvPr>
            <p:custDataLst>
              <p:tags r:id="rId46"/>
            </p:custDataLst>
          </p:nvPr>
        </p:nvSpPr>
        <p:spPr>
          <a:xfrm>
            <a:off x="4300044" y="2475830"/>
            <a:ext cx="1131138" cy="189177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054" tIns="50027" rIns="100054" bIns="50027" rtlCol="0" anchor="ctr"/>
          <a:p>
            <a:pPr algn="ctr"/>
            <a:endParaRPr lang="zh-CN" altLang="en-US" sz="2800"/>
          </a:p>
        </p:txBody>
      </p:sp>
      <p:graphicFrame>
        <p:nvGraphicFramePr>
          <p:cNvPr id="59417" name="Object 25"/>
          <p:cNvGraphicFramePr>
            <a:graphicFrameLocks noChangeAspect="1"/>
          </p:cNvGraphicFramePr>
          <p:nvPr>
            <p:custDataLst>
              <p:tags r:id="rId47"/>
            </p:custDataLst>
          </p:nvPr>
        </p:nvGraphicFramePr>
        <p:xfrm>
          <a:off x="5584825" y="2219325"/>
          <a:ext cx="2304415" cy="74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48" imgW="25908000" imgH="7010400" progId="Equation.DSMT4">
                  <p:embed/>
                </p:oleObj>
              </mc:Choice>
              <mc:Fallback>
                <p:oleObj name="Equation" r:id="rId48" imgW="25908000" imgH="7010400" progId="Equation.DSMT4">
                  <p:embed/>
                  <p:pic>
                    <p:nvPicPr>
                      <p:cNvPr id="0" name="图片 2063"/>
                      <p:cNvPicPr>
                        <a:picLocks noChangeAspect="1"/>
                      </p:cNvPicPr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584825" y="2219325"/>
                        <a:ext cx="2304415" cy="747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8" name="Object 26"/>
          <p:cNvGraphicFramePr>
            <a:graphicFrameLocks noChangeAspect="1"/>
          </p:cNvGraphicFramePr>
          <p:nvPr>
            <p:custDataLst>
              <p:tags r:id="rId50"/>
            </p:custDataLst>
          </p:nvPr>
        </p:nvGraphicFramePr>
        <p:xfrm>
          <a:off x="7943215" y="2202180"/>
          <a:ext cx="2195195" cy="74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51" imgW="24688800" imgH="7010400" progId="Equation.DSMT4">
                  <p:embed/>
                </p:oleObj>
              </mc:Choice>
              <mc:Fallback>
                <p:oleObj name="Equation" r:id="rId51" imgW="24688800" imgH="7010400" progId="Equation.DSMT4">
                  <p:embed/>
                  <p:pic>
                    <p:nvPicPr>
                      <p:cNvPr id="0" name="图片 2064"/>
                      <p:cNvPicPr>
                        <a:picLocks noChangeAspect="1"/>
                      </p:cNvPicPr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7943215" y="2202180"/>
                        <a:ext cx="2195195" cy="7473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>
            <p:custDataLst>
              <p:tags r:id="rId53"/>
            </p:custDataLst>
          </p:nvPr>
        </p:nvSpPr>
        <p:spPr>
          <a:xfrm>
            <a:off x="10212626" y="2227643"/>
            <a:ext cx="1266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都存在</a:t>
            </a:r>
            <a:endParaRPr lang="zh-CN" altLang="en-US" sz="2800" dirty="0" smtClean="0">
              <a:latin typeface="+mn-ea"/>
            </a:endParaRPr>
          </a:p>
        </p:txBody>
      </p:sp>
      <p:pic>
        <p:nvPicPr>
          <p:cNvPr id="59420" name="Picture 28" descr="C:\Program Files (x86)\Microsoft Office\MEDIA\CAGCAT10\j0183290.wmf"/>
          <p:cNvPicPr>
            <a:picLocks noChangeAspect="1" noChangeArrowheads="1"/>
          </p:cNvPicPr>
          <p:nvPr>
            <p:custDataLst>
              <p:tags r:id="rId54"/>
            </p:custDataLst>
          </p:nvPr>
        </p:nvPicPr>
        <p:blipFill>
          <a:blip r:embed="rId55"/>
          <a:srcRect/>
          <a:stretch>
            <a:fillRect/>
          </a:stretch>
        </p:blipFill>
        <p:spPr bwMode="auto">
          <a:xfrm>
            <a:off x="1300353" y="4234600"/>
            <a:ext cx="811022" cy="869967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>
            <p:custDataLst>
              <p:tags r:id="rId56"/>
            </p:custDataLst>
          </p:nvPr>
        </p:nvSpPr>
        <p:spPr>
          <a:xfrm>
            <a:off x="2111255" y="4405249"/>
            <a:ext cx="1266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问题：</a:t>
            </a:r>
            <a:endParaRPr lang="zh-CN" altLang="en-US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57"/>
            </p:custDataLst>
          </p:nvPr>
        </p:nvSpPr>
        <p:spPr>
          <a:xfrm>
            <a:off x="2296136" y="6311260"/>
            <a:ext cx="1266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问题：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60430" name="Object 14"/>
          <p:cNvGraphicFramePr>
            <a:graphicFrameLocks noChangeAspect="1"/>
          </p:cNvGraphicFramePr>
          <p:nvPr>
            <p:custDataLst>
              <p:tags r:id="rId58"/>
            </p:custDataLst>
          </p:nvPr>
        </p:nvGraphicFramePr>
        <p:xfrm>
          <a:off x="3392805" y="6292850"/>
          <a:ext cx="183007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59" imgW="21640800" imgH="4876800" progId="Equation.DSMT4">
                  <p:embed/>
                </p:oleObj>
              </mc:Choice>
              <mc:Fallback>
                <p:oleObj name="Equation" r:id="rId59" imgW="21640800" imgH="48768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3392805" y="6292850"/>
                        <a:ext cx="183007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"/>
          <p:cNvSpPr txBox="1"/>
          <p:nvPr>
            <p:custDataLst>
              <p:tags r:id="rId61"/>
            </p:custDataLst>
          </p:nvPr>
        </p:nvSpPr>
        <p:spPr>
          <a:xfrm>
            <a:off x="5223058" y="6292850"/>
            <a:ext cx="22631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在点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(x,y)</a:t>
            </a:r>
            <a:r>
              <a:rPr lang="zh-CN" altLang="en-US" sz="2800" dirty="0" smtClean="0">
                <a:latin typeface="+mn-ea"/>
              </a:rPr>
              <a:t>可微</a:t>
            </a:r>
            <a:endParaRPr lang="zh-CN" altLang="en-US" sz="2800" dirty="0" smtClean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86955" y="6292850"/>
            <a:ext cx="4091940" cy="529590"/>
            <a:chOff x="11633" y="9910"/>
            <a:chExt cx="6444" cy="834"/>
          </a:xfrm>
        </p:grpSpPr>
        <p:sp>
          <p:nvSpPr>
            <p:cNvPr id="26" name="文本框 2"/>
            <p:cNvSpPr txBox="1"/>
            <p:nvPr>
              <p:custDataLst>
                <p:tags r:id="rId62"/>
              </p:custDataLst>
            </p:nvPr>
          </p:nvSpPr>
          <p:spPr>
            <a:xfrm>
              <a:off x="11633" y="9910"/>
              <a:ext cx="6444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与            在点</a:t>
              </a:r>
              <a:r>
                <a:rPr lang="en-US" altLang="zh-CN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zh-CN" altLang="en-US" sz="2800" dirty="0" smtClean="0">
                  <a:latin typeface="+mn-ea"/>
                </a:rPr>
                <a:t>可微两者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60431" name="Object 15"/>
            <p:cNvGraphicFramePr>
              <a:graphicFrameLocks noChangeAspect="1"/>
            </p:cNvGraphicFramePr>
            <p:nvPr>
              <p:custDataLst>
                <p:tags r:id="rId63"/>
              </p:custDataLst>
            </p:nvPr>
          </p:nvGraphicFramePr>
          <p:xfrm>
            <a:off x="12288" y="9910"/>
            <a:ext cx="1867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64" imgW="14020800" imgH="4876800" progId="Equation.DSMT4">
                    <p:embed/>
                  </p:oleObj>
                </mc:Choice>
                <mc:Fallback>
                  <p:oleObj name="Equation" r:id="rId64" imgW="14020800" imgH="4876800" progId="Equation.DSMT4">
                    <p:embed/>
                    <p:pic>
                      <p:nvPicPr>
                        <p:cNvPr id="0" name="图片 30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2288" y="9910"/>
                          <a:ext cx="1867" cy="78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5" name="Picture 28" descr="C:\Program Files (x86)\Microsoft Office\MEDIA\CAGCAT10\j0183290.wmf"/>
          <p:cNvPicPr>
            <a:picLocks noChangeAspect="1" noChangeArrowheads="1"/>
          </p:cNvPicPr>
          <p:nvPr>
            <p:custDataLst>
              <p:tags r:id="rId65"/>
            </p:custDataLst>
          </p:nvPr>
        </p:nvPicPr>
        <p:blipFill>
          <a:blip r:embed="rId55"/>
          <a:srcRect/>
          <a:stretch>
            <a:fillRect/>
          </a:stretch>
        </p:blipFill>
        <p:spPr bwMode="auto">
          <a:xfrm>
            <a:off x="1396238" y="6072290"/>
            <a:ext cx="811022" cy="869967"/>
          </a:xfrm>
          <a:prstGeom prst="rect">
            <a:avLst/>
          </a:prstGeom>
          <a:noFill/>
        </p:spPr>
      </p:pic>
      <p:sp>
        <p:nvSpPr>
          <p:cNvPr id="16" name="文本框 15"/>
          <p:cNvSpPr txBox="1"/>
          <p:nvPr>
            <p:custDataLst>
              <p:tags r:id="rId66"/>
            </p:custDataLst>
          </p:nvPr>
        </p:nvSpPr>
        <p:spPr>
          <a:xfrm>
            <a:off x="3429587" y="6942441"/>
            <a:ext cx="37553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之间的关系是什么呢？</a:t>
            </a:r>
            <a:endParaRPr lang="zh-CN" altLang="en-US" sz="2800" dirty="0" smtClean="0">
              <a:latin typeface="+mn-ea"/>
            </a:endParaRPr>
          </a:p>
        </p:txBody>
      </p:sp>
    </p:spTree>
    <p:custDataLst>
      <p:tags r:id="rId6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5" grpId="0" bldLvl="0" animBg="1"/>
      <p:bldP spid="48" grpId="0"/>
      <p:bldP spid="49" grpId="0" bldLvl="0" animBg="1"/>
      <p:bldP spid="42" grpId="0" bldLvl="0" animBg="1"/>
      <p:bldP spid="34" grpId="0"/>
      <p:bldP spid="35" grpId="0" bldLvl="0" animBg="1"/>
      <p:bldP spid="36" grpId="0"/>
      <p:bldP spid="3" grpId="0"/>
      <p:bldP spid="50" grpId="0"/>
      <p:bldP spid="14" grpId="0"/>
      <p:bldP spid="2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997835" y="1486535"/>
          <a:ext cx="34099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1727200" imgH="203200" progId="Equation.DSMT4">
                  <p:embed/>
                </p:oleObj>
              </mc:Choice>
              <mc:Fallback>
                <p:oleObj name="Equation" r:id="rId1" imgW="1727200" imgH="203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97835" y="1486535"/>
                        <a:ext cx="340995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140585" y="1450975"/>
            <a:ext cx="7181850" cy="529590"/>
            <a:chOff x="3371" y="2285"/>
            <a:chExt cx="11310" cy="834"/>
          </a:xfrm>
        </p:grpSpPr>
        <p:sp>
          <p:nvSpPr>
            <p:cNvPr id="3" name="文本框 2"/>
            <p:cNvSpPr txBox="1"/>
            <p:nvPr/>
          </p:nvSpPr>
          <p:spPr>
            <a:xfrm>
              <a:off x="3371" y="2285"/>
              <a:ext cx="11310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solidFill>
                    <a:schemeClr val="tx1"/>
                  </a:solidFill>
                  <a:latin typeface="+mn-ea"/>
                </a:rPr>
                <a:t>假设                                 在             可微，</a:t>
              </a:r>
              <a:endParaRPr lang="zh-CN" altLang="en-US" sz="2800" dirty="0" smtClean="0">
                <a:solidFill>
                  <a:schemeClr val="tx1"/>
                </a:solidFill>
                <a:latin typeface="+mn-ea"/>
              </a:endParaRPr>
            </a:p>
          </p:txBody>
        </p:sp>
        <p:graphicFrame>
          <p:nvGraphicFramePr>
            <p:cNvPr id="27660" name="Object 12"/>
            <p:cNvGraphicFramePr>
              <a:graphicFrameLocks noChangeAspect="1"/>
            </p:cNvGraphicFramePr>
            <p:nvPr/>
          </p:nvGraphicFramePr>
          <p:xfrm>
            <a:off x="10893" y="2285"/>
            <a:ext cx="1775" cy="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8" name="Equation" r:id="rId3" imgW="1509395" imgH="565785" progId="Equation.DSMT4">
                    <p:embed/>
                  </p:oleObj>
                </mc:Choice>
                <mc:Fallback>
                  <p:oleObj name="Equation" r:id="rId3" imgW="1509395" imgH="565785" progId="Equation.DSMT4">
                    <p:embed/>
                    <p:pic>
                      <p:nvPicPr>
                        <p:cNvPr id="0" name="图片 40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893" y="2285"/>
                          <a:ext cx="1775" cy="8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文本框 2"/>
          <p:cNvSpPr txBox="1"/>
          <p:nvPr/>
        </p:nvSpPr>
        <p:spPr>
          <a:xfrm>
            <a:off x="1490651" y="844536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记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2076450" y="864235"/>
          <a:ext cx="1898650" cy="514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21640800" imgH="4876800" progId="Equation.DSMT4">
                  <p:embed/>
                </p:oleObj>
              </mc:Choice>
              <mc:Fallback>
                <p:oleObj name="Equation" r:id="rId5" imgW="21640800" imgH="48768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76450" y="864235"/>
                        <a:ext cx="1898650" cy="514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1" name="Object 19"/>
          <p:cNvGraphicFramePr>
            <a:graphicFrameLocks noChangeAspect="1"/>
          </p:cNvGraphicFramePr>
          <p:nvPr/>
        </p:nvGraphicFramePr>
        <p:xfrm>
          <a:off x="4220845" y="864235"/>
          <a:ext cx="351345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3580130" imgH="459740" progId="Equation.DSMT4">
                  <p:embed/>
                </p:oleObj>
              </mc:Choice>
              <mc:Fallback>
                <p:oleObj name="Equation" r:id="rId7" imgW="3580130" imgH="45974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20845" y="864235"/>
                        <a:ext cx="3513455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2" name="Object 20"/>
          <p:cNvGraphicFramePr>
            <a:graphicFrameLocks noChangeAspect="1"/>
          </p:cNvGraphicFramePr>
          <p:nvPr/>
        </p:nvGraphicFramePr>
        <p:xfrm>
          <a:off x="7857490" y="879475"/>
          <a:ext cx="1388110" cy="464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2110105" imgH="582930" progId="Equation.DSMT4">
                  <p:embed/>
                </p:oleObj>
              </mc:Choice>
              <mc:Fallback>
                <p:oleObj name="Equation" r:id="rId9" imgW="2110105" imgH="58293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57490" y="879475"/>
                        <a:ext cx="1388110" cy="464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/>
          <p:cNvGraphicFramePr>
            <a:graphicFrameLocks noChangeAspect="1"/>
          </p:cNvGraphicFramePr>
          <p:nvPr/>
        </p:nvGraphicFramePr>
        <p:xfrm>
          <a:off x="2726055" y="2157095"/>
          <a:ext cx="2756535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33528000" imgH="4876800" progId="Equation.DSMT4">
                  <p:embed/>
                </p:oleObj>
              </mc:Choice>
              <mc:Fallback>
                <p:oleObj name="Equation" r:id="rId11" imgW="33528000" imgH="48768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26055" y="2157095"/>
                        <a:ext cx="2756535" cy="480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8" name="Object 12"/>
          <p:cNvGraphicFramePr>
            <a:graphicFrameLocks noChangeAspect="1"/>
          </p:cNvGraphicFramePr>
          <p:nvPr/>
        </p:nvGraphicFramePr>
        <p:xfrm>
          <a:off x="5518785" y="2156460"/>
          <a:ext cx="2581910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31394400" imgH="4876800" progId="Equation.DSMT4">
                  <p:embed/>
                </p:oleObj>
              </mc:Choice>
              <mc:Fallback>
                <p:oleObj name="Equation" r:id="rId13" imgW="31394400" imgH="4876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18785" y="2156460"/>
                        <a:ext cx="2581910" cy="480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右箭头 18"/>
          <p:cNvSpPr/>
          <p:nvPr/>
        </p:nvSpPr>
        <p:spPr>
          <a:xfrm>
            <a:off x="1428750" y="3023870"/>
            <a:ext cx="990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graphicFrame>
        <p:nvGraphicFramePr>
          <p:cNvPr id="65550" name="Object 14"/>
          <p:cNvGraphicFramePr>
            <a:graphicFrameLocks noChangeAspect="1"/>
          </p:cNvGraphicFramePr>
          <p:nvPr/>
        </p:nvGraphicFramePr>
        <p:xfrm>
          <a:off x="2851150" y="2855595"/>
          <a:ext cx="1102995" cy="42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13411200" imgH="4267200" progId="Equation.DSMT4">
                  <p:embed/>
                </p:oleObj>
              </mc:Choice>
              <mc:Fallback>
                <p:oleObj name="Equation" r:id="rId15" imgW="13411200" imgH="42672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51150" y="2855595"/>
                        <a:ext cx="1102995" cy="42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1" name="Object 15"/>
          <p:cNvGraphicFramePr>
            <a:graphicFrameLocks noChangeAspect="1"/>
          </p:cNvGraphicFramePr>
          <p:nvPr/>
        </p:nvGraphicFramePr>
        <p:xfrm>
          <a:off x="3991610" y="2637790"/>
          <a:ext cx="5987415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60960000" imgH="6705600" progId="Equation.DSMT4">
                  <p:embed/>
                </p:oleObj>
              </mc:Choice>
              <mc:Fallback>
                <p:oleObj name="Equation" r:id="rId17" imgW="60960000" imgH="67056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91610" y="2637790"/>
                        <a:ext cx="5987415" cy="708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右箭头 21"/>
          <p:cNvSpPr/>
          <p:nvPr/>
        </p:nvSpPr>
        <p:spPr>
          <a:xfrm>
            <a:off x="1390650" y="3602355"/>
            <a:ext cx="990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graphicFrame>
        <p:nvGraphicFramePr>
          <p:cNvPr id="65552" name="Object 16"/>
          <p:cNvGraphicFramePr>
            <a:graphicFrameLocks noChangeAspect="1"/>
          </p:cNvGraphicFramePr>
          <p:nvPr/>
        </p:nvGraphicFramePr>
        <p:xfrm>
          <a:off x="2786380" y="3492500"/>
          <a:ext cx="397764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9" imgW="1930400" imgH="203200" progId="Equation.DSMT4">
                  <p:embed/>
                </p:oleObj>
              </mc:Choice>
              <mc:Fallback>
                <p:oleObj name="Equation" r:id="rId19" imgW="1930400" imgH="2032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86380" y="3492500"/>
                        <a:ext cx="3977640" cy="447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4" name="Object 18"/>
          <p:cNvGraphicFramePr>
            <a:graphicFrameLocks noChangeAspect="1"/>
          </p:cNvGraphicFramePr>
          <p:nvPr/>
        </p:nvGraphicFramePr>
        <p:xfrm>
          <a:off x="2738438" y="4133215"/>
          <a:ext cx="394144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1" imgW="1892300" imgH="203200" progId="Equation.DSMT4">
                  <p:embed/>
                </p:oleObj>
              </mc:Choice>
              <mc:Fallback>
                <p:oleObj name="Equation" r:id="rId21" imgW="1892300" imgH="2032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38438" y="4133215"/>
                        <a:ext cx="3941445" cy="454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箭头 4"/>
          <p:cNvSpPr/>
          <p:nvPr/>
        </p:nvSpPr>
        <p:spPr>
          <a:xfrm>
            <a:off x="1390650" y="4900930"/>
            <a:ext cx="990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sp>
        <p:nvSpPr>
          <p:cNvPr id="24" name="文本框 2"/>
          <p:cNvSpPr txBox="1"/>
          <p:nvPr/>
        </p:nvSpPr>
        <p:spPr>
          <a:xfrm>
            <a:off x="2599656" y="4750147"/>
            <a:ext cx="6451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+mn-ea"/>
              </a:rPr>
              <a:t>(1)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25" name="Object 13"/>
          <p:cNvGraphicFramePr>
            <a:graphicFrameLocks noChangeAspect="1"/>
          </p:cNvGraphicFramePr>
          <p:nvPr/>
        </p:nvGraphicFramePr>
        <p:xfrm>
          <a:off x="3380740" y="4812665"/>
          <a:ext cx="174498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23" imgW="21640800" imgH="4876800" progId="Equation.DSMT4">
                  <p:embed/>
                </p:oleObj>
              </mc:Choice>
              <mc:Fallback>
                <p:oleObj name="Equation" r:id="rId23" imgW="21640800" imgH="48768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80740" y="4812665"/>
                        <a:ext cx="1744980" cy="472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5126162" y="4755646"/>
            <a:ext cx="29743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在点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+mn-ea"/>
              </a:rPr>
              <a:t>处可微，</a:t>
            </a:r>
            <a:endParaRPr lang="zh-CN" altLang="en-US" sz="2800" dirty="0">
              <a:latin typeface="+mn-ea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2443151" y="5587351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且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3091815" y="5452110"/>
          <a:ext cx="92011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25" imgW="558800" imgH="393700" progId="Equation.DSMT4">
                  <p:embed/>
                </p:oleObj>
              </mc:Choice>
              <mc:Fallback>
                <p:oleObj name="Equation" r:id="rId25" imgW="558800" imgH="3937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091815" y="5452110"/>
                        <a:ext cx="920115" cy="800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4105593" y="5709920"/>
          <a:ext cx="439420" cy="28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7" imgW="266700" imgH="139700" progId="Equation.DSMT4">
                  <p:embed/>
                </p:oleObj>
              </mc:Choice>
              <mc:Fallback>
                <p:oleObj name="Equation" r:id="rId27" imgW="266700" imgH="1397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05593" y="5709920"/>
                        <a:ext cx="439420" cy="284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6356985" y="5452110"/>
          <a:ext cx="1734185" cy="852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9" imgW="901700" imgH="419100" progId="Equation.DSMT4">
                  <p:embed/>
                </p:oleObj>
              </mc:Choice>
              <mc:Fallback>
                <p:oleObj name="Equation" r:id="rId29" imgW="901700" imgH="4191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356985" y="5452110"/>
                        <a:ext cx="1734185" cy="852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689158" y="5452110"/>
          <a:ext cx="1170940" cy="852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31" imgW="711200" imgH="419100" progId="Equation.DSMT4">
                  <p:embed/>
                </p:oleObj>
              </mc:Choice>
              <mc:Fallback>
                <p:oleObj name="Equation" r:id="rId31" imgW="711200" imgH="4191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89158" y="5452110"/>
                        <a:ext cx="1170940" cy="852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8300720" y="5451475"/>
          <a:ext cx="1878965" cy="800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33" imgW="838200" imgH="393700" progId="Equation.DSMT4">
                  <p:embed/>
                </p:oleObj>
              </mc:Choice>
              <mc:Fallback>
                <p:oleObj name="Equation" r:id="rId33" imgW="838200" imgH="3937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300720" y="5451475"/>
                        <a:ext cx="1878965" cy="8007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3"/>
          <p:cNvGraphicFramePr>
            <a:graphicFrameLocks noChangeAspect="1"/>
          </p:cNvGraphicFramePr>
          <p:nvPr/>
        </p:nvGraphicFramePr>
        <p:xfrm>
          <a:off x="8652829" y="5787391"/>
          <a:ext cx="20955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5" imgW="127000" imgH="101600" progId="Equation.DSMT4">
                  <p:embed/>
                </p:oleObj>
              </mc:Choice>
              <mc:Fallback>
                <p:oleObj name="Equation" r:id="rId35" imgW="127000" imgH="1016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652829" y="5787391"/>
                        <a:ext cx="209550" cy="2070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1639241" y="6630656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即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2479641" y="6775162"/>
            <a:ext cx="6451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+mn-ea"/>
              </a:rPr>
              <a:t>(2)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27" name="Object 13"/>
          <p:cNvGraphicFramePr>
            <a:graphicFrameLocks noChangeAspect="1"/>
          </p:cNvGraphicFramePr>
          <p:nvPr/>
        </p:nvGraphicFramePr>
        <p:xfrm>
          <a:off x="3283585" y="6630670"/>
          <a:ext cx="2069465" cy="852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37" imgW="1257300" imgH="419100" progId="Equation.DSMT4">
                  <p:embed/>
                </p:oleObj>
              </mc:Choice>
              <mc:Fallback>
                <p:oleObj name="Equation" r:id="rId37" imgW="1257300" imgH="4191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283585" y="6630670"/>
                        <a:ext cx="2069465" cy="852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3"/>
          <p:cNvGraphicFramePr>
            <a:graphicFrameLocks noChangeAspect="1"/>
          </p:cNvGraphicFramePr>
          <p:nvPr/>
        </p:nvGraphicFramePr>
        <p:xfrm>
          <a:off x="5629910" y="6630670"/>
          <a:ext cx="2153285" cy="852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39" imgW="1308100" imgH="419100" progId="Equation.DSMT4">
                  <p:embed/>
                </p:oleObj>
              </mc:Choice>
              <mc:Fallback>
                <p:oleObj name="Equation" r:id="rId39" imgW="1308100" imgH="4191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629910" y="6630670"/>
                        <a:ext cx="2153285" cy="852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右箭头 38"/>
          <p:cNvSpPr/>
          <p:nvPr/>
        </p:nvSpPr>
        <p:spPr>
          <a:xfrm>
            <a:off x="1428750" y="2282825"/>
            <a:ext cx="990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graphicFrame>
        <p:nvGraphicFramePr>
          <p:cNvPr id="43" name="Object 16"/>
          <p:cNvGraphicFramePr>
            <a:graphicFrameLocks noChangeAspect="1"/>
          </p:cNvGraphicFramePr>
          <p:nvPr/>
        </p:nvGraphicFramePr>
        <p:xfrm>
          <a:off x="6763703" y="3408680"/>
          <a:ext cx="4290695" cy="615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41" imgW="2082800" imgH="279400" progId="Equation.DSMT4">
                  <p:embed/>
                </p:oleObj>
              </mc:Choice>
              <mc:Fallback>
                <p:oleObj name="Equation" r:id="rId41" imgW="2082800" imgH="2794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763703" y="3408680"/>
                        <a:ext cx="4290695" cy="6153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8"/>
          <p:cNvGraphicFramePr>
            <a:graphicFrameLocks noChangeAspect="1"/>
          </p:cNvGraphicFramePr>
          <p:nvPr/>
        </p:nvGraphicFramePr>
        <p:xfrm>
          <a:off x="6779578" y="4048125"/>
          <a:ext cx="4258945" cy="624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43" imgW="2044700" imgH="279400" progId="Equation.DSMT4">
                  <p:embed/>
                </p:oleObj>
              </mc:Choice>
              <mc:Fallback>
                <p:oleObj name="Equation" r:id="rId43" imgW="2044700" imgH="279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779578" y="4048125"/>
                        <a:ext cx="4258945" cy="624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39" grpId="0" bldLvl="0" animBg="1"/>
      <p:bldP spid="19" grpId="0" bldLvl="0" animBg="1"/>
      <p:bldP spid="22" grpId="0" bldLvl="0" animBg="1"/>
      <p:bldP spid="5" grpId="0" bldLvl="0" animBg="1"/>
      <p:bldP spid="24" grpId="0"/>
      <p:bldP spid="26" grpId="0"/>
      <p:bldP spid="6" grpId="0"/>
      <p:bldP spid="21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53" name="Object 13"/>
          <p:cNvGraphicFramePr>
            <a:graphicFrameLocks noChangeAspect="1"/>
          </p:cNvGraphicFramePr>
          <p:nvPr/>
        </p:nvGraphicFramePr>
        <p:xfrm>
          <a:off x="4790440" y="3134995"/>
          <a:ext cx="1855470" cy="502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21640800" imgH="4876800" progId="Equation.DSMT4">
                  <p:embed/>
                </p:oleObj>
              </mc:Choice>
              <mc:Fallback>
                <p:oleObj name="Equation" r:id="rId1" imgW="21640800" imgH="4876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90440" y="3134995"/>
                        <a:ext cx="1855470" cy="5022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6743109" y="3135043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满足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4992971" y="3849717"/>
            <a:ext cx="6451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+mn-ea"/>
              </a:rPr>
              <a:t>(1)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25" name="Object 13"/>
          <p:cNvGraphicFramePr>
            <a:graphicFrameLocks noChangeAspect="1"/>
          </p:cNvGraphicFramePr>
          <p:nvPr/>
        </p:nvGraphicFramePr>
        <p:xfrm>
          <a:off x="5755005" y="3841750"/>
          <a:ext cx="1855470" cy="502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21640800" imgH="4876800" progId="Equation.DSMT4">
                  <p:embed/>
                </p:oleObj>
              </mc:Choice>
              <mc:Fallback>
                <p:oleObj name="Equation" r:id="rId3" imgW="21640800" imgH="48768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55005" y="3841750"/>
                        <a:ext cx="1855470" cy="5022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7653462" y="3814576"/>
            <a:ext cx="29743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在点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+mn-ea"/>
              </a:rPr>
              <a:t>处可微；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5046384" y="4593140"/>
            <a:ext cx="6451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+mn-ea"/>
              </a:rPr>
              <a:t>(2)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28" name="Object 13"/>
          <p:cNvGraphicFramePr>
            <a:graphicFrameLocks noChangeAspect="1"/>
          </p:cNvGraphicFramePr>
          <p:nvPr/>
        </p:nvGraphicFramePr>
        <p:xfrm>
          <a:off x="5755005" y="4454525"/>
          <a:ext cx="1246505" cy="103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596900" imgH="419100" progId="Equation.DSMT4">
                  <p:embed/>
                </p:oleObj>
              </mc:Choice>
              <mc:Fallback>
                <p:oleObj name="Equation" r:id="rId5" imgW="596900" imgH="4191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55005" y="4454525"/>
                        <a:ext cx="1246505" cy="1033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6" name="Object 16"/>
          <p:cNvGraphicFramePr>
            <a:graphicFrameLocks noChangeAspect="1"/>
          </p:cNvGraphicFramePr>
          <p:nvPr/>
        </p:nvGraphicFramePr>
        <p:xfrm>
          <a:off x="7310755" y="4474845"/>
          <a:ext cx="137287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685800" imgH="419100" progId="Equation.DSMT4">
                  <p:embed/>
                </p:oleObj>
              </mc:Choice>
              <mc:Fallback>
                <p:oleObj name="Equation" r:id="rId7" imgW="685800" imgH="4191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10755" y="4474845"/>
                        <a:ext cx="1372870" cy="993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右箭头 21"/>
          <p:cNvSpPr/>
          <p:nvPr/>
        </p:nvSpPr>
        <p:spPr>
          <a:xfrm>
            <a:off x="3374390" y="3272155"/>
            <a:ext cx="927735" cy="2279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grpSp>
        <p:nvGrpSpPr>
          <p:cNvPr id="8" name="组合 7"/>
          <p:cNvGrpSpPr/>
          <p:nvPr/>
        </p:nvGrpSpPr>
        <p:grpSpPr>
          <a:xfrm>
            <a:off x="3213100" y="2465705"/>
            <a:ext cx="6805930" cy="535940"/>
            <a:chOff x="5060" y="3407"/>
            <a:chExt cx="10718" cy="844"/>
          </a:xfrm>
        </p:grpSpPr>
        <p:sp>
          <p:nvSpPr>
            <p:cNvPr id="14" name="文本框 2"/>
            <p:cNvSpPr txBox="1"/>
            <p:nvPr/>
          </p:nvSpPr>
          <p:spPr>
            <a:xfrm>
              <a:off x="5090" y="3407"/>
              <a:ext cx="10688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                                    在             可微，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5060" y="3407"/>
            <a:ext cx="5967" cy="8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" name="Equation" r:id="rId9" imgW="41452800" imgH="4876800" progId="Equation.DSMT4">
                    <p:embed/>
                  </p:oleObj>
                </mc:Choice>
                <mc:Fallback>
                  <p:oleObj name="Equation" r:id="rId9" imgW="41452800" imgH="4876800" progId="Equation.DSMT4">
                    <p:embed/>
                    <p:pic>
                      <p:nvPicPr>
                        <p:cNvPr id="0" name="图片 51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60" y="3407"/>
                          <a:ext cx="5967" cy="84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11985" y="3461"/>
            <a:ext cx="2062" cy="7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" name="Equation" r:id="rId11" imgW="14325600" imgH="4572000" progId="Equation.DSMT4">
                    <p:embed/>
                  </p:oleObj>
                </mc:Choice>
                <mc:Fallback>
                  <p:oleObj name="Equation" r:id="rId11" imgW="14325600" imgH="4572000" progId="Equation.DSMT4">
                    <p:embed/>
                    <p:pic>
                      <p:nvPicPr>
                        <p:cNvPr id="0" name="图片 51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985" y="3461"/>
                          <a:ext cx="2062" cy="79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2"/>
          <p:cNvSpPr txBox="1"/>
          <p:nvPr/>
        </p:nvSpPr>
        <p:spPr>
          <a:xfrm>
            <a:off x="4265737" y="6738116"/>
            <a:ext cx="322453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条件</a:t>
            </a:r>
            <a:r>
              <a:rPr lang="en-US" altLang="zh-CN" sz="2800" dirty="0">
                <a:latin typeface="+mn-ea"/>
              </a:rPr>
              <a:t>(1)</a:t>
            </a:r>
            <a:r>
              <a:rPr lang="zh-CN" altLang="en-US" sz="2800" dirty="0">
                <a:latin typeface="+mn-ea"/>
              </a:rPr>
              <a:t>和</a:t>
            </a:r>
            <a:r>
              <a:rPr lang="en-US" altLang="zh-CN" sz="2800" dirty="0">
                <a:latin typeface="+mn-ea"/>
              </a:rPr>
              <a:t>(2)</a:t>
            </a:r>
            <a:r>
              <a:rPr lang="zh-CN" altLang="en-US" sz="2800" dirty="0">
                <a:latin typeface="+mn-ea"/>
              </a:rPr>
              <a:t>是不是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3" name="文本框 2"/>
          <p:cNvSpPr txBox="1"/>
          <p:nvPr/>
        </p:nvSpPr>
        <p:spPr>
          <a:xfrm>
            <a:off x="8020637" y="6756386"/>
            <a:ext cx="488188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      在点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dirty="0" smtClean="0">
                <a:latin typeface="+mn-ea"/>
              </a:rPr>
              <a:t>可微的充分条件呢？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60431" name="Object 15"/>
          <p:cNvGraphicFramePr>
            <a:graphicFrameLocks noChangeAspect="1"/>
          </p:cNvGraphicFramePr>
          <p:nvPr/>
        </p:nvGraphicFramePr>
        <p:xfrm>
          <a:off x="7439660" y="6720840"/>
          <a:ext cx="1308100" cy="546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3" imgW="14020800" imgH="4876800" progId="Equation.DSMT4">
                  <p:embed/>
                </p:oleObj>
              </mc:Choice>
              <mc:Fallback>
                <p:oleObj name="Equation" r:id="rId13" imgW="14020800" imgH="48768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39660" y="6720840"/>
                        <a:ext cx="1308100" cy="5467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596322" y="6738116"/>
            <a:ext cx="14744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问题</a:t>
            </a:r>
            <a:r>
              <a:rPr lang="en-US" altLang="zh-CN" sz="2800" dirty="0" smtClean="0">
                <a:latin typeface="+mn-ea"/>
              </a:rPr>
              <a:t>2</a:t>
            </a:r>
            <a:r>
              <a:rPr lang="zh-CN" altLang="en-US" sz="2800" dirty="0" smtClean="0">
                <a:latin typeface="+mn-ea"/>
              </a:rPr>
              <a:t>：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60430" name="Object 14"/>
          <p:cNvGraphicFramePr>
            <a:graphicFrameLocks noChangeAspect="1"/>
          </p:cNvGraphicFramePr>
          <p:nvPr/>
        </p:nvGraphicFramePr>
        <p:xfrm>
          <a:off x="2802890" y="5626735"/>
          <a:ext cx="1990090" cy="53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15" imgW="21640800" imgH="4876800" progId="Equation.DSMT4">
                  <p:embed/>
                </p:oleObj>
              </mc:Choice>
              <mc:Fallback>
                <p:oleObj name="Equation" r:id="rId15" imgW="21640800" imgH="48768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02890" y="5626735"/>
                        <a:ext cx="1990090" cy="538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4748078" y="5577169"/>
            <a:ext cx="26187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在点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(x,y)</a:t>
            </a:r>
            <a:r>
              <a:rPr lang="zh-CN" altLang="en-US" sz="2800" dirty="0" smtClean="0">
                <a:latin typeface="+mn-ea"/>
              </a:rPr>
              <a:t>可微是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7927927" y="5591796"/>
            <a:ext cx="452628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      在点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dirty="0" smtClean="0">
                <a:latin typeface="+mn-ea"/>
              </a:rPr>
              <a:t>可微的必要条件。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" name="Object 15"/>
          <p:cNvGraphicFramePr>
            <a:graphicFrameLocks noChangeAspect="1"/>
          </p:cNvGraphicFramePr>
          <p:nvPr/>
        </p:nvGraphicFramePr>
        <p:xfrm>
          <a:off x="7346950" y="5574665"/>
          <a:ext cx="1308100" cy="546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7" imgW="14020800" imgH="4876800" progId="Equation.DSMT4">
                  <p:embed/>
                </p:oleObj>
              </mc:Choice>
              <mc:Fallback>
                <p:oleObj name="Equation" r:id="rId17" imgW="14020800" imgH="48768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46950" y="5574665"/>
                        <a:ext cx="1308100" cy="5467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七角星 33"/>
          <p:cNvSpPr/>
          <p:nvPr/>
        </p:nvSpPr>
        <p:spPr>
          <a:xfrm>
            <a:off x="745503" y="5439015"/>
            <a:ext cx="1649082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注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1</a:t>
            </a:r>
            <a:endParaRPr lang="en-US" altLang="zh-CN" sz="2800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7" name="Picture 28" descr="C:\Program Files (x86)\Microsoft Office\MEDIA\CAGCAT10\j0183290.wmf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1233678" y="6558700"/>
            <a:ext cx="811022" cy="869967"/>
          </a:xfrm>
          <a:prstGeom prst="rect">
            <a:avLst/>
          </a:prstGeom>
          <a:noFill/>
        </p:spPr>
      </p:pic>
      <p:sp>
        <p:nvSpPr>
          <p:cNvPr id="19" name="文本框 2"/>
          <p:cNvSpPr txBox="1"/>
          <p:nvPr>
            <p:custDataLst>
              <p:tags r:id="rId19"/>
            </p:custDataLst>
          </p:nvPr>
        </p:nvSpPr>
        <p:spPr>
          <a:xfrm>
            <a:off x="4453255" y="1193800"/>
            <a:ext cx="213042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 在点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dirty="0" smtClean="0">
                <a:latin typeface="+mn-ea"/>
              </a:rPr>
              <a:t>可微，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0" name="Object 15"/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3417570" y="1210945"/>
          <a:ext cx="118554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21" imgW="14020800" imgH="4876800" progId="Equation.DSMT4">
                  <p:embed/>
                </p:oleObj>
              </mc:Choice>
              <mc:Fallback>
                <p:oleObj name="Equation" r:id="rId21" imgW="14020800" imgH="48768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17570" y="1210945"/>
                        <a:ext cx="118554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>
            <p:custDataLst>
              <p:tags r:id="rId22"/>
            </p:custDataLst>
          </p:nvPr>
        </p:nvSpPr>
        <p:spPr>
          <a:xfrm>
            <a:off x="1930915" y="1176909"/>
            <a:ext cx="148653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问题</a:t>
            </a:r>
            <a:r>
              <a:rPr lang="en-US" altLang="zh-CN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lang="zh-CN" altLang="en-US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文本框 2"/>
          <p:cNvSpPr txBox="1"/>
          <p:nvPr>
            <p:custDataLst>
              <p:tags r:id="rId23"/>
            </p:custDataLst>
          </p:nvPr>
        </p:nvSpPr>
        <p:spPr>
          <a:xfrm>
            <a:off x="6344285" y="1228090"/>
            <a:ext cx="615378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 那么                   在对应点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(x,y)</a:t>
            </a:r>
            <a:r>
              <a:rPr lang="zh-CN" altLang="en-US" sz="2800" dirty="0" smtClean="0">
                <a:latin typeface="+mn-ea"/>
              </a:rPr>
              <a:t>具有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31" name="Object 14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7350125" y="1262380"/>
          <a:ext cx="183007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25" imgW="21640800" imgH="4876800" progId="Equation.DSMT4">
                  <p:embed/>
                </p:oleObj>
              </mc:Choice>
              <mc:Fallback>
                <p:oleObj name="Equation" r:id="rId25" imgW="21640800" imgH="48768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50125" y="1262380"/>
                        <a:ext cx="183007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>
            <p:custDataLst>
              <p:tags r:id="rId26"/>
            </p:custDataLst>
          </p:nvPr>
        </p:nvSpPr>
        <p:spPr>
          <a:xfrm>
            <a:off x="3308350" y="1757680"/>
            <a:ext cx="327533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 什么样的性质呢？</a:t>
            </a:r>
            <a:endParaRPr lang="zh-CN" altLang="en-US" sz="2800" dirty="0" smtClean="0">
              <a:latin typeface="+mn-ea"/>
            </a:endParaRPr>
          </a:p>
        </p:txBody>
      </p:sp>
      <p:pic>
        <p:nvPicPr>
          <p:cNvPr id="37" name="Picture 28" descr="C:\Program Files (x86)\Microsoft Office\MEDIA\CAGCAT10\j0183290.wmf"/>
          <p:cNvPicPr>
            <a:picLocks noChangeAspect="1" noChangeArrowheads="1"/>
          </p:cNvPicPr>
          <p:nvPr>
            <p:custDataLst>
              <p:tags r:id="rId27"/>
            </p:custDataLst>
          </p:nvPr>
        </p:nvPicPr>
        <p:blipFill>
          <a:blip r:embed="rId18"/>
          <a:srcRect/>
          <a:stretch>
            <a:fillRect/>
          </a:stretch>
        </p:blipFill>
        <p:spPr bwMode="auto">
          <a:xfrm>
            <a:off x="1120013" y="1057695"/>
            <a:ext cx="811022" cy="869967"/>
          </a:xfrm>
          <a:prstGeom prst="rect">
            <a:avLst/>
          </a:prstGeom>
          <a:noFill/>
        </p:spPr>
      </p:pic>
      <p:sp>
        <p:nvSpPr>
          <p:cNvPr id="38" name="文本框 2"/>
          <p:cNvSpPr txBox="1"/>
          <p:nvPr/>
        </p:nvSpPr>
        <p:spPr>
          <a:xfrm>
            <a:off x="1753750" y="2465959"/>
            <a:ext cx="1266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结论：</a:t>
            </a:r>
            <a:endParaRPr lang="zh-CN" altLang="en-US" sz="2800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ustDataLst>
      <p:tags r:id="rId2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/>
      <p:bldP spid="24" grpId="0"/>
      <p:bldP spid="26" grpId="0"/>
      <p:bldP spid="27" grpId="0"/>
      <p:bldP spid="34" grpId="0" bldLvl="0" animBg="1"/>
      <p:bldP spid="32" grpId="0"/>
      <p:bldP spid="4" grpId="0"/>
      <p:bldP spid="2" grpId="0"/>
      <p:bldP spid="33" grpId="0"/>
      <p:bldP spid="3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/>
          <p:nvPr/>
        </p:nvSpPr>
        <p:spPr>
          <a:xfrm>
            <a:off x="9360535" y="4905375"/>
            <a:ext cx="1689735" cy="8928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907155" y="4851400"/>
            <a:ext cx="1689735" cy="8928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"/>
          <p:cNvSpPr txBox="1"/>
          <p:nvPr/>
        </p:nvSpPr>
        <p:spPr>
          <a:xfrm>
            <a:off x="1123359" y="368983"/>
            <a:ext cx="14744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若（</a:t>
            </a:r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）                 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5" name="Object 13"/>
          <p:cNvGraphicFramePr>
            <a:graphicFrameLocks noChangeAspect="1"/>
          </p:cNvGraphicFramePr>
          <p:nvPr/>
        </p:nvGraphicFramePr>
        <p:xfrm>
          <a:off x="2672080" y="404495"/>
          <a:ext cx="2001520" cy="54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1" imgW="21640800" imgH="4876800" progId="Equation.DSMT4">
                  <p:embed/>
                </p:oleObj>
              </mc:Choice>
              <mc:Fallback>
                <p:oleObj name="Equation" r:id="rId1" imgW="21640800" imgH="48768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72080" y="404495"/>
                        <a:ext cx="2001520" cy="541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4761672" y="381131"/>
            <a:ext cx="297434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在点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+mn-ea"/>
              </a:rPr>
              <a:t>处可微，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472440" y="1038225"/>
            <a:ext cx="1162050" cy="266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1715135" y="1000125"/>
          <a:ext cx="3862070" cy="488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3" imgW="46329600" imgH="4876800" progId="Equation.DSMT4">
                  <p:embed/>
                </p:oleObj>
              </mc:Choice>
              <mc:Fallback>
                <p:oleObj name="Equation" r:id="rId3" imgW="46329600" imgH="48768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15135" y="1000125"/>
                        <a:ext cx="3862070" cy="4883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2" name="Object 8"/>
          <p:cNvGraphicFramePr>
            <a:graphicFrameLocks noChangeAspect="1"/>
          </p:cNvGraphicFramePr>
          <p:nvPr/>
        </p:nvGraphicFramePr>
        <p:xfrm>
          <a:off x="5577205" y="789305"/>
          <a:ext cx="2772410" cy="909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5" imgW="1536700" imgH="419100" progId="Equation.DSMT4">
                  <p:embed/>
                </p:oleObj>
              </mc:Choice>
              <mc:Fallback>
                <p:oleObj name="Equation" r:id="rId5" imgW="1536700" imgH="4191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77205" y="789305"/>
                        <a:ext cx="2772410" cy="9099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4" name="Object 10"/>
          <p:cNvGraphicFramePr>
            <a:graphicFrameLocks noChangeAspect="1"/>
          </p:cNvGraphicFramePr>
          <p:nvPr/>
        </p:nvGraphicFramePr>
        <p:xfrm>
          <a:off x="1715135" y="1479550"/>
          <a:ext cx="3475990" cy="1014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7" imgW="41452800" imgH="10058400" progId="Equation.DSMT4">
                  <p:embed/>
                </p:oleObj>
              </mc:Choice>
              <mc:Fallback>
                <p:oleObj name="Equation" r:id="rId7" imgW="41452800" imgH="10058400" progId="Equation.DSMT4">
                  <p:embed/>
                  <p:pic>
                    <p:nvPicPr>
                      <p:cNvPr id="0" name="图片 614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15135" y="1479550"/>
                        <a:ext cx="3475990" cy="10140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右箭头 16"/>
          <p:cNvSpPr/>
          <p:nvPr/>
        </p:nvSpPr>
        <p:spPr>
          <a:xfrm>
            <a:off x="472440" y="2585720"/>
            <a:ext cx="1238250" cy="266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1941195" y="2462530"/>
          <a:ext cx="4260215" cy="51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9" imgW="2070100" imgH="203200" progId="Equation.DSMT4">
                  <p:embed/>
                </p:oleObj>
              </mc:Choice>
              <mc:Fallback>
                <p:oleObj name="Equation" r:id="rId9" imgW="2070100" imgH="2032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41195" y="2462530"/>
                        <a:ext cx="4260215" cy="513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/>
          <p:cNvGraphicFramePr>
            <a:graphicFrameLocks noChangeAspect="1"/>
          </p:cNvGraphicFramePr>
          <p:nvPr/>
        </p:nvGraphicFramePr>
        <p:xfrm>
          <a:off x="6201410" y="2214245"/>
          <a:ext cx="6422390" cy="103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1" imgW="74980800" imgH="10058400" progId="Equation.DSMT4">
                  <p:embed/>
                </p:oleObj>
              </mc:Choice>
              <mc:Fallback>
                <p:oleObj name="Equation" r:id="rId11" imgW="74980800" imgH="100584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01410" y="2214245"/>
                        <a:ext cx="6422390" cy="1036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3"/>
          <p:cNvGraphicFramePr>
            <a:graphicFrameLocks noChangeAspect="1"/>
          </p:cNvGraphicFramePr>
          <p:nvPr/>
        </p:nvGraphicFramePr>
        <p:xfrm>
          <a:off x="8806180" y="953135"/>
          <a:ext cx="2085975" cy="582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13" imgW="1219200" imgH="279400" progId="Equation.DSMT4">
                  <p:embed/>
                </p:oleObj>
              </mc:Choice>
              <mc:Fallback>
                <p:oleObj name="Equation" r:id="rId13" imgW="1219200" imgH="2794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806180" y="953135"/>
                        <a:ext cx="2085975" cy="5822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1320204" y="3359970"/>
            <a:ext cx="17119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又因为</a:t>
            </a:r>
            <a:r>
              <a:rPr lang="en-US" altLang="zh-CN" sz="2800" dirty="0" smtClean="0">
                <a:latin typeface="+mn-ea"/>
              </a:rPr>
              <a:t>(2)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33" name="Object 13"/>
          <p:cNvGraphicFramePr>
            <a:graphicFrameLocks noChangeAspect="1"/>
          </p:cNvGraphicFramePr>
          <p:nvPr/>
        </p:nvGraphicFramePr>
        <p:xfrm>
          <a:off x="3061335" y="3175000"/>
          <a:ext cx="1223010" cy="1029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5" imgW="596900" imgH="419100" progId="Equation.DSMT4">
                  <p:embed/>
                </p:oleObj>
              </mc:Choice>
              <mc:Fallback>
                <p:oleObj name="Equation" r:id="rId15" imgW="596900" imgH="4191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61335" y="3175000"/>
                        <a:ext cx="1223010" cy="10293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6"/>
          <p:cNvGraphicFramePr>
            <a:graphicFrameLocks noChangeAspect="1"/>
          </p:cNvGraphicFramePr>
          <p:nvPr/>
        </p:nvGraphicFramePr>
        <p:xfrm>
          <a:off x="4596130" y="3175000"/>
          <a:ext cx="1403350" cy="108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17" imgW="647700" imgH="419100" progId="Equation.DSMT4">
                  <p:embed/>
                </p:oleObj>
              </mc:Choice>
              <mc:Fallback>
                <p:oleObj name="Equation" r:id="rId17" imgW="647700" imgH="4191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96130" y="3175000"/>
                        <a:ext cx="1403350" cy="1088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右箭头 15"/>
          <p:cNvSpPr/>
          <p:nvPr/>
        </p:nvSpPr>
        <p:spPr>
          <a:xfrm>
            <a:off x="434340" y="4299585"/>
            <a:ext cx="1238250" cy="266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8618" name="Object 10"/>
          <p:cNvGraphicFramePr>
            <a:graphicFrameLocks noChangeAspect="1"/>
          </p:cNvGraphicFramePr>
          <p:nvPr/>
        </p:nvGraphicFramePr>
        <p:xfrm>
          <a:off x="1841500" y="4191000"/>
          <a:ext cx="4030980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19" imgW="2070100" imgH="203200" progId="Equation.DSMT4">
                  <p:embed/>
                </p:oleObj>
              </mc:Choice>
              <mc:Fallback>
                <p:oleObj name="Equation" r:id="rId19" imgW="2070100" imgH="2032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41500" y="4191000"/>
                        <a:ext cx="4030980" cy="4832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/>
        </p:nvGraphicFramePr>
        <p:xfrm>
          <a:off x="5961380" y="3863023"/>
          <a:ext cx="6307455" cy="959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21" imgW="3124200" imgH="393700" progId="Equation.DSMT4">
                  <p:embed/>
                </p:oleObj>
              </mc:Choice>
              <mc:Fallback>
                <p:oleObj name="Equation" r:id="rId21" imgW="3124200" imgH="3937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961380" y="3863023"/>
                        <a:ext cx="6307455" cy="9594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0" name="Object 12"/>
          <p:cNvGraphicFramePr>
            <a:graphicFrameLocks noChangeAspect="1"/>
          </p:cNvGraphicFramePr>
          <p:nvPr/>
        </p:nvGraphicFramePr>
        <p:xfrm>
          <a:off x="1877695" y="4944745"/>
          <a:ext cx="5659755" cy="753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23" imgW="2984500" imgH="393700" progId="Equation.DSMT4">
                  <p:embed/>
                </p:oleObj>
              </mc:Choice>
              <mc:Fallback>
                <p:oleObj name="Equation" r:id="rId23" imgW="29845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77695" y="4944745"/>
                        <a:ext cx="5659755" cy="7531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1" name="Object 13"/>
          <p:cNvGraphicFramePr>
            <a:graphicFrameLocks noChangeAspect="1"/>
          </p:cNvGraphicFramePr>
          <p:nvPr/>
        </p:nvGraphicFramePr>
        <p:xfrm>
          <a:off x="2192020" y="5798185"/>
          <a:ext cx="5367655" cy="878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25" imgW="58216800" imgH="9448800" progId="Equation.DSMT4">
                  <p:embed/>
                </p:oleObj>
              </mc:Choice>
              <mc:Fallback>
                <p:oleObj name="Equation" r:id="rId25" imgW="58216800" imgH="9448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92020" y="5798185"/>
                        <a:ext cx="5367655" cy="878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2" name="Object 14"/>
          <p:cNvGraphicFramePr>
            <a:graphicFrameLocks noChangeAspect="1"/>
          </p:cNvGraphicFramePr>
          <p:nvPr/>
        </p:nvGraphicFramePr>
        <p:xfrm>
          <a:off x="7559675" y="5780405"/>
          <a:ext cx="2893060" cy="878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27" imgW="37490400" imgH="9448800" progId="Equation.DSMT4">
                  <p:embed/>
                </p:oleObj>
              </mc:Choice>
              <mc:Fallback>
                <p:oleObj name="Equation" r:id="rId27" imgW="37490400" imgH="94488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559675" y="5780405"/>
                        <a:ext cx="2893060" cy="878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2882939" y="6887395"/>
            <a:ext cx="30111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z=</a:t>
            </a:r>
            <a:r>
              <a:rPr lang="en-US" altLang="zh-C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x+iy</a:t>
            </a:r>
            <a:r>
              <a:rPr lang="zh-CN" altLang="en-US" sz="2800" dirty="0" smtClean="0">
                <a:latin typeface="+mn-ea"/>
              </a:rPr>
              <a:t>可微，且</a:t>
            </a:r>
            <a:endParaRPr lang="zh-CN" altLang="en-US" sz="2800" dirty="0">
              <a:latin typeface="+mn-ea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605790" y="6913880"/>
            <a:ext cx="1238250" cy="266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2093595" y="6824980"/>
          <a:ext cx="800735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29" imgW="7924800" imgH="4876800" progId="Equation.DSMT4">
                  <p:embed/>
                </p:oleObj>
              </mc:Choice>
              <mc:Fallback>
                <p:oleObj name="Equation" r:id="rId29" imgW="7924800" imgH="4876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093595" y="6824980"/>
                        <a:ext cx="800735" cy="591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5894070" y="6781165"/>
          <a:ext cx="1883410" cy="836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1" imgW="25603200" imgH="9448800" progId="Equation.DSMT4">
                  <p:embed/>
                </p:oleObj>
              </mc:Choice>
              <mc:Fallback>
                <p:oleObj name="Equation" r:id="rId31" imgW="25603200" imgH="94488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894070" y="6781165"/>
                        <a:ext cx="1883410" cy="8369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2060382" y="7631561"/>
            <a:ext cx="2513330" cy="529590"/>
          </a:xfrm>
          <a:prstGeom prst="rect">
            <a:avLst/>
          </a:prstGeom>
          <a:solidFill>
            <a:schemeClr val="bg1"/>
          </a:solidFill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条件</a:t>
            </a:r>
            <a:r>
              <a:rPr lang="en-US" altLang="zh-CN" sz="2800" dirty="0">
                <a:latin typeface="+mn-ea"/>
              </a:rPr>
              <a:t>(1)</a:t>
            </a:r>
            <a:r>
              <a:rPr lang="zh-CN" altLang="en-US" sz="2800" dirty="0">
                <a:latin typeface="+mn-ea"/>
              </a:rPr>
              <a:t>和</a:t>
            </a:r>
            <a:r>
              <a:rPr lang="en-US" altLang="zh-CN" sz="2800" dirty="0">
                <a:latin typeface="+mn-ea"/>
              </a:rPr>
              <a:t>(2)</a:t>
            </a:r>
            <a:r>
              <a:rPr lang="zh-CN" altLang="en-US" sz="2800" dirty="0">
                <a:latin typeface="+mn-ea"/>
              </a:rPr>
              <a:t>是</a:t>
            </a:r>
            <a:endParaRPr lang="zh-CN" altLang="en-US" sz="2800" dirty="0">
              <a:latin typeface="+mn-ea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5392372" y="7648561"/>
            <a:ext cx="4526280" cy="529590"/>
          </a:xfrm>
          <a:prstGeom prst="rect">
            <a:avLst/>
          </a:prstGeom>
          <a:solidFill>
            <a:schemeClr val="bg1"/>
          </a:solidFill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      在点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2800" dirty="0" smtClean="0">
                <a:latin typeface="+mn-ea"/>
              </a:rPr>
              <a:t>可微的充分条件！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60431" name="Object 15"/>
          <p:cNvGraphicFramePr>
            <a:graphicFrameLocks noChangeAspect="1"/>
          </p:cNvGraphicFramePr>
          <p:nvPr/>
        </p:nvGraphicFramePr>
        <p:xfrm>
          <a:off x="4596130" y="7631430"/>
          <a:ext cx="1308100" cy="546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33" imgW="14020800" imgH="4876800" progId="Equation.DSMT4">
                  <p:embed/>
                </p:oleObj>
              </mc:Choice>
              <mc:Fallback>
                <p:oleObj name="Equation" r:id="rId33" imgW="14020800" imgH="48768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596130" y="7631430"/>
                        <a:ext cx="1308100" cy="54673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七角星 5"/>
          <p:cNvSpPr/>
          <p:nvPr/>
        </p:nvSpPr>
        <p:spPr>
          <a:xfrm>
            <a:off x="228613" y="7547215"/>
            <a:ext cx="1649082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注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2</a:t>
            </a:r>
            <a:endParaRPr lang="en-US" altLang="zh-CN" sz="2800" dirty="0" smtClean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7432040" y="4985385"/>
          <a:ext cx="5415915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35" imgW="3035300" imgH="393700" progId="Equation.DSMT4">
                  <p:embed/>
                </p:oleObj>
              </mc:Choice>
              <mc:Fallback>
                <p:oleObj name="Equation" r:id="rId35" imgW="3035300" imgH="3937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432040" y="4985385"/>
                        <a:ext cx="5415915" cy="708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15" grpId="0" bldLvl="0" animBg="1"/>
      <p:bldP spid="17" grpId="0" bldLvl="0" animBg="1"/>
      <p:bldP spid="32" grpId="0"/>
      <p:bldP spid="16" grpId="0" bldLvl="0" animBg="1"/>
      <p:bldP spid="8" grpId="0" bldLvl="0" animBg="1"/>
      <p:bldP spid="12" grpId="0"/>
      <p:bldP spid="6" grpId="0" bldLvl="0" animBg="1"/>
      <p:bldP spid="2" grpId="0" bldLvl="0" animBg="1"/>
      <p:bldP spid="5" grpId="0" bldLvl="0" animBg="1"/>
      <p:bldP spid="13" grpId="0" animBg="1"/>
      <p:bldP spid="1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2"/>
          <p:cNvSpPr txBox="1"/>
          <p:nvPr/>
        </p:nvSpPr>
        <p:spPr>
          <a:xfrm>
            <a:off x="2671819" y="608152"/>
            <a:ext cx="7616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复变函数                           在点             可微，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1204969" y="608152"/>
            <a:ext cx="148526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+mn-ea"/>
              </a:rPr>
              <a:t>定理</a:t>
            </a:r>
            <a:r>
              <a:rPr lang="en-US" altLang="zh-CN" sz="2800" b="1" i="1" u="sng" dirty="0" smtClean="0">
                <a:latin typeface="+mn-ea"/>
              </a:rPr>
              <a:t>1</a:t>
            </a:r>
            <a:r>
              <a:rPr lang="zh-CN" altLang="en-US" sz="2800" b="1" i="1" u="sng" dirty="0" smtClean="0">
                <a:latin typeface="+mn-ea"/>
              </a:rPr>
              <a:t>：</a:t>
            </a:r>
            <a:endParaRPr lang="zh-CN" altLang="en-US" sz="2800" b="1" i="1" u="sng" dirty="0">
              <a:latin typeface="+mn-ea"/>
            </a:endParaRPr>
          </a:p>
        </p:txBody>
      </p:sp>
      <p:graphicFrame>
        <p:nvGraphicFramePr>
          <p:cNvPr id="31" name="Object 12"/>
          <p:cNvGraphicFramePr>
            <a:graphicFrameLocks noChangeAspect="1"/>
          </p:cNvGraphicFramePr>
          <p:nvPr/>
        </p:nvGraphicFramePr>
        <p:xfrm>
          <a:off x="4125595" y="671830"/>
          <a:ext cx="2920365" cy="483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35356800" imgH="4876800" progId="Equation.DSMT4">
                  <p:embed/>
                </p:oleObj>
              </mc:Choice>
              <mc:Fallback>
                <p:oleObj name="Equation" r:id="rId1" imgW="35356800" imgH="48768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25595" y="671830"/>
                        <a:ext cx="2920365" cy="483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8" name="Object 40"/>
          <p:cNvGraphicFramePr>
            <a:graphicFrameLocks noChangeAspect="1"/>
          </p:cNvGraphicFramePr>
          <p:nvPr/>
        </p:nvGraphicFramePr>
        <p:xfrm>
          <a:off x="7818120" y="666115"/>
          <a:ext cx="1184275" cy="452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14325600" imgH="4572000" progId="Equation.DSMT4">
                  <p:embed/>
                </p:oleObj>
              </mc:Choice>
              <mc:Fallback>
                <p:oleObj name="Equation" r:id="rId3" imgW="14325600" imgH="45720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8120" y="666115"/>
                        <a:ext cx="1184275" cy="4527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左右箭头 35"/>
          <p:cNvSpPr/>
          <p:nvPr/>
        </p:nvSpPr>
        <p:spPr>
          <a:xfrm>
            <a:off x="1346835" y="1352550"/>
            <a:ext cx="1123950" cy="150495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graphicFrame>
        <p:nvGraphicFramePr>
          <p:cNvPr id="37" name="Object 13"/>
          <p:cNvGraphicFramePr>
            <a:graphicFrameLocks noChangeAspect="1"/>
          </p:cNvGraphicFramePr>
          <p:nvPr/>
        </p:nvGraphicFramePr>
        <p:xfrm>
          <a:off x="2690495" y="1352550"/>
          <a:ext cx="1785620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21640800" imgH="4876800" progId="Equation.DSMT4">
                  <p:embed/>
                </p:oleObj>
              </mc:Choice>
              <mc:Fallback>
                <p:oleObj name="Equation" r:id="rId5" imgW="21640800" imgH="4876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0495" y="1352550"/>
                        <a:ext cx="1785620" cy="4832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4476088" y="1352490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满足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9" name="文本框 2"/>
          <p:cNvSpPr txBox="1"/>
          <p:nvPr/>
        </p:nvSpPr>
        <p:spPr>
          <a:xfrm>
            <a:off x="2594505" y="1963659"/>
            <a:ext cx="6451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+mn-ea"/>
              </a:rPr>
              <a:t>(1)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40" name="Object 13"/>
          <p:cNvGraphicFramePr>
            <a:graphicFrameLocks noChangeAspect="1"/>
          </p:cNvGraphicFramePr>
          <p:nvPr/>
        </p:nvGraphicFramePr>
        <p:xfrm>
          <a:off x="3357245" y="1955800"/>
          <a:ext cx="1785620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21640800" imgH="4876800" progId="Equation.DSMT4">
                  <p:embed/>
                </p:oleObj>
              </mc:Choice>
              <mc:Fallback>
                <p:oleObj name="Equation" r:id="rId7" imgW="21640800" imgH="4876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7245" y="1955800"/>
                        <a:ext cx="1785620" cy="4832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2"/>
          <p:cNvSpPr txBox="1"/>
          <p:nvPr/>
        </p:nvSpPr>
        <p:spPr>
          <a:xfrm>
            <a:off x="5173716" y="1955823"/>
            <a:ext cx="307975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在点 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处</a:t>
            </a:r>
            <a:r>
              <a:rPr lang="zh-CN" altLang="en-US" sz="2800" dirty="0" smtClean="0">
                <a:latin typeface="+mn-ea"/>
              </a:rPr>
              <a:t>可微；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8119078" y="1966672"/>
            <a:ext cx="6451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+mn-ea"/>
              </a:rPr>
              <a:t>(2)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43" name="Object 13"/>
          <p:cNvGraphicFramePr>
            <a:graphicFrameLocks noChangeAspect="1"/>
          </p:cNvGraphicFramePr>
          <p:nvPr/>
        </p:nvGraphicFramePr>
        <p:xfrm>
          <a:off x="8756650" y="1680210"/>
          <a:ext cx="1150620" cy="97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14325600" imgH="10058400" progId="Equation.DSMT4">
                  <p:embed/>
                </p:oleObj>
              </mc:Choice>
              <mc:Fallback>
                <p:oleObj name="Equation" r:id="rId9" imgW="14325600" imgH="100584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756650" y="1680210"/>
                        <a:ext cx="1150620" cy="970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6"/>
          <p:cNvGraphicFramePr>
            <a:graphicFrameLocks noChangeAspect="1"/>
          </p:cNvGraphicFramePr>
          <p:nvPr/>
        </p:nvGraphicFramePr>
        <p:xfrm>
          <a:off x="10288270" y="1666875"/>
          <a:ext cx="1325245" cy="97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1" imgW="16459200" imgH="10058400" progId="Equation.DSMT4">
                  <p:embed/>
                </p:oleObj>
              </mc:Choice>
              <mc:Fallback>
                <p:oleObj name="Equation" r:id="rId11" imgW="16459200" imgH="100584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88270" y="1666875"/>
                        <a:ext cx="1325245" cy="970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2671819" y="4659452"/>
            <a:ext cx="2332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假设复变函数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1204969" y="4659452"/>
            <a:ext cx="112966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+mn-ea"/>
              </a:rPr>
              <a:t>推论</a:t>
            </a:r>
            <a:r>
              <a:rPr lang="en-US" altLang="zh-CN" sz="2800" b="1" i="1" u="sng" dirty="0" smtClean="0">
                <a:latin typeface="+mn-ea"/>
              </a:rPr>
              <a:t>1</a:t>
            </a:r>
            <a:endParaRPr lang="zh-CN" altLang="en-US" sz="2800" b="1" i="1" u="sng" dirty="0">
              <a:latin typeface="+mn-ea"/>
            </a:endParaRPr>
          </a:p>
        </p:txBody>
      </p:sp>
      <p:graphicFrame>
        <p:nvGraphicFramePr>
          <p:cNvPr id="32" name="Object 12"/>
          <p:cNvGraphicFramePr>
            <a:graphicFrameLocks noChangeAspect="1"/>
          </p:cNvGraphicFramePr>
          <p:nvPr/>
        </p:nvGraphicFramePr>
        <p:xfrm>
          <a:off x="4894580" y="4659630"/>
          <a:ext cx="2969895" cy="483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3" imgW="35966400" imgH="4876800" progId="Equation.DSMT4">
                  <p:embed/>
                </p:oleObj>
              </mc:Choice>
              <mc:Fallback>
                <p:oleObj name="Equation" r:id="rId13" imgW="35966400" imgH="4876800" progId="Equation.DSMT4">
                  <p:embed/>
                  <p:pic>
                    <p:nvPicPr>
                      <p:cNvPr id="0" name="图片 184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94580" y="4659630"/>
                        <a:ext cx="2969895" cy="4838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8134350" y="4613910"/>
            <a:ext cx="4130040" cy="541655"/>
            <a:chOff x="12810" y="7266"/>
            <a:chExt cx="6504" cy="853"/>
          </a:xfrm>
        </p:grpSpPr>
        <p:sp>
          <p:nvSpPr>
            <p:cNvPr id="35" name="文本框 2"/>
            <p:cNvSpPr txBox="1"/>
            <p:nvPr/>
          </p:nvSpPr>
          <p:spPr>
            <a:xfrm>
              <a:off x="12810" y="7266"/>
              <a:ext cx="6504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若                    满足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33" name="Object 13"/>
            <p:cNvGraphicFramePr>
              <a:graphicFrameLocks noChangeAspect="1"/>
            </p:cNvGraphicFramePr>
            <p:nvPr/>
          </p:nvGraphicFramePr>
          <p:xfrm>
            <a:off x="13495" y="7275"/>
            <a:ext cx="3123" cy="8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0" name="Equation" r:id="rId15" imgW="21640800" imgH="4876800" progId="Equation.DSMT4">
                    <p:embed/>
                  </p:oleObj>
                </mc:Choice>
                <mc:Fallback>
                  <p:oleObj name="Equation" r:id="rId15" imgW="21640800" imgH="4876800" progId="Equation.DSMT4">
                    <p:embed/>
                    <p:pic>
                      <p:nvPicPr>
                        <p:cNvPr id="0" name="图片 184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495" y="7275"/>
                          <a:ext cx="3123" cy="84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文本框 2"/>
          <p:cNvSpPr txBox="1"/>
          <p:nvPr/>
        </p:nvSpPr>
        <p:spPr>
          <a:xfrm>
            <a:off x="2470680" y="5308204"/>
            <a:ext cx="6451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+mn-ea"/>
              </a:rPr>
              <a:t>(1)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46" name="Object 13"/>
          <p:cNvGraphicFramePr>
            <a:graphicFrameLocks noChangeAspect="1"/>
          </p:cNvGraphicFramePr>
          <p:nvPr/>
        </p:nvGraphicFramePr>
        <p:xfrm>
          <a:off x="3251835" y="5300345"/>
          <a:ext cx="1785620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16" imgW="21640800" imgH="4876800" progId="Equation.DSMT4">
                  <p:embed/>
                </p:oleObj>
              </mc:Choice>
              <mc:Fallback>
                <p:oleObj name="Equation" r:id="rId16" imgW="21640800" imgH="4876800" progId="Equation.DSMT4">
                  <p:embed/>
                  <p:pic>
                    <p:nvPicPr>
                      <p:cNvPr id="0" name="图片 1844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51835" y="5300345"/>
                        <a:ext cx="1785620" cy="4832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2"/>
          <p:cNvSpPr txBox="1"/>
          <p:nvPr/>
        </p:nvSpPr>
        <p:spPr>
          <a:xfrm>
            <a:off x="5093071" y="5254013"/>
            <a:ext cx="485775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在点 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具有一阶连续偏导</a:t>
            </a:r>
            <a:r>
              <a:rPr lang="zh-CN" altLang="en-US" sz="2800" dirty="0" smtClean="0">
                <a:latin typeface="+mn-ea"/>
              </a:rPr>
              <a:t>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8" name="文本框 2"/>
          <p:cNvSpPr txBox="1"/>
          <p:nvPr/>
        </p:nvSpPr>
        <p:spPr>
          <a:xfrm>
            <a:off x="2524093" y="6144972"/>
            <a:ext cx="64516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+mn-ea"/>
              </a:rPr>
              <a:t>(2)</a:t>
            </a:r>
            <a:endParaRPr lang="en-US" altLang="zh-CN" sz="2800" dirty="0" smtClean="0">
              <a:latin typeface="+mn-ea"/>
            </a:endParaRPr>
          </a:p>
        </p:txBody>
      </p:sp>
      <p:graphicFrame>
        <p:nvGraphicFramePr>
          <p:cNvPr id="49" name="Object 13"/>
          <p:cNvGraphicFramePr>
            <a:graphicFrameLocks noChangeAspect="1"/>
          </p:cNvGraphicFramePr>
          <p:nvPr/>
        </p:nvGraphicFramePr>
        <p:xfrm>
          <a:off x="3320415" y="5932805"/>
          <a:ext cx="1181100" cy="996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17" imgW="14325600" imgH="10058400" progId="Equation.DSMT4">
                  <p:embed/>
                </p:oleObj>
              </mc:Choice>
              <mc:Fallback>
                <p:oleObj name="Equation" r:id="rId17" imgW="14325600" imgH="10058400" progId="Equation.DSMT4">
                  <p:embed/>
                  <p:pic>
                    <p:nvPicPr>
                      <p:cNvPr id="0" name="图片 1844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20415" y="5932805"/>
                        <a:ext cx="1181100" cy="9963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6"/>
          <p:cNvGraphicFramePr>
            <a:graphicFrameLocks noChangeAspect="1"/>
          </p:cNvGraphicFramePr>
          <p:nvPr/>
        </p:nvGraphicFramePr>
        <p:xfrm>
          <a:off x="4604385" y="5934075"/>
          <a:ext cx="1384300" cy="995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18" imgW="16764000" imgH="10058400" progId="Equation.DSMT4">
                  <p:embed/>
                </p:oleObj>
              </mc:Choice>
              <mc:Fallback>
                <p:oleObj name="Equation" r:id="rId18" imgW="16764000" imgH="10058400" progId="Equation.DSMT4">
                  <p:embed/>
                  <p:pic>
                    <p:nvPicPr>
                      <p:cNvPr id="0" name="图片 18442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604385" y="5934075"/>
                        <a:ext cx="1384300" cy="9950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2508885" y="6985000"/>
            <a:ext cx="7971790" cy="529590"/>
            <a:chOff x="3951" y="11000"/>
            <a:chExt cx="12554" cy="834"/>
          </a:xfrm>
        </p:grpSpPr>
        <p:sp>
          <p:nvSpPr>
            <p:cNvPr id="51" name="文本框 2"/>
            <p:cNvSpPr txBox="1"/>
            <p:nvPr/>
          </p:nvSpPr>
          <p:spPr>
            <a:xfrm>
              <a:off x="3951" y="11000"/>
              <a:ext cx="12554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则复变函数                            在点            可微。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52" name="Object 12"/>
            <p:cNvGraphicFramePr>
              <a:graphicFrameLocks noChangeAspect="1"/>
            </p:cNvGraphicFramePr>
            <p:nvPr/>
          </p:nvGraphicFramePr>
          <p:xfrm>
            <a:off x="6990" y="11072"/>
            <a:ext cx="4599" cy="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4" name="Equation" r:id="rId20" imgW="35356800" imgH="4876800" progId="Equation.DSMT4">
                    <p:embed/>
                  </p:oleObj>
                </mc:Choice>
                <mc:Fallback>
                  <p:oleObj name="Equation" r:id="rId20" imgW="35356800" imgH="4876800" progId="Equation.DSMT4">
                    <p:embed/>
                    <p:pic>
                      <p:nvPicPr>
                        <p:cNvPr id="0" name="图片 184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990" y="11072"/>
                          <a:ext cx="4599" cy="76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40"/>
            <p:cNvGraphicFramePr>
              <a:graphicFrameLocks noChangeAspect="1"/>
            </p:cNvGraphicFramePr>
            <p:nvPr/>
          </p:nvGraphicFramePr>
          <p:xfrm>
            <a:off x="12805" y="11000"/>
            <a:ext cx="1865" cy="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5" name="Equation" r:id="rId22" imgW="14325600" imgH="4572000" progId="Equation.DSMT4">
                    <p:embed/>
                  </p:oleObj>
                </mc:Choice>
                <mc:Fallback>
                  <p:oleObj name="Equation" r:id="rId22" imgW="14325600" imgH="4572000" progId="Equation.DSMT4">
                    <p:embed/>
                    <p:pic>
                      <p:nvPicPr>
                        <p:cNvPr id="0" name="图片 184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805" y="11000"/>
                          <a:ext cx="1865" cy="7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2"/>
          <p:cNvSpPr txBox="1"/>
          <p:nvPr/>
        </p:nvSpPr>
        <p:spPr>
          <a:xfrm>
            <a:off x="1324583" y="3354010"/>
            <a:ext cx="16217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注意到，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0" name="Object 8"/>
          <p:cNvGraphicFramePr>
            <a:graphicFrameLocks noChangeAspect="1"/>
          </p:cNvGraphicFramePr>
          <p:nvPr/>
        </p:nvGraphicFramePr>
        <p:xfrm>
          <a:off x="2785745" y="3307715"/>
          <a:ext cx="1927225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3" imgW="21640800" imgH="4876800" progId="Equation.DSMT4">
                  <p:embed/>
                </p:oleObj>
              </mc:Choice>
              <mc:Fallback>
                <p:oleObj name="Equation" r:id="rId23" imgW="21640800" imgH="48768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85745" y="3307715"/>
                        <a:ext cx="1927225" cy="5219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4657461" y="3315993"/>
            <a:ext cx="450215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在点 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具有一阶连续偏导</a:t>
            </a:r>
            <a:endParaRPr lang="zh-CN" altLang="en-US" sz="2800" dirty="0">
              <a:latin typeface="+mn-ea"/>
            </a:endParaRPr>
          </a:p>
        </p:txBody>
      </p:sp>
      <p:sp>
        <p:nvSpPr>
          <p:cNvPr id="54" name="右箭头 53"/>
          <p:cNvSpPr/>
          <p:nvPr/>
        </p:nvSpPr>
        <p:spPr>
          <a:xfrm>
            <a:off x="5632450" y="3967480"/>
            <a:ext cx="838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graphicFrame>
        <p:nvGraphicFramePr>
          <p:cNvPr id="55" name="Object 13"/>
          <p:cNvGraphicFramePr>
            <a:graphicFrameLocks noChangeAspect="1"/>
          </p:cNvGraphicFramePr>
          <p:nvPr/>
        </p:nvGraphicFramePr>
        <p:xfrm>
          <a:off x="6624955" y="3858895"/>
          <a:ext cx="1927225" cy="52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24" imgW="21640800" imgH="4876800" progId="Equation.DSMT4">
                  <p:embed/>
                </p:oleObj>
              </mc:Choice>
              <mc:Fallback>
                <p:oleObj name="Equation" r:id="rId24" imgW="21640800" imgH="48768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24955" y="3858895"/>
                        <a:ext cx="1927225" cy="5213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文本框 2"/>
          <p:cNvSpPr txBox="1"/>
          <p:nvPr/>
        </p:nvSpPr>
        <p:spPr>
          <a:xfrm>
            <a:off x="8551916" y="3857013"/>
            <a:ext cx="316865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在点 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处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 smtClean="0">
                <a:latin typeface="+mn-ea"/>
              </a:rPr>
              <a:t>可微。</a:t>
            </a:r>
            <a:endParaRPr lang="en-US" altLang="zh-CN" sz="2800" dirty="0" smtClean="0">
              <a:latin typeface="+mn-ea"/>
            </a:endParaRPr>
          </a:p>
        </p:txBody>
      </p:sp>
      <p:sp>
        <p:nvSpPr>
          <p:cNvPr id="58" name="七角星 57"/>
          <p:cNvSpPr/>
          <p:nvPr/>
        </p:nvSpPr>
        <p:spPr>
          <a:xfrm>
            <a:off x="1084593" y="7514830"/>
            <a:ext cx="1649082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注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2</a:t>
            </a:r>
            <a:endParaRPr lang="en-US" altLang="zh-CN" sz="28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文本框 2"/>
          <p:cNvSpPr txBox="1"/>
          <p:nvPr/>
        </p:nvSpPr>
        <p:spPr>
          <a:xfrm>
            <a:off x="2941694" y="7706817"/>
            <a:ext cx="78752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推论</a:t>
            </a:r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实际也是一个充要条件，第三章中会介绍。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" name="七角星 2"/>
          <p:cNvSpPr/>
          <p:nvPr/>
        </p:nvSpPr>
        <p:spPr>
          <a:xfrm>
            <a:off x="1094740" y="2515870"/>
            <a:ext cx="1499235" cy="721995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注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1</a:t>
            </a:r>
            <a:endParaRPr lang="en-US" altLang="zh-CN" sz="28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2867633" y="2708215"/>
            <a:ext cx="5888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二元函数的</a:t>
            </a:r>
            <a:r>
              <a:rPr lang="zh-CN" altLang="en-US" sz="2800" dirty="0" smtClean="0">
                <a:latin typeface="+mn-ea"/>
              </a:rPr>
              <a:t>可微性的说明比较麻烦。</a:t>
            </a:r>
            <a:endParaRPr lang="zh-CN" altLang="en-US" sz="2800" dirty="0" smtClean="0">
              <a:latin typeface="+mn-ea"/>
            </a:endParaRPr>
          </a:p>
        </p:txBody>
      </p: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  <p:bldP spid="17" grpId="0"/>
      <p:bldP spid="57" grpId="0"/>
      <p:bldP spid="27" grpId="0"/>
      <p:bldP spid="54" grpId="0" bldLvl="0" animBg="1"/>
      <p:bldP spid="29" grpId="0"/>
      <p:bldP spid="28" grpId="0"/>
      <p:bldP spid="45" grpId="0"/>
      <p:bldP spid="47" grpId="0"/>
      <p:bldP spid="48" grpId="0"/>
      <p:bldP spid="58" grpId="0" bldLvl="0" animBg="1"/>
      <p:bldP spid="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文本框 2"/>
          <p:cNvSpPr txBox="1"/>
          <p:nvPr/>
        </p:nvSpPr>
        <p:spPr>
          <a:xfrm>
            <a:off x="979805" y="522605"/>
            <a:ext cx="529907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+mn-ea"/>
              </a:rPr>
              <a:t>例</a:t>
            </a:r>
            <a:r>
              <a:rPr lang="en-US" altLang="zh-CN" sz="2800" b="1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.</a:t>
            </a:r>
            <a:r>
              <a:rPr lang="zh-CN" altLang="en-US" sz="2800" dirty="0" smtClean="0">
                <a:latin typeface="+mn-ea"/>
              </a:rPr>
              <a:t>讨论                   的可微性。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78856" name="Object 8"/>
          <p:cNvGraphicFramePr>
            <a:graphicFrameLocks noChangeAspect="1"/>
          </p:cNvGraphicFramePr>
          <p:nvPr/>
        </p:nvGraphicFramePr>
        <p:xfrm>
          <a:off x="2386330" y="522605"/>
          <a:ext cx="1986915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914400" imgH="228600" progId="Equation.DSMT4">
                  <p:embed/>
                </p:oleObj>
              </mc:Choice>
              <mc:Fallback>
                <p:oleObj name="Equation" r:id="rId1" imgW="9144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6330" y="522605"/>
                        <a:ext cx="1986915" cy="598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5998584" y="522427"/>
            <a:ext cx="66001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solidFill>
                  <a:srgbClr val="C00000"/>
                </a:solidFill>
                <a:latin typeface="+mn-ea"/>
              </a:rPr>
              <a:t>（只需要找出两个条件都满足的点即可）</a:t>
            </a:r>
            <a:endParaRPr lang="zh-CN" altLang="en-US" sz="2800" dirty="0" smtClean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04664" y="1325702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解：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1985010" y="1325880"/>
          <a:ext cx="4013835" cy="662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676400" imgH="228600" progId="Equation.DSMT4">
                  <p:embed/>
                </p:oleObj>
              </mc:Choice>
              <mc:Fallback>
                <p:oleObj name="Equation" r:id="rId3" imgW="16764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5010" y="1325880"/>
                        <a:ext cx="4013835" cy="662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1783715" y="1896110"/>
          <a:ext cx="5931535" cy="1214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2476500" imgH="419100" progId="Equation.DSMT4">
                  <p:embed/>
                </p:oleObj>
              </mc:Choice>
              <mc:Fallback>
                <p:oleObj name="Equation" r:id="rId5" imgW="2476500" imgH="4191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83715" y="1896110"/>
                        <a:ext cx="5931535" cy="12147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386330" y="3620770"/>
          <a:ext cx="1946910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812800" imgH="889000" progId="Equation.DSMT4">
                  <p:embed/>
                </p:oleObj>
              </mc:Choice>
              <mc:Fallback>
                <p:oleObj name="Equation" r:id="rId7" imgW="812800" imgH="8890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86330" y="3620770"/>
                        <a:ext cx="1946910" cy="2200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660264" y="3788232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令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37144" y="3915232"/>
            <a:ext cx="5549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即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/>
        </p:nvGraphicFramePr>
        <p:xfrm>
          <a:off x="5351780" y="3915410"/>
          <a:ext cx="1905635" cy="1251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9" imgW="889000" imgH="482600" progId="Equation.DSMT4">
                  <p:embed/>
                </p:oleObj>
              </mc:Choice>
              <mc:Fallback>
                <p:oleObj name="Equation" r:id="rId9" imgW="889000" imgH="482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51780" y="3915410"/>
                        <a:ext cx="1905635" cy="12515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660525" y="5847715"/>
            <a:ext cx="133223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解得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16" name="Object 8"/>
          <p:cNvGraphicFramePr>
            <a:graphicFrameLocks noChangeAspect="1"/>
          </p:cNvGraphicFramePr>
          <p:nvPr/>
        </p:nvGraphicFramePr>
        <p:xfrm>
          <a:off x="2613661" y="5847399"/>
          <a:ext cx="1491615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1" imgW="622300" imgH="203200" progId="Equation.DSMT4">
                  <p:embed/>
                </p:oleObj>
              </mc:Choice>
              <mc:Fallback>
                <p:oleObj name="Equation" r:id="rId11" imgW="622300" imgH="203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13661" y="5847399"/>
                        <a:ext cx="1491615" cy="589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1564640" y="6666865"/>
            <a:ext cx="677227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所以                    仅在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z=0</a:t>
            </a:r>
            <a:r>
              <a:rPr lang="zh-CN" altLang="en-US" sz="2800" dirty="0">
                <a:latin typeface="+mn-ea"/>
              </a:rPr>
              <a:t>可导</a:t>
            </a:r>
            <a:r>
              <a:rPr lang="en-US" altLang="zh-CN" sz="2800" dirty="0">
                <a:latin typeface="+mn-ea"/>
              </a:rPr>
              <a:t>(</a:t>
            </a:r>
            <a:r>
              <a:rPr lang="zh-CN" altLang="en-US" sz="2800" dirty="0">
                <a:latin typeface="+mn-ea"/>
              </a:rPr>
              <a:t>可微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>
                <a:latin typeface="+mn-ea"/>
              </a:rPr>
              <a:t>。 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3" name="Object 8"/>
          <p:cNvGraphicFramePr>
            <a:graphicFrameLocks noChangeAspect="1"/>
          </p:cNvGraphicFramePr>
          <p:nvPr/>
        </p:nvGraphicFramePr>
        <p:xfrm>
          <a:off x="2386330" y="6613525"/>
          <a:ext cx="2110740" cy="636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13" imgW="914400" imgH="228600" progId="Equation.DSMT4">
                  <p:embed/>
                </p:oleObj>
              </mc:Choice>
              <mc:Fallback>
                <p:oleObj name="Equation" r:id="rId13" imgW="9144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86330" y="6613525"/>
                        <a:ext cx="2110740" cy="636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185545" y="7465695"/>
            <a:ext cx="6647180" cy="529590"/>
            <a:chOff x="1867" y="11757"/>
            <a:chExt cx="10468" cy="834"/>
          </a:xfrm>
          <a:solidFill>
            <a:schemeClr val="bg1"/>
          </a:solidFill>
        </p:grpSpPr>
        <p:sp>
          <p:nvSpPr>
            <p:cNvPr id="26" name="文本框 2"/>
            <p:cNvSpPr txBox="1"/>
            <p:nvPr/>
          </p:nvSpPr>
          <p:spPr>
            <a:xfrm>
              <a:off x="1867" y="11757"/>
              <a:ext cx="10469" cy="834"/>
            </a:xfrm>
            <a:prstGeom prst="rect">
              <a:avLst/>
            </a:prstGeom>
            <a:grp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b="1" dirty="0" smtClean="0">
                  <a:latin typeface="+mn-ea"/>
                </a:rPr>
                <a:t>练习</a:t>
              </a:r>
              <a:r>
                <a:rPr lang="en-US" altLang="zh-CN" sz="2800" dirty="0" smtClean="0">
                  <a:latin typeface="+mn-ea"/>
                </a:rPr>
                <a:t>.    </a:t>
              </a:r>
              <a:r>
                <a:rPr lang="zh-CN" altLang="en-US" sz="2800" dirty="0" smtClean="0">
                  <a:latin typeface="+mn-ea"/>
                </a:rPr>
                <a:t>讨论                          的可微性。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7" name="Object 9"/>
            <p:cNvGraphicFramePr>
              <a:graphicFrameLocks noChangeAspect="1"/>
            </p:cNvGraphicFramePr>
            <p:nvPr/>
          </p:nvGraphicFramePr>
          <p:xfrm>
            <a:off x="5200" y="11757"/>
            <a:ext cx="3918" cy="8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" name="Equation" r:id="rId15" imgW="1054100" imgH="177165" progId="Equation.DSMT4">
                    <p:embed/>
                  </p:oleObj>
                </mc:Choice>
                <mc:Fallback>
                  <p:oleObj name="Equation" r:id="rId15" imgW="1054100" imgH="177165" progId="Equation.DSMT4">
                    <p:embed/>
                    <p:pic>
                      <p:nvPicPr>
                        <p:cNvPr id="0" name="图片 194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200" y="11757"/>
                          <a:ext cx="3918" cy="81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文本框 28"/>
          <p:cNvSpPr txBox="1"/>
          <p:nvPr/>
        </p:nvSpPr>
        <p:spPr>
          <a:xfrm>
            <a:off x="1555115" y="3091180"/>
            <a:ext cx="638873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显然</a:t>
            </a:r>
            <a:r>
              <a:rPr lang="zh-CN" altLang="en-US" sz="2800" dirty="0">
                <a:latin typeface="+mn-ea"/>
              </a:rPr>
              <a:t>                       在整个平面上可微；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30" name="Object 8"/>
          <p:cNvGraphicFramePr>
            <a:graphicFrameLocks noChangeAspect="1"/>
          </p:cNvGraphicFramePr>
          <p:nvPr/>
        </p:nvGraphicFramePr>
        <p:xfrm>
          <a:off x="2509203" y="3061018"/>
          <a:ext cx="2160270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17" imgW="901700" imgH="203200" progId="Equation.DSMT4">
                  <p:embed/>
                </p:oleObj>
              </mc:Choice>
              <mc:Fallback>
                <p:oleObj name="Equation" r:id="rId17" imgW="901700" imgH="203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09203" y="3061018"/>
                        <a:ext cx="2160270" cy="589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4105275" y="5821045"/>
            <a:ext cx="724154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即                       仅在</a:t>
            </a:r>
            <a:r>
              <a:rPr lang="en-US" altLang="zh-CN" sz="2800" dirty="0">
                <a:latin typeface="+mn-ea"/>
              </a:rPr>
              <a:t>(0,0)</a:t>
            </a:r>
            <a:r>
              <a:rPr lang="zh-CN" altLang="en-US" sz="2800" dirty="0">
                <a:latin typeface="+mn-ea"/>
              </a:rPr>
              <a:t>点满足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C-R</a:t>
            </a:r>
            <a:r>
              <a:rPr lang="zh-CN" altLang="en-US" sz="2800" dirty="0">
                <a:latin typeface="+mn-ea"/>
              </a:rPr>
              <a:t>方程；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19" name="Object 8"/>
          <p:cNvGraphicFramePr>
            <a:graphicFrameLocks noChangeAspect="1"/>
          </p:cNvGraphicFramePr>
          <p:nvPr/>
        </p:nvGraphicFramePr>
        <p:xfrm>
          <a:off x="4735513" y="5790883"/>
          <a:ext cx="2160270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9" imgW="901700" imgH="203200" progId="Equation.DSMT4">
                  <p:embed/>
                </p:oleObj>
              </mc:Choice>
              <mc:Fallback>
                <p:oleObj name="Equation" r:id="rId19" imgW="901700" imgH="203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35513" y="5790883"/>
                        <a:ext cx="2160270" cy="589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6" grpId="0"/>
      <p:bldP spid="3" grpId="0"/>
      <p:bldP spid="29" grpId="0"/>
      <p:bldP spid="11" grpId="0"/>
      <p:bldP spid="12" grpId="0"/>
      <p:bldP spid="15" grpId="0"/>
      <p:bldP spid="22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94" name="Object 46"/>
          <p:cNvGraphicFramePr>
            <a:graphicFrameLocks noChangeAspect="1"/>
          </p:cNvGraphicFramePr>
          <p:nvPr/>
        </p:nvGraphicFramePr>
        <p:xfrm>
          <a:off x="2652395" y="978535"/>
          <a:ext cx="1972945" cy="87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" imgW="25603200" imgH="9448800" progId="Equation.DSMT4">
                  <p:embed/>
                </p:oleObj>
              </mc:Choice>
              <mc:Fallback>
                <p:oleObj name="Equation" r:id="rId1" imgW="25603200" imgH="94488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52395" y="978535"/>
                        <a:ext cx="1972945" cy="876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5" name="Object 47"/>
          <p:cNvGraphicFramePr>
            <a:graphicFrameLocks noChangeAspect="1"/>
          </p:cNvGraphicFramePr>
          <p:nvPr/>
        </p:nvGraphicFramePr>
        <p:xfrm>
          <a:off x="4832985" y="949960"/>
          <a:ext cx="1315085" cy="934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3" imgW="17068800" imgH="10058400" progId="Equation.DSMT4">
                  <p:embed/>
                </p:oleObj>
              </mc:Choice>
              <mc:Fallback>
                <p:oleObj name="Equation" r:id="rId3" imgW="17068800" imgH="10058400" progId="Equation.DSMT4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32985" y="949960"/>
                        <a:ext cx="1315085" cy="9340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6" name="Object 48"/>
          <p:cNvGraphicFramePr>
            <a:graphicFrameLocks noChangeAspect="1"/>
          </p:cNvGraphicFramePr>
          <p:nvPr/>
        </p:nvGraphicFramePr>
        <p:xfrm>
          <a:off x="6240780" y="949960"/>
          <a:ext cx="133921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5" imgW="17373600" imgH="10058400" progId="Equation.DSMT4">
                  <p:embed/>
                </p:oleObj>
              </mc:Choice>
              <mc:Fallback>
                <p:oleObj name="Equation" r:id="rId5" imgW="17373600" imgH="10058400" progId="Equation.DSMT4">
                  <p:embed/>
                  <p:pic>
                    <p:nvPicPr>
                      <p:cNvPr id="0" name="图片 1332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40780" y="949960"/>
                        <a:ext cx="1339215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7" name="Object 49"/>
          <p:cNvGraphicFramePr>
            <a:graphicFrameLocks noChangeAspect="1"/>
          </p:cNvGraphicFramePr>
          <p:nvPr/>
        </p:nvGraphicFramePr>
        <p:xfrm>
          <a:off x="7800975" y="950595"/>
          <a:ext cx="129095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7" imgW="16764000" imgH="10058400" progId="Equation.DSMT4">
                  <p:embed/>
                </p:oleObj>
              </mc:Choice>
              <mc:Fallback>
                <p:oleObj name="Equation" r:id="rId7" imgW="16764000" imgH="10058400" progId="Equation.DSMT4">
                  <p:embed/>
                  <p:pic>
                    <p:nvPicPr>
                      <p:cNvPr id="0" name="图片 1332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00975" y="950595"/>
                        <a:ext cx="1290955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七角星 24"/>
          <p:cNvSpPr/>
          <p:nvPr/>
        </p:nvSpPr>
        <p:spPr>
          <a:xfrm>
            <a:off x="918858" y="918450"/>
            <a:ext cx="1649082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注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3</a:t>
            </a:r>
            <a:endParaRPr lang="zh-CN" altLang="en-US" sz="28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13485" y="2044700"/>
            <a:ext cx="11638280" cy="598170"/>
            <a:chOff x="1911" y="3220"/>
            <a:chExt cx="18328" cy="942"/>
          </a:xfrm>
        </p:grpSpPr>
        <p:sp>
          <p:nvSpPr>
            <p:cNvPr id="10" name="文本框 2"/>
            <p:cNvSpPr txBox="1"/>
            <p:nvPr/>
          </p:nvSpPr>
          <p:spPr>
            <a:xfrm>
              <a:off x="1911" y="3220"/>
              <a:ext cx="18328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b="1" dirty="0">
                  <a:latin typeface="+mn-ea"/>
                </a:rPr>
                <a:t>例</a:t>
              </a:r>
              <a:r>
                <a:rPr lang="en-US" altLang="zh-CN" sz="2800" b="1" dirty="0">
                  <a:latin typeface="+mn-ea"/>
                </a:rPr>
                <a:t>3</a:t>
              </a:r>
              <a:r>
                <a:rPr lang="zh-CN" altLang="en-US" sz="2800" b="1" dirty="0">
                  <a:latin typeface="+mn-ea"/>
                </a:rPr>
                <a:t>，</a:t>
              </a:r>
              <a:r>
                <a:rPr lang="zh-CN" altLang="en-US" sz="2800" dirty="0">
                  <a:latin typeface="+mn-ea"/>
                </a:rPr>
                <a:t>证明                                        在复平面上处处可导，并求其导数。</a:t>
              </a:r>
              <a:r>
                <a:rPr lang="zh-CN" altLang="en-US" sz="2800" dirty="0">
                  <a:latin typeface="+mn-ea"/>
                </a:rPr>
                <a:t>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11" name="Object 46"/>
            <p:cNvGraphicFramePr>
              <a:graphicFrameLocks noChangeAspect="1"/>
            </p:cNvGraphicFramePr>
            <p:nvPr/>
          </p:nvGraphicFramePr>
          <p:xfrm>
            <a:off x="4836" y="3220"/>
            <a:ext cx="6184" cy="9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Equation" r:id="rId9" imgW="1816100" imgH="228600" progId="Equation.DSMT4">
                    <p:embed/>
                  </p:oleObj>
                </mc:Choice>
                <mc:Fallback>
                  <p:oleObj name="Equation" r:id="rId9" imgW="1816100" imgH="228600" progId="Equation.DSMT4">
                    <p:embed/>
                    <p:pic>
                      <p:nvPicPr>
                        <p:cNvPr id="0" name="图片 133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36" y="3220"/>
                          <a:ext cx="6184" cy="9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2"/>
          <p:cNvSpPr txBox="1"/>
          <p:nvPr/>
        </p:nvSpPr>
        <p:spPr>
          <a:xfrm>
            <a:off x="1299818" y="2643445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解</a:t>
            </a:r>
            <a:r>
              <a:rPr lang="zh-CN" altLang="en-US" sz="2800" dirty="0" smtClean="0">
                <a:latin typeface="+mn-ea"/>
              </a:rPr>
              <a:t>：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2535528" y="2757745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令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15" name="Object 46"/>
          <p:cNvGraphicFramePr>
            <a:graphicFrameLocks noChangeAspect="1"/>
          </p:cNvGraphicFramePr>
          <p:nvPr/>
        </p:nvGraphicFramePr>
        <p:xfrm>
          <a:off x="3090545" y="2748915"/>
          <a:ext cx="5134610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1" imgW="2374265" imgH="228600" progId="Equation.DSMT4">
                  <p:embed/>
                </p:oleObj>
              </mc:Choice>
              <mc:Fallback>
                <p:oleObj name="Equation" r:id="rId11" imgW="2374265" imgH="2286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90545" y="2748915"/>
                        <a:ext cx="5134610" cy="598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6"/>
          <p:cNvGraphicFramePr>
            <a:graphicFrameLocks noChangeAspect="1"/>
          </p:cNvGraphicFramePr>
          <p:nvPr/>
        </p:nvGraphicFramePr>
        <p:xfrm>
          <a:off x="2698750" y="3347720"/>
          <a:ext cx="6949440" cy="1097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3" imgW="3213100" imgH="419100" progId="Equation.DSMT4">
                  <p:embed/>
                </p:oleObj>
              </mc:Choice>
              <mc:Fallback>
                <p:oleObj name="Equation" r:id="rId13" imgW="3213100" imgH="4191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98750" y="3347720"/>
                        <a:ext cx="6949440" cy="1097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6"/>
          <p:cNvGraphicFramePr>
            <a:graphicFrameLocks noChangeAspect="1"/>
          </p:cNvGraphicFramePr>
          <p:nvPr/>
        </p:nvGraphicFramePr>
        <p:xfrm>
          <a:off x="2652078" y="4430395"/>
          <a:ext cx="1950085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5" imgW="901700" imgH="203200" progId="Equation.DSMT4">
                  <p:embed/>
                </p:oleObj>
              </mc:Choice>
              <mc:Fallback>
                <p:oleObj name="Equation" r:id="rId15" imgW="901700" imgH="2032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52078" y="4430395"/>
                        <a:ext cx="1950085" cy="532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4625313" y="4433510"/>
            <a:ext cx="4466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在平面上任意一点都可微；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1465553" y="5363785"/>
            <a:ext cx="16217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且对任意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23" name="Object 46"/>
          <p:cNvGraphicFramePr>
            <a:graphicFrameLocks noChangeAspect="1"/>
          </p:cNvGraphicFramePr>
          <p:nvPr/>
        </p:nvGraphicFramePr>
        <p:xfrm>
          <a:off x="4832985" y="5045075"/>
          <a:ext cx="2747010" cy="1097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17" imgW="1270000" imgH="419100" progId="Equation.DSMT4">
                  <p:embed/>
                </p:oleObj>
              </mc:Choice>
              <mc:Fallback>
                <p:oleObj name="Equation" r:id="rId17" imgW="1270000" imgH="4191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32985" y="5045075"/>
                        <a:ext cx="2747010" cy="1097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6"/>
          <p:cNvGraphicFramePr>
            <a:graphicFrameLocks noChangeAspect="1"/>
          </p:cNvGraphicFramePr>
          <p:nvPr/>
        </p:nvGraphicFramePr>
        <p:xfrm>
          <a:off x="3113723" y="5293678"/>
          <a:ext cx="1566545" cy="599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9" imgW="723900" imgH="228600" progId="Equation.DSMT4">
                  <p:embed/>
                </p:oleObj>
              </mc:Choice>
              <mc:Fallback>
                <p:oleObj name="Equation" r:id="rId19" imgW="723900" imgH="2286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13723" y="5293678"/>
                        <a:ext cx="1566545" cy="599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1611603" y="6142930"/>
            <a:ext cx="254127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由定理</a:t>
            </a:r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，可得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4152900" y="6142990"/>
            <a:ext cx="771271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>
                <a:latin typeface="+mn-ea"/>
              </a:rPr>
              <a:t>                                      在复平面上处处可导</a:t>
            </a:r>
            <a:r>
              <a:rPr lang="en-US" altLang="zh-CN" sz="2800" dirty="0">
                <a:latin typeface="+mn-ea"/>
              </a:rPr>
              <a:t>,</a:t>
            </a:r>
            <a:r>
              <a:rPr lang="zh-CN" altLang="en-US" sz="2800" dirty="0">
                <a:latin typeface="+mn-ea"/>
              </a:rPr>
              <a:t> 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32" name="Object 46"/>
          <p:cNvGraphicFramePr>
            <a:graphicFrameLocks noChangeAspect="1"/>
          </p:cNvGraphicFramePr>
          <p:nvPr/>
        </p:nvGraphicFramePr>
        <p:xfrm>
          <a:off x="4152900" y="6108065"/>
          <a:ext cx="3926840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1" imgW="1816100" imgH="228600" progId="Equation.DSMT4">
                  <p:embed/>
                </p:oleObj>
              </mc:Choice>
              <mc:Fallback>
                <p:oleObj name="Equation" r:id="rId21" imgW="1816100" imgH="2286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52900" y="6108065"/>
                        <a:ext cx="3926840" cy="598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2"/>
          <p:cNvSpPr txBox="1"/>
          <p:nvPr/>
        </p:nvSpPr>
        <p:spPr>
          <a:xfrm>
            <a:off x="1727173" y="6857940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且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45" name="Object 46"/>
          <p:cNvGraphicFramePr>
            <a:graphicFrameLocks noChangeAspect="1"/>
          </p:cNvGraphicFramePr>
          <p:nvPr/>
        </p:nvGraphicFramePr>
        <p:xfrm>
          <a:off x="2389505" y="6706870"/>
          <a:ext cx="2499360" cy="1003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22" imgW="1181100" imgH="393700" progId="Equation.DSMT4">
                  <p:embed/>
                </p:oleObj>
              </mc:Choice>
              <mc:Fallback>
                <p:oleObj name="Equation" r:id="rId22" imgW="1181100" imgH="3937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389505" y="6706870"/>
                        <a:ext cx="2499360" cy="1003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6"/>
          <p:cNvGraphicFramePr>
            <a:graphicFrameLocks noChangeAspect="1"/>
          </p:cNvGraphicFramePr>
          <p:nvPr/>
        </p:nvGraphicFramePr>
        <p:xfrm>
          <a:off x="4888865" y="6952298"/>
          <a:ext cx="2150110" cy="582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4" imgW="1016000" imgH="228600" progId="Equation.DSMT4">
                  <p:embed/>
                </p:oleObj>
              </mc:Choice>
              <mc:Fallback>
                <p:oleObj name="Equation" r:id="rId24" imgW="1016000" imgH="2286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88865" y="6952298"/>
                        <a:ext cx="2150110" cy="5829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13" grpId="0"/>
      <p:bldP spid="14" grpId="0"/>
      <p:bldP spid="21" grpId="0"/>
      <p:bldP spid="22" grpId="0"/>
      <p:bldP spid="28" grpId="0"/>
      <p:bldP spid="29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958761" y="2446743"/>
            <a:ext cx="1826141" cy="1862048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rmAutofit fontScale="50000"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02.2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8125589" y="3781043"/>
            <a:ext cx="962699" cy="36933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sz="1800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sz="1800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46975" y="4753610"/>
            <a:ext cx="4335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atin typeface="华文中宋" panose="02010600040101010101" pitchFamily="2" charset="-122"/>
                <a:ea typeface="华文中宋" panose="02010600040101010101" pitchFamily="2" charset="-122"/>
              </a:rPr>
              <a:t>函数解析</a:t>
            </a:r>
            <a:r>
              <a:rPr lang="zh-CN" altLang="en-US" sz="3600">
                <a:latin typeface="华文中宋" panose="02010600040101010101" pitchFamily="2" charset="-122"/>
                <a:ea typeface="华文中宋" panose="02010600040101010101" pitchFamily="2" charset="-122"/>
              </a:rPr>
              <a:t>的充要条件</a:t>
            </a:r>
            <a:endParaRPr lang="zh-CN" altLang="en-US" sz="36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文本框 2"/>
          <p:cNvSpPr txBox="1"/>
          <p:nvPr/>
        </p:nvSpPr>
        <p:spPr>
          <a:xfrm>
            <a:off x="862948" y="1638122"/>
            <a:ext cx="148526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+mn-ea"/>
              </a:rPr>
              <a:t>定理</a:t>
            </a:r>
            <a:r>
              <a:rPr lang="en-US" altLang="zh-CN" sz="2800" b="1" i="1" u="sng" dirty="0" smtClean="0">
                <a:latin typeface="+mn-ea"/>
              </a:rPr>
              <a:t>2</a:t>
            </a:r>
            <a:r>
              <a:rPr lang="zh-CN" altLang="en-US" sz="2800" b="1" i="1" u="sng" dirty="0" smtClean="0">
                <a:latin typeface="+mn-ea"/>
              </a:rPr>
              <a:t>：</a:t>
            </a:r>
            <a:endParaRPr lang="zh-CN" altLang="en-US" sz="2800" b="1" i="1" u="sng" dirty="0">
              <a:latin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329815" y="1638300"/>
            <a:ext cx="7385050" cy="546100"/>
            <a:chOff x="3669" y="2580"/>
            <a:chExt cx="11630" cy="860"/>
          </a:xfrm>
        </p:grpSpPr>
        <p:sp>
          <p:nvSpPr>
            <p:cNvPr id="34" name="文本框 2"/>
            <p:cNvSpPr txBox="1"/>
            <p:nvPr/>
          </p:nvSpPr>
          <p:spPr>
            <a:xfrm>
              <a:off x="3669" y="2580"/>
              <a:ext cx="11630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复变函数                                在区域</a:t>
              </a:r>
              <a:r>
                <a:rPr lang="en-US" altLang="zh-CN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dirty="0" smtClean="0">
                  <a:latin typeface="+mn-ea"/>
                </a:rPr>
                <a:t>内解析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31" name="Object 12"/>
            <p:cNvGraphicFramePr>
              <a:graphicFrameLocks noChangeAspect="1"/>
            </p:cNvGraphicFramePr>
            <p:nvPr/>
          </p:nvGraphicFramePr>
          <p:xfrm>
            <a:off x="6047" y="2586"/>
            <a:ext cx="5154" cy="8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1" name="Equation" r:id="rId1" imgW="35356800" imgH="4876800" progId="Equation.DSMT4">
                    <p:embed/>
                  </p:oleObj>
                </mc:Choice>
                <mc:Fallback>
                  <p:oleObj name="Equation" r:id="rId1" imgW="35356800" imgH="4876800" progId="Equation.DSMT4">
                    <p:embed/>
                    <p:pic>
                      <p:nvPicPr>
                        <p:cNvPr id="0" name="图片 204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047" y="2586"/>
                          <a:ext cx="5154" cy="8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左右箭头 35"/>
          <p:cNvSpPr/>
          <p:nvPr/>
        </p:nvSpPr>
        <p:spPr>
          <a:xfrm>
            <a:off x="1689979" y="2459355"/>
            <a:ext cx="1123950" cy="361950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graphicFrame>
        <p:nvGraphicFramePr>
          <p:cNvPr id="37" name="Object 13"/>
          <p:cNvGraphicFramePr>
            <a:graphicFrameLocks noChangeAspect="1"/>
          </p:cNvGraphicFramePr>
          <p:nvPr/>
        </p:nvGraphicFramePr>
        <p:xfrm>
          <a:off x="3158490" y="2378075"/>
          <a:ext cx="2000885" cy="54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21640800" imgH="4876800" progId="Equation.DSMT4">
                  <p:embed/>
                </p:oleObj>
              </mc:Choice>
              <mc:Fallback>
                <p:oleObj name="Equation" r:id="rId3" imgW="21640800" imgH="48768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58490" y="2378075"/>
                        <a:ext cx="2000885" cy="541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5159592" y="2390080"/>
            <a:ext cx="258953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在区域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latin typeface="+mn-ea"/>
              </a:rPr>
              <a:t>内满足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9" name="文本框 2"/>
          <p:cNvSpPr txBox="1"/>
          <p:nvPr/>
        </p:nvSpPr>
        <p:spPr>
          <a:xfrm>
            <a:off x="2776359" y="2993629"/>
            <a:ext cx="61341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0" name="Object 13"/>
          <p:cNvGraphicFramePr>
            <a:graphicFrameLocks noChangeAspect="1"/>
          </p:cNvGraphicFramePr>
          <p:nvPr/>
        </p:nvGraphicFramePr>
        <p:xfrm>
          <a:off x="3474720" y="2927985"/>
          <a:ext cx="2000885" cy="54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21640800" imgH="4876800" progId="Equation.DSMT4">
                  <p:embed/>
                </p:oleObj>
              </mc:Choice>
              <mc:Fallback>
                <p:oleObj name="Equation" r:id="rId5" imgW="21640800" imgH="48768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74720" y="2927985"/>
                        <a:ext cx="2000885" cy="541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2"/>
          <p:cNvSpPr txBox="1"/>
          <p:nvPr/>
        </p:nvSpPr>
        <p:spPr>
          <a:xfrm>
            <a:off x="5588615" y="2940073"/>
            <a:ext cx="365633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在区域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latin typeface="+mn-ea"/>
              </a:rPr>
              <a:t>内处处可微；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2829772" y="3954222"/>
            <a:ext cx="61341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3" name="Object 13"/>
          <p:cNvGraphicFramePr>
            <a:graphicFrameLocks noChangeAspect="1"/>
          </p:cNvGraphicFramePr>
          <p:nvPr/>
        </p:nvGraphicFramePr>
        <p:xfrm>
          <a:off x="3368040" y="3539490"/>
          <a:ext cx="1323340" cy="1115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14325600" imgH="10058400" progId="Equation.DSMT4">
                  <p:embed/>
                </p:oleObj>
              </mc:Choice>
              <mc:Fallback>
                <p:oleObj name="Equation" r:id="rId7" imgW="14325600" imgH="100584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68040" y="3539490"/>
                        <a:ext cx="1323340" cy="1115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6"/>
          <p:cNvGraphicFramePr>
            <a:graphicFrameLocks noChangeAspect="1"/>
          </p:cNvGraphicFramePr>
          <p:nvPr/>
        </p:nvGraphicFramePr>
        <p:xfrm>
          <a:off x="4801870" y="3522980"/>
          <a:ext cx="1550035" cy="111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16764000" imgH="10058400" progId="Equation.DSMT4">
                  <p:embed/>
                </p:oleObj>
              </mc:Choice>
              <mc:Fallback>
                <p:oleObj name="Equation" r:id="rId9" imgW="16764000" imgH="100584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01870" y="3522980"/>
                        <a:ext cx="1550035" cy="1115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Object 9"/>
          <p:cNvGraphicFramePr>
            <a:graphicFrameLocks noChangeAspect="1"/>
          </p:cNvGraphicFramePr>
          <p:nvPr/>
        </p:nvGraphicFramePr>
        <p:xfrm>
          <a:off x="6470015" y="3840480"/>
          <a:ext cx="149352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16154400" imgH="4876800" progId="Equation.DSMT4">
                  <p:embed/>
                </p:oleObj>
              </mc:Choice>
              <mc:Fallback>
                <p:oleObj name="Equation" r:id="rId11" imgW="16154400" imgH="48768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70015" y="3840480"/>
                        <a:ext cx="149352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1840845" y="4897778"/>
            <a:ext cx="331279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en-US" altLang="zh-CN" sz="2800" dirty="0" smtClean="0">
                <a:latin typeface="+mn-ea"/>
              </a:rPr>
              <a:t>C-R</a:t>
            </a:r>
            <a:r>
              <a:rPr lang="zh-CN" altLang="en-US" sz="2800" dirty="0" smtClean="0">
                <a:latin typeface="+mn-ea"/>
              </a:rPr>
              <a:t>条件易于验证，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4937105" y="4919368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但是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5958840" y="4919345"/>
          <a:ext cx="2000885" cy="54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21640800" imgH="4876800" progId="Equation.DSMT4">
                  <p:embed/>
                </p:oleObj>
              </mc:Choice>
              <mc:Fallback>
                <p:oleObj name="Equation" r:id="rId13" imgW="21640800" imgH="48768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58840" y="4919345"/>
                        <a:ext cx="2000885" cy="5416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2"/>
          <p:cNvSpPr txBox="1"/>
          <p:nvPr/>
        </p:nvSpPr>
        <p:spPr>
          <a:xfrm>
            <a:off x="7959705" y="4931433"/>
            <a:ext cx="4110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的可微性证明比较麻烦。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8" name="七角星 27"/>
          <p:cNvSpPr/>
          <p:nvPr/>
        </p:nvSpPr>
        <p:spPr>
          <a:xfrm>
            <a:off x="677559" y="4705590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注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747368" y="964505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注：</a:t>
            </a:r>
            <a:endParaRPr lang="zh-CN" altLang="en-US" sz="2800" dirty="0" smtClean="0">
              <a:latin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44930" y="946785"/>
            <a:ext cx="4644390" cy="529590"/>
            <a:chOff x="2118" y="1491"/>
            <a:chExt cx="7314" cy="834"/>
          </a:xfrm>
        </p:grpSpPr>
        <p:sp>
          <p:nvSpPr>
            <p:cNvPr id="47" name="文本框 2"/>
            <p:cNvSpPr txBox="1"/>
            <p:nvPr/>
          </p:nvSpPr>
          <p:spPr>
            <a:xfrm>
              <a:off x="2118" y="1491"/>
              <a:ext cx="7314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复变函数      在区域</a:t>
              </a:r>
              <a:r>
                <a:rPr lang="en-US" altLang="zh-CN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dirty="0" smtClean="0">
                  <a:latin typeface="+mn-ea"/>
                </a:rPr>
                <a:t>内解析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48" name="Object 12"/>
            <p:cNvGraphicFramePr>
              <a:graphicFrameLocks noChangeAspect="1"/>
            </p:cNvGraphicFramePr>
            <p:nvPr/>
          </p:nvGraphicFramePr>
          <p:xfrm>
            <a:off x="4386" y="1491"/>
            <a:ext cx="1090" cy="8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9" name="Equation" r:id="rId15" imgW="7924800" imgH="4876800" progId="Equation.DSMT4">
                    <p:embed/>
                  </p:oleObj>
                </mc:Choice>
                <mc:Fallback>
                  <p:oleObj name="Equation" r:id="rId15" imgW="7924800" imgH="4876800" progId="Equation.DSMT4">
                    <p:embed/>
                    <p:pic>
                      <p:nvPicPr>
                        <p:cNvPr id="0" name="图片 204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86" y="1491"/>
                          <a:ext cx="1090" cy="80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左右箭头 48"/>
          <p:cNvSpPr/>
          <p:nvPr/>
        </p:nvSpPr>
        <p:spPr>
          <a:xfrm>
            <a:off x="6020663" y="1021452"/>
            <a:ext cx="1123950" cy="361950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800"/>
          </a:p>
        </p:txBody>
      </p:sp>
      <p:grpSp>
        <p:nvGrpSpPr>
          <p:cNvPr id="11" name="组合 10"/>
          <p:cNvGrpSpPr/>
          <p:nvPr/>
        </p:nvGrpSpPr>
        <p:grpSpPr>
          <a:xfrm>
            <a:off x="7279005" y="946785"/>
            <a:ext cx="5461000" cy="544830"/>
            <a:chOff x="11463" y="1491"/>
            <a:chExt cx="8600" cy="858"/>
          </a:xfrm>
        </p:grpSpPr>
        <p:sp>
          <p:nvSpPr>
            <p:cNvPr id="50" name="文本框 2"/>
            <p:cNvSpPr txBox="1"/>
            <p:nvPr/>
          </p:nvSpPr>
          <p:spPr>
            <a:xfrm>
              <a:off x="11463" y="1491"/>
              <a:ext cx="8600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复变函数       在区域</a:t>
              </a:r>
              <a:r>
                <a:rPr lang="en-US" altLang="zh-CN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dirty="0" smtClean="0">
                  <a:latin typeface="+mn-ea"/>
                </a:rPr>
                <a:t>内处处可导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1" name="Object 12"/>
            <p:cNvGraphicFramePr>
              <a:graphicFrameLocks noChangeAspect="1"/>
            </p:cNvGraphicFramePr>
            <p:nvPr/>
          </p:nvGraphicFramePr>
          <p:xfrm>
            <a:off x="13800" y="1495"/>
            <a:ext cx="1157" cy="8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0" name="Equation" r:id="rId17" imgW="7924800" imgH="4876800" progId="Equation.DSMT4">
                    <p:embed/>
                  </p:oleObj>
                </mc:Choice>
                <mc:Fallback>
                  <p:oleObj name="Equation" r:id="rId17" imgW="7924800" imgH="4876800" progId="Equation.DSMT4">
                    <p:embed/>
                    <p:pic>
                      <p:nvPicPr>
                        <p:cNvPr id="0" name="图片 2048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800" y="1495"/>
                          <a:ext cx="1157" cy="85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2305424" y="5872937"/>
            <a:ext cx="16217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复变函数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838574" y="5872937"/>
            <a:ext cx="148526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i="1" u="sng" dirty="0" smtClean="0">
                <a:latin typeface="+mn-ea"/>
              </a:rPr>
              <a:t>定理</a:t>
            </a:r>
            <a:r>
              <a:rPr lang="en-US" altLang="zh-CN" sz="2800" b="1" i="1" u="sng" dirty="0" smtClean="0">
                <a:latin typeface="+mn-ea"/>
              </a:rPr>
              <a:t>3</a:t>
            </a:r>
            <a:r>
              <a:rPr lang="zh-CN" altLang="en-US" sz="2800" b="1" i="1" u="sng" dirty="0" smtClean="0">
                <a:latin typeface="+mn-ea"/>
              </a:rPr>
              <a:t>：</a:t>
            </a:r>
            <a:endParaRPr lang="zh-CN" altLang="en-US" sz="2800" b="1" i="1" u="sng" dirty="0">
              <a:latin typeface="+mn-ea"/>
            </a:endParaRPr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3896043" y="5786120"/>
          <a:ext cx="3852862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9" imgW="35966400" imgH="4876800" progId="Equation.DSMT4">
                  <p:embed/>
                </p:oleObj>
              </mc:Choice>
              <mc:Fallback>
                <p:oleObj name="Equation" r:id="rId19" imgW="35966400" imgH="48768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96043" y="5786120"/>
                        <a:ext cx="3852862" cy="627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7748710" y="5776006"/>
          <a:ext cx="2315791" cy="62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21" imgW="21640800" imgH="4876800" progId="Equation.DSMT4">
                  <p:embed/>
                </p:oleObj>
              </mc:Choice>
              <mc:Fallback>
                <p:oleObj name="Equation" r:id="rId21" imgW="21640800" imgH="48768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48710" y="5776006"/>
                        <a:ext cx="2315791" cy="626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/>
          <p:cNvSpPr txBox="1"/>
          <p:nvPr/>
        </p:nvSpPr>
        <p:spPr>
          <a:xfrm>
            <a:off x="10144760" y="5775960"/>
            <a:ext cx="243268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在区域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latin typeface="+mn-ea"/>
              </a:rPr>
              <a:t>内有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963031" y="6560208"/>
            <a:ext cx="577088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一阶</a:t>
            </a:r>
            <a:r>
              <a:rPr lang="zh-CN" altLang="en-US" sz="2800" dirty="0" smtClean="0">
                <a:latin typeface="+mn-ea"/>
              </a:rPr>
              <a:t>连续偏导数，且满足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C-R</a:t>
            </a:r>
            <a:r>
              <a:rPr lang="zh-CN" altLang="en-US" sz="2800" dirty="0" smtClean="0">
                <a:latin typeface="+mn-ea"/>
              </a:rPr>
              <a:t>条件，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605905" y="6557645"/>
            <a:ext cx="4644390" cy="529590"/>
            <a:chOff x="10403" y="10327"/>
            <a:chExt cx="7314" cy="834"/>
          </a:xfrm>
        </p:grpSpPr>
        <p:sp>
          <p:nvSpPr>
            <p:cNvPr id="21" name="文本框 2"/>
            <p:cNvSpPr txBox="1"/>
            <p:nvPr/>
          </p:nvSpPr>
          <p:spPr>
            <a:xfrm>
              <a:off x="10403" y="10327"/>
              <a:ext cx="7314" cy="834"/>
            </a:xfrm>
            <a:prstGeom prst="rect">
              <a:avLst/>
            </a:prstGeom>
            <a:noFill/>
          </p:spPr>
          <p:txBody>
            <a:bodyPr wrap="none" lIns="100054" tIns="50027" rIns="100054" bIns="50027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则函数      在区域</a:t>
              </a:r>
              <a:r>
                <a:rPr lang="en-US" altLang="zh-CN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dirty="0" smtClean="0">
                  <a:latin typeface="+mn-ea"/>
                </a:rPr>
                <a:t>内解析。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71689" name="Object 9"/>
            <p:cNvGraphicFramePr>
              <a:graphicFrameLocks noChangeAspect="1"/>
            </p:cNvGraphicFramePr>
            <p:nvPr/>
          </p:nvGraphicFramePr>
          <p:xfrm>
            <a:off x="12203" y="10351"/>
            <a:ext cx="1045" cy="7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7" name="Equation" r:id="rId22" imgW="7924800" imgH="4876800" progId="Equation.DSMT4">
                    <p:embed/>
                  </p:oleObj>
                </mc:Choice>
                <mc:Fallback>
                  <p:oleObj name="Equation" r:id="rId22" imgW="7924800" imgH="4876800" progId="Equation.DSMT4">
                    <p:embed/>
                    <p:pic>
                      <p:nvPicPr>
                        <p:cNvPr id="0" name="图片 2150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2203" y="10351"/>
                          <a:ext cx="1045" cy="7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七角星 1"/>
          <p:cNvSpPr/>
          <p:nvPr/>
        </p:nvSpPr>
        <p:spPr>
          <a:xfrm>
            <a:off x="862979" y="7441170"/>
            <a:ext cx="914400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</a:rPr>
              <a:t>注</a:t>
            </a:r>
            <a:endParaRPr lang="zh-CN" altLang="en-US" sz="2800" dirty="0" smtClean="0">
              <a:solidFill>
                <a:schemeClr val="tx1"/>
              </a:solidFill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2059676" y="7620658"/>
            <a:ext cx="3577590" cy="529590"/>
          </a:xfrm>
          <a:prstGeom prst="rect">
            <a:avLst/>
          </a:prstGeom>
          <a:solidFill>
            <a:schemeClr val="bg1"/>
          </a:solidFill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也是充要条件。</a:t>
            </a:r>
            <a:endParaRPr lang="zh-CN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6" grpId="0" bldLvl="0" animBg="1"/>
      <p:bldP spid="38" grpId="0"/>
      <p:bldP spid="39" grpId="0"/>
      <p:bldP spid="41" grpId="0"/>
      <p:bldP spid="42" grpId="0"/>
      <p:bldP spid="17" grpId="0"/>
      <p:bldP spid="18" grpId="0"/>
      <p:bldP spid="20" grpId="0"/>
      <p:bldP spid="28" grpId="0" bldLvl="0" animBg="1"/>
      <p:bldP spid="23" grpId="0"/>
      <p:bldP spid="49" grpId="0" bldLvl="0" animBg="1"/>
      <p:bldP spid="3" grpId="0"/>
      <p:bldP spid="4" grpId="0"/>
      <p:bldP spid="7" grpId="0"/>
      <p:bldP spid="8" grpId="0"/>
      <p:bldP spid="2" grpId="0" bldLvl="0" animBg="1"/>
      <p:bldP spid="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2"/>
          <p:cNvSpPr txBox="1"/>
          <p:nvPr/>
        </p:nvSpPr>
        <p:spPr>
          <a:xfrm>
            <a:off x="2380989" y="1179652"/>
            <a:ext cx="16217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证明函数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3903980" y="1051560"/>
          <a:ext cx="39179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1" imgW="36576000" imgH="5486400" progId="Equation.DSMT4">
                  <p:embed/>
                </p:oleObj>
              </mc:Choice>
              <mc:Fallback>
                <p:oleObj name="Equation" r:id="rId1" imgW="36576000" imgH="54864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3980" y="1051560"/>
                        <a:ext cx="391795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7803515" y="1179830"/>
            <a:ext cx="224091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</a:t>
            </a:r>
            <a:r>
              <a:rPr lang="en-US" altLang="zh-CN" sz="2800" dirty="0" smtClean="0">
                <a:latin typeface="+mn-ea"/>
              </a:rPr>
              <a:t>C</a:t>
            </a:r>
            <a:r>
              <a:rPr lang="zh-CN" altLang="en-US" sz="2800" dirty="0" smtClean="0">
                <a:latin typeface="+mn-ea"/>
              </a:rPr>
              <a:t>上解析，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10704830" y="1139190"/>
          <a:ext cx="94615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3" imgW="8839200" imgH="4876800" progId="Equation.DSMT4">
                  <p:embed/>
                </p:oleObj>
              </mc:Choice>
              <mc:Fallback>
                <p:oleObj name="Equation" r:id="rId3" imgW="8839200" imgH="4876800" progId="Equation.DSMT4">
                  <p:embed/>
                  <p:pic>
                    <p:nvPicPr>
                      <p:cNvPr id="0" name="图片 2150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04830" y="1139190"/>
                        <a:ext cx="946150" cy="627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9793979" y="1127582"/>
            <a:ext cx="91059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并求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51984" y="1139012"/>
            <a:ext cx="875665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b="1" dirty="0" smtClean="0">
                <a:latin typeface="+mn-ea"/>
              </a:rPr>
              <a:t>例</a:t>
            </a:r>
            <a:r>
              <a:rPr lang="en-US" altLang="zh-CN" sz="2800" b="1" dirty="0" smtClean="0">
                <a:latin typeface="+mn-ea"/>
              </a:rPr>
              <a:t>4.</a:t>
            </a:r>
            <a:endParaRPr lang="en-US" altLang="zh-CN" sz="2800" b="1" dirty="0" smtClean="0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51984" y="1932762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解：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2362835" y="1877695"/>
          <a:ext cx="4951730" cy="639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5" imgW="2145665" imgH="228600" progId="Equation.DSMT4">
                  <p:embed/>
                </p:oleObj>
              </mc:Choice>
              <mc:Fallback>
                <p:oleObj name="Equation" r:id="rId5" imgW="2145665" imgH="2286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2835" y="1877695"/>
                        <a:ext cx="4951730" cy="6394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/>
          <p:cNvGraphicFramePr>
            <a:graphicFrameLocks noChangeAspect="1"/>
          </p:cNvGraphicFramePr>
          <p:nvPr/>
        </p:nvGraphicFramePr>
        <p:xfrm>
          <a:off x="2301240" y="2481580"/>
          <a:ext cx="7943850" cy="1172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7" imgW="3441700" imgH="419100" progId="Equation.DSMT4">
                  <p:embed/>
                </p:oleObj>
              </mc:Choice>
              <mc:Fallback>
                <p:oleObj name="Equation" r:id="rId7" imgW="3441700" imgH="4191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01240" y="2481580"/>
                        <a:ext cx="7943850" cy="1172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/>
        </p:nvGraphicFramePr>
        <p:xfrm>
          <a:off x="2301240" y="3700780"/>
          <a:ext cx="2199640" cy="1172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9" imgW="952500" imgH="419100" progId="Equation.DSMT4">
                  <p:embed/>
                </p:oleObj>
              </mc:Choice>
              <mc:Fallback>
                <p:oleObj name="Equation" r:id="rId9" imgW="952500" imgH="4191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01240" y="3700780"/>
                        <a:ext cx="2199640" cy="1172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4660900" y="4144010"/>
            <a:ext cx="3524250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在整个平面内连续，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85804" y="4207967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且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33" name="Object 12"/>
          <p:cNvGraphicFramePr>
            <a:graphicFrameLocks noChangeAspect="1"/>
          </p:cNvGraphicFramePr>
          <p:nvPr/>
        </p:nvGraphicFramePr>
        <p:xfrm>
          <a:off x="8439468" y="3757930"/>
          <a:ext cx="2903855" cy="1172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11" imgW="1257300" imgH="419100" progId="Equation.DSMT4">
                  <p:embed/>
                </p:oleObj>
              </mc:Choice>
              <mc:Fallback>
                <p:oleObj name="Equation" r:id="rId11" imgW="1257300" imgH="4191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39468" y="3757930"/>
                        <a:ext cx="2903855" cy="11728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2"/>
          <p:cNvSpPr txBox="1"/>
          <p:nvPr/>
        </p:nvSpPr>
        <p:spPr>
          <a:xfrm>
            <a:off x="1580254" y="5058867"/>
            <a:ext cx="16217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所以</a:t>
            </a:r>
            <a:r>
              <a:rPr lang="zh-CN" altLang="en-US" sz="2800" dirty="0" smtClean="0">
                <a:latin typeface="+mn-ea"/>
              </a:rPr>
              <a:t>函数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46" name="Object 12"/>
          <p:cNvGraphicFramePr>
            <a:graphicFrameLocks noChangeAspect="1"/>
          </p:cNvGraphicFramePr>
          <p:nvPr/>
        </p:nvGraphicFramePr>
        <p:xfrm>
          <a:off x="3128645" y="4967605"/>
          <a:ext cx="39179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13" imgW="36576000" imgH="5486400" progId="Equation.DSMT4">
                  <p:embed/>
                </p:oleObj>
              </mc:Choice>
              <mc:Fallback>
                <p:oleObj name="Equation" r:id="rId13" imgW="36576000" imgH="54864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28645" y="4967605"/>
                        <a:ext cx="391795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文本框 2"/>
          <p:cNvSpPr txBox="1"/>
          <p:nvPr/>
        </p:nvSpPr>
        <p:spPr>
          <a:xfrm>
            <a:off x="7046595" y="5073650"/>
            <a:ext cx="224091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在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dirty="0" smtClean="0">
                <a:latin typeface="+mn-ea"/>
              </a:rPr>
              <a:t>上解析，</a:t>
            </a:r>
            <a:endParaRPr lang="zh-CN" altLang="en-US" sz="2800" dirty="0">
              <a:latin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740274" y="5965012"/>
            <a:ext cx="5549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且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5" name="Object 12"/>
          <p:cNvGraphicFramePr>
            <a:graphicFrameLocks noChangeAspect="1"/>
          </p:cNvGraphicFramePr>
          <p:nvPr/>
        </p:nvGraphicFramePr>
        <p:xfrm>
          <a:off x="2381250" y="5799773"/>
          <a:ext cx="2462530" cy="110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14" imgW="1066800" imgH="393700" progId="Equation.DSMT4">
                  <p:embed/>
                </p:oleObj>
              </mc:Choice>
              <mc:Fallback>
                <p:oleObj name="Equation" r:id="rId14" imgW="1066800" imgH="3937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381250" y="5799773"/>
                        <a:ext cx="2462530" cy="11023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2"/>
          <p:cNvGraphicFramePr>
            <a:graphicFrameLocks noChangeAspect="1"/>
          </p:cNvGraphicFramePr>
          <p:nvPr/>
        </p:nvGraphicFramePr>
        <p:xfrm>
          <a:off x="4983163" y="6030913"/>
          <a:ext cx="2873375" cy="64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16" imgW="1244600" imgH="228600" progId="Equation.DSMT4">
                  <p:embed/>
                </p:oleObj>
              </mc:Choice>
              <mc:Fallback>
                <p:oleObj name="Equation" r:id="rId16" imgW="1244600" imgH="2286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83163" y="6030913"/>
                        <a:ext cx="2873375" cy="640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12"/>
          <p:cNvGraphicFramePr>
            <a:graphicFrameLocks noChangeAspect="1"/>
          </p:cNvGraphicFramePr>
          <p:nvPr/>
        </p:nvGraphicFramePr>
        <p:xfrm>
          <a:off x="7886066" y="6030913"/>
          <a:ext cx="2755900" cy="64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18" imgW="1193800" imgH="228600" progId="Equation.DSMT4">
                  <p:embed/>
                </p:oleObj>
              </mc:Choice>
              <mc:Fallback>
                <p:oleObj name="Equation" r:id="rId18" imgW="1193800" imgH="2286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886066" y="6030913"/>
                        <a:ext cx="2755900" cy="640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9" grpId="0"/>
      <p:bldP spid="45" grpId="0"/>
      <p:bldP spid="53" grpId="0"/>
      <p:bldP spid="54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文本框 2"/>
          <p:cNvSpPr txBox="1"/>
          <p:nvPr/>
        </p:nvSpPr>
        <p:spPr>
          <a:xfrm>
            <a:off x="979805" y="694055"/>
            <a:ext cx="529907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+mn-ea"/>
              </a:rPr>
              <a:t>例</a:t>
            </a:r>
            <a:r>
              <a:rPr lang="en-US" altLang="zh-CN" sz="2800" b="1" dirty="0" smtClean="0">
                <a:latin typeface="+mn-ea"/>
              </a:rPr>
              <a:t>5</a:t>
            </a:r>
            <a:r>
              <a:rPr lang="en-US" altLang="zh-CN" sz="2800" b="1" dirty="0" smtClean="0">
                <a:latin typeface="+mn-ea"/>
              </a:rPr>
              <a:t>.</a:t>
            </a:r>
            <a:r>
              <a:rPr lang="zh-CN" altLang="en-US" sz="2800" dirty="0" smtClean="0">
                <a:latin typeface="+mn-ea"/>
              </a:rPr>
              <a:t>讨论                   的解析性</a:t>
            </a:r>
            <a:r>
              <a:rPr lang="zh-CN" altLang="en-US" sz="2800" dirty="0" smtClean="0">
                <a:latin typeface="+mn-ea"/>
              </a:rPr>
              <a:t>。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78856" name="Object 8"/>
          <p:cNvGraphicFramePr>
            <a:graphicFrameLocks noChangeAspect="1"/>
          </p:cNvGraphicFramePr>
          <p:nvPr/>
        </p:nvGraphicFramePr>
        <p:xfrm>
          <a:off x="2386330" y="694055"/>
          <a:ext cx="1986915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914400" imgH="228600" progId="Equation.DSMT4">
                  <p:embed/>
                </p:oleObj>
              </mc:Choice>
              <mc:Fallback>
                <p:oleObj name="Equation" r:id="rId1" imgW="9144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6330" y="694055"/>
                        <a:ext cx="1986915" cy="598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1164590" y="1725295"/>
            <a:ext cx="910653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解：由例</a:t>
            </a:r>
            <a:r>
              <a:rPr lang="en-US" altLang="zh-CN" sz="2800" dirty="0" smtClean="0">
                <a:latin typeface="+mn-ea"/>
              </a:rPr>
              <a:t>2</a:t>
            </a:r>
            <a:r>
              <a:rPr lang="zh-CN" altLang="en-US" sz="2800" dirty="0" smtClean="0">
                <a:latin typeface="+mn-ea"/>
              </a:rPr>
              <a:t>可知，                   仅在零点可导（微</a:t>
            </a:r>
            <a:r>
              <a:rPr lang="zh-CN" altLang="en-US" sz="2800" dirty="0" smtClean="0">
                <a:latin typeface="+mn-ea"/>
              </a:rPr>
              <a:t>）。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/>
        </p:nvGraphicFramePr>
        <p:xfrm>
          <a:off x="3956050" y="1725295"/>
          <a:ext cx="1986915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914400" imgH="228600" progId="Equation.DSMT4">
                  <p:embed/>
                </p:oleObj>
              </mc:Choice>
              <mc:Fallback>
                <p:oleObj name="Equation" r:id="rId3" imgW="9144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6050" y="1725295"/>
                        <a:ext cx="1986915" cy="598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2"/>
          <p:cNvSpPr txBox="1"/>
          <p:nvPr/>
        </p:nvSpPr>
        <p:spPr>
          <a:xfrm>
            <a:off x="1292225" y="2506345"/>
            <a:ext cx="910653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由解析点的概念，                   在复平面上处处不解析。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4291965" y="2472055"/>
          <a:ext cx="1986915" cy="59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914400" imgH="228600" progId="Equation.DSMT4">
                  <p:embed/>
                </p:oleObj>
              </mc:Choice>
              <mc:Fallback>
                <p:oleObj name="Equation" r:id="rId4" imgW="914400" imgH="228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91965" y="2472055"/>
                        <a:ext cx="1986915" cy="598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"/>
          <p:cNvSpPr txBox="1"/>
          <p:nvPr/>
        </p:nvSpPr>
        <p:spPr>
          <a:xfrm>
            <a:off x="1648834" y="3430727"/>
            <a:ext cx="33997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讨论函数的解析性：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1648834" y="4152705"/>
            <a:ext cx="108673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如果函数是有理函数的类型，用解析函数的运算定理直接得到结论；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25" name="七角星 24"/>
          <p:cNvSpPr/>
          <p:nvPr/>
        </p:nvSpPr>
        <p:spPr>
          <a:xfrm>
            <a:off x="13" y="3238740"/>
            <a:ext cx="1649082" cy="914400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注</a:t>
            </a:r>
            <a:endParaRPr lang="zh-CN" altLang="en-US" sz="2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1648834" y="4839140"/>
            <a:ext cx="910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如果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2559368" y="4836160"/>
          <a:ext cx="386207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5" imgW="1777365" imgH="203200" progId="Equation.DSMT4">
                  <p:embed/>
                </p:oleObj>
              </mc:Choice>
              <mc:Fallback>
                <p:oleObj name="Equation" r:id="rId5" imgW="1777365" imgH="203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9368" y="4836160"/>
                        <a:ext cx="3862070" cy="532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6421494" y="4839140"/>
            <a:ext cx="648208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先讨论可微性</a:t>
            </a:r>
            <a:r>
              <a:rPr lang="en-US" altLang="zh-CN" sz="2800" dirty="0" smtClean="0">
                <a:latin typeface="+mn-ea"/>
              </a:rPr>
              <a:t>(</a:t>
            </a:r>
            <a:r>
              <a:rPr lang="zh-CN" altLang="en-US" sz="2800" dirty="0" smtClean="0">
                <a:latin typeface="+mn-ea"/>
              </a:rPr>
              <a:t>可导性</a:t>
            </a:r>
            <a:r>
              <a:rPr lang="en-US" altLang="zh-CN" sz="2800" dirty="0" smtClean="0">
                <a:latin typeface="+mn-ea"/>
              </a:rPr>
              <a:t>)</a:t>
            </a:r>
            <a:r>
              <a:rPr lang="zh-CN" altLang="en-US" sz="2800" dirty="0" smtClean="0">
                <a:latin typeface="+mn-ea"/>
              </a:rPr>
              <a:t>，得到可导的点，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1648834" y="5545260"/>
            <a:ext cx="8022590" cy="529590"/>
          </a:xfrm>
          <a:prstGeom prst="rect">
            <a:avLst/>
          </a:prstGeom>
          <a:noFill/>
        </p:spPr>
        <p:txBody>
          <a:bodyPr wrap="none" lIns="100054" tIns="50027" rIns="100054" bIns="50027" rtlCol="0">
            <a:spAutoFit/>
          </a:bodyPr>
          <a:p>
            <a:r>
              <a:rPr lang="zh-CN" altLang="en-US" sz="2800" dirty="0" smtClean="0">
                <a:latin typeface="+mn-ea"/>
              </a:rPr>
              <a:t>然后由解析的概念得到函数的解析点与不解析点。</a:t>
            </a:r>
            <a:endParaRPr lang="zh-CN" altLang="en-US" sz="2800" dirty="0" smtClean="0">
              <a:latin typeface="+mn-ea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787400" y="6308090"/>
            <a:ext cx="1214755" cy="529590"/>
          </a:xfrm>
          <a:prstGeom prst="rect">
            <a:avLst/>
          </a:prstGeom>
          <a:noFill/>
        </p:spPr>
        <p:txBody>
          <a:bodyPr wrap="square" lIns="100054" tIns="50027" rIns="100054" bIns="50027" rtlCol="0">
            <a:spAutoFit/>
          </a:bodyPr>
          <a:p>
            <a:r>
              <a:rPr lang="zh-CN" altLang="en-US" sz="2800" b="1" dirty="0" smtClean="0">
                <a:latin typeface="+mn-ea"/>
              </a:rPr>
              <a:t>例如，</a:t>
            </a:r>
            <a:endParaRPr lang="zh-CN" altLang="en-US" sz="2800" b="1" dirty="0" smtClean="0">
              <a:latin typeface="+mn-ea"/>
            </a:endParaRPr>
          </a:p>
        </p:txBody>
      </p:sp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1962785" y="6268720"/>
          <a:ext cx="151828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7" imgW="698500" imgH="393700" progId="Equation.DSMT4">
                  <p:embed/>
                </p:oleObj>
              </mc:Choice>
              <mc:Fallback>
                <p:oleObj name="Equation" r:id="rId7" imgW="698500" imgH="3937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2785" y="6268720"/>
                        <a:ext cx="1518285" cy="1031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3481070" y="6268720"/>
            <a:ext cx="2939801" cy="1031875"/>
            <a:chOff x="5482" y="9872"/>
            <a:chExt cx="4786" cy="1625"/>
          </a:xfrm>
        </p:grpSpPr>
        <p:sp>
          <p:nvSpPr>
            <p:cNvPr id="19" name="文本框 2"/>
            <p:cNvSpPr txBox="1"/>
            <p:nvPr/>
          </p:nvSpPr>
          <p:spPr>
            <a:xfrm>
              <a:off x="5482" y="10329"/>
              <a:ext cx="4786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>
                  <a:latin typeface="+mn-ea"/>
                </a:rPr>
                <a:t> 在   </a:t>
              </a:r>
              <a:r>
                <a:rPr lang="zh-CN" altLang="en-US" sz="2800" dirty="0">
                  <a:latin typeface="+mn-ea"/>
                </a:rPr>
                <a:t>       点解析</a:t>
              </a:r>
              <a:r>
                <a:rPr lang="en-US" altLang="zh-CN" sz="2800" dirty="0">
                  <a:latin typeface="+mn-ea"/>
                </a:rPr>
                <a:t>,</a:t>
              </a:r>
              <a:endParaRPr lang="en-US" altLang="zh-CN" sz="2800" dirty="0">
                <a:latin typeface="+mn-ea"/>
              </a:endParaRPr>
            </a:p>
          </p:txBody>
        </p:sp>
        <p:graphicFrame>
          <p:nvGraphicFramePr>
            <p:cNvPr id="20" name="Object 8"/>
            <p:cNvGraphicFramePr>
              <a:graphicFrameLocks noChangeAspect="1"/>
            </p:cNvGraphicFramePr>
            <p:nvPr/>
          </p:nvGraphicFramePr>
          <p:xfrm>
            <a:off x="6603" y="9872"/>
            <a:ext cx="1348" cy="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Equation" r:id="rId9" imgW="393700" imgH="393700" progId="Equation.DSMT4">
                    <p:embed/>
                  </p:oleObj>
                </mc:Choice>
                <mc:Fallback>
                  <p:oleObj name="Equation" r:id="rId9" imgW="393700" imgH="393700" progId="Equation.DSMT4">
                    <p:embed/>
                    <p:pic>
                      <p:nvPicPr>
                        <p:cNvPr id="0" name="图片 194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603" y="9872"/>
                          <a:ext cx="1348" cy="16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6278880" y="6268085"/>
            <a:ext cx="5106670" cy="1031240"/>
            <a:chOff x="9888" y="9871"/>
            <a:chExt cx="8042" cy="1624"/>
          </a:xfrm>
        </p:grpSpPr>
        <p:sp>
          <p:nvSpPr>
            <p:cNvPr id="22" name="文本框 2"/>
            <p:cNvSpPr txBox="1"/>
            <p:nvPr/>
          </p:nvSpPr>
          <p:spPr>
            <a:xfrm>
              <a:off x="9888" y="10329"/>
              <a:ext cx="8042" cy="834"/>
            </a:xfrm>
            <a:prstGeom prst="rect">
              <a:avLst/>
            </a:prstGeom>
            <a:noFill/>
          </p:spPr>
          <p:txBody>
            <a:bodyPr wrap="square" lIns="100054" tIns="50027" rIns="100054" bIns="50027" rtlCol="0">
              <a:spAutoFit/>
            </a:bodyPr>
            <a:p>
              <a:r>
                <a:rPr lang="zh-CN" altLang="en-US" sz="2800" dirty="0">
                  <a:latin typeface="+mn-ea"/>
                </a:rPr>
                <a:t>或者 函数仅在         点不</a:t>
              </a:r>
              <a:r>
                <a:rPr lang="zh-CN" altLang="en-US" sz="2800" dirty="0">
                  <a:latin typeface="+mn-ea"/>
                </a:rPr>
                <a:t>解析。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3" name="Object 8"/>
            <p:cNvGraphicFramePr>
              <a:graphicFrameLocks noChangeAspect="1"/>
            </p:cNvGraphicFramePr>
            <p:nvPr/>
          </p:nvGraphicFramePr>
          <p:xfrm>
            <a:off x="13550" y="9871"/>
            <a:ext cx="1305" cy="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" name="Equation" r:id="rId11" imgW="381000" imgH="393700" progId="Equation.DSMT4">
                    <p:embed/>
                  </p:oleObj>
                </mc:Choice>
                <mc:Fallback>
                  <p:oleObj name="Equation" r:id="rId11" imgW="381000" imgH="393700" progId="Equation.DSMT4">
                    <p:embed/>
                    <p:pic>
                      <p:nvPicPr>
                        <p:cNvPr id="0" name="图片 194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550" y="9871"/>
                          <a:ext cx="1305" cy="16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25" grpId="0" animBg="1"/>
      <p:bldP spid="8" grpId="0"/>
      <p:bldP spid="10" grpId="0"/>
      <p:bldP spid="16" grpId="0"/>
      <p:bldP spid="9" grpId="0"/>
      <p:bldP spid="13" grpId="0"/>
      <p:bldP spid="14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TYPE" val="y"/>
  <p:tag name="KSO_WM_UNIT_INDEX" val="1"/>
  <p:tag name="KSO_WM_UNIT_ID" val="_1*y*1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7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K_DARK_LIGHT" val="2"/>
</p:tagLst>
</file>

<file path=ppt/tags/tag7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4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K_DARK_LIGHT" val="2"/>
</p:tagLst>
</file>

<file path=ppt/tags/tag85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K_DARK_LIGHT" val="2"/>
</p:tagLst>
</file>

<file path=ppt/tags/tag86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K_DARK_LIGHT" val="2"/>
</p:tagLst>
</file>

<file path=ppt/tags/tag87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2"/>
</p:tagLst>
</file>

<file path=ppt/tags/tag88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2"/>
</p:tagLst>
</file>

<file path=ppt/tags/tag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405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1、15、18、19、20、21、24、29、33、36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7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TEMPLATE_SUBCATEGORY" val="0"/>
  <p:tag name="KSO_WM_TEMPLATE_MASTER_TYPE" val="1"/>
  <p:tag name="KSO_WM_TEMPLATE_COLOR_TYPE" val="1"/>
  <p:tag name="KSO_WM_TAG_VERSION" val="1.0"/>
  <p:tag name="KSO_WM_TEMPLATE_THUMBS_INDEX" val="1、4、7、10、13、15、17、18、19、20、22"/>
</p:tagLst>
</file>

<file path=ppt/tags/tag2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973_1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简约工作汇报模板"/>
</p:tagLst>
</file>

<file path=ppt/tags/tag293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SLIDE_LAYOUT" val="a_b"/>
  <p:tag name="KSO_WM_SLIDE_LAYOUT_CNT" val="1_1"/>
  <p:tag name="KSO_WM_TEMPLATE_THUMBS_INDEX" val="1、4、7、10、13、15、17、18、19、20、22"/>
  <p:tag name="KSO_WM_TEMPLATE_MASTER_THUMB_INDEX" val="12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9"/>
  <p:tag name="KSO_WM_UNIT_ID" val="custom20204973_4*i*9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USESOURCEFORMAT_APPLY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0"/>
  <p:tag name="KSO_WM_UNIT_ID" val="custom20204973_4*i*10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1"/>
  <p:tag name="KSO_WM_UNIT_ID" val="custom20204973_4*i*1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2"/>
  <p:tag name="KSO_WM_UNIT_ID" val="custom20204973_4*i*12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3"/>
  <p:tag name="KSO_WM_UNIT_ID" val="custom20204973_4*i*13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1_1"/>
  <p:tag name="KSO_WM_UNIT_TEXT_FILL_FORE_SCHEMECOLOR_INDEX" val="5"/>
  <p:tag name="KSO_WM_UNIT_TEXT_FILL_TYPE" val="1"/>
  <p:tag name="KSO_WM_UNIT_USESOURCEFORMAT_APPLY" val="1"/>
  <p:tag name="KSO_WM_DIAGRAM_VIRTUALLY_FRAME" val="{&quot;height&quot;:314.90299212598427,&quot;left&quot;:406.2,&quot;top&quot;:193.6,&quot;width&quot;:514.95}"/>
</p:tagLst>
</file>

<file path=ppt/tags/tag300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1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  <p:tag name="KSO_WM_DIAGRAM_VIRTUALLY_FRAME" val="{&quot;height&quot;:314.90299212598427,&quot;left&quot;:406.2,&quot;top&quot;:193.6,&quot;width&quot;:514.95}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i*1_3_1"/>
  <p:tag name="KSO_WM_UNIT_TEXT_FILL_FORE_SCHEMECOLOR_INDEX" val="5"/>
  <p:tag name="KSO_WM_UNIT_TEXT_FILL_TYPE" val="1"/>
  <p:tag name="KSO_WM_UNIT_USESOURCEFORMAT_APPLY" val="1"/>
  <p:tag name="KSO_WM_DIAGRAM_VIRTUALLY_FRAME" val="{&quot;height&quot;:314.90299212598427,&quot;left&quot;:406.2,&quot;top&quot;:193.6,&quot;width&quot;:514.95}"/>
</p:tagLst>
</file>

<file path=ppt/tags/tag302.xml><?xml version="1.0" encoding="utf-8"?>
<p:tagLst xmlns:p="http://schemas.openxmlformats.org/presentationml/2006/main">
  <p:tag name="KSO_WM_UNIT_COLOR_SCHEME_SHAPE_ID" val="131"/>
  <p:tag name="KSO_WM_UNIT_COLOR_SCHEME_PARENT_PAGE" val="0_4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973"/>
  <p:tag name="KSO_WM_UNIT_ID" val="custom20204973_4*l_h_a*1_3_1"/>
  <p:tag name="KSO_WM_UNIT_ISNUMDGMTITLE" val="0"/>
  <p:tag name="KSO_WM_UNIT_PRESET_TEXT" val="添加标题"/>
  <p:tag name="KSO_WM_UNIT_TEXT_FILL_FORE_SCHEMECOLOR_INDEX" val="13"/>
  <p:tag name="KSO_WM_UNIT_TEXT_FILL_TYPE" val="1"/>
  <p:tag name="KSO_WM_UNIT_USESOURCEFORMAT_APPLY" val="1"/>
  <p:tag name="KSO_WM_DIAGRAM_VIRTUALLY_FRAME" val="{&quot;height&quot;:314.90299212598427,&quot;left&quot;:406.2,&quot;top&quot;:193.6,&quot;width&quot;:514.95}"/>
</p:tagLst>
</file>

<file path=ppt/tags/tag30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973_4*a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目录"/>
  <p:tag name="KSO_WM_UNIT_TEXT_FILL_FORE_SCHEMECOLOR_INDEX" val="13"/>
  <p:tag name="KSO_WM_UNIT_TEXT_FILL_TYPE" val="1"/>
  <p:tag name="KSO_WM_UNIT_USESOURCEFORMAT_APPLY" val="1"/>
</p:tagLst>
</file>

<file path=ppt/tags/tag3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4973_4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PRESET_TEXT" val="Contents"/>
  <p:tag name="KSO_WM_UNIT_TEXT_FILL_FORE_SCHEMECOLOR_INDEX" val="13"/>
  <p:tag name="KSO_WM_UNIT_TEXT_FILL_TYPE" val="1"/>
  <p:tag name="KSO_WM_UNIT_USESOURCEFORMAT_APPLY" val="1"/>
</p:tagLst>
</file>

<file path=ppt/tags/tag305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4"/>
  <p:tag name="KSO_WM_TEMPLATE_SUBCATEGORY" val="0"/>
  <p:tag name="KSO_WM_TEMPLATE_MASTER_TYPE" val="1"/>
  <p:tag name="KSO_WM_TEMPLATE_COLOR_TYPE" val="1"/>
  <p:tag name="KSO_WM_SLIDE_ITEM_CNT" val="4"/>
  <p:tag name="KSO_WM_SLIDE_INDEX" val="4"/>
  <p:tag name="KSO_WM_DIAGRAM_GROUP_CODE" val="l1-1"/>
  <p:tag name="KSO_WM_SLIDE_DIAGTYPE" val="l"/>
  <p:tag name="KSO_WM_TAG_VERSION" val="1.0"/>
  <p:tag name="KSO_WM_SLIDE_LAYOUT" val="a_b_l"/>
  <p:tag name="KSO_WM_SLIDE_LAYOUT_CNT" val="1_1_1"/>
  <p:tag name="KSO_WM_SLIDE_TYPE" val="contents"/>
  <p:tag name="KSO_WM_SLIDE_SUBTYPE" val="diag"/>
</p:tagLst>
</file>

<file path=ppt/tags/tag30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08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</p:tagLst>
</file>

<file path=ppt/tags/tag309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</p:tagLst>
</file>

<file path=ppt/tags/tag310.xml><?xml version="1.0" encoding="utf-8"?>
<p:tagLst xmlns:p="http://schemas.openxmlformats.org/presentationml/2006/main">
  <p:tag name="KSO_WM_BEAUTIFY_FLAG" val="#wm#"/>
  <p:tag name="KSO_WM_TEMPLATE_CATEGORY" val="custom"/>
  <p:tag name="KSO_WM_TEMPLATE_INDEX" val="20204405"/>
</p:tagLst>
</file>

<file path=ppt/tags/tag31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13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</p:tagLst>
</file>

<file path=ppt/tags/tag31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16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TEMPLATE_CATEGORY" val="custom"/>
  <p:tag name="KSO_WM_TEMPLATE_INDEX" val="20204405"/>
</p:tagLst>
</file>

<file path=ppt/tags/tag355.xml><?xml version="1.0" encoding="utf-8"?>
<p:tagLst xmlns:p="http://schemas.openxmlformats.org/presentationml/2006/main">
  <p:tag name="KSO_WM_BEAUTIFY_FLAG" val="#wm#"/>
  <p:tag name="KSO_WM_TEMPLATE_CATEGORY" val="custom"/>
  <p:tag name="KSO_WM_TEMPLATE_INDEX" val="20204405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#wm#"/>
  <p:tag name="KSO_WM_TEMPLATE_CATEGORY" val="custom"/>
  <p:tag name="KSO_WM_TEMPLATE_INDEX" val="20204405"/>
</p:tagLst>
</file>

<file path=ppt/tags/tag364.xml><?xml version="1.0" encoding="utf-8"?>
<p:tagLst xmlns:p="http://schemas.openxmlformats.org/presentationml/2006/main">
  <p:tag name="KSO_WM_BEAUTIFY_FLAG" val="#wm#"/>
  <p:tag name="KSO_WM_TEMPLATE_CATEGORY" val="custom"/>
  <p:tag name="KSO_WM_TEMPLATE_INDEX" val="20204405"/>
</p:tagLst>
</file>

<file path=ppt/tags/tag365.xml><?xml version="1.0" encoding="utf-8"?>
<p:tagLst xmlns:p="http://schemas.openxmlformats.org/presentationml/2006/main">
  <p:tag name="KSO_WM_TEMPLATE_CATEGORY" val="custom"/>
  <p:tag name="KSO_WM_TEMPLATE_INDEX" val="20204405"/>
</p:tagLst>
</file>

<file path=ppt/tags/tag366.xml><?xml version="1.0" encoding="utf-8"?>
<p:tagLst xmlns:p="http://schemas.openxmlformats.org/presentationml/2006/main">
  <p:tag name="KSO_WM_BEAUTIFY_FLAG" val="#wm#"/>
  <p:tag name="KSO_WM_TEMPLATE_CATEGORY" val="custom"/>
  <p:tag name="KSO_WM_TEMPLATE_INDEX" val="20204405"/>
</p:tagLst>
</file>

<file path=ppt/tags/tag367.xml><?xml version="1.0" encoding="utf-8"?>
<p:tagLst xmlns:p="http://schemas.openxmlformats.org/presentationml/2006/main">
  <p:tag name="KSO_WM_TEMPLATE_CATEGORY" val="custom"/>
  <p:tag name="KSO_WM_TEMPLATE_INDEX" val="20204405"/>
</p:tagLst>
</file>

<file path=ppt/tags/tag36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7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</p:tagLst>
</file>

<file path=ppt/tags/tag371.xml><?xml version="1.0" encoding="utf-8"?>
<p:tagLst xmlns:p="http://schemas.openxmlformats.org/presentationml/2006/main">
  <p:tag name="KSO_WM_BEAUTIFY_FLAG" val="#wm#"/>
  <p:tag name="KSO_WM_TEMPLATE_CATEGORY" val="custom"/>
  <p:tag name="KSO_WM_TEMPLATE_INDEX" val="20204405"/>
</p:tagLst>
</file>

<file path=ppt/tags/tag372.xml><?xml version="1.0" encoding="utf-8"?>
<p:tagLst xmlns:p="http://schemas.openxmlformats.org/presentationml/2006/main">
  <p:tag name="KSO_WM_BEAUTIFY_FLAG" val="#wm#"/>
  <p:tag name="KSO_WM_TEMPLATE_CATEGORY" val="custom"/>
  <p:tag name="KSO_WM_TEMPLATE_INDEX" val="20204405"/>
</p:tagLst>
</file>

<file path=ppt/tags/tag373.xml><?xml version="1.0" encoding="utf-8"?>
<p:tagLst xmlns:p="http://schemas.openxmlformats.org/presentationml/2006/main">
  <p:tag name="KSO_WM_BEAUTIFY_FLAG" val="#wm#"/>
  <p:tag name="KSO_WM_TEMPLATE_CATEGORY" val="custom"/>
  <p:tag name="KSO_WM_TEMPLATE_INDEX" val="20204405"/>
</p:tagLst>
</file>

<file path=ppt/tags/tag374.xml><?xml version="1.0" encoding="utf-8"?>
<p:tagLst xmlns:p="http://schemas.openxmlformats.org/presentationml/2006/main">
  <p:tag name="KSO_WPP_MARK_KEY" val="d6c54407-d483-4969-89b3-9a28a68cc423"/>
  <p:tag name="COMMONDATA" val="eyJoZGlkIjoiZGVlMWU0ZDMwNTgzY2I5MzA3YTY2MzlkMjY5ZDc1ODMifQ=="/>
</p:tagLst>
</file>

<file path=ppt/theme/theme1.xml><?xml version="1.0" encoding="utf-8"?>
<a:theme xmlns:a="http://schemas.openxmlformats.org/drawingml/2006/main" name="Office 主题​​">
  <a:themeElements>
    <a:clrScheme name="自定义 35">
      <a:dk1>
        <a:srgbClr val="000000"/>
      </a:dk1>
      <a:lt1>
        <a:srgbClr val="FFFFFF"/>
      </a:lt1>
      <a:dk2>
        <a:srgbClr val="E5F5FF"/>
      </a:dk2>
      <a:lt2>
        <a:srgbClr val="FBFCFC"/>
      </a:lt2>
      <a:accent1>
        <a:srgbClr val="0A79BD"/>
      </a:accent1>
      <a:accent2>
        <a:srgbClr val="00746A"/>
      </a:accent2>
      <a:accent3>
        <a:srgbClr val="166320"/>
      </a:accent3>
      <a:accent4>
        <a:srgbClr val="4D4704"/>
      </a:accent4>
      <a:accent5>
        <a:srgbClr val="962405"/>
      </a:accent5>
      <a:accent6>
        <a:srgbClr val="BC0A22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2-12-26">
      <a:dk1>
        <a:sysClr val="windowText" lastClr="000000"/>
      </a:dk1>
      <a:lt1>
        <a:sysClr val="window" lastClr="FFFFFF"/>
      </a:lt1>
      <a:dk2>
        <a:srgbClr val="EAF4FD"/>
      </a:dk2>
      <a:lt2>
        <a:srgbClr val="FFFFFF"/>
      </a:lt2>
      <a:accent1>
        <a:srgbClr val="5BAAEB"/>
      </a:accent1>
      <a:accent2>
        <a:srgbClr val="5FB3EB"/>
      </a:accent2>
      <a:accent3>
        <a:srgbClr val="63BBEB"/>
      </a:accent3>
      <a:accent4>
        <a:srgbClr val="68C4EA"/>
      </a:accent4>
      <a:accent5>
        <a:srgbClr val="6CCCEA"/>
      </a:accent5>
      <a:accent6>
        <a:srgbClr val="70D5E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1773</Words>
  <Application>WPS 演示</Application>
  <PresentationFormat>自定义</PresentationFormat>
  <Paragraphs>306</Paragraphs>
  <Slides>18</Slides>
  <Notes>0</Notes>
  <HiddenSlides>10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155</vt:i4>
      </vt:variant>
      <vt:variant>
        <vt:lpstr>幻灯片标题</vt:lpstr>
      </vt:variant>
      <vt:variant>
        <vt:i4>18</vt:i4>
      </vt:variant>
    </vt:vector>
  </HeadingPairs>
  <TitlesOfParts>
    <vt:vector size="187" baseType="lpstr">
      <vt:lpstr>Arial</vt:lpstr>
      <vt:lpstr>宋体</vt:lpstr>
      <vt:lpstr>Wingdings</vt:lpstr>
      <vt:lpstr>微软雅黑</vt:lpstr>
      <vt:lpstr>汉仪旗黑-85S</vt:lpstr>
      <vt:lpstr>黑体</vt:lpstr>
      <vt:lpstr>华文行楷</vt:lpstr>
      <vt:lpstr>Times New Roman</vt:lpstr>
      <vt:lpstr>华文中宋</vt:lpstr>
      <vt:lpstr>Arial Unicode MS</vt:lpstr>
      <vt:lpstr>Calibri</vt:lpstr>
      <vt:lpstr>Cambria Math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函数可导与解析的充要条件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234</cp:revision>
  <dcterms:created xsi:type="dcterms:W3CDTF">2018-03-03T11:57:00Z</dcterms:created>
  <dcterms:modified xsi:type="dcterms:W3CDTF">2025-04-06T15:24:44Z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3C27A884C9B548E2809EB431F456AE02</vt:lpwstr>
  </property>
</Properties>
</file>