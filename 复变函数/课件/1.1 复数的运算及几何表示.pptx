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24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10" r:id="rId5"/>
    <p:sldId id="279" r:id="rId6"/>
    <p:sldId id="290" r:id="rId7"/>
    <p:sldId id="292" r:id="rId8"/>
    <p:sldId id="291" r:id="rId9"/>
    <p:sldId id="333" r:id="rId10"/>
    <p:sldId id="294" r:id="rId11"/>
    <p:sldId id="295" r:id="rId12"/>
    <p:sldId id="296" r:id="rId13"/>
    <p:sldId id="352" r:id="rId14"/>
    <p:sldId id="297" r:id="rId15"/>
    <p:sldId id="298" r:id="rId16"/>
    <p:sldId id="353" r:id="rId17"/>
    <p:sldId id="299" r:id="rId18"/>
    <p:sldId id="369" r:id="rId19"/>
    <p:sldId id="402" r:id="rId20"/>
    <p:sldId id="306" r:id="rId21"/>
    <p:sldId id="404" r:id="rId22"/>
    <p:sldId id="403" r:id="rId23"/>
    <p:sldId id="300" r:id="rId24"/>
    <p:sldId id="302" r:id="rId25"/>
    <p:sldId id="313" r:id="rId26"/>
    <p:sldId id="314" r:id="rId27"/>
    <p:sldId id="311" r:id="rId28"/>
    <p:sldId id="386" r:id="rId29"/>
    <p:sldId id="304" r:id="rId30"/>
    <p:sldId id="315" r:id="rId31"/>
    <p:sldId id="308" r:id="rId32"/>
    <p:sldId id="371" r:id="rId33"/>
    <p:sldId id="309" r:id="rId34"/>
    <p:sldId id="405" r:id="rId35"/>
  </p:sldIdLst>
  <p:sldSz cx="12192000" cy="8208645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79" userDrawn="1">
          <p15:clr>
            <a:srgbClr val="A4A3A4"/>
          </p15:clr>
        </p15:guide>
        <p15:guide id="2" pos="37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CFC"/>
    <a:srgbClr val="0A79BD"/>
    <a:srgbClr val="FF33CC"/>
    <a:srgbClr val="66FF33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29706" autoAdjust="0"/>
    <p:restoredTop sz="94434" autoAdjust="0"/>
  </p:normalViewPr>
  <p:slideViewPr>
    <p:cSldViewPr snapToGrid="0" showGuides="1">
      <p:cViewPr varScale="1">
        <p:scale>
          <a:sx n="55" d="100"/>
          <a:sy n="55" d="100"/>
        </p:scale>
        <p:origin x="-144" y="-96"/>
      </p:cViewPr>
      <p:guideLst>
        <p:guide orient="horz" pos="2579"/>
        <p:guide pos="37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99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image" Target="../media/image11.wmf"/><Relationship Id="rId7" Type="http://schemas.openxmlformats.org/officeDocument/2006/relationships/image" Target="../media/image10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1" Type="http://schemas.openxmlformats.org/officeDocument/2006/relationships/image" Target="../media/image14.wmf"/><Relationship Id="rId10" Type="http://schemas.openxmlformats.org/officeDocument/2006/relationships/image" Target="../media/image13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.wmf"/><Relationship Id="rId8" Type="http://schemas.openxmlformats.org/officeDocument/2006/relationships/image" Target="../media/image22.wmf"/><Relationship Id="rId7" Type="http://schemas.openxmlformats.org/officeDocument/2006/relationships/image" Target="../media/image21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0" Type="http://schemas.openxmlformats.org/officeDocument/2006/relationships/image" Target="../media/image24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3.wmf"/><Relationship Id="rId8" Type="http://schemas.openxmlformats.org/officeDocument/2006/relationships/image" Target="../media/image32.wmf"/><Relationship Id="rId7" Type="http://schemas.openxmlformats.org/officeDocument/2006/relationships/image" Target="../media/image31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2" Type="http://schemas.openxmlformats.org/officeDocument/2006/relationships/image" Target="../media/image36.wmf"/><Relationship Id="rId11" Type="http://schemas.openxmlformats.org/officeDocument/2006/relationships/image" Target="../media/image35.wmf"/><Relationship Id="rId10" Type="http://schemas.openxmlformats.org/officeDocument/2006/relationships/image" Target="../media/image34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7" Type="http://schemas.openxmlformats.org/officeDocument/2006/relationships/image" Target="../media/image48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53.wmf"/><Relationship Id="rId4" Type="http://schemas.openxmlformats.org/officeDocument/2006/relationships/image" Target="../media/image42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0.wmf"/><Relationship Id="rId8" Type="http://schemas.openxmlformats.org/officeDocument/2006/relationships/image" Target="../media/image59.wmf"/><Relationship Id="rId7" Type="http://schemas.openxmlformats.org/officeDocument/2006/relationships/image" Target="../media/image58.wmf"/><Relationship Id="rId6" Type="http://schemas.openxmlformats.org/officeDocument/2006/relationships/image" Target="../media/image57.wmf"/><Relationship Id="rId5" Type="http://schemas.openxmlformats.org/officeDocument/2006/relationships/image" Target="../media/image44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3" Type="http://schemas.openxmlformats.org/officeDocument/2006/relationships/image" Target="../media/image53.wmf"/><Relationship Id="rId12" Type="http://schemas.openxmlformats.org/officeDocument/2006/relationships/image" Target="../media/image52.wmf"/><Relationship Id="rId11" Type="http://schemas.openxmlformats.org/officeDocument/2006/relationships/image" Target="../media/image51.wmf"/><Relationship Id="rId10" Type="http://schemas.openxmlformats.org/officeDocument/2006/relationships/image" Target="../media/image50.wmf"/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53.wmf"/><Relationship Id="rId7" Type="http://schemas.openxmlformats.org/officeDocument/2006/relationships/image" Target="../media/image42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0" Type="http://schemas.openxmlformats.org/officeDocument/2006/relationships/image" Target="../media/image57.wmf"/><Relationship Id="rId1" Type="http://schemas.openxmlformats.org/officeDocument/2006/relationships/image" Target="../media/image62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71.wmf"/><Relationship Id="rId8" Type="http://schemas.openxmlformats.org/officeDocument/2006/relationships/image" Target="../media/image70.wmf"/><Relationship Id="rId7" Type="http://schemas.openxmlformats.org/officeDocument/2006/relationships/image" Target="../media/image69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42.wmf"/><Relationship Id="rId32" Type="http://schemas.openxmlformats.org/officeDocument/2006/relationships/image" Target="../media/image93.wmf"/><Relationship Id="rId31" Type="http://schemas.openxmlformats.org/officeDocument/2006/relationships/image" Target="../media/image92.wmf"/><Relationship Id="rId30" Type="http://schemas.openxmlformats.org/officeDocument/2006/relationships/image" Target="../media/image91.wmf"/><Relationship Id="rId3" Type="http://schemas.openxmlformats.org/officeDocument/2006/relationships/image" Target="../media/image52.wmf"/><Relationship Id="rId29" Type="http://schemas.openxmlformats.org/officeDocument/2006/relationships/image" Target="../media/image64.wmf"/><Relationship Id="rId28" Type="http://schemas.openxmlformats.org/officeDocument/2006/relationships/image" Target="../media/image90.wmf"/><Relationship Id="rId27" Type="http://schemas.openxmlformats.org/officeDocument/2006/relationships/image" Target="../media/image89.wmf"/><Relationship Id="rId26" Type="http://schemas.openxmlformats.org/officeDocument/2006/relationships/image" Target="../media/image88.wmf"/><Relationship Id="rId25" Type="http://schemas.openxmlformats.org/officeDocument/2006/relationships/image" Target="../media/image87.wmf"/><Relationship Id="rId24" Type="http://schemas.openxmlformats.org/officeDocument/2006/relationships/image" Target="../media/image86.wmf"/><Relationship Id="rId23" Type="http://schemas.openxmlformats.org/officeDocument/2006/relationships/image" Target="../media/image84.wmf"/><Relationship Id="rId22" Type="http://schemas.openxmlformats.org/officeDocument/2006/relationships/image" Target="../media/image85.jpeg"/><Relationship Id="rId21" Type="http://schemas.openxmlformats.org/officeDocument/2006/relationships/image" Target="../media/image83.wmf"/><Relationship Id="rId20" Type="http://schemas.openxmlformats.org/officeDocument/2006/relationships/image" Target="../media/image81.wmf"/><Relationship Id="rId2" Type="http://schemas.openxmlformats.org/officeDocument/2006/relationships/image" Target="../media/image51.wmf"/><Relationship Id="rId19" Type="http://schemas.openxmlformats.org/officeDocument/2006/relationships/image" Target="../media/image82.jpeg"/><Relationship Id="rId18" Type="http://schemas.openxmlformats.org/officeDocument/2006/relationships/image" Target="../media/image80.wmf"/><Relationship Id="rId17" Type="http://schemas.openxmlformats.org/officeDocument/2006/relationships/image" Target="../media/image78.wmf"/><Relationship Id="rId16" Type="http://schemas.openxmlformats.org/officeDocument/2006/relationships/image" Target="../media/image79.jpeg"/><Relationship Id="rId15" Type="http://schemas.openxmlformats.org/officeDocument/2006/relationships/image" Target="../media/image77.wmf"/><Relationship Id="rId14" Type="http://schemas.openxmlformats.org/officeDocument/2006/relationships/image" Target="../media/image75.wmf"/><Relationship Id="rId13" Type="http://schemas.openxmlformats.org/officeDocument/2006/relationships/image" Target="../media/image76.jpeg"/><Relationship Id="rId12" Type="http://schemas.openxmlformats.org/officeDocument/2006/relationships/image" Target="../media/image74.wmf"/><Relationship Id="rId11" Type="http://schemas.openxmlformats.org/officeDocument/2006/relationships/image" Target="../media/image72.wmf"/><Relationship Id="rId10" Type="http://schemas.openxmlformats.org/officeDocument/2006/relationships/image" Target="../media/image73.jpeg"/><Relationship Id="rId1" Type="http://schemas.openxmlformats.org/officeDocument/2006/relationships/image" Target="../media/image50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wmf"/><Relationship Id="rId8" Type="http://schemas.openxmlformats.org/officeDocument/2006/relationships/image" Target="../media/image101.wmf"/><Relationship Id="rId7" Type="http://schemas.openxmlformats.org/officeDocument/2006/relationships/image" Target="../media/image100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2" Type="http://schemas.openxmlformats.org/officeDocument/2006/relationships/image" Target="../media/image105.wmf"/><Relationship Id="rId11" Type="http://schemas.openxmlformats.org/officeDocument/2006/relationships/image" Target="../media/image104.wmf"/><Relationship Id="rId10" Type="http://schemas.openxmlformats.org/officeDocument/2006/relationships/image" Target="../media/image103.wmf"/><Relationship Id="rId1" Type="http://schemas.openxmlformats.org/officeDocument/2006/relationships/image" Target="../media/image9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wmf"/><Relationship Id="rId8" Type="http://schemas.openxmlformats.org/officeDocument/2006/relationships/image" Target="../media/image116.wmf"/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6" Type="http://schemas.openxmlformats.org/officeDocument/2006/relationships/image" Target="../media/image124.wmf"/><Relationship Id="rId15" Type="http://schemas.openxmlformats.org/officeDocument/2006/relationships/image" Target="../media/image123.wmf"/><Relationship Id="rId14" Type="http://schemas.openxmlformats.org/officeDocument/2006/relationships/image" Target="../media/image122.wmf"/><Relationship Id="rId13" Type="http://schemas.openxmlformats.org/officeDocument/2006/relationships/image" Target="../media/image121.wmf"/><Relationship Id="rId12" Type="http://schemas.openxmlformats.org/officeDocument/2006/relationships/image" Target="../media/image120.wmf"/><Relationship Id="rId11" Type="http://schemas.openxmlformats.org/officeDocument/2006/relationships/image" Target="../media/image119.wmf"/><Relationship Id="rId10" Type="http://schemas.openxmlformats.org/officeDocument/2006/relationships/image" Target="../media/image118.wmf"/><Relationship Id="rId1" Type="http://schemas.openxmlformats.org/officeDocument/2006/relationships/image" Target="../media/image10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wmf"/><Relationship Id="rId8" Type="http://schemas.openxmlformats.org/officeDocument/2006/relationships/image" Target="../media/image116.wmf"/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6" Type="http://schemas.openxmlformats.org/officeDocument/2006/relationships/image" Target="../media/image124.wmf"/><Relationship Id="rId15" Type="http://schemas.openxmlformats.org/officeDocument/2006/relationships/image" Target="../media/image123.wmf"/><Relationship Id="rId14" Type="http://schemas.openxmlformats.org/officeDocument/2006/relationships/image" Target="../media/image122.wmf"/><Relationship Id="rId13" Type="http://schemas.openxmlformats.org/officeDocument/2006/relationships/image" Target="../media/image121.wmf"/><Relationship Id="rId12" Type="http://schemas.openxmlformats.org/officeDocument/2006/relationships/image" Target="../media/image120.wmf"/><Relationship Id="rId11" Type="http://schemas.openxmlformats.org/officeDocument/2006/relationships/image" Target="../media/image119.wmf"/><Relationship Id="rId10" Type="http://schemas.openxmlformats.org/officeDocument/2006/relationships/image" Target="../media/image118.wmf"/><Relationship Id="rId1" Type="http://schemas.openxmlformats.org/officeDocument/2006/relationships/image" Target="../media/image109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59.wmf"/><Relationship Id="rId8" Type="http://schemas.openxmlformats.org/officeDocument/2006/relationships/image" Target="../media/image58.wmf"/><Relationship Id="rId7" Type="http://schemas.openxmlformats.org/officeDocument/2006/relationships/image" Target="../media/image56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131.wmf"/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79.jpeg"/><Relationship Id="rId8" Type="http://schemas.openxmlformats.org/officeDocument/2006/relationships/image" Target="../media/image77.wmf"/><Relationship Id="rId7" Type="http://schemas.openxmlformats.org/officeDocument/2006/relationships/image" Target="../media/image75.wmf"/><Relationship Id="rId6" Type="http://schemas.openxmlformats.org/officeDocument/2006/relationships/image" Target="../media/image76.jpeg"/><Relationship Id="rId5" Type="http://schemas.openxmlformats.org/officeDocument/2006/relationships/image" Target="../media/image74.wmf"/><Relationship Id="rId4" Type="http://schemas.openxmlformats.org/officeDocument/2006/relationships/image" Target="../media/image72.wmf"/><Relationship Id="rId3" Type="http://schemas.openxmlformats.org/officeDocument/2006/relationships/image" Target="../media/image73.jpeg"/><Relationship Id="rId2" Type="http://schemas.openxmlformats.org/officeDocument/2006/relationships/image" Target="../media/image71.wmf"/><Relationship Id="rId19" Type="http://schemas.openxmlformats.org/officeDocument/2006/relationships/image" Target="../media/image92.wmf"/><Relationship Id="rId18" Type="http://schemas.openxmlformats.org/officeDocument/2006/relationships/image" Target="../media/image91.wmf"/><Relationship Id="rId17" Type="http://schemas.openxmlformats.org/officeDocument/2006/relationships/image" Target="../media/image86.wmf"/><Relationship Id="rId16" Type="http://schemas.openxmlformats.org/officeDocument/2006/relationships/image" Target="../media/image84.wmf"/><Relationship Id="rId15" Type="http://schemas.openxmlformats.org/officeDocument/2006/relationships/image" Target="../media/image85.jpeg"/><Relationship Id="rId14" Type="http://schemas.openxmlformats.org/officeDocument/2006/relationships/image" Target="../media/image83.wmf"/><Relationship Id="rId13" Type="http://schemas.openxmlformats.org/officeDocument/2006/relationships/image" Target="../media/image81.wmf"/><Relationship Id="rId12" Type="http://schemas.openxmlformats.org/officeDocument/2006/relationships/image" Target="../media/image82.jpeg"/><Relationship Id="rId11" Type="http://schemas.openxmlformats.org/officeDocument/2006/relationships/image" Target="../media/image80.wmf"/><Relationship Id="rId10" Type="http://schemas.openxmlformats.org/officeDocument/2006/relationships/image" Target="../media/image78.wmf"/><Relationship Id="rId1" Type="http://schemas.openxmlformats.org/officeDocument/2006/relationships/image" Target="../media/image70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wmf"/><Relationship Id="rId8" Type="http://schemas.openxmlformats.org/officeDocument/2006/relationships/image" Target="../media/image116.wmf"/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6" Type="http://schemas.openxmlformats.org/officeDocument/2006/relationships/image" Target="../media/image124.wmf"/><Relationship Id="rId15" Type="http://schemas.openxmlformats.org/officeDocument/2006/relationships/image" Target="../media/image123.wmf"/><Relationship Id="rId14" Type="http://schemas.openxmlformats.org/officeDocument/2006/relationships/image" Target="../media/image122.wmf"/><Relationship Id="rId13" Type="http://schemas.openxmlformats.org/officeDocument/2006/relationships/image" Target="../media/image121.wmf"/><Relationship Id="rId12" Type="http://schemas.openxmlformats.org/officeDocument/2006/relationships/image" Target="../media/image120.wmf"/><Relationship Id="rId11" Type="http://schemas.openxmlformats.org/officeDocument/2006/relationships/image" Target="../media/image119.wmf"/><Relationship Id="rId10" Type="http://schemas.openxmlformats.org/officeDocument/2006/relationships/image" Target="../media/image118.wmf"/><Relationship Id="rId1" Type="http://schemas.openxmlformats.org/officeDocument/2006/relationships/image" Target="../media/image109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wmf"/><Relationship Id="rId8" Type="http://schemas.openxmlformats.org/officeDocument/2006/relationships/image" Target="../media/image139.wmf"/><Relationship Id="rId7" Type="http://schemas.openxmlformats.org/officeDocument/2006/relationships/image" Target="../media/image138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4" Type="http://schemas.openxmlformats.org/officeDocument/2006/relationships/image" Target="../media/image145.wmf"/><Relationship Id="rId13" Type="http://schemas.openxmlformats.org/officeDocument/2006/relationships/image" Target="../media/image144.wmf"/><Relationship Id="rId12" Type="http://schemas.openxmlformats.org/officeDocument/2006/relationships/image" Target="../media/image143.wmf"/><Relationship Id="rId11" Type="http://schemas.openxmlformats.org/officeDocument/2006/relationships/image" Target="../media/image142.wmf"/><Relationship Id="rId10" Type="http://schemas.openxmlformats.org/officeDocument/2006/relationships/image" Target="../media/image141.wmf"/><Relationship Id="rId1" Type="http://schemas.openxmlformats.org/officeDocument/2006/relationships/image" Target="../media/image132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4.wmf"/><Relationship Id="rId8" Type="http://schemas.openxmlformats.org/officeDocument/2006/relationships/image" Target="../media/image153.wmf"/><Relationship Id="rId7" Type="http://schemas.openxmlformats.org/officeDocument/2006/relationships/image" Target="../media/image152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7" Type="http://schemas.openxmlformats.org/officeDocument/2006/relationships/image" Target="../media/image163.wmf"/><Relationship Id="rId16" Type="http://schemas.openxmlformats.org/officeDocument/2006/relationships/image" Target="../media/image162.wmf"/><Relationship Id="rId15" Type="http://schemas.openxmlformats.org/officeDocument/2006/relationships/image" Target="../media/image160.wmf"/><Relationship Id="rId14" Type="http://schemas.openxmlformats.org/officeDocument/2006/relationships/image" Target="../media/image159.wmf"/><Relationship Id="rId13" Type="http://schemas.openxmlformats.org/officeDocument/2006/relationships/image" Target="../media/image158.wmf"/><Relationship Id="rId12" Type="http://schemas.openxmlformats.org/officeDocument/2006/relationships/image" Target="../media/image157.wmf"/><Relationship Id="rId11" Type="http://schemas.openxmlformats.org/officeDocument/2006/relationships/image" Target="../media/image156.wmf"/><Relationship Id="rId10" Type="http://schemas.openxmlformats.org/officeDocument/2006/relationships/image" Target="../media/image155.wmf"/><Relationship Id="rId1" Type="http://schemas.openxmlformats.org/officeDocument/2006/relationships/image" Target="../media/image146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52.wmf"/><Relationship Id="rId8" Type="http://schemas.openxmlformats.org/officeDocument/2006/relationships/image" Target="../media/image170.wmf"/><Relationship Id="rId7" Type="http://schemas.openxmlformats.org/officeDocument/2006/relationships/image" Target="../media/image50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5" Type="http://schemas.openxmlformats.org/officeDocument/2006/relationships/image" Target="../media/image176.wmf"/><Relationship Id="rId14" Type="http://schemas.openxmlformats.org/officeDocument/2006/relationships/image" Target="../media/image175.wmf"/><Relationship Id="rId13" Type="http://schemas.openxmlformats.org/officeDocument/2006/relationships/image" Target="../media/image174.wmf"/><Relationship Id="rId12" Type="http://schemas.openxmlformats.org/officeDocument/2006/relationships/image" Target="../media/image173.wmf"/><Relationship Id="rId11" Type="http://schemas.openxmlformats.org/officeDocument/2006/relationships/image" Target="../media/image172.wmf"/><Relationship Id="rId10" Type="http://schemas.openxmlformats.org/officeDocument/2006/relationships/image" Target="../media/image171.wmf"/><Relationship Id="rId1" Type="http://schemas.openxmlformats.org/officeDocument/2006/relationships/image" Target="../media/image164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wmf"/><Relationship Id="rId8" Type="http://schemas.openxmlformats.org/officeDocument/2006/relationships/image" Target="../media/image171.wmf"/><Relationship Id="rId7" Type="http://schemas.openxmlformats.org/officeDocument/2006/relationships/image" Target="../media/image52.wmf"/><Relationship Id="rId6" Type="http://schemas.openxmlformats.org/officeDocument/2006/relationships/image" Target="../media/image170.wmf"/><Relationship Id="rId5" Type="http://schemas.openxmlformats.org/officeDocument/2006/relationships/image" Target="../media/image50.wmf"/><Relationship Id="rId4" Type="http://schemas.openxmlformats.org/officeDocument/2006/relationships/image" Target="../media/image169.wmf"/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2" Type="http://schemas.openxmlformats.org/officeDocument/2006/relationships/image" Target="../media/image180.wmf"/><Relationship Id="rId11" Type="http://schemas.openxmlformats.org/officeDocument/2006/relationships/image" Target="../media/image174.wmf"/><Relationship Id="rId10" Type="http://schemas.openxmlformats.org/officeDocument/2006/relationships/image" Target="../media/image173.wmf"/><Relationship Id="rId1" Type="http://schemas.openxmlformats.org/officeDocument/2006/relationships/image" Target="../media/image177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9.wmf"/><Relationship Id="rId8" Type="http://schemas.openxmlformats.org/officeDocument/2006/relationships/image" Target="../media/image188.wmf"/><Relationship Id="rId7" Type="http://schemas.openxmlformats.org/officeDocument/2006/relationships/image" Target="../media/image187.wmf"/><Relationship Id="rId6" Type="http://schemas.openxmlformats.org/officeDocument/2006/relationships/image" Target="../media/image186.wmf"/><Relationship Id="rId5" Type="http://schemas.openxmlformats.org/officeDocument/2006/relationships/image" Target="../media/image185.wmf"/><Relationship Id="rId4" Type="http://schemas.openxmlformats.org/officeDocument/2006/relationships/image" Target="../media/image184.wmf"/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1" Type="http://schemas.openxmlformats.org/officeDocument/2006/relationships/image" Target="../media/image191.wmf"/><Relationship Id="rId10" Type="http://schemas.openxmlformats.org/officeDocument/2006/relationships/image" Target="../media/image190.wmf"/><Relationship Id="rId1" Type="http://schemas.openxmlformats.org/officeDocument/2006/relationships/image" Target="../media/image181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1.wmf"/><Relationship Id="rId8" Type="http://schemas.openxmlformats.org/officeDocument/2006/relationships/image" Target="../media/image200.wmf"/><Relationship Id="rId7" Type="http://schemas.openxmlformats.org/officeDocument/2006/relationships/image" Target="../media/image199.wmf"/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1" Type="http://schemas.openxmlformats.org/officeDocument/2006/relationships/image" Target="../media/image183.wmf"/><Relationship Id="rId10" Type="http://schemas.openxmlformats.org/officeDocument/2006/relationships/image" Target="../media/image202.wmf"/><Relationship Id="rId1" Type="http://schemas.openxmlformats.org/officeDocument/2006/relationships/image" Target="../media/image193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0.wmf"/><Relationship Id="rId8" Type="http://schemas.openxmlformats.org/officeDocument/2006/relationships/image" Target="../media/image209.wmf"/><Relationship Id="rId7" Type="http://schemas.openxmlformats.org/officeDocument/2006/relationships/image" Target="../media/image208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4" Type="http://schemas.openxmlformats.org/officeDocument/2006/relationships/image" Target="../media/image205.wmf"/><Relationship Id="rId3" Type="http://schemas.openxmlformats.org/officeDocument/2006/relationships/image" Target="../media/image204.wmf"/><Relationship Id="rId2" Type="http://schemas.openxmlformats.org/officeDocument/2006/relationships/image" Target="../media/image203.wmf"/><Relationship Id="rId13" Type="http://schemas.openxmlformats.org/officeDocument/2006/relationships/image" Target="../media/image214.wmf"/><Relationship Id="rId12" Type="http://schemas.openxmlformats.org/officeDocument/2006/relationships/image" Target="../media/image213.wmf"/><Relationship Id="rId11" Type="http://schemas.openxmlformats.org/officeDocument/2006/relationships/image" Target="../media/image212.wmf"/><Relationship Id="rId10" Type="http://schemas.openxmlformats.org/officeDocument/2006/relationships/image" Target="../media/image211.wmf"/><Relationship Id="rId1" Type="http://schemas.openxmlformats.org/officeDocument/2006/relationships/image" Target="../media/image181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1.wmf"/><Relationship Id="rId8" Type="http://schemas.openxmlformats.org/officeDocument/2006/relationships/image" Target="../media/image220.wmf"/><Relationship Id="rId7" Type="http://schemas.openxmlformats.org/officeDocument/2006/relationships/image" Target="../media/image219.wmf"/><Relationship Id="rId6" Type="http://schemas.openxmlformats.org/officeDocument/2006/relationships/image" Target="../media/image218.wmf"/><Relationship Id="rId5" Type="http://schemas.openxmlformats.org/officeDocument/2006/relationships/image" Target="../media/image217.wmf"/><Relationship Id="rId4" Type="http://schemas.openxmlformats.org/officeDocument/2006/relationships/image" Target="../media/image216.wmf"/><Relationship Id="rId3" Type="http://schemas.openxmlformats.org/officeDocument/2006/relationships/image" Target="../media/image215.wmf"/><Relationship Id="rId2" Type="http://schemas.openxmlformats.org/officeDocument/2006/relationships/image" Target="../media/image212.wmf"/><Relationship Id="rId12" Type="http://schemas.openxmlformats.org/officeDocument/2006/relationships/image" Target="../media/image224.wmf"/><Relationship Id="rId11" Type="http://schemas.openxmlformats.org/officeDocument/2006/relationships/image" Target="../media/image223.wmf"/><Relationship Id="rId10" Type="http://schemas.openxmlformats.org/officeDocument/2006/relationships/image" Target="../media/image222.wmf"/><Relationship Id="rId1" Type="http://schemas.openxmlformats.org/officeDocument/2006/relationships/image" Target="../media/image211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2.wmf"/><Relationship Id="rId8" Type="http://schemas.openxmlformats.org/officeDocument/2006/relationships/image" Target="../media/image231.wmf"/><Relationship Id="rId7" Type="http://schemas.openxmlformats.org/officeDocument/2006/relationships/image" Target="../media/image230.wmf"/><Relationship Id="rId6" Type="http://schemas.openxmlformats.org/officeDocument/2006/relationships/image" Target="../media/image229.wmf"/><Relationship Id="rId5" Type="http://schemas.openxmlformats.org/officeDocument/2006/relationships/image" Target="../media/image228.wmf"/><Relationship Id="rId4" Type="http://schemas.openxmlformats.org/officeDocument/2006/relationships/image" Target="../media/image227.wmf"/><Relationship Id="rId3" Type="http://schemas.openxmlformats.org/officeDocument/2006/relationships/image" Target="../media/image226.wmf"/><Relationship Id="rId2" Type="http://schemas.openxmlformats.org/officeDocument/2006/relationships/image" Target="../media/image211.wmf"/><Relationship Id="rId17" Type="http://schemas.openxmlformats.org/officeDocument/2006/relationships/image" Target="../media/image240.wmf"/><Relationship Id="rId16" Type="http://schemas.openxmlformats.org/officeDocument/2006/relationships/image" Target="../media/image239.wmf"/><Relationship Id="rId15" Type="http://schemas.openxmlformats.org/officeDocument/2006/relationships/image" Target="../media/image238.wmf"/><Relationship Id="rId14" Type="http://schemas.openxmlformats.org/officeDocument/2006/relationships/image" Target="../media/image237.wmf"/><Relationship Id="rId13" Type="http://schemas.openxmlformats.org/officeDocument/2006/relationships/image" Target="../media/image236.wmf"/><Relationship Id="rId12" Type="http://schemas.openxmlformats.org/officeDocument/2006/relationships/image" Target="../media/image235.wmf"/><Relationship Id="rId11" Type="http://schemas.openxmlformats.org/officeDocument/2006/relationships/image" Target="../media/image234.wmf"/><Relationship Id="rId10" Type="http://schemas.openxmlformats.org/officeDocument/2006/relationships/image" Target="../media/image233.wmf"/><Relationship Id="rId1" Type="http://schemas.openxmlformats.org/officeDocument/2006/relationships/image" Target="../media/image225.wmf"/></Relationships>
</file>

<file path=ppt/drawings/_rels/vmlDrawing29.vml.rels><?xml version="1.0" encoding="UTF-8" standalone="yes"?>
<Relationships xmlns="http://schemas.openxmlformats.org/package/2006/relationships"><Relationship Id="rId6" Type="http://schemas.openxmlformats.org/officeDocument/2006/relationships/image" Target="../media/image224.wmf"/><Relationship Id="rId5" Type="http://schemas.openxmlformats.org/officeDocument/2006/relationships/image" Target="../media/image211.wmf"/><Relationship Id="rId4" Type="http://schemas.openxmlformats.org/officeDocument/2006/relationships/image" Target="../media/image245.wmf"/><Relationship Id="rId3" Type="http://schemas.openxmlformats.org/officeDocument/2006/relationships/image" Target="../media/image244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/Relationships>
</file>

<file path=ppt/drawings/_rels/vmlDrawing30.vml.rels><?xml version="1.0" encoding="UTF-8" standalone="yes"?>
<Relationships xmlns="http://schemas.openxmlformats.org/package/2006/relationships"><Relationship Id="rId6" Type="http://schemas.openxmlformats.org/officeDocument/2006/relationships/image" Target="../media/image253.wmf"/><Relationship Id="rId5" Type="http://schemas.openxmlformats.org/officeDocument/2006/relationships/image" Target="../media/image252.wmf"/><Relationship Id="rId4" Type="http://schemas.openxmlformats.org/officeDocument/2006/relationships/image" Target="../media/image251.wmf"/><Relationship Id="rId3" Type="http://schemas.openxmlformats.org/officeDocument/2006/relationships/image" Target="../media/image250.wmf"/><Relationship Id="rId2" Type="http://schemas.openxmlformats.org/officeDocument/2006/relationships/image" Target="../media/image249.wmf"/><Relationship Id="rId1" Type="http://schemas.openxmlformats.org/officeDocument/2006/relationships/image" Target="../media/image246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1206.000 562.000,'2.000'0.000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492.000 228.000,'3.000'2.000,"0.000"-1.000,0.000 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381.000 190.000,'2.000'0.000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205.000 117.000,'2.000'0.000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275.000 63.000,'2.000'0.000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290.000 178.000,'2.000'0.000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311.000 133.000,'2.000'0.000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528.000 382.000,'2.000'0.000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630.000 104.000,'2.000'0.000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626.000 355.000,'2.000'0.000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625.000 358.000,'2.000'0.000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673.000 241.000,'2.000'3.000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5T12:48: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687.000 273.000,'2.000'3.000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36650" y="1143000"/>
            <a:ext cx="4584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208645"/>
          </a:xfrm>
          <a:prstGeom prst="rect">
            <a:avLst/>
          </a:prstGeom>
          <a:effectLst/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7600397"/>
            <a:ext cx="2700000" cy="379192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7600397"/>
            <a:ext cx="3960000" cy="379192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7600397"/>
            <a:ext cx="2700000" cy="379192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20864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7600397"/>
            <a:ext cx="2700000" cy="379192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7600397"/>
            <a:ext cx="3960000" cy="379192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7600397"/>
            <a:ext cx="2700000" cy="379192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3412807" y="4863242"/>
            <a:ext cx="5399405" cy="537362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zh-CN" altLang="en-US" sz="20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30522"/>
            <a:ext cx="10852237" cy="5290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79742" y="7600397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7600397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7600397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861488"/>
            <a:ext cx="5126400" cy="551552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3"/>
            </p:custDataLst>
          </p:nvPr>
        </p:nvSpPr>
        <p:spPr>
          <a:xfrm>
            <a:off x="6350400" y="1861488"/>
            <a:ext cx="5227200" cy="551552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728221"/>
            <a:ext cx="10969200" cy="77562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3" Type="http://schemas.openxmlformats.org/officeDocument/2006/relationships/theme" Target="../theme/theme1.xml"/><Relationship Id="rId32" Type="http://schemas.openxmlformats.org/officeDocument/2006/relationships/image" Target="file:///C:\Users\1V994W2\PycharmProjects\PPT_Background_Generation/pic_temp/pic_sup.png" TargetMode="External"/><Relationship Id="rId31" Type="http://schemas.openxmlformats.org/officeDocument/2006/relationships/image" Target="../media/image1.png"/><Relationship Id="rId30" Type="http://schemas.openxmlformats.org/officeDocument/2006/relationships/tags" Target="../tags/tag17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16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0"/>
            </p:custDataLst>
          </p:nvPr>
        </p:nvPicPr>
        <p:blipFill>
          <a:blip r:embed="rId31" r:link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208645"/>
          </a:xfrm>
          <a:prstGeom prst="rect">
            <a:avLst/>
          </a:prstGeom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8.xml"/><Relationship Id="rId4" Type="http://schemas.openxmlformats.org/officeDocument/2006/relationships/image" Target="../media/image3.png"/><Relationship Id="rId3" Type="http://schemas.openxmlformats.org/officeDocument/2006/relationships/customXml" Target="../ink/ink1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6.xml"/><Relationship Id="rId3" Type="http://schemas.openxmlformats.org/officeDocument/2006/relationships/tags" Target="../tags/tag19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Relationship Id="rId30" Type="http://schemas.openxmlformats.org/officeDocument/2006/relationships/vmlDrawing" Target="../drawings/vmlDrawing3.vml"/><Relationship Id="rId3" Type="http://schemas.openxmlformats.org/officeDocument/2006/relationships/oleObject" Target="../embeddings/oleObject4.bin"/><Relationship Id="rId29" Type="http://schemas.openxmlformats.org/officeDocument/2006/relationships/slideLayout" Target="../slideLayouts/slideLayout24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image" Target="../media/image14.wmf"/><Relationship Id="rId24" Type="http://schemas.openxmlformats.org/officeDocument/2006/relationships/oleObject" Target="../embeddings/oleObject13.bin"/><Relationship Id="rId23" Type="http://schemas.openxmlformats.org/officeDocument/2006/relationships/tags" Target="../tags/tag23.xml"/><Relationship Id="rId22" Type="http://schemas.openxmlformats.org/officeDocument/2006/relationships/image" Target="../media/image13.wmf"/><Relationship Id="rId21" Type="http://schemas.openxmlformats.org/officeDocument/2006/relationships/oleObject" Target="../embeddings/oleObject12.bin"/><Relationship Id="rId20" Type="http://schemas.openxmlformats.org/officeDocument/2006/relationships/tags" Target="../tags/tag22.xml"/><Relationship Id="rId2" Type="http://schemas.openxmlformats.org/officeDocument/2006/relationships/image" Target="../media/image4.wmf"/><Relationship Id="rId19" Type="http://schemas.openxmlformats.org/officeDocument/2006/relationships/tags" Target="../tags/tag21.xml"/><Relationship Id="rId18" Type="http://schemas.openxmlformats.org/officeDocument/2006/relationships/image" Target="../media/image12.wmf"/><Relationship Id="rId17" Type="http://schemas.openxmlformats.org/officeDocument/2006/relationships/oleObject" Target="../embeddings/oleObject11.bin"/><Relationship Id="rId16" Type="http://schemas.openxmlformats.org/officeDocument/2006/relationships/image" Target="../media/image11.wmf"/><Relationship Id="rId15" Type="http://schemas.openxmlformats.org/officeDocument/2006/relationships/oleObject" Target="../embeddings/oleObject10.bin"/><Relationship Id="rId14" Type="http://schemas.openxmlformats.org/officeDocument/2006/relationships/image" Target="../media/image10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18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5.bin"/><Relationship Id="rId23" Type="http://schemas.openxmlformats.org/officeDocument/2006/relationships/vmlDrawing" Target="../drawings/vmlDrawing4.vml"/><Relationship Id="rId22" Type="http://schemas.openxmlformats.org/officeDocument/2006/relationships/slideLayout" Target="../slideLayouts/slideLayout23.xml"/><Relationship Id="rId21" Type="http://schemas.openxmlformats.org/officeDocument/2006/relationships/tags" Target="../tags/tag27.xml"/><Relationship Id="rId20" Type="http://schemas.openxmlformats.org/officeDocument/2006/relationships/image" Target="../media/image24.wmf"/><Relationship Id="rId2" Type="http://schemas.openxmlformats.org/officeDocument/2006/relationships/image" Target="../media/image15.wmf"/><Relationship Id="rId19" Type="http://schemas.openxmlformats.org/officeDocument/2006/relationships/oleObject" Target="../embeddings/oleObject23.bin"/><Relationship Id="rId18" Type="http://schemas.openxmlformats.org/officeDocument/2006/relationships/image" Target="../media/image23.wmf"/><Relationship Id="rId17" Type="http://schemas.openxmlformats.org/officeDocument/2006/relationships/oleObject" Target="../embeddings/oleObject22.bin"/><Relationship Id="rId16" Type="http://schemas.openxmlformats.org/officeDocument/2006/relationships/image" Target="../media/image22.wmf"/><Relationship Id="rId15" Type="http://schemas.openxmlformats.org/officeDocument/2006/relationships/oleObject" Target="../embeddings/oleObject21.bin"/><Relationship Id="rId14" Type="http://schemas.openxmlformats.org/officeDocument/2006/relationships/image" Target="../media/image21.wmf"/><Relationship Id="rId13" Type="http://schemas.openxmlformats.org/officeDocument/2006/relationships/oleObject" Target="../embeddings/oleObject20.bin"/><Relationship Id="rId12" Type="http://schemas.openxmlformats.org/officeDocument/2006/relationships/image" Target="../media/image20.wmf"/><Relationship Id="rId11" Type="http://schemas.openxmlformats.org/officeDocument/2006/relationships/oleObject" Target="../embeddings/oleObject19.bin"/><Relationship Id="rId10" Type="http://schemas.openxmlformats.org/officeDocument/2006/relationships/image" Target="../media/image19.wmf"/><Relationship Id="rId1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5.bin"/><Relationship Id="rId27" Type="http://schemas.openxmlformats.org/officeDocument/2006/relationships/vmlDrawing" Target="../drawings/vmlDrawing5.vml"/><Relationship Id="rId26" Type="http://schemas.openxmlformats.org/officeDocument/2006/relationships/slideLayout" Target="../slideLayouts/slideLayout22.xml"/><Relationship Id="rId25" Type="http://schemas.openxmlformats.org/officeDocument/2006/relationships/tags" Target="../tags/tag28.xml"/><Relationship Id="rId24" Type="http://schemas.openxmlformats.org/officeDocument/2006/relationships/image" Target="../media/image36.wmf"/><Relationship Id="rId23" Type="http://schemas.openxmlformats.org/officeDocument/2006/relationships/oleObject" Target="../embeddings/oleObject35.bin"/><Relationship Id="rId22" Type="http://schemas.openxmlformats.org/officeDocument/2006/relationships/image" Target="../media/image35.wmf"/><Relationship Id="rId21" Type="http://schemas.openxmlformats.org/officeDocument/2006/relationships/oleObject" Target="../embeddings/oleObject34.bin"/><Relationship Id="rId20" Type="http://schemas.openxmlformats.org/officeDocument/2006/relationships/image" Target="../media/image34.wmf"/><Relationship Id="rId2" Type="http://schemas.openxmlformats.org/officeDocument/2006/relationships/image" Target="../media/image25.wmf"/><Relationship Id="rId19" Type="http://schemas.openxmlformats.org/officeDocument/2006/relationships/oleObject" Target="../embeddings/oleObject33.bin"/><Relationship Id="rId18" Type="http://schemas.openxmlformats.org/officeDocument/2006/relationships/image" Target="../media/image33.wmf"/><Relationship Id="rId17" Type="http://schemas.openxmlformats.org/officeDocument/2006/relationships/oleObject" Target="../embeddings/oleObject32.bin"/><Relationship Id="rId16" Type="http://schemas.openxmlformats.org/officeDocument/2006/relationships/image" Target="../media/image32.wmf"/><Relationship Id="rId15" Type="http://schemas.openxmlformats.org/officeDocument/2006/relationships/oleObject" Target="../embeddings/oleObject31.bin"/><Relationship Id="rId14" Type="http://schemas.openxmlformats.org/officeDocument/2006/relationships/image" Target="../media/image31.wmf"/><Relationship Id="rId13" Type="http://schemas.openxmlformats.org/officeDocument/2006/relationships/oleObject" Target="../embeddings/oleObject30.bin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29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24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40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7.wmf"/><Relationship Id="rId13" Type="http://schemas.openxmlformats.org/officeDocument/2006/relationships/vmlDrawing" Target="../drawings/vmlDrawing6.vml"/><Relationship Id="rId12" Type="http://schemas.openxmlformats.org/officeDocument/2006/relationships/slideLayout" Target="../slideLayouts/slideLayout21.xml"/><Relationship Id="rId11" Type="http://schemas.openxmlformats.org/officeDocument/2006/relationships/tags" Target="../tags/tag29.xml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3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image" Target="../media/image45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42.bin"/><Relationship Id="rId24" Type="http://schemas.openxmlformats.org/officeDocument/2006/relationships/vmlDrawing" Target="../drawings/vmlDrawing7.vml"/><Relationship Id="rId23" Type="http://schemas.openxmlformats.org/officeDocument/2006/relationships/slideLayout" Target="../slideLayouts/slideLayout20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image" Target="../media/image42.wmf"/><Relationship Id="rId19" Type="http://schemas.openxmlformats.org/officeDocument/2006/relationships/tags" Target="../tags/tag30.xml"/><Relationship Id="rId18" Type="http://schemas.openxmlformats.org/officeDocument/2006/relationships/oleObject" Target="../embeddings/oleObject50.bin"/><Relationship Id="rId17" Type="http://schemas.openxmlformats.org/officeDocument/2006/relationships/image" Target="../media/image49.wmf"/><Relationship Id="rId16" Type="http://schemas.openxmlformats.org/officeDocument/2006/relationships/oleObject" Target="../embeddings/oleObject49.bin"/><Relationship Id="rId15" Type="http://schemas.openxmlformats.org/officeDocument/2006/relationships/oleObject" Target="../embeddings/oleObject48.bin"/><Relationship Id="rId14" Type="http://schemas.openxmlformats.org/officeDocument/2006/relationships/image" Target="../media/image48.wmf"/><Relationship Id="rId13" Type="http://schemas.openxmlformats.org/officeDocument/2006/relationships/oleObject" Target="../embeddings/oleObject47.bin"/><Relationship Id="rId12" Type="http://schemas.openxmlformats.org/officeDocument/2006/relationships/image" Target="../media/image47.wmf"/><Relationship Id="rId11" Type="http://schemas.openxmlformats.org/officeDocument/2006/relationships/oleObject" Target="../embeddings/oleObject46.bin"/><Relationship Id="rId10" Type="http://schemas.openxmlformats.org/officeDocument/2006/relationships/image" Target="../media/image46.wmf"/><Relationship Id="rId1" Type="http://schemas.openxmlformats.org/officeDocument/2006/relationships/oleObject" Target="../embeddings/oleObject4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42.w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50.wmf"/><Relationship Id="rId13" Type="http://schemas.openxmlformats.org/officeDocument/2006/relationships/vmlDrawing" Target="../drawings/vmlDrawing8.vml"/><Relationship Id="rId12" Type="http://schemas.openxmlformats.org/officeDocument/2006/relationships/slideLayout" Target="../slideLayouts/slideLayout19.xml"/><Relationship Id="rId11" Type="http://schemas.openxmlformats.org/officeDocument/2006/relationships/tags" Target="../tags/tag34.xml"/><Relationship Id="rId10" Type="http://schemas.openxmlformats.org/officeDocument/2006/relationships/image" Target="../media/image53.wmf"/><Relationship Id="rId1" Type="http://schemas.openxmlformats.org/officeDocument/2006/relationships/oleObject" Target="../embeddings/oleObject5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4.wmf"/><Relationship Id="rId35" Type="http://schemas.openxmlformats.org/officeDocument/2006/relationships/vmlDrawing" Target="../drawings/vmlDrawing9.vml"/><Relationship Id="rId34" Type="http://schemas.openxmlformats.org/officeDocument/2006/relationships/slideLayout" Target="../slideLayouts/slideLayout18.xml"/><Relationship Id="rId33" Type="http://schemas.openxmlformats.org/officeDocument/2006/relationships/tags" Target="../tags/tag37.xml"/><Relationship Id="rId32" Type="http://schemas.openxmlformats.org/officeDocument/2006/relationships/image" Target="../media/image61.jpeg"/><Relationship Id="rId31" Type="http://schemas.openxmlformats.org/officeDocument/2006/relationships/tags" Target="../tags/tag36.xml"/><Relationship Id="rId30" Type="http://schemas.openxmlformats.org/officeDocument/2006/relationships/oleObject" Target="../embeddings/oleObject71.bin"/><Relationship Id="rId3" Type="http://schemas.openxmlformats.org/officeDocument/2006/relationships/oleObject" Target="../embeddings/oleObject57.bin"/><Relationship Id="rId29" Type="http://schemas.openxmlformats.org/officeDocument/2006/relationships/tags" Target="../tags/tag35.xml"/><Relationship Id="rId28" Type="http://schemas.openxmlformats.org/officeDocument/2006/relationships/oleObject" Target="../embeddings/oleObject70.bin"/><Relationship Id="rId27" Type="http://schemas.openxmlformats.org/officeDocument/2006/relationships/image" Target="../media/image53.wmf"/><Relationship Id="rId26" Type="http://schemas.openxmlformats.org/officeDocument/2006/relationships/oleObject" Target="../embeddings/oleObject69.bin"/><Relationship Id="rId25" Type="http://schemas.openxmlformats.org/officeDocument/2006/relationships/oleObject" Target="../embeddings/oleObject68.bin"/><Relationship Id="rId24" Type="http://schemas.openxmlformats.org/officeDocument/2006/relationships/image" Target="../media/image52.wmf"/><Relationship Id="rId23" Type="http://schemas.openxmlformats.org/officeDocument/2006/relationships/oleObject" Target="../embeddings/oleObject67.bin"/><Relationship Id="rId22" Type="http://schemas.openxmlformats.org/officeDocument/2006/relationships/image" Target="../media/image51.wmf"/><Relationship Id="rId21" Type="http://schemas.openxmlformats.org/officeDocument/2006/relationships/oleObject" Target="../embeddings/oleObject66.bin"/><Relationship Id="rId20" Type="http://schemas.openxmlformats.org/officeDocument/2006/relationships/image" Target="../media/image50.wmf"/><Relationship Id="rId2" Type="http://schemas.openxmlformats.org/officeDocument/2006/relationships/image" Target="../media/image42.wmf"/><Relationship Id="rId19" Type="http://schemas.openxmlformats.org/officeDocument/2006/relationships/oleObject" Target="../embeddings/oleObject65.bin"/><Relationship Id="rId18" Type="http://schemas.openxmlformats.org/officeDocument/2006/relationships/image" Target="../media/image60.w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59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58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57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44.wmf"/><Relationship Id="rId1" Type="http://schemas.openxmlformats.org/officeDocument/2006/relationships/oleObject" Target="../embeddings/oleObject5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jpeg"/><Relationship Id="rId8" Type="http://schemas.openxmlformats.org/officeDocument/2006/relationships/image" Target="../media/image65.jpeg"/><Relationship Id="rId7" Type="http://schemas.openxmlformats.org/officeDocument/2006/relationships/image" Target="../media/image61.jpeg"/><Relationship Id="rId6" Type="http://schemas.openxmlformats.org/officeDocument/2006/relationships/image" Target="../media/image64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63.wmf"/><Relationship Id="rId32" Type="http://schemas.openxmlformats.org/officeDocument/2006/relationships/vmlDrawing" Target="../drawings/vmlDrawing10.v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43.xml"/><Relationship Id="rId3" Type="http://schemas.openxmlformats.org/officeDocument/2006/relationships/oleObject" Target="../embeddings/oleObject73.bin"/><Relationship Id="rId29" Type="http://schemas.openxmlformats.org/officeDocument/2006/relationships/image" Target="../media/image57.wmf"/><Relationship Id="rId28" Type="http://schemas.openxmlformats.org/officeDocument/2006/relationships/oleObject" Target="../embeddings/oleObject82.bin"/><Relationship Id="rId27" Type="http://schemas.openxmlformats.org/officeDocument/2006/relationships/tags" Target="../tags/tag42.xml"/><Relationship Id="rId26" Type="http://schemas.openxmlformats.org/officeDocument/2006/relationships/tags" Target="../tags/tag41.xml"/><Relationship Id="rId25" Type="http://schemas.openxmlformats.org/officeDocument/2006/relationships/oleObject" Target="../embeddings/oleObject81.bin"/><Relationship Id="rId24" Type="http://schemas.openxmlformats.org/officeDocument/2006/relationships/tags" Target="../tags/tag40.xml"/><Relationship Id="rId23" Type="http://schemas.openxmlformats.org/officeDocument/2006/relationships/tags" Target="../tags/tag39.xml"/><Relationship Id="rId22" Type="http://schemas.openxmlformats.org/officeDocument/2006/relationships/tags" Target="../tags/tag38.xml"/><Relationship Id="rId21" Type="http://schemas.openxmlformats.org/officeDocument/2006/relationships/image" Target="../media/image44.wmf"/><Relationship Id="rId20" Type="http://schemas.openxmlformats.org/officeDocument/2006/relationships/oleObject" Target="../embeddings/oleObject80.bin"/><Relationship Id="rId2" Type="http://schemas.openxmlformats.org/officeDocument/2006/relationships/image" Target="../media/image62.wmf"/><Relationship Id="rId19" Type="http://schemas.openxmlformats.org/officeDocument/2006/relationships/image" Target="../media/image53.wmf"/><Relationship Id="rId18" Type="http://schemas.openxmlformats.org/officeDocument/2006/relationships/oleObject" Target="../embeddings/oleObject79.bin"/><Relationship Id="rId17" Type="http://schemas.openxmlformats.org/officeDocument/2006/relationships/image" Target="../media/image42.wmf"/><Relationship Id="rId16" Type="http://schemas.openxmlformats.org/officeDocument/2006/relationships/oleObject" Target="../embeddings/oleObject78.bin"/><Relationship Id="rId15" Type="http://schemas.openxmlformats.org/officeDocument/2006/relationships/image" Target="../media/image52.wmf"/><Relationship Id="rId14" Type="http://schemas.openxmlformats.org/officeDocument/2006/relationships/oleObject" Target="../embeddings/oleObject77.bin"/><Relationship Id="rId13" Type="http://schemas.openxmlformats.org/officeDocument/2006/relationships/image" Target="../media/image51.wmf"/><Relationship Id="rId12" Type="http://schemas.openxmlformats.org/officeDocument/2006/relationships/oleObject" Target="../embeddings/oleObject76.bin"/><Relationship Id="rId11" Type="http://schemas.openxmlformats.org/officeDocument/2006/relationships/image" Target="../media/image50.wmf"/><Relationship Id="rId10" Type="http://schemas.openxmlformats.org/officeDocument/2006/relationships/oleObject" Target="../embeddings/oleObject75.bin"/><Relationship Id="rId1" Type="http://schemas.openxmlformats.org/officeDocument/2006/relationships/oleObject" Target="../embeddings/oleObject72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42.wmf"/><Relationship Id="rId7" Type="http://schemas.openxmlformats.org/officeDocument/2006/relationships/oleObject" Target="../embeddings/oleObject86.bin"/><Relationship Id="rId64" Type="http://schemas.openxmlformats.org/officeDocument/2006/relationships/vmlDrawing" Target="../drawings/vmlDrawing11.vml"/><Relationship Id="rId63" Type="http://schemas.openxmlformats.org/officeDocument/2006/relationships/slideLayout" Target="../slideLayouts/slideLayout17.xml"/><Relationship Id="rId62" Type="http://schemas.openxmlformats.org/officeDocument/2006/relationships/tags" Target="../tags/tag45.xml"/><Relationship Id="rId61" Type="http://schemas.openxmlformats.org/officeDocument/2006/relationships/image" Target="../media/image93.wmf"/><Relationship Id="rId60" Type="http://schemas.openxmlformats.org/officeDocument/2006/relationships/oleObject" Target="../embeddings/oleObject110.bin"/><Relationship Id="rId6" Type="http://schemas.openxmlformats.org/officeDocument/2006/relationships/image" Target="../media/image52.wmf"/><Relationship Id="rId59" Type="http://schemas.openxmlformats.org/officeDocument/2006/relationships/tags" Target="../tags/tag44.xml"/><Relationship Id="rId58" Type="http://schemas.openxmlformats.org/officeDocument/2006/relationships/image" Target="../media/image92.wmf"/><Relationship Id="rId57" Type="http://schemas.openxmlformats.org/officeDocument/2006/relationships/oleObject" Target="../embeddings/oleObject109.bin"/><Relationship Id="rId56" Type="http://schemas.openxmlformats.org/officeDocument/2006/relationships/image" Target="../media/image91.wmf"/><Relationship Id="rId55" Type="http://schemas.openxmlformats.org/officeDocument/2006/relationships/oleObject" Target="../embeddings/oleObject108.bin"/><Relationship Id="rId54" Type="http://schemas.openxmlformats.org/officeDocument/2006/relationships/image" Target="../media/image64.wmf"/><Relationship Id="rId53" Type="http://schemas.openxmlformats.org/officeDocument/2006/relationships/oleObject" Target="../embeddings/oleObject107.bin"/><Relationship Id="rId52" Type="http://schemas.openxmlformats.org/officeDocument/2006/relationships/image" Target="../media/image90.wmf"/><Relationship Id="rId51" Type="http://schemas.openxmlformats.org/officeDocument/2006/relationships/oleObject" Target="../embeddings/oleObject106.bin"/><Relationship Id="rId50" Type="http://schemas.openxmlformats.org/officeDocument/2006/relationships/image" Target="../media/image89.wmf"/><Relationship Id="rId5" Type="http://schemas.openxmlformats.org/officeDocument/2006/relationships/oleObject" Target="../embeddings/oleObject85.bin"/><Relationship Id="rId49" Type="http://schemas.openxmlformats.org/officeDocument/2006/relationships/oleObject" Target="../embeddings/oleObject105.bin"/><Relationship Id="rId48" Type="http://schemas.openxmlformats.org/officeDocument/2006/relationships/image" Target="../media/image88.wmf"/><Relationship Id="rId47" Type="http://schemas.openxmlformats.org/officeDocument/2006/relationships/oleObject" Target="../embeddings/oleObject104.bin"/><Relationship Id="rId46" Type="http://schemas.openxmlformats.org/officeDocument/2006/relationships/image" Target="../media/image87.wmf"/><Relationship Id="rId45" Type="http://schemas.openxmlformats.org/officeDocument/2006/relationships/oleObject" Target="../embeddings/oleObject103.bin"/><Relationship Id="rId44" Type="http://schemas.openxmlformats.org/officeDocument/2006/relationships/oleObject" Target="../embeddings/oleObject102.bin"/><Relationship Id="rId43" Type="http://schemas.openxmlformats.org/officeDocument/2006/relationships/image" Target="../media/image86.wmf"/><Relationship Id="rId42" Type="http://schemas.openxmlformats.org/officeDocument/2006/relationships/oleObject" Target="../embeddings/oleObject101.bin"/><Relationship Id="rId41" Type="http://schemas.openxmlformats.org/officeDocument/2006/relationships/image" Target="../media/image85.jpeg"/><Relationship Id="rId40" Type="http://schemas.openxmlformats.org/officeDocument/2006/relationships/image" Target="../media/image84.wmf"/><Relationship Id="rId4" Type="http://schemas.openxmlformats.org/officeDocument/2006/relationships/image" Target="../media/image51.wmf"/><Relationship Id="rId39" Type="http://schemas.openxmlformats.org/officeDocument/2006/relationships/oleObject" Target="../embeddings/oleObject100.bin"/><Relationship Id="rId38" Type="http://schemas.openxmlformats.org/officeDocument/2006/relationships/image" Target="../media/image83.wmf"/><Relationship Id="rId37" Type="http://schemas.openxmlformats.org/officeDocument/2006/relationships/oleObject" Target="../embeddings/oleObject99.bin"/><Relationship Id="rId36" Type="http://schemas.openxmlformats.org/officeDocument/2006/relationships/image" Target="../media/image82.jpeg"/><Relationship Id="rId35" Type="http://schemas.openxmlformats.org/officeDocument/2006/relationships/image" Target="../media/image81.wmf"/><Relationship Id="rId34" Type="http://schemas.openxmlformats.org/officeDocument/2006/relationships/oleObject" Target="../embeddings/oleObject98.bin"/><Relationship Id="rId33" Type="http://schemas.openxmlformats.org/officeDocument/2006/relationships/image" Target="../media/image80.wmf"/><Relationship Id="rId32" Type="http://schemas.openxmlformats.org/officeDocument/2006/relationships/oleObject" Target="../embeddings/oleObject97.bin"/><Relationship Id="rId31" Type="http://schemas.openxmlformats.org/officeDocument/2006/relationships/image" Target="../media/image79.jpeg"/><Relationship Id="rId30" Type="http://schemas.openxmlformats.org/officeDocument/2006/relationships/image" Target="../media/image78.wmf"/><Relationship Id="rId3" Type="http://schemas.openxmlformats.org/officeDocument/2006/relationships/oleObject" Target="../embeddings/oleObject84.bin"/><Relationship Id="rId29" Type="http://schemas.openxmlformats.org/officeDocument/2006/relationships/oleObject" Target="../embeddings/oleObject96.bin"/><Relationship Id="rId28" Type="http://schemas.openxmlformats.org/officeDocument/2006/relationships/image" Target="../media/image77.wmf"/><Relationship Id="rId27" Type="http://schemas.openxmlformats.org/officeDocument/2006/relationships/oleObject" Target="../embeddings/oleObject95.bin"/><Relationship Id="rId26" Type="http://schemas.openxmlformats.org/officeDocument/2006/relationships/image" Target="../media/image76.jpeg"/><Relationship Id="rId25" Type="http://schemas.openxmlformats.org/officeDocument/2006/relationships/image" Target="../media/image75.wmf"/><Relationship Id="rId24" Type="http://schemas.openxmlformats.org/officeDocument/2006/relationships/oleObject" Target="../embeddings/oleObject94.bin"/><Relationship Id="rId23" Type="http://schemas.openxmlformats.org/officeDocument/2006/relationships/image" Target="../media/image74.wmf"/><Relationship Id="rId22" Type="http://schemas.openxmlformats.org/officeDocument/2006/relationships/oleObject" Target="../embeddings/oleObject93.bin"/><Relationship Id="rId21" Type="http://schemas.openxmlformats.org/officeDocument/2006/relationships/image" Target="../media/image73.jpeg"/><Relationship Id="rId20" Type="http://schemas.openxmlformats.org/officeDocument/2006/relationships/image" Target="../media/image72.wmf"/><Relationship Id="rId2" Type="http://schemas.openxmlformats.org/officeDocument/2006/relationships/image" Target="../media/image50.wmf"/><Relationship Id="rId19" Type="http://schemas.openxmlformats.org/officeDocument/2006/relationships/oleObject" Target="../embeddings/oleObject92.bin"/><Relationship Id="rId18" Type="http://schemas.openxmlformats.org/officeDocument/2006/relationships/image" Target="../media/image71.wmf"/><Relationship Id="rId17" Type="http://schemas.openxmlformats.org/officeDocument/2006/relationships/oleObject" Target="../embeddings/oleObject91.bin"/><Relationship Id="rId16" Type="http://schemas.openxmlformats.org/officeDocument/2006/relationships/image" Target="../media/image70.wmf"/><Relationship Id="rId15" Type="http://schemas.openxmlformats.org/officeDocument/2006/relationships/oleObject" Target="../embeddings/oleObject90.bin"/><Relationship Id="rId14" Type="http://schemas.openxmlformats.org/officeDocument/2006/relationships/image" Target="../media/image69.wmf"/><Relationship Id="rId13" Type="http://schemas.openxmlformats.org/officeDocument/2006/relationships/oleObject" Target="../embeddings/oleObject89.bin"/><Relationship Id="rId12" Type="http://schemas.openxmlformats.org/officeDocument/2006/relationships/image" Target="../media/image68.wmf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67.wmf"/><Relationship Id="rId1" Type="http://schemas.openxmlformats.org/officeDocument/2006/relationships/oleObject" Target="../embeddings/oleObject83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5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114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112.bin"/><Relationship Id="rId27" Type="http://schemas.openxmlformats.org/officeDocument/2006/relationships/vmlDrawing" Target="../drawings/vmlDrawing12.vml"/><Relationship Id="rId26" Type="http://schemas.openxmlformats.org/officeDocument/2006/relationships/slideLayout" Target="../slideLayouts/slideLayout16.xml"/><Relationship Id="rId25" Type="http://schemas.openxmlformats.org/officeDocument/2006/relationships/tags" Target="../tags/tag46.xml"/><Relationship Id="rId24" Type="http://schemas.openxmlformats.org/officeDocument/2006/relationships/image" Target="../media/image105.wmf"/><Relationship Id="rId23" Type="http://schemas.openxmlformats.org/officeDocument/2006/relationships/oleObject" Target="../embeddings/oleObject122.bin"/><Relationship Id="rId22" Type="http://schemas.openxmlformats.org/officeDocument/2006/relationships/image" Target="../media/image104.wmf"/><Relationship Id="rId21" Type="http://schemas.openxmlformats.org/officeDocument/2006/relationships/oleObject" Target="../embeddings/oleObject121.bin"/><Relationship Id="rId20" Type="http://schemas.openxmlformats.org/officeDocument/2006/relationships/image" Target="../media/image103.wmf"/><Relationship Id="rId2" Type="http://schemas.openxmlformats.org/officeDocument/2006/relationships/image" Target="../media/image94.wmf"/><Relationship Id="rId19" Type="http://schemas.openxmlformats.org/officeDocument/2006/relationships/oleObject" Target="../embeddings/oleObject120.bin"/><Relationship Id="rId18" Type="http://schemas.openxmlformats.org/officeDocument/2006/relationships/image" Target="../media/image102.wmf"/><Relationship Id="rId17" Type="http://schemas.openxmlformats.org/officeDocument/2006/relationships/oleObject" Target="../embeddings/oleObject119.bin"/><Relationship Id="rId16" Type="http://schemas.openxmlformats.org/officeDocument/2006/relationships/image" Target="../media/image101.wmf"/><Relationship Id="rId15" Type="http://schemas.openxmlformats.org/officeDocument/2006/relationships/oleObject" Target="../embeddings/oleObject118.bin"/><Relationship Id="rId14" Type="http://schemas.openxmlformats.org/officeDocument/2006/relationships/image" Target="../media/image100.wmf"/><Relationship Id="rId13" Type="http://schemas.openxmlformats.org/officeDocument/2006/relationships/oleObject" Target="../embeddings/oleObject117.bin"/><Relationship Id="rId12" Type="http://schemas.openxmlformats.org/officeDocument/2006/relationships/image" Target="../media/image99.wmf"/><Relationship Id="rId11" Type="http://schemas.openxmlformats.org/officeDocument/2006/relationships/oleObject" Target="../embeddings/oleObject116.bin"/><Relationship Id="rId10" Type="http://schemas.openxmlformats.org/officeDocument/2006/relationships/image" Target="../media/image98.wmf"/><Relationship Id="rId1" Type="http://schemas.openxmlformats.org/officeDocument/2006/relationships/oleObject" Target="../embeddings/oleObject111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3.vml"/><Relationship Id="rId8" Type="http://schemas.openxmlformats.org/officeDocument/2006/relationships/slideLayout" Target="../slideLayouts/slideLayout16.xml"/><Relationship Id="rId7" Type="http://schemas.openxmlformats.org/officeDocument/2006/relationships/tags" Target="../tags/tag47.x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07.wmf"/><Relationship Id="rId3" Type="http://schemas.openxmlformats.org/officeDocument/2006/relationships/oleObject" Target="../embeddings/oleObject124.bin"/><Relationship Id="rId2" Type="http://schemas.openxmlformats.org/officeDocument/2006/relationships/image" Target="../media/image106.wmf"/><Relationship Id="rId1" Type="http://schemas.openxmlformats.org/officeDocument/2006/relationships/oleObject" Target="../embeddings/oleObject12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0.bin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29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28.bin"/><Relationship Id="rId44" Type="http://schemas.openxmlformats.org/officeDocument/2006/relationships/vmlDrawing" Target="../drawings/vmlDrawing14.vml"/><Relationship Id="rId43" Type="http://schemas.openxmlformats.org/officeDocument/2006/relationships/slideLayout" Target="../slideLayouts/slideLayout15.xml"/><Relationship Id="rId42" Type="http://schemas.openxmlformats.org/officeDocument/2006/relationships/tags" Target="../tags/tag55.xml"/><Relationship Id="rId41" Type="http://schemas.openxmlformats.org/officeDocument/2006/relationships/image" Target="../media/image124.wmf"/><Relationship Id="rId40" Type="http://schemas.openxmlformats.org/officeDocument/2006/relationships/oleObject" Target="../embeddings/oleObject143.bin"/><Relationship Id="rId4" Type="http://schemas.openxmlformats.org/officeDocument/2006/relationships/image" Target="../media/image110.wmf"/><Relationship Id="rId39" Type="http://schemas.openxmlformats.org/officeDocument/2006/relationships/oleObject" Target="../embeddings/oleObject142.bin"/><Relationship Id="rId38" Type="http://schemas.openxmlformats.org/officeDocument/2006/relationships/tags" Target="../tags/tag54.xml"/><Relationship Id="rId37" Type="http://schemas.openxmlformats.org/officeDocument/2006/relationships/tags" Target="../tags/tag53.xml"/><Relationship Id="rId36" Type="http://schemas.openxmlformats.org/officeDocument/2006/relationships/oleObject" Target="../embeddings/oleObject141.bin"/><Relationship Id="rId35" Type="http://schemas.openxmlformats.org/officeDocument/2006/relationships/tags" Target="../tags/tag52.xml"/><Relationship Id="rId34" Type="http://schemas.openxmlformats.org/officeDocument/2006/relationships/image" Target="../media/image123.wmf"/><Relationship Id="rId33" Type="http://schemas.openxmlformats.org/officeDocument/2006/relationships/oleObject" Target="../embeddings/oleObject140.bin"/><Relationship Id="rId32" Type="http://schemas.openxmlformats.org/officeDocument/2006/relationships/tags" Target="../tags/tag51.xml"/><Relationship Id="rId31" Type="http://schemas.openxmlformats.org/officeDocument/2006/relationships/image" Target="../media/image122.wmf"/><Relationship Id="rId30" Type="http://schemas.openxmlformats.org/officeDocument/2006/relationships/oleObject" Target="../embeddings/oleObject139.bin"/><Relationship Id="rId3" Type="http://schemas.openxmlformats.org/officeDocument/2006/relationships/oleObject" Target="../embeddings/oleObject127.bin"/><Relationship Id="rId29" Type="http://schemas.openxmlformats.org/officeDocument/2006/relationships/tags" Target="../tags/tag50.xml"/><Relationship Id="rId28" Type="http://schemas.openxmlformats.org/officeDocument/2006/relationships/image" Target="../media/image121.wmf"/><Relationship Id="rId27" Type="http://schemas.openxmlformats.org/officeDocument/2006/relationships/oleObject" Target="../embeddings/oleObject138.bin"/><Relationship Id="rId26" Type="http://schemas.openxmlformats.org/officeDocument/2006/relationships/tags" Target="../tags/tag49.xml"/><Relationship Id="rId25" Type="http://schemas.openxmlformats.org/officeDocument/2006/relationships/image" Target="../media/image120.wmf"/><Relationship Id="rId24" Type="http://schemas.openxmlformats.org/officeDocument/2006/relationships/oleObject" Target="../embeddings/oleObject137.bin"/><Relationship Id="rId23" Type="http://schemas.openxmlformats.org/officeDocument/2006/relationships/tags" Target="../tags/tag48.xml"/><Relationship Id="rId22" Type="http://schemas.openxmlformats.org/officeDocument/2006/relationships/image" Target="../media/image119.wmf"/><Relationship Id="rId21" Type="http://schemas.openxmlformats.org/officeDocument/2006/relationships/oleObject" Target="../embeddings/oleObject136.bin"/><Relationship Id="rId20" Type="http://schemas.openxmlformats.org/officeDocument/2006/relationships/image" Target="../media/image118.wmf"/><Relationship Id="rId2" Type="http://schemas.openxmlformats.org/officeDocument/2006/relationships/image" Target="../media/image109.wmf"/><Relationship Id="rId19" Type="http://schemas.openxmlformats.org/officeDocument/2006/relationships/oleObject" Target="../embeddings/oleObject135.bin"/><Relationship Id="rId18" Type="http://schemas.openxmlformats.org/officeDocument/2006/relationships/image" Target="../media/image117.wmf"/><Relationship Id="rId17" Type="http://schemas.openxmlformats.org/officeDocument/2006/relationships/oleObject" Target="../embeddings/oleObject134.bin"/><Relationship Id="rId16" Type="http://schemas.openxmlformats.org/officeDocument/2006/relationships/image" Target="../media/image116.wmf"/><Relationship Id="rId15" Type="http://schemas.openxmlformats.org/officeDocument/2006/relationships/oleObject" Target="../embeddings/oleObject133.bin"/><Relationship Id="rId14" Type="http://schemas.openxmlformats.org/officeDocument/2006/relationships/image" Target="../media/image115.wmf"/><Relationship Id="rId13" Type="http://schemas.openxmlformats.org/officeDocument/2006/relationships/oleObject" Target="../embeddings/oleObject132.bin"/><Relationship Id="rId12" Type="http://schemas.openxmlformats.org/officeDocument/2006/relationships/image" Target="../media/image114.wmf"/><Relationship Id="rId11" Type="http://schemas.openxmlformats.org/officeDocument/2006/relationships/oleObject" Target="../embeddings/oleObject131.bin"/><Relationship Id="rId10" Type="http://schemas.openxmlformats.org/officeDocument/2006/relationships/image" Target="../media/image113.wmf"/><Relationship Id="rId1" Type="http://schemas.openxmlformats.org/officeDocument/2006/relationships/oleObject" Target="../embeddings/oleObject126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5.vml"/><Relationship Id="rId8" Type="http://schemas.openxmlformats.org/officeDocument/2006/relationships/slideLayout" Target="../slideLayouts/slideLayout14.xml"/><Relationship Id="rId7" Type="http://schemas.openxmlformats.org/officeDocument/2006/relationships/tags" Target="../tags/tag56.xml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26.wmf"/><Relationship Id="rId3" Type="http://schemas.openxmlformats.org/officeDocument/2006/relationships/oleObject" Target="../embeddings/oleObject145.bin"/><Relationship Id="rId2" Type="http://schemas.openxmlformats.org/officeDocument/2006/relationships/image" Target="../media/image125.wmf"/><Relationship Id="rId1" Type="http://schemas.openxmlformats.org/officeDocument/2006/relationships/oleObject" Target="../embeddings/oleObject14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1.bin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50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49.bin"/><Relationship Id="rId44" Type="http://schemas.openxmlformats.org/officeDocument/2006/relationships/vmlDrawing" Target="../drawings/vmlDrawing16.vml"/><Relationship Id="rId43" Type="http://schemas.openxmlformats.org/officeDocument/2006/relationships/slideLayout" Target="../slideLayouts/slideLayout15.xml"/><Relationship Id="rId42" Type="http://schemas.openxmlformats.org/officeDocument/2006/relationships/tags" Target="../tags/tag64.xml"/><Relationship Id="rId41" Type="http://schemas.openxmlformats.org/officeDocument/2006/relationships/image" Target="../media/image124.wmf"/><Relationship Id="rId40" Type="http://schemas.openxmlformats.org/officeDocument/2006/relationships/oleObject" Target="../embeddings/oleObject164.bin"/><Relationship Id="rId4" Type="http://schemas.openxmlformats.org/officeDocument/2006/relationships/image" Target="../media/image110.wmf"/><Relationship Id="rId39" Type="http://schemas.openxmlformats.org/officeDocument/2006/relationships/oleObject" Target="../embeddings/oleObject163.bin"/><Relationship Id="rId38" Type="http://schemas.openxmlformats.org/officeDocument/2006/relationships/tags" Target="../tags/tag63.xml"/><Relationship Id="rId37" Type="http://schemas.openxmlformats.org/officeDocument/2006/relationships/tags" Target="../tags/tag62.xml"/><Relationship Id="rId36" Type="http://schemas.openxmlformats.org/officeDocument/2006/relationships/oleObject" Target="../embeddings/oleObject162.bin"/><Relationship Id="rId35" Type="http://schemas.openxmlformats.org/officeDocument/2006/relationships/tags" Target="../tags/tag61.xml"/><Relationship Id="rId34" Type="http://schemas.openxmlformats.org/officeDocument/2006/relationships/image" Target="../media/image123.wmf"/><Relationship Id="rId33" Type="http://schemas.openxmlformats.org/officeDocument/2006/relationships/oleObject" Target="../embeddings/oleObject161.bin"/><Relationship Id="rId32" Type="http://schemas.openxmlformats.org/officeDocument/2006/relationships/tags" Target="../tags/tag60.xml"/><Relationship Id="rId31" Type="http://schemas.openxmlformats.org/officeDocument/2006/relationships/image" Target="../media/image122.wmf"/><Relationship Id="rId30" Type="http://schemas.openxmlformats.org/officeDocument/2006/relationships/oleObject" Target="../embeddings/oleObject160.bin"/><Relationship Id="rId3" Type="http://schemas.openxmlformats.org/officeDocument/2006/relationships/oleObject" Target="../embeddings/oleObject148.bin"/><Relationship Id="rId29" Type="http://schemas.openxmlformats.org/officeDocument/2006/relationships/tags" Target="../tags/tag59.xml"/><Relationship Id="rId28" Type="http://schemas.openxmlformats.org/officeDocument/2006/relationships/image" Target="../media/image121.wmf"/><Relationship Id="rId27" Type="http://schemas.openxmlformats.org/officeDocument/2006/relationships/oleObject" Target="../embeddings/oleObject159.bin"/><Relationship Id="rId26" Type="http://schemas.openxmlformats.org/officeDocument/2006/relationships/tags" Target="../tags/tag58.xml"/><Relationship Id="rId25" Type="http://schemas.openxmlformats.org/officeDocument/2006/relationships/image" Target="../media/image120.wmf"/><Relationship Id="rId24" Type="http://schemas.openxmlformats.org/officeDocument/2006/relationships/oleObject" Target="../embeddings/oleObject158.bin"/><Relationship Id="rId23" Type="http://schemas.openxmlformats.org/officeDocument/2006/relationships/tags" Target="../tags/tag57.xml"/><Relationship Id="rId22" Type="http://schemas.openxmlformats.org/officeDocument/2006/relationships/image" Target="../media/image119.wmf"/><Relationship Id="rId21" Type="http://schemas.openxmlformats.org/officeDocument/2006/relationships/oleObject" Target="../embeddings/oleObject157.bin"/><Relationship Id="rId20" Type="http://schemas.openxmlformats.org/officeDocument/2006/relationships/image" Target="../media/image118.wmf"/><Relationship Id="rId2" Type="http://schemas.openxmlformats.org/officeDocument/2006/relationships/image" Target="../media/image109.wmf"/><Relationship Id="rId19" Type="http://schemas.openxmlformats.org/officeDocument/2006/relationships/oleObject" Target="../embeddings/oleObject156.bin"/><Relationship Id="rId18" Type="http://schemas.openxmlformats.org/officeDocument/2006/relationships/image" Target="../media/image117.wmf"/><Relationship Id="rId17" Type="http://schemas.openxmlformats.org/officeDocument/2006/relationships/oleObject" Target="../embeddings/oleObject155.bin"/><Relationship Id="rId16" Type="http://schemas.openxmlformats.org/officeDocument/2006/relationships/image" Target="../media/image116.wmf"/><Relationship Id="rId15" Type="http://schemas.openxmlformats.org/officeDocument/2006/relationships/oleObject" Target="../embeddings/oleObject154.bin"/><Relationship Id="rId14" Type="http://schemas.openxmlformats.org/officeDocument/2006/relationships/image" Target="../media/image115.wmf"/><Relationship Id="rId13" Type="http://schemas.openxmlformats.org/officeDocument/2006/relationships/oleObject" Target="../embeddings/oleObject153.bin"/><Relationship Id="rId12" Type="http://schemas.openxmlformats.org/officeDocument/2006/relationships/image" Target="../media/image114.wmf"/><Relationship Id="rId11" Type="http://schemas.openxmlformats.org/officeDocument/2006/relationships/oleObject" Target="../embeddings/oleObject152.bin"/><Relationship Id="rId10" Type="http://schemas.openxmlformats.org/officeDocument/2006/relationships/image" Target="../media/image113.wmf"/><Relationship Id="rId1" Type="http://schemas.openxmlformats.org/officeDocument/2006/relationships/oleObject" Target="../embeddings/oleObject147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31.w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29.wmf"/><Relationship Id="rId3" Type="http://schemas.openxmlformats.org/officeDocument/2006/relationships/oleObject" Target="../embeddings/oleObject166.bin"/><Relationship Id="rId21" Type="http://schemas.openxmlformats.org/officeDocument/2006/relationships/vmlDrawing" Target="../drawings/vmlDrawing17.vml"/><Relationship Id="rId20" Type="http://schemas.openxmlformats.org/officeDocument/2006/relationships/slideLayout" Target="../slideLayouts/slideLayout11.xml"/><Relationship Id="rId2" Type="http://schemas.openxmlformats.org/officeDocument/2006/relationships/image" Target="../media/image128.wmf"/><Relationship Id="rId19" Type="http://schemas.openxmlformats.org/officeDocument/2006/relationships/tags" Target="../tags/tag65.xml"/><Relationship Id="rId18" Type="http://schemas.openxmlformats.org/officeDocument/2006/relationships/image" Target="../media/image59.wmf"/><Relationship Id="rId17" Type="http://schemas.openxmlformats.org/officeDocument/2006/relationships/oleObject" Target="../embeddings/oleObject173.bin"/><Relationship Id="rId16" Type="http://schemas.openxmlformats.org/officeDocument/2006/relationships/image" Target="../media/image58.wmf"/><Relationship Id="rId15" Type="http://schemas.openxmlformats.org/officeDocument/2006/relationships/oleObject" Target="../embeddings/oleObject172.bin"/><Relationship Id="rId14" Type="http://schemas.openxmlformats.org/officeDocument/2006/relationships/image" Target="../media/image56.wmf"/><Relationship Id="rId13" Type="http://schemas.openxmlformats.org/officeDocument/2006/relationships/oleObject" Target="../embeddings/oleObject171.bin"/><Relationship Id="rId12" Type="http://schemas.openxmlformats.org/officeDocument/2006/relationships/image" Target="../media/image55.wmf"/><Relationship Id="rId11" Type="http://schemas.openxmlformats.org/officeDocument/2006/relationships/oleObject" Target="../embeddings/oleObject170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165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oleObject" Target="../embeddings/oleObject177.bin"/><Relationship Id="rId7" Type="http://schemas.openxmlformats.org/officeDocument/2006/relationships/image" Target="../media/image73.jpeg"/><Relationship Id="rId6" Type="http://schemas.openxmlformats.org/officeDocument/2006/relationships/image" Target="../media/image72.wmf"/><Relationship Id="rId5" Type="http://schemas.openxmlformats.org/officeDocument/2006/relationships/oleObject" Target="../embeddings/oleObject176.bin"/><Relationship Id="rId4" Type="http://schemas.openxmlformats.org/officeDocument/2006/relationships/image" Target="../media/image71.wmf"/><Relationship Id="rId36" Type="http://schemas.openxmlformats.org/officeDocument/2006/relationships/vmlDrawing" Target="../drawings/vmlDrawing18.vml"/><Relationship Id="rId35" Type="http://schemas.openxmlformats.org/officeDocument/2006/relationships/slideLayout" Target="../slideLayouts/slideLayout17.xml"/><Relationship Id="rId34" Type="http://schemas.openxmlformats.org/officeDocument/2006/relationships/tags" Target="../tags/tag66.xml"/><Relationship Id="rId33" Type="http://schemas.openxmlformats.org/officeDocument/2006/relationships/image" Target="../media/image92.wmf"/><Relationship Id="rId32" Type="http://schemas.openxmlformats.org/officeDocument/2006/relationships/oleObject" Target="../embeddings/oleObject187.bin"/><Relationship Id="rId31" Type="http://schemas.openxmlformats.org/officeDocument/2006/relationships/image" Target="../media/image91.wmf"/><Relationship Id="rId30" Type="http://schemas.openxmlformats.org/officeDocument/2006/relationships/oleObject" Target="../embeddings/oleObject186.bin"/><Relationship Id="rId3" Type="http://schemas.openxmlformats.org/officeDocument/2006/relationships/oleObject" Target="../embeddings/oleObject175.bin"/><Relationship Id="rId29" Type="http://schemas.openxmlformats.org/officeDocument/2006/relationships/image" Target="../media/image86.wmf"/><Relationship Id="rId28" Type="http://schemas.openxmlformats.org/officeDocument/2006/relationships/oleObject" Target="../embeddings/oleObject185.bin"/><Relationship Id="rId27" Type="http://schemas.openxmlformats.org/officeDocument/2006/relationships/image" Target="../media/image85.jpeg"/><Relationship Id="rId26" Type="http://schemas.openxmlformats.org/officeDocument/2006/relationships/image" Target="../media/image84.wmf"/><Relationship Id="rId25" Type="http://schemas.openxmlformats.org/officeDocument/2006/relationships/oleObject" Target="../embeddings/oleObject184.bin"/><Relationship Id="rId24" Type="http://schemas.openxmlformats.org/officeDocument/2006/relationships/image" Target="../media/image83.wmf"/><Relationship Id="rId23" Type="http://schemas.openxmlformats.org/officeDocument/2006/relationships/oleObject" Target="../embeddings/oleObject183.bin"/><Relationship Id="rId22" Type="http://schemas.openxmlformats.org/officeDocument/2006/relationships/image" Target="../media/image82.jpeg"/><Relationship Id="rId21" Type="http://schemas.openxmlformats.org/officeDocument/2006/relationships/image" Target="../media/image81.wmf"/><Relationship Id="rId20" Type="http://schemas.openxmlformats.org/officeDocument/2006/relationships/oleObject" Target="../embeddings/oleObject182.bin"/><Relationship Id="rId2" Type="http://schemas.openxmlformats.org/officeDocument/2006/relationships/image" Target="../media/image70.wmf"/><Relationship Id="rId19" Type="http://schemas.openxmlformats.org/officeDocument/2006/relationships/image" Target="../media/image80.wmf"/><Relationship Id="rId18" Type="http://schemas.openxmlformats.org/officeDocument/2006/relationships/oleObject" Target="../embeddings/oleObject181.bin"/><Relationship Id="rId17" Type="http://schemas.openxmlformats.org/officeDocument/2006/relationships/image" Target="../media/image79.jpeg"/><Relationship Id="rId16" Type="http://schemas.openxmlformats.org/officeDocument/2006/relationships/image" Target="../media/image78.wmf"/><Relationship Id="rId15" Type="http://schemas.openxmlformats.org/officeDocument/2006/relationships/oleObject" Target="../embeddings/oleObject180.bin"/><Relationship Id="rId14" Type="http://schemas.openxmlformats.org/officeDocument/2006/relationships/image" Target="../media/image77.wmf"/><Relationship Id="rId13" Type="http://schemas.openxmlformats.org/officeDocument/2006/relationships/oleObject" Target="../embeddings/oleObject179.bin"/><Relationship Id="rId12" Type="http://schemas.openxmlformats.org/officeDocument/2006/relationships/image" Target="../media/image76.jpeg"/><Relationship Id="rId11" Type="http://schemas.openxmlformats.org/officeDocument/2006/relationships/image" Target="../media/image75.wmf"/><Relationship Id="rId10" Type="http://schemas.openxmlformats.org/officeDocument/2006/relationships/oleObject" Target="../embeddings/oleObject178.bin"/><Relationship Id="rId1" Type="http://schemas.openxmlformats.org/officeDocument/2006/relationships/oleObject" Target="../embeddings/oleObject174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2.bin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91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90.bin"/><Relationship Id="rId44" Type="http://schemas.openxmlformats.org/officeDocument/2006/relationships/vmlDrawing" Target="../drawings/vmlDrawing19.vml"/><Relationship Id="rId43" Type="http://schemas.openxmlformats.org/officeDocument/2006/relationships/slideLayout" Target="../slideLayouts/slideLayout15.xml"/><Relationship Id="rId42" Type="http://schemas.openxmlformats.org/officeDocument/2006/relationships/tags" Target="../tags/tag74.xml"/><Relationship Id="rId41" Type="http://schemas.openxmlformats.org/officeDocument/2006/relationships/image" Target="../media/image124.wmf"/><Relationship Id="rId40" Type="http://schemas.openxmlformats.org/officeDocument/2006/relationships/oleObject" Target="../embeddings/oleObject205.bin"/><Relationship Id="rId4" Type="http://schemas.openxmlformats.org/officeDocument/2006/relationships/image" Target="../media/image110.wmf"/><Relationship Id="rId39" Type="http://schemas.openxmlformats.org/officeDocument/2006/relationships/oleObject" Target="../embeddings/oleObject204.bin"/><Relationship Id="rId38" Type="http://schemas.openxmlformats.org/officeDocument/2006/relationships/tags" Target="../tags/tag73.xml"/><Relationship Id="rId37" Type="http://schemas.openxmlformats.org/officeDocument/2006/relationships/tags" Target="../tags/tag72.xml"/><Relationship Id="rId36" Type="http://schemas.openxmlformats.org/officeDocument/2006/relationships/oleObject" Target="../embeddings/oleObject203.bin"/><Relationship Id="rId35" Type="http://schemas.openxmlformats.org/officeDocument/2006/relationships/tags" Target="../tags/tag71.xml"/><Relationship Id="rId34" Type="http://schemas.openxmlformats.org/officeDocument/2006/relationships/image" Target="../media/image123.wmf"/><Relationship Id="rId33" Type="http://schemas.openxmlformats.org/officeDocument/2006/relationships/oleObject" Target="../embeddings/oleObject202.bin"/><Relationship Id="rId32" Type="http://schemas.openxmlformats.org/officeDocument/2006/relationships/tags" Target="../tags/tag70.xml"/><Relationship Id="rId31" Type="http://schemas.openxmlformats.org/officeDocument/2006/relationships/image" Target="../media/image122.wmf"/><Relationship Id="rId30" Type="http://schemas.openxmlformats.org/officeDocument/2006/relationships/oleObject" Target="../embeddings/oleObject201.bin"/><Relationship Id="rId3" Type="http://schemas.openxmlformats.org/officeDocument/2006/relationships/oleObject" Target="../embeddings/oleObject189.bin"/><Relationship Id="rId29" Type="http://schemas.openxmlformats.org/officeDocument/2006/relationships/tags" Target="../tags/tag69.xml"/><Relationship Id="rId28" Type="http://schemas.openxmlformats.org/officeDocument/2006/relationships/image" Target="../media/image121.wmf"/><Relationship Id="rId27" Type="http://schemas.openxmlformats.org/officeDocument/2006/relationships/oleObject" Target="../embeddings/oleObject200.bin"/><Relationship Id="rId26" Type="http://schemas.openxmlformats.org/officeDocument/2006/relationships/tags" Target="../tags/tag68.xml"/><Relationship Id="rId25" Type="http://schemas.openxmlformats.org/officeDocument/2006/relationships/image" Target="../media/image120.wmf"/><Relationship Id="rId24" Type="http://schemas.openxmlformats.org/officeDocument/2006/relationships/oleObject" Target="../embeddings/oleObject199.bin"/><Relationship Id="rId23" Type="http://schemas.openxmlformats.org/officeDocument/2006/relationships/tags" Target="../tags/tag67.xml"/><Relationship Id="rId22" Type="http://schemas.openxmlformats.org/officeDocument/2006/relationships/image" Target="../media/image119.wmf"/><Relationship Id="rId21" Type="http://schemas.openxmlformats.org/officeDocument/2006/relationships/oleObject" Target="../embeddings/oleObject198.bin"/><Relationship Id="rId20" Type="http://schemas.openxmlformats.org/officeDocument/2006/relationships/image" Target="../media/image118.wmf"/><Relationship Id="rId2" Type="http://schemas.openxmlformats.org/officeDocument/2006/relationships/image" Target="../media/image109.wmf"/><Relationship Id="rId19" Type="http://schemas.openxmlformats.org/officeDocument/2006/relationships/oleObject" Target="../embeddings/oleObject197.bin"/><Relationship Id="rId18" Type="http://schemas.openxmlformats.org/officeDocument/2006/relationships/image" Target="../media/image117.wmf"/><Relationship Id="rId17" Type="http://schemas.openxmlformats.org/officeDocument/2006/relationships/oleObject" Target="../embeddings/oleObject196.bin"/><Relationship Id="rId16" Type="http://schemas.openxmlformats.org/officeDocument/2006/relationships/image" Target="../media/image116.wmf"/><Relationship Id="rId15" Type="http://schemas.openxmlformats.org/officeDocument/2006/relationships/oleObject" Target="../embeddings/oleObject195.bin"/><Relationship Id="rId14" Type="http://schemas.openxmlformats.org/officeDocument/2006/relationships/image" Target="../media/image115.wmf"/><Relationship Id="rId13" Type="http://schemas.openxmlformats.org/officeDocument/2006/relationships/oleObject" Target="../embeddings/oleObject194.bin"/><Relationship Id="rId12" Type="http://schemas.openxmlformats.org/officeDocument/2006/relationships/image" Target="../media/image114.wmf"/><Relationship Id="rId11" Type="http://schemas.openxmlformats.org/officeDocument/2006/relationships/oleObject" Target="../embeddings/oleObject193.bin"/><Relationship Id="rId10" Type="http://schemas.openxmlformats.org/officeDocument/2006/relationships/image" Target="../media/image113.wmf"/><Relationship Id="rId1" Type="http://schemas.openxmlformats.org/officeDocument/2006/relationships/oleObject" Target="../embeddings/oleObject188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0.bin"/><Relationship Id="rId8" Type="http://schemas.openxmlformats.org/officeDocument/2006/relationships/image" Target="../media/image135.wmf"/><Relationship Id="rId7" Type="http://schemas.openxmlformats.org/officeDocument/2006/relationships/oleObject" Target="../embeddings/oleObject209.bin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208.bin"/><Relationship Id="rId4" Type="http://schemas.openxmlformats.org/officeDocument/2006/relationships/image" Target="../media/image133.wmf"/><Relationship Id="rId32" Type="http://schemas.openxmlformats.org/officeDocument/2006/relationships/vmlDrawing" Target="../drawings/vmlDrawing20.vml"/><Relationship Id="rId31" Type="http://schemas.openxmlformats.org/officeDocument/2006/relationships/slideLayout" Target="../slideLayouts/slideLayout14.xml"/><Relationship Id="rId30" Type="http://schemas.openxmlformats.org/officeDocument/2006/relationships/tags" Target="../tags/tag75.xml"/><Relationship Id="rId3" Type="http://schemas.openxmlformats.org/officeDocument/2006/relationships/oleObject" Target="../embeddings/oleObject207.bin"/><Relationship Id="rId29" Type="http://schemas.openxmlformats.org/officeDocument/2006/relationships/oleObject" Target="../embeddings/oleObject220.bin"/><Relationship Id="rId28" Type="http://schemas.openxmlformats.org/officeDocument/2006/relationships/image" Target="../media/image145.wmf"/><Relationship Id="rId27" Type="http://schemas.openxmlformats.org/officeDocument/2006/relationships/oleObject" Target="../embeddings/oleObject219.bin"/><Relationship Id="rId26" Type="http://schemas.openxmlformats.org/officeDocument/2006/relationships/image" Target="../media/image144.wmf"/><Relationship Id="rId25" Type="http://schemas.openxmlformats.org/officeDocument/2006/relationships/oleObject" Target="../embeddings/oleObject218.bin"/><Relationship Id="rId24" Type="http://schemas.openxmlformats.org/officeDocument/2006/relationships/image" Target="../media/image143.wmf"/><Relationship Id="rId23" Type="http://schemas.openxmlformats.org/officeDocument/2006/relationships/oleObject" Target="../embeddings/oleObject217.bin"/><Relationship Id="rId22" Type="http://schemas.openxmlformats.org/officeDocument/2006/relationships/image" Target="../media/image142.wmf"/><Relationship Id="rId21" Type="http://schemas.openxmlformats.org/officeDocument/2006/relationships/oleObject" Target="../embeddings/oleObject216.bin"/><Relationship Id="rId20" Type="http://schemas.openxmlformats.org/officeDocument/2006/relationships/image" Target="../media/image141.wmf"/><Relationship Id="rId2" Type="http://schemas.openxmlformats.org/officeDocument/2006/relationships/image" Target="../media/image132.wmf"/><Relationship Id="rId19" Type="http://schemas.openxmlformats.org/officeDocument/2006/relationships/oleObject" Target="../embeddings/oleObject215.bin"/><Relationship Id="rId18" Type="http://schemas.openxmlformats.org/officeDocument/2006/relationships/image" Target="../media/image140.wmf"/><Relationship Id="rId17" Type="http://schemas.openxmlformats.org/officeDocument/2006/relationships/oleObject" Target="../embeddings/oleObject214.bin"/><Relationship Id="rId16" Type="http://schemas.openxmlformats.org/officeDocument/2006/relationships/image" Target="../media/image139.wmf"/><Relationship Id="rId15" Type="http://schemas.openxmlformats.org/officeDocument/2006/relationships/oleObject" Target="../embeddings/oleObject213.bin"/><Relationship Id="rId14" Type="http://schemas.openxmlformats.org/officeDocument/2006/relationships/image" Target="../media/image138.wmf"/><Relationship Id="rId13" Type="http://schemas.openxmlformats.org/officeDocument/2006/relationships/oleObject" Target="../embeddings/oleObject212.bin"/><Relationship Id="rId12" Type="http://schemas.openxmlformats.org/officeDocument/2006/relationships/image" Target="../media/image137.wmf"/><Relationship Id="rId11" Type="http://schemas.openxmlformats.org/officeDocument/2006/relationships/oleObject" Target="../embeddings/oleObject211.bin"/><Relationship Id="rId10" Type="http://schemas.openxmlformats.org/officeDocument/2006/relationships/image" Target="../media/image136.wmf"/><Relationship Id="rId1" Type="http://schemas.openxmlformats.org/officeDocument/2006/relationships/oleObject" Target="../embeddings/oleObject206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5.bin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224.bin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147.wmf"/><Relationship Id="rId38" Type="http://schemas.openxmlformats.org/officeDocument/2006/relationships/vmlDrawing" Target="../drawings/vmlDrawing21.vml"/><Relationship Id="rId37" Type="http://schemas.openxmlformats.org/officeDocument/2006/relationships/slideLayout" Target="../slideLayouts/slideLayout13.xml"/><Relationship Id="rId36" Type="http://schemas.openxmlformats.org/officeDocument/2006/relationships/tags" Target="../tags/tag76.xml"/><Relationship Id="rId35" Type="http://schemas.openxmlformats.org/officeDocument/2006/relationships/image" Target="../media/image163.wmf"/><Relationship Id="rId34" Type="http://schemas.openxmlformats.org/officeDocument/2006/relationships/oleObject" Target="../embeddings/oleObject237.bin"/><Relationship Id="rId33" Type="http://schemas.openxmlformats.org/officeDocument/2006/relationships/image" Target="../media/image162.wmf"/><Relationship Id="rId32" Type="http://schemas.openxmlformats.org/officeDocument/2006/relationships/oleObject" Target="../embeddings/oleObject236.bin"/><Relationship Id="rId31" Type="http://schemas.openxmlformats.org/officeDocument/2006/relationships/image" Target="../media/image161.jpeg"/><Relationship Id="rId30" Type="http://schemas.openxmlformats.org/officeDocument/2006/relationships/image" Target="../media/image160.wmf"/><Relationship Id="rId3" Type="http://schemas.openxmlformats.org/officeDocument/2006/relationships/oleObject" Target="../embeddings/oleObject222.bin"/><Relationship Id="rId29" Type="http://schemas.openxmlformats.org/officeDocument/2006/relationships/oleObject" Target="../embeddings/oleObject235.bin"/><Relationship Id="rId28" Type="http://schemas.openxmlformats.org/officeDocument/2006/relationships/image" Target="../media/image159.wmf"/><Relationship Id="rId27" Type="http://schemas.openxmlformats.org/officeDocument/2006/relationships/oleObject" Target="../embeddings/oleObject234.bin"/><Relationship Id="rId26" Type="http://schemas.openxmlformats.org/officeDocument/2006/relationships/image" Target="../media/image158.wmf"/><Relationship Id="rId25" Type="http://schemas.openxmlformats.org/officeDocument/2006/relationships/oleObject" Target="../embeddings/oleObject233.bin"/><Relationship Id="rId24" Type="http://schemas.openxmlformats.org/officeDocument/2006/relationships/image" Target="../media/image157.wmf"/><Relationship Id="rId23" Type="http://schemas.openxmlformats.org/officeDocument/2006/relationships/oleObject" Target="../embeddings/oleObject232.bin"/><Relationship Id="rId22" Type="http://schemas.openxmlformats.org/officeDocument/2006/relationships/image" Target="../media/image156.wmf"/><Relationship Id="rId21" Type="http://schemas.openxmlformats.org/officeDocument/2006/relationships/oleObject" Target="../embeddings/oleObject231.bin"/><Relationship Id="rId20" Type="http://schemas.openxmlformats.org/officeDocument/2006/relationships/image" Target="../media/image155.wmf"/><Relationship Id="rId2" Type="http://schemas.openxmlformats.org/officeDocument/2006/relationships/image" Target="../media/image146.wmf"/><Relationship Id="rId19" Type="http://schemas.openxmlformats.org/officeDocument/2006/relationships/oleObject" Target="../embeddings/oleObject230.bin"/><Relationship Id="rId18" Type="http://schemas.openxmlformats.org/officeDocument/2006/relationships/image" Target="../media/image154.wmf"/><Relationship Id="rId17" Type="http://schemas.openxmlformats.org/officeDocument/2006/relationships/oleObject" Target="../embeddings/oleObject229.bin"/><Relationship Id="rId16" Type="http://schemas.openxmlformats.org/officeDocument/2006/relationships/image" Target="../media/image153.wmf"/><Relationship Id="rId15" Type="http://schemas.openxmlformats.org/officeDocument/2006/relationships/oleObject" Target="../embeddings/oleObject228.bin"/><Relationship Id="rId14" Type="http://schemas.openxmlformats.org/officeDocument/2006/relationships/image" Target="../media/image152.wmf"/><Relationship Id="rId13" Type="http://schemas.openxmlformats.org/officeDocument/2006/relationships/oleObject" Target="../embeddings/oleObject227.bin"/><Relationship Id="rId12" Type="http://schemas.openxmlformats.org/officeDocument/2006/relationships/image" Target="../media/image151.wmf"/><Relationship Id="rId11" Type="http://schemas.openxmlformats.org/officeDocument/2006/relationships/oleObject" Target="../embeddings/oleObject226.bin"/><Relationship Id="rId10" Type="http://schemas.openxmlformats.org/officeDocument/2006/relationships/image" Target="../media/image150.wmf"/><Relationship Id="rId1" Type="http://schemas.openxmlformats.org/officeDocument/2006/relationships/oleObject" Target="../embeddings/oleObject221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2.bin"/><Relationship Id="rId8" Type="http://schemas.openxmlformats.org/officeDocument/2006/relationships/image" Target="../media/image167.wmf"/><Relationship Id="rId7" Type="http://schemas.openxmlformats.org/officeDocument/2006/relationships/oleObject" Target="../embeddings/oleObject241.bin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240.bin"/><Relationship Id="rId4" Type="http://schemas.openxmlformats.org/officeDocument/2006/relationships/image" Target="../media/image165.wmf"/><Relationship Id="rId34" Type="http://schemas.openxmlformats.org/officeDocument/2006/relationships/notesSlide" Target="../notesSlides/notesSlide2.xml"/><Relationship Id="rId33" Type="http://schemas.openxmlformats.org/officeDocument/2006/relationships/vmlDrawing" Target="../drawings/vmlDrawing22.vml"/><Relationship Id="rId32" Type="http://schemas.openxmlformats.org/officeDocument/2006/relationships/slideLayout" Target="../slideLayouts/slideLayout10.xml"/><Relationship Id="rId31" Type="http://schemas.openxmlformats.org/officeDocument/2006/relationships/tags" Target="../tags/tag77.xml"/><Relationship Id="rId30" Type="http://schemas.openxmlformats.org/officeDocument/2006/relationships/image" Target="../media/image176.wmf"/><Relationship Id="rId3" Type="http://schemas.openxmlformats.org/officeDocument/2006/relationships/oleObject" Target="../embeddings/oleObject239.bin"/><Relationship Id="rId29" Type="http://schemas.openxmlformats.org/officeDocument/2006/relationships/oleObject" Target="../embeddings/oleObject252.bin"/><Relationship Id="rId28" Type="http://schemas.openxmlformats.org/officeDocument/2006/relationships/image" Target="../media/image175.wmf"/><Relationship Id="rId27" Type="http://schemas.openxmlformats.org/officeDocument/2006/relationships/oleObject" Target="../embeddings/oleObject251.bin"/><Relationship Id="rId26" Type="http://schemas.openxmlformats.org/officeDocument/2006/relationships/image" Target="../media/image174.wmf"/><Relationship Id="rId25" Type="http://schemas.openxmlformats.org/officeDocument/2006/relationships/oleObject" Target="../embeddings/oleObject250.bin"/><Relationship Id="rId24" Type="http://schemas.openxmlformats.org/officeDocument/2006/relationships/image" Target="../media/image173.wmf"/><Relationship Id="rId23" Type="http://schemas.openxmlformats.org/officeDocument/2006/relationships/oleObject" Target="../embeddings/oleObject249.bin"/><Relationship Id="rId22" Type="http://schemas.openxmlformats.org/officeDocument/2006/relationships/image" Target="../media/image172.wmf"/><Relationship Id="rId21" Type="http://schemas.openxmlformats.org/officeDocument/2006/relationships/oleObject" Target="../embeddings/oleObject248.bin"/><Relationship Id="rId20" Type="http://schemas.openxmlformats.org/officeDocument/2006/relationships/image" Target="../media/image171.wmf"/><Relationship Id="rId2" Type="http://schemas.openxmlformats.org/officeDocument/2006/relationships/image" Target="../media/image164.wmf"/><Relationship Id="rId19" Type="http://schemas.openxmlformats.org/officeDocument/2006/relationships/oleObject" Target="../embeddings/oleObject247.bin"/><Relationship Id="rId18" Type="http://schemas.openxmlformats.org/officeDocument/2006/relationships/image" Target="../media/image52.wmf"/><Relationship Id="rId17" Type="http://schemas.openxmlformats.org/officeDocument/2006/relationships/oleObject" Target="../embeddings/oleObject246.bin"/><Relationship Id="rId16" Type="http://schemas.openxmlformats.org/officeDocument/2006/relationships/image" Target="../media/image170.wmf"/><Relationship Id="rId15" Type="http://schemas.openxmlformats.org/officeDocument/2006/relationships/oleObject" Target="../embeddings/oleObject245.bin"/><Relationship Id="rId14" Type="http://schemas.openxmlformats.org/officeDocument/2006/relationships/image" Target="../media/image50.wmf"/><Relationship Id="rId13" Type="http://schemas.openxmlformats.org/officeDocument/2006/relationships/oleObject" Target="../embeddings/oleObject244.bin"/><Relationship Id="rId12" Type="http://schemas.openxmlformats.org/officeDocument/2006/relationships/image" Target="../media/image169.wmf"/><Relationship Id="rId11" Type="http://schemas.openxmlformats.org/officeDocument/2006/relationships/oleObject" Target="../embeddings/oleObject243.bin"/><Relationship Id="rId10" Type="http://schemas.openxmlformats.org/officeDocument/2006/relationships/image" Target="../media/image168.wmf"/><Relationship Id="rId1" Type="http://schemas.openxmlformats.org/officeDocument/2006/relationships/oleObject" Target="../embeddings/oleObject238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7.bin"/><Relationship Id="rId8" Type="http://schemas.openxmlformats.org/officeDocument/2006/relationships/image" Target="../media/image169.wmf"/><Relationship Id="rId7" Type="http://schemas.openxmlformats.org/officeDocument/2006/relationships/oleObject" Target="../embeddings/oleObject256.bin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255.bin"/><Relationship Id="rId4" Type="http://schemas.openxmlformats.org/officeDocument/2006/relationships/image" Target="../media/image178.wmf"/><Relationship Id="rId3" Type="http://schemas.openxmlformats.org/officeDocument/2006/relationships/oleObject" Target="../embeddings/oleObject254.bin"/><Relationship Id="rId28" Type="http://schemas.openxmlformats.org/officeDocument/2006/relationships/notesSlide" Target="../notesSlides/notesSlide3.xml"/><Relationship Id="rId27" Type="http://schemas.openxmlformats.org/officeDocument/2006/relationships/vmlDrawing" Target="../drawings/vmlDrawing23.vml"/><Relationship Id="rId26" Type="http://schemas.openxmlformats.org/officeDocument/2006/relationships/slideLayout" Target="../slideLayouts/slideLayout9.xml"/><Relationship Id="rId25" Type="http://schemas.openxmlformats.org/officeDocument/2006/relationships/tags" Target="../tags/tag78.xml"/><Relationship Id="rId24" Type="http://schemas.openxmlformats.org/officeDocument/2006/relationships/image" Target="../media/image180.wmf"/><Relationship Id="rId23" Type="http://schemas.openxmlformats.org/officeDocument/2006/relationships/oleObject" Target="../embeddings/oleObject264.bin"/><Relationship Id="rId22" Type="http://schemas.openxmlformats.org/officeDocument/2006/relationships/image" Target="../media/image174.wmf"/><Relationship Id="rId21" Type="http://schemas.openxmlformats.org/officeDocument/2006/relationships/oleObject" Target="../embeddings/oleObject263.bin"/><Relationship Id="rId20" Type="http://schemas.openxmlformats.org/officeDocument/2006/relationships/image" Target="../media/image173.wmf"/><Relationship Id="rId2" Type="http://schemas.openxmlformats.org/officeDocument/2006/relationships/image" Target="../media/image177.wmf"/><Relationship Id="rId19" Type="http://schemas.openxmlformats.org/officeDocument/2006/relationships/oleObject" Target="../embeddings/oleObject262.bin"/><Relationship Id="rId18" Type="http://schemas.openxmlformats.org/officeDocument/2006/relationships/image" Target="../media/image172.wmf"/><Relationship Id="rId17" Type="http://schemas.openxmlformats.org/officeDocument/2006/relationships/oleObject" Target="../embeddings/oleObject261.bin"/><Relationship Id="rId16" Type="http://schemas.openxmlformats.org/officeDocument/2006/relationships/image" Target="../media/image171.wmf"/><Relationship Id="rId15" Type="http://schemas.openxmlformats.org/officeDocument/2006/relationships/oleObject" Target="../embeddings/oleObject260.bin"/><Relationship Id="rId14" Type="http://schemas.openxmlformats.org/officeDocument/2006/relationships/image" Target="../media/image52.wmf"/><Relationship Id="rId13" Type="http://schemas.openxmlformats.org/officeDocument/2006/relationships/oleObject" Target="../embeddings/oleObject259.bin"/><Relationship Id="rId12" Type="http://schemas.openxmlformats.org/officeDocument/2006/relationships/image" Target="../media/image170.wmf"/><Relationship Id="rId11" Type="http://schemas.openxmlformats.org/officeDocument/2006/relationships/oleObject" Target="../embeddings/oleObject258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253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image" Target="../media/image183.wmf"/><Relationship Id="rId5" Type="http://schemas.openxmlformats.org/officeDocument/2006/relationships/oleObject" Target="../embeddings/oleObject267.bin"/><Relationship Id="rId40" Type="http://schemas.openxmlformats.org/officeDocument/2006/relationships/vmlDrawing" Target="../drawings/vmlDrawing24.vml"/><Relationship Id="rId4" Type="http://schemas.openxmlformats.org/officeDocument/2006/relationships/image" Target="../media/image182.wmf"/><Relationship Id="rId39" Type="http://schemas.openxmlformats.org/officeDocument/2006/relationships/slideLayout" Target="../slideLayouts/slideLayout8.xml"/><Relationship Id="rId38" Type="http://schemas.openxmlformats.org/officeDocument/2006/relationships/tags" Target="../tags/tag92.xml"/><Relationship Id="rId37" Type="http://schemas.openxmlformats.org/officeDocument/2006/relationships/image" Target="../media/image192.png"/><Relationship Id="rId36" Type="http://schemas.openxmlformats.org/officeDocument/2006/relationships/customXml" Target="../ink/ink2.xml"/><Relationship Id="rId35" Type="http://schemas.openxmlformats.org/officeDocument/2006/relationships/image" Target="../media/image191.wmf"/><Relationship Id="rId34" Type="http://schemas.openxmlformats.org/officeDocument/2006/relationships/oleObject" Target="../embeddings/oleObject275.bin"/><Relationship Id="rId33" Type="http://schemas.openxmlformats.org/officeDocument/2006/relationships/image" Target="../media/image190.wmf"/><Relationship Id="rId32" Type="http://schemas.openxmlformats.org/officeDocument/2006/relationships/oleObject" Target="../embeddings/oleObject274.bin"/><Relationship Id="rId31" Type="http://schemas.openxmlformats.org/officeDocument/2006/relationships/tags" Target="../tags/tag91.xml"/><Relationship Id="rId30" Type="http://schemas.openxmlformats.org/officeDocument/2006/relationships/image" Target="../media/image189.wmf"/><Relationship Id="rId3" Type="http://schemas.openxmlformats.org/officeDocument/2006/relationships/oleObject" Target="../embeddings/oleObject266.bin"/><Relationship Id="rId29" Type="http://schemas.openxmlformats.org/officeDocument/2006/relationships/oleObject" Target="../embeddings/oleObject273.bin"/><Relationship Id="rId28" Type="http://schemas.openxmlformats.org/officeDocument/2006/relationships/tags" Target="../tags/tag90.xml"/><Relationship Id="rId27" Type="http://schemas.openxmlformats.org/officeDocument/2006/relationships/tags" Target="../tags/tag89.xml"/><Relationship Id="rId26" Type="http://schemas.openxmlformats.org/officeDocument/2006/relationships/image" Target="../media/image188.wmf"/><Relationship Id="rId25" Type="http://schemas.openxmlformats.org/officeDocument/2006/relationships/oleObject" Target="../embeddings/oleObject272.bin"/><Relationship Id="rId24" Type="http://schemas.openxmlformats.org/officeDocument/2006/relationships/tags" Target="../tags/tag88.xml"/><Relationship Id="rId23" Type="http://schemas.openxmlformats.org/officeDocument/2006/relationships/image" Target="../media/image187.wmf"/><Relationship Id="rId22" Type="http://schemas.openxmlformats.org/officeDocument/2006/relationships/oleObject" Target="../embeddings/oleObject271.bin"/><Relationship Id="rId21" Type="http://schemas.openxmlformats.org/officeDocument/2006/relationships/tags" Target="../tags/tag87.xml"/><Relationship Id="rId20" Type="http://schemas.openxmlformats.org/officeDocument/2006/relationships/tags" Target="../tags/tag86.xml"/><Relationship Id="rId2" Type="http://schemas.openxmlformats.org/officeDocument/2006/relationships/image" Target="../media/image181.wmf"/><Relationship Id="rId19" Type="http://schemas.openxmlformats.org/officeDocument/2006/relationships/image" Target="../media/image186.wmf"/><Relationship Id="rId18" Type="http://schemas.openxmlformats.org/officeDocument/2006/relationships/oleObject" Target="../embeddings/oleObject270.bin"/><Relationship Id="rId17" Type="http://schemas.openxmlformats.org/officeDocument/2006/relationships/tags" Target="../tags/tag85.xml"/><Relationship Id="rId16" Type="http://schemas.openxmlformats.org/officeDocument/2006/relationships/image" Target="../media/image185.wmf"/><Relationship Id="rId15" Type="http://schemas.openxmlformats.org/officeDocument/2006/relationships/oleObject" Target="../embeddings/oleObject269.bin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image" Target="../media/image184.wmf"/><Relationship Id="rId10" Type="http://schemas.openxmlformats.org/officeDocument/2006/relationships/oleObject" Target="../embeddings/oleObject268.bin"/><Relationship Id="rId1" Type="http://schemas.openxmlformats.org/officeDocument/2006/relationships/oleObject" Target="../embeddings/oleObject265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0.bin"/><Relationship Id="rId8" Type="http://schemas.openxmlformats.org/officeDocument/2006/relationships/image" Target="../media/image196.wmf"/><Relationship Id="rId7" Type="http://schemas.openxmlformats.org/officeDocument/2006/relationships/oleObject" Target="../embeddings/oleObject279.bin"/><Relationship Id="rId6" Type="http://schemas.openxmlformats.org/officeDocument/2006/relationships/image" Target="../media/image195.wmf"/><Relationship Id="rId5" Type="http://schemas.openxmlformats.org/officeDocument/2006/relationships/oleObject" Target="../embeddings/oleObject278.bin"/><Relationship Id="rId4" Type="http://schemas.openxmlformats.org/officeDocument/2006/relationships/image" Target="../media/image194.wmf"/><Relationship Id="rId3" Type="http://schemas.openxmlformats.org/officeDocument/2006/relationships/oleObject" Target="../embeddings/oleObject277.bin"/><Relationship Id="rId27" Type="http://schemas.openxmlformats.org/officeDocument/2006/relationships/notesSlide" Target="../notesSlides/notesSlide4.xml"/><Relationship Id="rId26" Type="http://schemas.openxmlformats.org/officeDocument/2006/relationships/vmlDrawing" Target="../drawings/vmlDrawing25.vml"/><Relationship Id="rId25" Type="http://schemas.openxmlformats.org/officeDocument/2006/relationships/slideLayout" Target="../slideLayouts/slideLayout8.xml"/><Relationship Id="rId24" Type="http://schemas.openxmlformats.org/officeDocument/2006/relationships/tags" Target="../tags/tag93.xml"/><Relationship Id="rId23" Type="http://schemas.openxmlformats.org/officeDocument/2006/relationships/image" Target="../media/image183.wmf"/><Relationship Id="rId22" Type="http://schemas.openxmlformats.org/officeDocument/2006/relationships/oleObject" Target="../embeddings/oleObject287.bin"/><Relationship Id="rId21" Type="http://schemas.openxmlformats.org/officeDocument/2006/relationships/image" Target="../media/image202.wmf"/><Relationship Id="rId20" Type="http://schemas.openxmlformats.org/officeDocument/2006/relationships/oleObject" Target="../embeddings/oleObject286.bin"/><Relationship Id="rId2" Type="http://schemas.openxmlformats.org/officeDocument/2006/relationships/image" Target="../media/image193.wmf"/><Relationship Id="rId19" Type="http://schemas.openxmlformats.org/officeDocument/2006/relationships/image" Target="../media/image201.wmf"/><Relationship Id="rId18" Type="http://schemas.openxmlformats.org/officeDocument/2006/relationships/oleObject" Target="../embeddings/oleObject285.bin"/><Relationship Id="rId17" Type="http://schemas.openxmlformats.org/officeDocument/2006/relationships/image" Target="../media/image200.wmf"/><Relationship Id="rId16" Type="http://schemas.openxmlformats.org/officeDocument/2006/relationships/oleObject" Target="../embeddings/oleObject284.bin"/><Relationship Id="rId15" Type="http://schemas.openxmlformats.org/officeDocument/2006/relationships/image" Target="../media/image199.wmf"/><Relationship Id="rId14" Type="http://schemas.openxmlformats.org/officeDocument/2006/relationships/oleObject" Target="../embeddings/oleObject283.bin"/><Relationship Id="rId13" Type="http://schemas.openxmlformats.org/officeDocument/2006/relationships/oleObject" Target="../embeddings/oleObject282.bin"/><Relationship Id="rId12" Type="http://schemas.openxmlformats.org/officeDocument/2006/relationships/image" Target="../media/image198.wmf"/><Relationship Id="rId11" Type="http://schemas.openxmlformats.org/officeDocument/2006/relationships/oleObject" Target="../embeddings/oleObject281.bin"/><Relationship Id="rId10" Type="http://schemas.openxmlformats.org/officeDocument/2006/relationships/image" Target="../media/image197.wmf"/><Relationship Id="rId1" Type="http://schemas.openxmlformats.org/officeDocument/2006/relationships/oleObject" Target="../embeddings/oleObject276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2.bin"/><Relationship Id="rId8" Type="http://schemas.openxmlformats.org/officeDocument/2006/relationships/image" Target="../media/image205.wmf"/><Relationship Id="rId7" Type="http://schemas.openxmlformats.org/officeDocument/2006/relationships/oleObject" Target="../embeddings/oleObject291.bin"/><Relationship Id="rId6" Type="http://schemas.openxmlformats.org/officeDocument/2006/relationships/image" Target="../media/image204.wmf"/><Relationship Id="rId5" Type="http://schemas.openxmlformats.org/officeDocument/2006/relationships/oleObject" Target="../embeddings/oleObject290.bin"/><Relationship Id="rId4" Type="http://schemas.openxmlformats.org/officeDocument/2006/relationships/image" Target="../media/image203.wmf"/><Relationship Id="rId3" Type="http://schemas.openxmlformats.org/officeDocument/2006/relationships/oleObject" Target="../embeddings/oleObject289.bin"/><Relationship Id="rId29" Type="http://schemas.openxmlformats.org/officeDocument/2006/relationships/vmlDrawing" Target="../drawings/vmlDrawing26.vml"/><Relationship Id="rId28" Type="http://schemas.openxmlformats.org/officeDocument/2006/relationships/slideLayout" Target="../slideLayouts/slideLayout6.xml"/><Relationship Id="rId27" Type="http://schemas.openxmlformats.org/officeDocument/2006/relationships/tags" Target="../tags/tag94.xml"/><Relationship Id="rId26" Type="http://schemas.openxmlformats.org/officeDocument/2006/relationships/image" Target="../media/image214.wmf"/><Relationship Id="rId25" Type="http://schemas.openxmlformats.org/officeDocument/2006/relationships/oleObject" Target="../embeddings/oleObject300.bin"/><Relationship Id="rId24" Type="http://schemas.openxmlformats.org/officeDocument/2006/relationships/image" Target="../media/image213.wmf"/><Relationship Id="rId23" Type="http://schemas.openxmlformats.org/officeDocument/2006/relationships/oleObject" Target="../embeddings/oleObject299.bin"/><Relationship Id="rId22" Type="http://schemas.openxmlformats.org/officeDocument/2006/relationships/image" Target="../media/image212.wmf"/><Relationship Id="rId21" Type="http://schemas.openxmlformats.org/officeDocument/2006/relationships/oleObject" Target="../embeddings/oleObject298.bin"/><Relationship Id="rId20" Type="http://schemas.openxmlformats.org/officeDocument/2006/relationships/image" Target="../media/image211.wmf"/><Relationship Id="rId2" Type="http://schemas.openxmlformats.org/officeDocument/2006/relationships/image" Target="../media/image181.wmf"/><Relationship Id="rId19" Type="http://schemas.openxmlformats.org/officeDocument/2006/relationships/oleObject" Target="../embeddings/oleObject297.bin"/><Relationship Id="rId18" Type="http://schemas.openxmlformats.org/officeDocument/2006/relationships/image" Target="../media/image210.wmf"/><Relationship Id="rId17" Type="http://schemas.openxmlformats.org/officeDocument/2006/relationships/oleObject" Target="../embeddings/oleObject296.bin"/><Relationship Id="rId16" Type="http://schemas.openxmlformats.org/officeDocument/2006/relationships/image" Target="../media/image209.wmf"/><Relationship Id="rId15" Type="http://schemas.openxmlformats.org/officeDocument/2006/relationships/oleObject" Target="../embeddings/oleObject295.bin"/><Relationship Id="rId14" Type="http://schemas.openxmlformats.org/officeDocument/2006/relationships/image" Target="../media/image208.wmf"/><Relationship Id="rId13" Type="http://schemas.openxmlformats.org/officeDocument/2006/relationships/oleObject" Target="../embeddings/oleObject294.bin"/><Relationship Id="rId12" Type="http://schemas.openxmlformats.org/officeDocument/2006/relationships/image" Target="../media/image207.wmf"/><Relationship Id="rId11" Type="http://schemas.openxmlformats.org/officeDocument/2006/relationships/oleObject" Target="../embeddings/oleObject293.bin"/><Relationship Id="rId10" Type="http://schemas.openxmlformats.org/officeDocument/2006/relationships/image" Target="../media/image206.wmf"/><Relationship Id="rId1" Type="http://schemas.openxmlformats.org/officeDocument/2006/relationships/oleObject" Target="../embeddings/oleObject288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5.bin"/><Relationship Id="rId8" Type="http://schemas.openxmlformats.org/officeDocument/2006/relationships/image" Target="../media/image216.wmf"/><Relationship Id="rId7" Type="http://schemas.openxmlformats.org/officeDocument/2006/relationships/oleObject" Target="../embeddings/oleObject304.bin"/><Relationship Id="rId6" Type="http://schemas.openxmlformats.org/officeDocument/2006/relationships/image" Target="../media/image215.wmf"/><Relationship Id="rId5" Type="http://schemas.openxmlformats.org/officeDocument/2006/relationships/oleObject" Target="../embeddings/oleObject303.bin"/><Relationship Id="rId4" Type="http://schemas.openxmlformats.org/officeDocument/2006/relationships/image" Target="../media/image212.wmf"/><Relationship Id="rId3" Type="http://schemas.openxmlformats.org/officeDocument/2006/relationships/oleObject" Target="../embeddings/oleObject302.bin"/><Relationship Id="rId29" Type="http://schemas.openxmlformats.org/officeDocument/2006/relationships/vmlDrawing" Target="../drawings/vmlDrawing27.vml"/><Relationship Id="rId28" Type="http://schemas.openxmlformats.org/officeDocument/2006/relationships/slideLayout" Target="../slideLayouts/slideLayout5.xml"/><Relationship Id="rId27" Type="http://schemas.openxmlformats.org/officeDocument/2006/relationships/tags" Target="../tags/tag95.xml"/><Relationship Id="rId26" Type="http://schemas.openxmlformats.org/officeDocument/2006/relationships/image" Target="../media/image224.wmf"/><Relationship Id="rId25" Type="http://schemas.openxmlformats.org/officeDocument/2006/relationships/oleObject" Target="../embeddings/oleObject314.bin"/><Relationship Id="rId24" Type="http://schemas.openxmlformats.org/officeDocument/2006/relationships/oleObject" Target="../embeddings/oleObject313.bin"/><Relationship Id="rId23" Type="http://schemas.openxmlformats.org/officeDocument/2006/relationships/oleObject" Target="../embeddings/oleObject312.bin"/><Relationship Id="rId22" Type="http://schemas.openxmlformats.org/officeDocument/2006/relationships/image" Target="../media/image223.wmf"/><Relationship Id="rId21" Type="http://schemas.openxmlformats.org/officeDocument/2006/relationships/oleObject" Target="../embeddings/oleObject311.bin"/><Relationship Id="rId20" Type="http://schemas.openxmlformats.org/officeDocument/2006/relationships/image" Target="../media/image222.wmf"/><Relationship Id="rId2" Type="http://schemas.openxmlformats.org/officeDocument/2006/relationships/image" Target="../media/image211.wmf"/><Relationship Id="rId19" Type="http://schemas.openxmlformats.org/officeDocument/2006/relationships/oleObject" Target="../embeddings/oleObject310.bin"/><Relationship Id="rId18" Type="http://schemas.openxmlformats.org/officeDocument/2006/relationships/image" Target="../media/image221.wmf"/><Relationship Id="rId17" Type="http://schemas.openxmlformats.org/officeDocument/2006/relationships/oleObject" Target="../embeddings/oleObject309.bin"/><Relationship Id="rId16" Type="http://schemas.openxmlformats.org/officeDocument/2006/relationships/image" Target="../media/image220.wmf"/><Relationship Id="rId15" Type="http://schemas.openxmlformats.org/officeDocument/2006/relationships/oleObject" Target="../embeddings/oleObject308.bin"/><Relationship Id="rId14" Type="http://schemas.openxmlformats.org/officeDocument/2006/relationships/image" Target="../media/image219.wmf"/><Relationship Id="rId13" Type="http://schemas.openxmlformats.org/officeDocument/2006/relationships/oleObject" Target="../embeddings/oleObject307.bin"/><Relationship Id="rId12" Type="http://schemas.openxmlformats.org/officeDocument/2006/relationships/image" Target="../media/image218.wmf"/><Relationship Id="rId11" Type="http://schemas.openxmlformats.org/officeDocument/2006/relationships/oleObject" Target="../embeddings/oleObject306.bin"/><Relationship Id="rId10" Type="http://schemas.openxmlformats.org/officeDocument/2006/relationships/image" Target="../media/image217.wmf"/><Relationship Id="rId1" Type="http://schemas.openxmlformats.org/officeDocument/2006/relationships/oleObject" Target="../embeddings/oleObject301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9.bin"/><Relationship Id="rId8" Type="http://schemas.openxmlformats.org/officeDocument/2006/relationships/image" Target="../media/image227.wmf"/><Relationship Id="rId7" Type="http://schemas.openxmlformats.org/officeDocument/2006/relationships/oleObject" Target="../embeddings/oleObject318.bin"/><Relationship Id="rId6" Type="http://schemas.openxmlformats.org/officeDocument/2006/relationships/image" Target="../media/image226.wmf"/><Relationship Id="rId5" Type="http://schemas.openxmlformats.org/officeDocument/2006/relationships/oleObject" Target="../embeddings/oleObject317.bin"/><Relationship Id="rId46" Type="http://schemas.openxmlformats.org/officeDocument/2006/relationships/vmlDrawing" Target="../drawings/vmlDrawing28.vml"/><Relationship Id="rId45" Type="http://schemas.openxmlformats.org/officeDocument/2006/relationships/slideLayout" Target="../slideLayouts/slideLayout4.xml"/><Relationship Id="rId44" Type="http://schemas.openxmlformats.org/officeDocument/2006/relationships/tags" Target="../tags/tag96.xml"/><Relationship Id="rId43" Type="http://schemas.openxmlformats.org/officeDocument/2006/relationships/customXml" Target="../ink/ink8.xml"/><Relationship Id="rId42" Type="http://schemas.openxmlformats.org/officeDocument/2006/relationships/customXml" Target="../ink/ink7.xml"/><Relationship Id="rId41" Type="http://schemas.openxmlformats.org/officeDocument/2006/relationships/customXml" Target="../ink/ink6.xml"/><Relationship Id="rId40" Type="http://schemas.openxmlformats.org/officeDocument/2006/relationships/customXml" Target="../ink/ink5.xml"/><Relationship Id="rId4" Type="http://schemas.openxmlformats.org/officeDocument/2006/relationships/image" Target="../media/image211.wmf"/><Relationship Id="rId39" Type="http://schemas.openxmlformats.org/officeDocument/2006/relationships/image" Target="../media/image3.png"/><Relationship Id="rId38" Type="http://schemas.openxmlformats.org/officeDocument/2006/relationships/customXml" Target="../ink/ink4.xml"/><Relationship Id="rId37" Type="http://schemas.openxmlformats.org/officeDocument/2006/relationships/image" Target="../media/image241.png"/><Relationship Id="rId36" Type="http://schemas.openxmlformats.org/officeDocument/2006/relationships/customXml" Target="../ink/ink3.xml"/><Relationship Id="rId35" Type="http://schemas.openxmlformats.org/officeDocument/2006/relationships/image" Target="../media/image240.wmf"/><Relationship Id="rId34" Type="http://schemas.openxmlformats.org/officeDocument/2006/relationships/oleObject" Target="../embeddings/oleObject332.bin"/><Relationship Id="rId33" Type="http://schemas.openxmlformats.org/officeDocument/2006/relationships/oleObject" Target="../embeddings/oleObject331.bin"/><Relationship Id="rId32" Type="http://schemas.openxmlformats.org/officeDocument/2006/relationships/image" Target="../media/image239.wmf"/><Relationship Id="rId31" Type="http://schemas.openxmlformats.org/officeDocument/2006/relationships/oleObject" Target="../embeddings/oleObject330.bin"/><Relationship Id="rId30" Type="http://schemas.openxmlformats.org/officeDocument/2006/relationships/image" Target="../media/image238.wmf"/><Relationship Id="rId3" Type="http://schemas.openxmlformats.org/officeDocument/2006/relationships/oleObject" Target="../embeddings/oleObject316.bin"/><Relationship Id="rId29" Type="http://schemas.openxmlformats.org/officeDocument/2006/relationships/oleObject" Target="../embeddings/oleObject329.bin"/><Relationship Id="rId28" Type="http://schemas.openxmlformats.org/officeDocument/2006/relationships/image" Target="../media/image237.wmf"/><Relationship Id="rId27" Type="http://schemas.openxmlformats.org/officeDocument/2006/relationships/oleObject" Target="../embeddings/oleObject328.bin"/><Relationship Id="rId26" Type="http://schemas.openxmlformats.org/officeDocument/2006/relationships/image" Target="../media/image236.wmf"/><Relationship Id="rId25" Type="http://schemas.openxmlformats.org/officeDocument/2006/relationships/oleObject" Target="../embeddings/oleObject327.bin"/><Relationship Id="rId24" Type="http://schemas.openxmlformats.org/officeDocument/2006/relationships/image" Target="../media/image235.wmf"/><Relationship Id="rId23" Type="http://schemas.openxmlformats.org/officeDocument/2006/relationships/oleObject" Target="../embeddings/oleObject326.bin"/><Relationship Id="rId22" Type="http://schemas.openxmlformats.org/officeDocument/2006/relationships/image" Target="../media/image234.wmf"/><Relationship Id="rId21" Type="http://schemas.openxmlformats.org/officeDocument/2006/relationships/oleObject" Target="../embeddings/oleObject325.bin"/><Relationship Id="rId20" Type="http://schemas.openxmlformats.org/officeDocument/2006/relationships/image" Target="../media/image233.wmf"/><Relationship Id="rId2" Type="http://schemas.openxmlformats.org/officeDocument/2006/relationships/image" Target="../media/image225.wmf"/><Relationship Id="rId19" Type="http://schemas.openxmlformats.org/officeDocument/2006/relationships/oleObject" Target="../embeddings/oleObject324.bin"/><Relationship Id="rId18" Type="http://schemas.openxmlformats.org/officeDocument/2006/relationships/image" Target="../media/image232.wmf"/><Relationship Id="rId17" Type="http://schemas.openxmlformats.org/officeDocument/2006/relationships/oleObject" Target="../embeddings/oleObject323.bin"/><Relationship Id="rId16" Type="http://schemas.openxmlformats.org/officeDocument/2006/relationships/image" Target="../media/image231.wmf"/><Relationship Id="rId15" Type="http://schemas.openxmlformats.org/officeDocument/2006/relationships/oleObject" Target="../embeddings/oleObject322.bin"/><Relationship Id="rId14" Type="http://schemas.openxmlformats.org/officeDocument/2006/relationships/image" Target="../media/image230.wmf"/><Relationship Id="rId13" Type="http://schemas.openxmlformats.org/officeDocument/2006/relationships/oleObject" Target="../embeddings/oleObject321.bin"/><Relationship Id="rId12" Type="http://schemas.openxmlformats.org/officeDocument/2006/relationships/image" Target="../media/image229.wmf"/><Relationship Id="rId11" Type="http://schemas.openxmlformats.org/officeDocument/2006/relationships/oleObject" Target="../embeddings/oleObject320.bin"/><Relationship Id="rId10" Type="http://schemas.openxmlformats.org/officeDocument/2006/relationships/image" Target="../media/image228.wmf"/><Relationship Id="rId1" Type="http://schemas.openxmlformats.org/officeDocument/2006/relationships/oleObject" Target="../embeddings/oleObject315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8.bin"/><Relationship Id="rId8" Type="http://schemas.openxmlformats.org/officeDocument/2006/relationships/oleObject" Target="../embeddings/oleObject337.bin"/><Relationship Id="rId7" Type="http://schemas.openxmlformats.org/officeDocument/2006/relationships/oleObject" Target="../embeddings/oleObject336.bin"/><Relationship Id="rId6" Type="http://schemas.openxmlformats.org/officeDocument/2006/relationships/image" Target="../media/image244.wmf"/><Relationship Id="rId5" Type="http://schemas.openxmlformats.org/officeDocument/2006/relationships/oleObject" Target="../embeddings/oleObject335.bin"/><Relationship Id="rId4" Type="http://schemas.openxmlformats.org/officeDocument/2006/relationships/image" Target="../media/image243.wmf"/><Relationship Id="rId3" Type="http://schemas.openxmlformats.org/officeDocument/2006/relationships/oleObject" Target="../embeddings/oleObject334.bin"/><Relationship Id="rId2" Type="http://schemas.openxmlformats.org/officeDocument/2006/relationships/image" Target="../media/image242.wmf"/><Relationship Id="rId17" Type="http://schemas.openxmlformats.org/officeDocument/2006/relationships/vmlDrawing" Target="../drawings/vmlDrawing29.vml"/><Relationship Id="rId16" Type="http://schemas.openxmlformats.org/officeDocument/2006/relationships/slideLayout" Target="../slideLayouts/slideLayout4.xml"/><Relationship Id="rId15" Type="http://schemas.openxmlformats.org/officeDocument/2006/relationships/tags" Target="../tags/tag97.xml"/><Relationship Id="rId14" Type="http://schemas.openxmlformats.org/officeDocument/2006/relationships/image" Target="../media/image224.wmf"/><Relationship Id="rId13" Type="http://schemas.openxmlformats.org/officeDocument/2006/relationships/oleObject" Target="../embeddings/oleObject340.bin"/><Relationship Id="rId12" Type="http://schemas.openxmlformats.org/officeDocument/2006/relationships/image" Target="../media/image211.wmf"/><Relationship Id="rId11" Type="http://schemas.openxmlformats.org/officeDocument/2006/relationships/oleObject" Target="../embeddings/oleObject339.bin"/><Relationship Id="rId10" Type="http://schemas.openxmlformats.org/officeDocument/2006/relationships/image" Target="../media/image245.wmf"/><Relationship Id="rId1" Type="http://schemas.openxmlformats.org/officeDocument/2006/relationships/oleObject" Target="../embeddings/oleObject333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4.bin"/><Relationship Id="rId8" Type="http://schemas.openxmlformats.org/officeDocument/2006/relationships/image" Target="../media/image250.wmf"/><Relationship Id="rId7" Type="http://schemas.openxmlformats.org/officeDocument/2006/relationships/oleObject" Target="../embeddings/oleObject343.bin"/><Relationship Id="rId6" Type="http://schemas.openxmlformats.org/officeDocument/2006/relationships/image" Target="../media/image249.wmf"/><Relationship Id="rId5" Type="http://schemas.openxmlformats.org/officeDocument/2006/relationships/oleObject" Target="../embeddings/oleObject342.bin"/><Relationship Id="rId4" Type="http://schemas.openxmlformats.org/officeDocument/2006/relationships/image" Target="../media/image248.svg"/><Relationship Id="rId3" Type="http://schemas.openxmlformats.org/officeDocument/2006/relationships/image" Target="../media/image247.png"/><Relationship Id="rId26" Type="http://schemas.openxmlformats.org/officeDocument/2006/relationships/vmlDrawing" Target="../drawings/vmlDrawing30.vml"/><Relationship Id="rId25" Type="http://schemas.openxmlformats.org/officeDocument/2006/relationships/slideLayout" Target="../slideLayouts/slideLayout3.xml"/><Relationship Id="rId24" Type="http://schemas.openxmlformats.org/officeDocument/2006/relationships/tags" Target="../tags/tag98.xml"/><Relationship Id="rId23" Type="http://schemas.openxmlformats.org/officeDocument/2006/relationships/image" Target="../media/image255.png"/><Relationship Id="rId22" Type="http://schemas.openxmlformats.org/officeDocument/2006/relationships/customXml" Target="../ink/ink13.xml"/><Relationship Id="rId21" Type="http://schemas.openxmlformats.org/officeDocument/2006/relationships/image" Target="../media/image254.png"/><Relationship Id="rId20" Type="http://schemas.openxmlformats.org/officeDocument/2006/relationships/customXml" Target="../ink/ink12.xml"/><Relationship Id="rId2" Type="http://schemas.openxmlformats.org/officeDocument/2006/relationships/image" Target="../media/image246.wmf"/><Relationship Id="rId19" Type="http://schemas.openxmlformats.org/officeDocument/2006/relationships/customXml" Target="../ink/ink11.xml"/><Relationship Id="rId18" Type="http://schemas.openxmlformats.org/officeDocument/2006/relationships/image" Target="../media/image3.png"/><Relationship Id="rId17" Type="http://schemas.openxmlformats.org/officeDocument/2006/relationships/customXml" Target="../ink/ink10.xml"/><Relationship Id="rId16" Type="http://schemas.openxmlformats.org/officeDocument/2006/relationships/image" Target="../media/image241.png"/><Relationship Id="rId15" Type="http://schemas.openxmlformats.org/officeDocument/2006/relationships/customXml" Target="../ink/ink9.xml"/><Relationship Id="rId14" Type="http://schemas.openxmlformats.org/officeDocument/2006/relationships/image" Target="../media/image253.wmf"/><Relationship Id="rId13" Type="http://schemas.openxmlformats.org/officeDocument/2006/relationships/oleObject" Target="../embeddings/oleObject346.bin"/><Relationship Id="rId12" Type="http://schemas.openxmlformats.org/officeDocument/2006/relationships/image" Target="../media/image252.wmf"/><Relationship Id="rId11" Type="http://schemas.openxmlformats.org/officeDocument/2006/relationships/oleObject" Target="../embeddings/oleObject345.bin"/><Relationship Id="rId10" Type="http://schemas.openxmlformats.org/officeDocument/2006/relationships/image" Target="../media/image251.wmf"/><Relationship Id="rId1" Type="http://schemas.openxmlformats.org/officeDocument/2006/relationships/oleObject" Target="../embeddings/oleObject341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8"/>
          <p:cNvSpPr txBox="1"/>
          <p:nvPr/>
        </p:nvSpPr>
        <p:spPr>
          <a:xfrm>
            <a:off x="3862344" y="4920178"/>
            <a:ext cx="24771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</a:t>
            </a:r>
            <a:r>
              <a:rPr lang="zh-CN" altLang="en-US" sz="3200" dirty="0" smtClean="0">
                <a:latin typeface="+mn-ea"/>
              </a:rPr>
              <a:t>扩充复平面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76550" y="162560"/>
            <a:ext cx="66598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第一章</a:t>
            </a:r>
            <a:r>
              <a:rPr lang="en-US" altLang="zh-CN" sz="40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复数与复变函数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664414" y="5113694"/>
          <a:ext cx="127000" cy="228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3048000" imgH="4572000" progId="Equation.DSMT4">
                  <p:embed/>
                </p:oleObj>
              </mc:Choice>
              <mc:Fallback>
                <p:oleObj name="Equation" r:id="rId1" imgW="3048000" imgH="45720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64414" y="5113694"/>
                        <a:ext cx="127000" cy="2280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3803282" y="2092003"/>
            <a:ext cx="1544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复  数</a:t>
            </a:r>
            <a:endParaRPr lang="zh-CN" altLang="en-US" sz="3200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17796" y="3899089"/>
            <a:ext cx="498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复平面点集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4318542" y="3021483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复数的运算及几何表示</a:t>
            </a:r>
            <a:endParaRPr lang="zh-CN" altLang="en-US" sz="2800" dirty="0">
              <a:latin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12886055" y="6006465"/>
              <a:ext cx="21590" cy="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12886055" y="6006465"/>
                <a:ext cx="21590" cy="360"/>
              </a:xfrm>
              <a:prstGeom prst="rect"/>
            </p:spPr>
          </p:pic>
        </mc:Fallback>
      </mc:AlternateContent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7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307080" y="330835"/>
            <a:ext cx="6106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复数与复变函数知识要点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792051" y="4427318"/>
          <a:ext cx="127000" cy="22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3048000" imgH="4572000" progId="Equation.DSMT4">
                  <p:embed/>
                </p:oleObj>
              </mc:Choice>
              <mc:Fallback>
                <p:oleObj name="Equation" r:id="rId1" imgW="3048000" imgH="45720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92051" y="4427318"/>
                        <a:ext cx="127000" cy="2279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2792051" y="1660683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本章知识要点</a:t>
            </a:r>
            <a:endParaRPr lang="zh-CN" altLang="en-US" sz="3200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87631" y="3505298"/>
            <a:ext cx="4980880" cy="58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+mn-ea"/>
              </a:rPr>
              <a:t>复数的运算（乘方与开方）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2987631" y="2583278"/>
            <a:ext cx="61950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+mn-ea"/>
              </a:rPr>
              <a:t>复数</a:t>
            </a:r>
            <a:r>
              <a:rPr lang="zh-CN" altLang="en-US" sz="3200" dirty="0" smtClean="0">
                <a:latin typeface="+mn-ea"/>
              </a:rPr>
              <a:t>的模</a:t>
            </a:r>
            <a:r>
              <a:rPr lang="zh-CN" altLang="en-US" sz="3200" dirty="0" smtClean="0">
                <a:latin typeface="+mn-ea"/>
              </a:rPr>
              <a:t>与辐角以及复数的表示</a:t>
            </a:r>
            <a:endParaRPr lang="zh-CN" altLang="en-US" sz="3200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87631" y="4427318"/>
            <a:ext cx="25374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+mn-ea"/>
              </a:rPr>
              <a:t>复平面</a:t>
            </a:r>
            <a:r>
              <a:rPr lang="zh-CN" altLang="en-US" sz="3200" dirty="0" smtClean="0">
                <a:latin typeface="+mn-ea"/>
              </a:rPr>
              <a:t>点集</a:t>
            </a:r>
            <a:endParaRPr lang="zh-CN" altLang="en-US" sz="3200" dirty="0" smtClean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58456" y="175794"/>
            <a:ext cx="55159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第一节</a:t>
            </a:r>
            <a:r>
              <a:rPr lang="en-US" altLang="zh-CN" sz="40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复</a:t>
            </a:r>
            <a:r>
              <a:rPr lang="en-US" altLang="zh-CN" sz="40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数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58454" y="1814022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一、复数的基本概念</a:t>
            </a:r>
            <a:endParaRPr lang="zh-CN" altLang="en-US" sz="3200" dirty="0">
              <a:latin typeface="+mn-ea"/>
            </a:endParaRPr>
          </a:p>
        </p:txBody>
      </p:sp>
      <p:sp>
        <p:nvSpPr>
          <p:cNvPr id="4" name="文本框 6"/>
          <p:cNvSpPr txBox="1"/>
          <p:nvPr/>
        </p:nvSpPr>
        <p:spPr>
          <a:xfrm>
            <a:off x="3258454" y="2804562"/>
            <a:ext cx="5502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二、复平面、复数的模与辐角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" name="文本框 8"/>
          <p:cNvSpPr txBox="1"/>
          <p:nvPr/>
        </p:nvSpPr>
        <p:spPr>
          <a:xfrm>
            <a:off x="3258454" y="3773531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三、共轭复数</a:t>
            </a:r>
            <a:endParaRPr lang="zh-CN" altLang="en-US" sz="3200" dirty="0">
              <a:latin typeface="+mn-ea"/>
            </a:endParaRPr>
          </a:p>
        </p:txBody>
      </p:sp>
      <p:sp>
        <p:nvSpPr>
          <p:cNvPr id="6" name="文本框 10"/>
          <p:cNvSpPr txBox="1"/>
          <p:nvPr/>
        </p:nvSpPr>
        <p:spPr>
          <a:xfrm>
            <a:off x="3258454" y="4759202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四、复数的乘除、乘方以及开方</a:t>
            </a:r>
            <a:endParaRPr lang="zh-CN" altLang="en-US" sz="3200" dirty="0">
              <a:latin typeface="+mn-ea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3258454" y="577848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五、</a:t>
            </a:r>
            <a:r>
              <a:rPr lang="zh-CN" altLang="en-US" sz="3200" dirty="0" smtClean="0">
                <a:latin typeface="+mn-ea"/>
              </a:rPr>
              <a:t>扩充复平面</a:t>
            </a:r>
            <a:endParaRPr lang="zh-CN" altLang="en-US" sz="3200" dirty="0" smtClean="0"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5244616" y="1643135"/>
          <a:ext cx="1505717" cy="670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13106400" imgH="4876800" progId="Equation.DSMT4">
                  <p:embed/>
                </p:oleObj>
              </mc:Choice>
              <mc:Fallback>
                <p:oleObj name="Equation" r:id="rId1" imgW="13106400" imgH="4876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44616" y="1643135"/>
                        <a:ext cx="1505717" cy="6705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3810722" y="121605"/>
            <a:ext cx="475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一、复数的基本概念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7266" y="722594"/>
            <a:ext cx="1670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、复数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021604" y="1651365"/>
          <a:ext cx="1121822" cy="628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9753600" imgH="4572000" progId="Equation.DSMT4">
                  <p:embed/>
                </p:oleObj>
              </mc:Choice>
              <mc:Fallback>
                <p:oleObj name="Equation" r:id="rId3" imgW="9753600" imgH="45720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21604" y="1651365"/>
                        <a:ext cx="1121822" cy="62844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4502926" y="2425909"/>
          <a:ext cx="1570731" cy="65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14020800" imgH="4876800" progId="Equation.DSMT4">
                  <p:embed/>
                </p:oleObj>
              </mc:Choice>
              <mc:Fallback>
                <p:oleObj name="Equation" r:id="rId5" imgW="14020800" imgH="48768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02926" y="2425909"/>
                        <a:ext cx="1570731" cy="6543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6605684" y="2372100"/>
          <a:ext cx="1570731" cy="65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14020800" imgH="4876800" progId="Equation.DSMT4">
                  <p:embed/>
                </p:oleObj>
              </mc:Choice>
              <mc:Fallback>
                <p:oleObj name="Equation" r:id="rId7" imgW="14020800" imgH="48768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05684" y="2372100"/>
                        <a:ext cx="1570731" cy="6543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2"/>
          <p:cNvSpPr txBox="1"/>
          <p:nvPr/>
        </p:nvSpPr>
        <p:spPr>
          <a:xfrm>
            <a:off x="6807787" y="1634770"/>
            <a:ext cx="2350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 smtClean="0">
                <a:latin typeface="+mn-ea"/>
              </a:rPr>
              <a:t>是虚单位，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2575742" y="2348637"/>
          <a:ext cx="1229389" cy="65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10972800" imgH="4876800" progId="Equation.DSMT4">
                  <p:embed/>
                </p:oleObj>
              </mc:Choice>
              <mc:Fallback>
                <p:oleObj name="Equation" r:id="rId9" imgW="10972800" imgH="48768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75742" y="2348637"/>
                        <a:ext cx="1229389" cy="6543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"/>
          <p:cNvSpPr txBox="1"/>
          <p:nvPr/>
        </p:nvSpPr>
        <p:spPr>
          <a:xfrm>
            <a:off x="1810297" y="3124893"/>
            <a:ext cx="34227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z=</a:t>
            </a:r>
            <a:r>
              <a:rPr lang="en-US" altLang="zh-CN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iy</a:t>
            </a:r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称为纯虚数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2052346" y="4534299"/>
          <a:ext cx="5172129" cy="780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36880800" imgH="5486400" progId="Equation.DSMT4">
                  <p:embed/>
                </p:oleObj>
              </mc:Choice>
              <mc:Fallback>
                <p:oleObj name="Equation" r:id="rId11" imgW="36880800" imgH="54864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52346" y="4534299"/>
                        <a:ext cx="5172129" cy="7806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7264997" y="4566481"/>
          <a:ext cx="1197171" cy="78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13" imgW="8534400" imgH="5486400" progId="Equation.DSMT4">
                  <p:embed/>
                </p:oleObj>
              </mc:Choice>
              <mc:Fallback>
                <p:oleObj name="Equation" r:id="rId13" imgW="8534400" imgH="54864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64997" y="4566481"/>
                        <a:ext cx="1197171" cy="781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左右箭头 13"/>
          <p:cNvSpPr/>
          <p:nvPr/>
        </p:nvSpPr>
        <p:spPr>
          <a:xfrm>
            <a:off x="8568472" y="4822952"/>
            <a:ext cx="798285" cy="24322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7658" name="Object 10"/>
          <p:cNvGraphicFramePr>
            <a:graphicFrameLocks noChangeAspect="1"/>
          </p:cNvGraphicFramePr>
          <p:nvPr/>
        </p:nvGraphicFramePr>
        <p:xfrm>
          <a:off x="9488766" y="3992824"/>
          <a:ext cx="1582348" cy="1648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15" imgW="11277600" imgH="11582400" progId="Equation.DSMT4">
                  <p:embed/>
                </p:oleObj>
              </mc:Choice>
              <mc:Fallback>
                <p:oleObj name="Equation" r:id="rId15" imgW="11277600" imgH="11582400" progId="Equation.DSMT4">
                  <p:embed/>
                  <p:pic>
                    <p:nvPicPr>
                      <p:cNvPr id="0" name="图片 30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488766" y="3992824"/>
                        <a:ext cx="1582348" cy="16489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2561603" y="6772298"/>
            <a:ext cx="3608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、复数集用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200" dirty="0" smtClean="0">
                <a:latin typeface="+mn-ea"/>
              </a:rPr>
              <a:t>表示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6327134" y="6779595"/>
            <a:ext cx="3722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2</a:t>
            </a:r>
            <a:r>
              <a:rPr lang="zh-CN" altLang="en-US" sz="3200" dirty="0" smtClean="0">
                <a:latin typeface="+mn-ea"/>
              </a:rPr>
              <a:t>、复数无大小之分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3215125" y="1742691"/>
          <a:ext cx="666838" cy="418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17" imgW="5791200" imgH="3048000" progId="Equation.DSMT4">
                  <p:embed/>
                </p:oleObj>
              </mc:Choice>
              <mc:Fallback>
                <p:oleObj name="Equation" r:id="rId17" imgW="5791200" imgH="30480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15125" y="1742691"/>
                        <a:ext cx="666838" cy="4180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2"/>
          <p:cNvSpPr txBox="1"/>
          <p:nvPr/>
        </p:nvSpPr>
        <p:spPr>
          <a:xfrm>
            <a:off x="1810297" y="1596888"/>
            <a:ext cx="12811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复数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1810297" y="3981450"/>
            <a:ext cx="2512060" cy="58991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两复数相等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2" name="七角星 21"/>
          <p:cNvSpPr/>
          <p:nvPr/>
        </p:nvSpPr>
        <p:spPr>
          <a:xfrm>
            <a:off x="1229274" y="6437901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5" name="文本框 2"/>
          <p:cNvSpPr txBox="1"/>
          <p:nvPr>
            <p:custDataLst>
              <p:tags r:id="rId19"/>
            </p:custDataLst>
          </p:nvPr>
        </p:nvSpPr>
        <p:spPr>
          <a:xfrm>
            <a:off x="1810297" y="5485130"/>
            <a:ext cx="2512060" cy="58991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</a:t>
            </a:r>
            <a:r>
              <a:rPr lang="zh-CN" altLang="en-US" sz="3200" dirty="0" smtClean="0">
                <a:latin typeface="+mn-ea"/>
              </a:rPr>
              <a:t>共轭复数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4237990" y="5485130"/>
          <a:ext cx="995045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21" imgW="381000" imgH="190500" progId="Equation.DSMT4">
                  <p:embed/>
                </p:oleObj>
              </mc:Choice>
              <mc:Fallback>
                <p:oleObj name="Equation" r:id="rId21" imgW="381000" imgH="1905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37990" y="5485130"/>
                        <a:ext cx="995045" cy="610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6217920" y="5485130"/>
          <a:ext cx="998855" cy="613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24" imgW="381000" imgH="190500" progId="Equation.DSMT4">
                  <p:embed/>
                </p:oleObj>
              </mc:Choice>
              <mc:Fallback>
                <p:oleObj name="Equation" r:id="rId24" imgW="381000" imgH="1905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217920" y="5485130"/>
                        <a:ext cx="998855" cy="6134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>
            <p:custDataLst>
              <p:tags r:id="rId26"/>
            </p:custDataLst>
          </p:nvPr>
        </p:nvSpPr>
        <p:spPr>
          <a:xfrm>
            <a:off x="5182870" y="5515610"/>
            <a:ext cx="998220" cy="58991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 smtClean="0">
                <a:latin typeface="+mn-ea"/>
              </a:rPr>
              <a:t>称为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13" name="文本框 2"/>
          <p:cNvSpPr txBox="1"/>
          <p:nvPr>
            <p:custDataLst>
              <p:tags r:id="rId27"/>
            </p:custDataLst>
          </p:nvPr>
        </p:nvSpPr>
        <p:spPr>
          <a:xfrm>
            <a:off x="7253605" y="5515610"/>
            <a:ext cx="998220" cy="589915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 smtClean="0">
                <a:latin typeface="+mn-ea"/>
              </a:rPr>
              <a:t>的</a:t>
            </a:r>
            <a:r>
              <a:rPr lang="zh-CN" altLang="en-US" sz="3200" dirty="0" smtClean="0">
                <a:latin typeface="+mn-ea"/>
              </a:rPr>
              <a:t>共轭复数</a:t>
            </a:r>
            <a:endParaRPr lang="zh-CN" altLang="en-US" sz="3200" dirty="0" smtClean="0">
              <a:latin typeface="+mn-ea"/>
            </a:endParaRPr>
          </a:p>
        </p:txBody>
      </p:sp>
    </p:spTree>
    <p:custDataLst>
      <p:tags r:id="rId2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 bldLvl="0" animBg="1"/>
      <p:bldP spid="3" grpId="0"/>
      <p:bldP spid="20" grpId="0"/>
      <p:bldP spid="11" grpId="0"/>
      <p:bldP spid="21" grpId="0"/>
      <p:bldP spid="22" grpId="0" bldLvl="0" animBg="1"/>
      <p:bldP spid="17" grpId="0"/>
      <p:bldP spid="19" grpId="0"/>
      <p:bldP spid="5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730712" y="-315"/>
            <a:ext cx="475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一、复数的基本概念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24949" y="1147920"/>
            <a:ext cx="3722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2</a:t>
            </a:r>
            <a:r>
              <a:rPr lang="zh-CN" altLang="en-US" sz="3200" dirty="0" smtClean="0">
                <a:latin typeface="+mn-ea"/>
              </a:rPr>
              <a:t>、复数的四则运算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3165334" y="1955121"/>
          <a:ext cx="4424888" cy="717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40538400" imgH="5486400" progId="Equation.DSMT4">
                  <p:embed/>
                </p:oleObj>
              </mc:Choice>
              <mc:Fallback>
                <p:oleObj name="Equation" r:id="rId1" imgW="40538400" imgH="54864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65334" y="1955121"/>
                        <a:ext cx="4424888" cy="71762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3288754" y="2769555"/>
          <a:ext cx="1473201" cy="739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3106400" imgH="5486400" progId="Equation.DSMT4">
                  <p:embed/>
                </p:oleObj>
              </mc:Choice>
              <mc:Fallback>
                <p:oleObj name="Equation" r:id="rId3" imgW="13106400" imgH="54864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8754" y="2769555"/>
                        <a:ext cx="1473201" cy="739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3272567" y="3616001"/>
          <a:ext cx="1360357" cy="770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11582400" imgH="5486400" progId="Equation.DSMT4">
                  <p:embed/>
                </p:oleObj>
              </mc:Choice>
              <mc:Fallback>
                <p:oleObj name="Equation" r:id="rId5" imgW="11582400" imgH="54864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2567" y="3616001"/>
                        <a:ext cx="1360357" cy="7709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1"/>
          <p:cNvGraphicFramePr>
            <a:graphicFrameLocks noChangeAspect="1"/>
          </p:cNvGraphicFramePr>
          <p:nvPr/>
        </p:nvGraphicFramePr>
        <p:xfrm>
          <a:off x="4716078" y="4636339"/>
          <a:ext cx="2066241" cy="1404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14935200" imgH="10363200" progId="Equation.DSMT4">
                  <p:embed/>
                </p:oleObj>
              </mc:Choice>
              <mc:Fallback>
                <p:oleObj name="Equation" r:id="rId7" imgW="14935200" imgH="103632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16078" y="4636339"/>
                        <a:ext cx="2066241" cy="14041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12"/>
          <p:cNvGraphicFramePr>
            <a:graphicFrameLocks noChangeAspect="1"/>
          </p:cNvGraphicFramePr>
          <p:nvPr/>
        </p:nvGraphicFramePr>
        <p:xfrm>
          <a:off x="6359848" y="6176630"/>
          <a:ext cx="4881880" cy="1404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40538400" imgH="10363200" progId="Equation.DSMT4">
                  <p:embed/>
                </p:oleObj>
              </mc:Choice>
              <mc:Fallback>
                <p:oleObj name="Equation" r:id="rId9" imgW="40538400" imgH="103632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59848" y="6176630"/>
                        <a:ext cx="4881880" cy="14042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13"/>
          <p:cNvGraphicFramePr>
            <a:graphicFrameLocks noChangeAspect="1"/>
          </p:cNvGraphicFramePr>
          <p:nvPr/>
        </p:nvGraphicFramePr>
        <p:xfrm>
          <a:off x="5139631" y="2745383"/>
          <a:ext cx="3323041" cy="737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29565600" imgH="5486400" progId="Equation.DSMT4">
                  <p:embed/>
                </p:oleObj>
              </mc:Choice>
              <mc:Fallback>
                <p:oleObj name="Equation" r:id="rId11" imgW="29565600" imgH="54864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39631" y="2745383"/>
                        <a:ext cx="3323041" cy="73799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14"/>
          <p:cNvGraphicFramePr>
            <a:graphicFrameLocks noChangeAspect="1"/>
          </p:cNvGraphicFramePr>
          <p:nvPr/>
        </p:nvGraphicFramePr>
        <p:xfrm>
          <a:off x="4850803" y="3591851"/>
          <a:ext cx="4544203" cy="770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38709600" imgH="5486400" progId="Equation.DSMT4">
                  <p:embed/>
                </p:oleObj>
              </mc:Choice>
              <mc:Fallback>
                <p:oleObj name="Equation" r:id="rId13" imgW="38709600" imgH="54864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50803" y="3591851"/>
                        <a:ext cx="4544203" cy="7709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15"/>
          <p:cNvGraphicFramePr>
            <a:graphicFrameLocks noChangeAspect="1"/>
          </p:cNvGraphicFramePr>
          <p:nvPr/>
        </p:nvGraphicFramePr>
        <p:xfrm>
          <a:off x="2103401" y="4963061"/>
          <a:ext cx="1600994" cy="742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5" imgW="11582400" imgH="5486400" progId="Equation.DSMT4">
                  <p:embed/>
                </p:oleObj>
              </mc:Choice>
              <mc:Fallback>
                <p:oleObj name="Equation" r:id="rId15" imgW="11582400" imgH="54864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03401" y="4963061"/>
                        <a:ext cx="1600994" cy="74264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8" name="Object 16"/>
          <p:cNvGraphicFramePr>
            <a:graphicFrameLocks noChangeAspect="1"/>
          </p:cNvGraphicFramePr>
          <p:nvPr/>
        </p:nvGraphicFramePr>
        <p:xfrm>
          <a:off x="3650975" y="4605006"/>
          <a:ext cx="1053647" cy="1404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7620000" imgH="10363200" progId="Equation.DSMT4">
                  <p:embed/>
                </p:oleObj>
              </mc:Choice>
              <mc:Fallback>
                <p:oleObj name="Equation" r:id="rId17" imgW="7620000" imgH="103632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50975" y="4605006"/>
                        <a:ext cx="1053647" cy="140417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9" name="Object 17"/>
          <p:cNvGraphicFramePr>
            <a:graphicFrameLocks noChangeAspect="1"/>
          </p:cNvGraphicFramePr>
          <p:nvPr/>
        </p:nvGraphicFramePr>
        <p:xfrm>
          <a:off x="6707624" y="4619492"/>
          <a:ext cx="3834860" cy="1404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9" imgW="27736800" imgH="10363200" progId="Equation.DSMT4">
                  <p:embed/>
                </p:oleObj>
              </mc:Choice>
              <mc:Fallback>
                <p:oleObj name="Equation" r:id="rId19" imgW="27736800" imgH="103632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707624" y="4619492"/>
                        <a:ext cx="3834860" cy="14041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1894655" y="1633326"/>
            <a:ext cx="11073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1. </a:t>
            </a:r>
            <a:r>
              <a:rPr lang="en-US" altLang="zh-CN" sz="3200" dirty="0" smtClean="0">
                <a:latin typeface="+mn-ea"/>
              </a:rPr>
              <a:t>                               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3978452" y="219"/>
            <a:ext cx="475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一、复数的基本概念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3002280" y="1576705"/>
          <a:ext cx="356108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33832800" imgH="5486400" progId="Equation.DSMT4">
                  <p:embed/>
                </p:oleObj>
              </mc:Choice>
              <mc:Fallback>
                <p:oleObj name="Equation" r:id="rId1" imgW="33832800" imgH="54864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2280" y="1576705"/>
                        <a:ext cx="356108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7530626" y="1208305"/>
          <a:ext cx="2941951" cy="1444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25298400" imgH="10363200" progId="Equation.DSMT4">
                  <p:embed/>
                </p:oleObj>
              </mc:Choice>
              <mc:Fallback>
                <p:oleObj name="Equation" r:id="rId3" imgW="25298400" imgH="103632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30626" y="1208305"/>
                        <a:ext cx="2941951" cy="14447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6946862" y="1592350"/>
            <a:ext cx="1107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求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16245" y="2724256"/>
            <a:ext cx="110733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 smtClean="0">
                <a:latin typeface="+mn-ea"/>
              </a:rPr>
              <a:t>解：</a:t>
            </a:r>
            <a:r>
              <a:rPr lang="en-US" altLang="zh-CN" sz="3200" dirty="0" smtClean="0">
                <a:latin typeface="+mn-ea"/>
              </a:rPr>
              <a:t>                                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2896553" y="2724150"/>
          <a:ext cx="1322070" cy="741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5" imgW="495300" imgH="228600" progId="Equation.DSMT4">
                  <p:embed/>
                </p:oleObj>
              </mc:Choice>
              <mc:Fallback>
                <p:oleObj name="Equation" r:id="rId5" imgW="495300" imgH="2286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96553" y="2724150"/>
                        <a:ext cx="1322070" cy="7410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"/>
          <p:cNvGraphicFramePr>
            <a:graphicFrameLocks noChangeAspect="1"/>
          </p:cNvGraphicFramePr>
          <p:nvPr/>
        </p:nvGraphicFramePr>
        <p:xfrm>
          <a:off x="4387215" y="2806065"/>
          <a:ext cx="2549525" cy="652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7" imgW="965200" imgH="203200" progId="Equation.DSMT4">
                  <p:embed/>
                </p:oleObj>
              </mc:Choice>
              <mc:Fallback>
                <p:oleObj name="Equation" r:id="rId7" imgW="965200" imgH="2032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87215" y="2806065"/>
                        <a:ext cx="2549525" cy="652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"/>
          <p:cNvGraphicFramePr>
            <a:graphicFrameLocks noChangeAspect="1"/>
          </p:cNvGraphicFramePr>
          <p:nvPr/>
        </p:nvGraphicFramePr>
        <p:xfrm>
          <a:off x="7035800" y="2856548"/>
          <a:ext cx="1119505" cy="575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9" imgW="419100" imgH="177165" progId="Equation.DSMT4">
                  <p:embed/>
                </p:oleObj>
              </mc:Choice>
              <mc:Fallback>
                <p:oleObj name="Equation" r:id="rId9" imgW="419100" imgH="177165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35800" y="2856548"/>
                        <a:ext cx="1119505" cy="5753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/>
          <p:cNvGraphicFramePr>
            <a:graphicFrameLocks noChangeAspect="1"/>
          </p:cNvGraphicFramePr>
          <p:nvPr/>
        </p:nvGraphicFramePr>
        <p:xfrm>
          <a:off x="2698116" y="3733800"/>
          <a:ext cx="1288415" cy="741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1" imgW="482600" imgH="228600" progId="Equation.DSMT4">
                  <p:embed/>
                </p:oleObj>
              </mc:Choice>
              <mc:Fallback>
                <p:oleObj name="Equation" r:id="rId11" imgW="482600" imgH="2286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98116" y="3733800"/>
                        <a:ext cx="1288415" cy="7410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/>
        </p:nvGraphicFramePr>
        <p:xfrm>
          <a:off x="3986530" y="3813175"/>
          <a:ext cx="25463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3" imgW="990600" imgH="203200" progId="Equation.DSMT4">
                  <p:embed/>
                </p:oleObj>
              </mc:Choice>
              <mc:Fallback>
                <p:oleObj name="Equation" r:id="rId13" imgW="990600" imgH="2032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86530" y="3813175"/>
                        <a:ext cx="2546350" cy="574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/>
        </p:nvGraphicFramePr>
        <p:xfrm>
          <a:off x="6563995" y="3893185"/>
          <a:ext cx="3276600" cy="52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5" imgW="1397000" imgH="203200" progId="Equation.DSMT4">
                  <p:embed/>
                </p:oleObj>
              </mc:Choice>
              <mc:Fallback>
                <p:oleObj name="Equation" r:id="rId15" imgW="1397000" imgH="2032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63995" y="3893185"/>
                        <a:ext cx="3276600" cy="5245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/>
        </p:nvGraphicFramePr>
        <p:xfrm>
          <a:off x="9840278" y="3925888"/>
          <a:ext cx="1251585" cy="457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7" imgW="533400" imgH="177165" progId="Equation.DSMT4">
                  <p:embed/>
                </p:oleObj>
              </mc:Choice>
              <mc:Fallback>
                <p:oleObj name="Equation" r:id="rId17" imgW="533400" imgH="177165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840278" y="3925888"/>
                        <a:ext cx="1251585" cy="4578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"/>
          <p:cNvGraphicFramePr>
            <a:graphicFrameLocks noChangeAspect="1"/>
          </p:cNvGraphicFramePr>
          <p:nvPr/>
        </p:nvGraphicFramePr>
        <p:xfrm>
          <a:off x="2506028" y="4839335"/>
          <a:ext cx="210312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19" imgW="787400" imgH="431800" progId="Equation.DSMT4">
                  <p:embed/>
                </p:oleObj>
              </mc:Choice>
              <mc:Fallback>
                <p:oleObj name="Equation" r:id="rId19" imgW="787400" imgH="431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06028" y="4839335"/>
                        <a:ext cx="2103120" cy="1400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"/>
          <p:cNvGraphicFramePr>
            <a:graphicFrameLocks noChangeAspect="1"/>
          </p:cNvGraphicFramePr>
          <p:nvPr/>
        </p:nvGraphicFramePr>
        <p:xfrm>
          <a:off x="4609148" y="4839335"/>
          <a:ext cx="2955290" cy="123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21" imgW="1219200" imgH="419100" progId="Equation.DSMT4">
                  <p:embed/>
                </p:oleObj>
              </mc:Choice>
              <mc:Fallback>
                <p:oleObj name="Equation" r:id="rId21" imgW="1219200" imgH="4191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09148" y="4839335"/>
                        <a:ext cx="2955290" cy="1233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"/>
          <p:cNvGraphicFramePr>
            <a:graphicFrameLocks noChangeAspect="1"/>
          </p:cNvGraphicFramePr>
          <p:nvPr/>
        </p:nvGraphicFramePr>
        <p:xfrm>
          <a:off x="7564438" y="4959668"/>
          <a:ext cx="32004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23" imgW="1320165" imgH="393700" progId="Equation.DSMT4">
                  <p:embed/>
                </p:oleObj>
              </mc:Choice>
              <mc:Fallback>
                <p:oleObj name="Equation" r:id="rId23" imgW="1320165" imgH="3937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64438" y="4959668"/>
                        <a:ext cx="3200400" cy="1158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4" grpId="2"/>
      <p:bldP spid="13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676192" y="37049"/>
            <a:ext cx="475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一、复数的基本概念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812290" y="800100"/>
            <a:ext cx="7314565" cy="1267460"/>
            <a:chOff x="2854" y="1260"/>
            <a:chExt cx="11519" cy="1996"/>
          </a:xfrm>
        </p:grpSpPr>
        <p:sp>
          <p:nvSpPr>
            <p:cNvPr id="6" name="文本框 2"/>
            <p:cNvSpPr txBox="1"/>
            <p:nvPr/>
          </p:nvSpPr>
          <p:spPr>
            <a:xfrm>
              <a:off x="2854" y="1799"/>
              <a:ext cx="115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latin typeface="+mn-ea"/>
                </a:rPr>
                <a:t>例</a:t>
              </a:r>
              <a:r>
                <a:rPr lang="en-US" altLang="zh-CN" sz="3200" b="1" dirty="0" smtClean="0">
                  <a:latin typeface="+mn-ea"/>
                </a:rPr>
                <a:t>2</a:t>
              </a:r>
              <a:r>
                <a:rPr lang="en-US" altLang="zh-CN" sz="3200" dirty="0" smtClean="0">
                  <a:latin typeface="+mn-ea"/>
                </a:rPr>
                <a:t>. </a:t>
              </a:r>
              <a:r>
                <a:rPr lang="zh-CN" altLang="en-US" sz="3200" dirty="0" smtClean="0">
                  <a:latin typeface="+mn-ea"/>
                </a:rPr>
                <a:t>已知  </a:t>
              </a:r>
              <a:r>
                <a:rPr lang="en-US" altLang="zh-CN" sz="3200" dirty="0" smtClean="0">
                  <a:latin typeface="+mn-ea"/>
                </a:rPr>
                <a:t>                      </a:t>
              </a:r>
              <a:r>
                <a:rPr lang="zh-CN" altLang="en-US" sz="3200" dirty="0" smtClean="0">
                  <a:latin typeface="+mn-ea"/>
                </a:rPr>
                <a:t>求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7" name="Object 2"/>
            <p:cNvGraphicFramePr>
              <a:graphicFrameLocks noChangeAspect="1"/>
            </p:cNvGraphicFramePr>
            <p:nvPr/>
          </p:nvGraphicFramePr>
          <p:xfrm>
            <a:off x="5666" y="1260"/>
            <a:ext cx="4213" cy="19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" name="Equation" r:id="rId1" imgW="20726400" imgH="9448800" progId="Equation.DSMT4">
                    <p:embed/>
                  </p:oleObj>
                </mc:Choice>
                <mc:Fallback>
                  <p:oleObj name="Equation" r:id="rId1" imgW="20726400" imgH="94488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666" y="1260"/>
                          <a:ext cx="4213" cy="199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5" name="Object 5"/>
            <p:cNvGraphicFramePr>
              <a:graphicFrameLocks noChangeAspect="1"/>
            </p:cNvGraphicFramePr>
            <p:nvPr/>
          </p:nvGraphicFramePr>
          <p:xfrm>
            <a:off x="10837" y="1799"/>
            <a:ext cx="3157" cy="10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Equation" r:id="rId3" imgW="15544800" imgH="4876800" progId="Equation.DSMT4">
                    <p:embed/>
                  </p:oleObj>
                </mc:Choice>
                <mc:Fallback>
                  <p:oleObj name="Equation" r:id="rId3" imgW="15544800" imgH="4876800" progId="Equation.DSMT4">
                    <p:embed/>
                    <p:pic>
                      <p:nvPicPr>
                        <p:cNvPr id="0" name="图片 51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837" y="1799"/>
                          <a:ext cx="3157" cy="10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2"/>
          <p:cNvSpPr txBox="1"/>
          <p:nvPr/>
        </p:nvSpPr>
        <p:spPr>
          <a:xfrm>
            <a:off x="2137858" y="5128015"/>
            <a:ext cx="72298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、加法与乘法满足交换律、结合律、分配律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2159838" y="7028843"/>
            <a:ext cx="72298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3</a:t>
            </a:r>
            <a:r>
              <a:rPr lang="zh-CN" altLang="en-US" sz="2800" dirty="0" smtClean="0">
                <a:latin typeface="+mn-ea"/>
              </a:rPr>
              <a:t>、实数集中成立的恒等式在复数集中仍成立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4" name="七角星 13"/>
          <p:cNvSpPr/>
          <p:nvPr/>
        </p:nvSpPr>
        <p:spPr>
          <a:xfrm>
            <a:off x="586286" y="4761267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489835" y="2067560"/>
          <a:ext cx="6396355" cy="1199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2349500" imgH="419100" progId="Equation.DSMT4">
                  <p:embed/>
                </p:oleObj>
              </mc:Choice>
              <mc:Fallback>
                <p:oleObj name="Equation" r:id="rId5" imgW="2349500" imgH="4191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9835" y="2067560"/>
                        <a:ext cx="6396355" cy="11995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2"/>
          <p:cNvSpPr txBox="1"/>
          <p:nvPr/>
        </p:nvSpPr>
        <p:spPr>
          <a:xfrm>
            <a:off x="1812290" y="2067560"/>
            <a:ext cx="909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 smtClean="0">
                <a:latin typeface="+mn-ea"/>
              </a:rPr>
              <a:t>解：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2459038" y="3470593"/>
          <a:ext cx="1697355" cy="113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7" imgW="622300" imgH="393700" progId="Equation.DSMT4">
                  <p:embed/>
                </p:oleObj>
              </mc:Choice>
              <mc:Fallback>
                <p:oleObj name="Equation" r:id="rId7" imgW="622300" imgH="3937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59038" y="3470593"/>
                        <a:ext cx="1697355" cy="1134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圆角矩形标注 15"/>
          <p:cNvSpPr/>
          <p:nvPr/>
        </p:nvSpPr>
        <p:spPr>
          <a:xfrm>
            <a:off x="7889240" y="3470910"/>
            <a:ext cx="3710940" cy="1454150"/>
          </a:xfrm>
          <a:prstGeom prst="wedgeRoundRectCallout">
            <a:avLst>
              <a:gd name="adj1" fmla="val -90058"/>
              <a:gd name="adj2" fmla="val -11703"/>
              <a:gd name="adj3" fmla="val 16667"/>
            </a:avLst>
          </a:prstGeom>
          <a:gradFill>
            <a:gsLst>
              <a:gs pos="0">
                <a:srgbClr val="23607C"/>
              </a:gs>
              <a:gs pos="100000">
                <a:srgbClr val="0C364F"/>
              </a:gs>
            </a:gsLst>
            <a:lin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/>
              <a:t>易错点：复数的虚部不带虚单位</a:t>
            </a:r>
            <a:endParaRPr lang="zh-CN" altLang="en-US" sz="2400"/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4471353" y="3536633"/>
          <a:ext cx="1801495" cy="113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9" imgW="660400" imgH="393700" progId="Equation.DSMT4">
                  <p:embed/>
                </p:oleObj>
              </mc:Choice>
              <mc:Fallback>
                <p:oleObj name="Equation" r:id="rId9" imgW="660400" imgH="3937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71353" y="3536633"/>
                        <a:ext cx="1801495" cy="1134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"/>
          <p:cNvSpPr txBox="1"/>
          <p:nvPr/>
        </p:nvSpPr>
        <p:spPr>
          <a:xfrm>
            <a:off x="2159635" y="6075045"/>
            <a:ext cx="8220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dirty="0" smtClean="0">
                <a:latin typeface="+mn-ea"/>
              </a:rPr>
              <a:t>2</a:t>
            </a:r>
            <a:r>
              <a:rPr lang="zh-CN" altLang="en-US" sz="2800" dirty="0" smtClean="0">
                <a:latin typeface="+mn-ea"/>
              </a:rPr>
              <a:t>、定义了四则运算的复数集称为复数域，用</a:t>
            </a:r>
            <a:r>
              <a:rPr lang="en-US" altLang="zh-CN" sz="2800" dirty="0" smtClean="0">
                <a:latin typeface="+mn-ea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800" dirty="0" smtClean="0">
                <a:latin typeface="+mn-ea"/>
              </a:rPr>
              <a:t>表示</a:t>
            </a:r>
            <a:endParaRPr lang="zh-CN" altLang="en-US" sz="2800" dirty="0">
              <a:latin typeface="+mn-ea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 animBg="1"/>
      <p:bldP spid="14" grpId="0" animBg="1"/>
      <p:bldP spid="10" grpId="0"/>
      <p:bldP spid="12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1368425" y="868045"/>
            <a:ext cx="2177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、复平面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2731129" y="219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二、复平面、复数的模与辐角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1898105" y="1745185"/>
            <a:ext cx="3758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(1)</a:t>
            </a:r>
            <a:r>
              <a:rPr lang="zh-CN" altLang="en-US" sz="3200" dirty="0" smtClean="0">
                <a:latin typeface="+mn-ea"/>
              </a:rPr>
              <a:t>复数的几何表示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1776494" y="2622545"/>
          <a:ext cx="1579960" cy="60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14325600" imgH="4572000" progId="Equation.DSMT4">
                  <p:embed/>
                </p:oleObj>
              </mc:Choice>
              <mc:Fallback>
                <p:oleObj name="Equation" r:id="rId1" imgW="14325600" imgH="45720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76494" y="2622545"/>
                        <a:ext cx="1579960" cy="6042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箭头连接符 15"/>
          <p:cNvCxnSpPr/>
          <p:nvPr/>
        </p:nvCxnSpPr>
        <p:spPr>
          <a:xfrm>
            <a:off x="3411707" y="2967179"/>
            <a:ext cx="464457" cy="17374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7910307" y="2622545"/>
          <a:ext cx="1055354" cy="533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11582400" imgH="4876800" progId="Equation.DSMT4">
                  <p:embed/>
                </p:oleObj>
              </mc:Choice>
              <mc:Fallback>
                <p:oleObj name="Equation" r:id="rId3" imgW="11582400" imgH="48768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10307" y="2622545"/>
                        <a:ext cx="1055354" cy="5331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5555672" y="2622545"/>
            <a:ext cx="266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xoy</a:t>
            </a:r>
            <a:r>
              <a:rPr lang="zh-CN" altLang="en-US" sz="2800" dirty="0" smtClean="0">
                <a:latin typeface="+mn-ea"/>
              </a:rPr>
              <a:t>平面上的点</a:t>
            </a:r>
            <a:endParaRPr lang="zh-CN" altLang="en-US" sz="2800" dirty="0">
              <a:latin typeface="+mn-ea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9119219" y="2980331"/>
            <a:ext cx="500742" cy="8685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2"/>
          <p:cNvSpPr txBox="1"/>
          <p:nvPr/>
        </p:nvSpPr>
        <p:spPr>
          <a:xfrm>
            <a:off x="9641450" y="2622545"/>
            <a:ext cx="1124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向量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31752" name="Object 8"/>
          <p:cNvGraphicFramePr>
            <a:graphicFrameLocks noChangeAspect="1"/>
          </p:cNvGraphicFramePr>
          <p:nvPr/>
        </p:nvGraphicFramePr>
        <p:xfrm>
          <a:off x="10409941" y="2390054"/>
          <a:ext cx="606092" cy="800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6096000" imgH="6705600" progId="Equation.DSMT4">
                  <p:embed/>
                </p:oleObj>
              </mc:Choice>
              <mc:Fallback>
                <p:oleObj name="Equation" r:id="rId5" imgW="6096000" imgH="67056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09941" y="2390054"/>
                        <a:ext cx="606092" cy="8006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/>
          <p:cNvGrpSpPr/>
          <p:nvPr/>
        </p:nvGrpSpPr>
        <p:grpSpPr>
          <a:xfrm>
            <a:off x="4831261" y="3883754"/>
            <a:ext cx="3004684" cy="2563400"/>
            <a:chOff x="5778500" y="3007179"/>
            <a:chExt cx="3004684" cy="2141537"/>
          </a:xfrm>
        </p:grpSpPr>
        <p:cxnSp>
          <p:nvCxnSpPr>
            <p:cNvPr id="25" name="直接箭头连接符 24"/>
            <p:cNvCxnSpPr/>
            <p:nvPr/>
          </p:nvCxnSpPr>
          <p:spPr>
            <a:xfrm flipV="1">
              <a:off x="6042599" y="4673601"/>
              <a:ext cx="2477287" cy="463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rot="16200000" flipV="1">
              <a:off x="5398272" y="4079561"/>
              <a:ext cx="2104470" cy="123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1753" name="Object 9"/>
            <p:cNvGraphicFramePr>
              <a:graphicFrameLocks noChangeAspect="1"/>
            </p:cNvGraphicFramePr>
            <p:nvPr/>
          </p:nvGraphicFramePr>
          <p:xfrm>
            <a:off x="6086702" y="4707845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8" name="Equation" r:id="rId7" imgW="3657600" imgH="4267200" progId="Equation.DSMT4">
                    <p:embed/>
                  </p:oleObj>
                </mc:Choice>
                <mc:Fallback>
                  <p:oleObj name="Equation" r:id="rId7" imgW="3657600" imgH="4267200" progId="Equation.DSMT4">
                    <p:embed/>
                    <p:pic>
                      <p:nvPicPr>
                        <p:cNvPr id="0" name="图片 61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086702" y="4707845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4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" name="Equation" r:id="rId9" imgW="3048000" imgH="3352800" progId="Equation.DSMT4">
                    <p:embed/>
                  </p:oleObj>
                </mc:Choice>
                <mc:Fallback>
                  <p:oleObj name="Equation" r:id="rId9" imgW="3048000" imgH="3352800" progId="Equation.DSMT4">
                    <p:embed/>
                    <p:pic>
                      <p:nvPicPr>
                        <p:cNvPr id="0" name="图片 61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5" name="Object 11"/>
            <p:cNvGraphicFramePr>
              <a:graphicFrameLocks noChangeAspect="1"/>
            </p:cNvGraphicFramePr>
            <p:nvPr/>
          </p:nvGraphicFramePr>
          <p:xfrm>
            <a:off x="5778500" y="3007179"/>
            <a:ext cx="608013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" name="Equation" r:id="rId11" imgW="3352800" imgH="3962400" progId="Equation.DSMT4">
                    <p:embed/>
                  </p:oleObj>
                </mc:Choice>
                <mc:Fallback>
                  <p:oleObj name="Equation" r:id="rId11" imgW="3352800" imgH="3962400" progId="Equation.DSMT4">
                    <p:embed/>
                    <p:pic>
                      <p:nvPicPr>
                        <p:cNvPr id="0" name="图片 61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778500" y="3007179"/>
                          <a:ext cx="608013" cy="398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3" name="直接箭头连接符 32"/>
          <p:cNvCxnSpPr/>
          <p:nvPr/>
        </p:nvCxnSpPr>
        <p:spPr>
          <a:xfrm>
            <a:off x="5126994" y="2967179"/>
            <a:ext cx="464457" cy="17374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756" name="Object 12"/>
          <p:cNvGraphicFramePr>
            <a:graphicFrameLocks noChangeAspect="1"/>
          </p:cNvGraphicFramePr>
          <p:nvPr/>
        </p:nvGraphicFramePr>
        <p:xfrm>
          <a:off x="3993098" y="2622545"/>
          <a:ext cx="974725" cy="644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3" imgW="8839200" imgH="4876800" progId="Equation.DSMT4">
                  <p:embed/>
                </p:oleObj>
              </mc:Choice>
              <mc:Fallback>
                <p:oleObj name="Equation" r:id="rId13" imgW="8839200" imgH="48768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93098" y="2622545"/>
                        <a:ext cx="974725" cy="6441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椭圆 34"/>
          <p:cNvSpPr/>
          <p:nvPr/>
        </p:nvSpPr>
        <p:spPr>
          <a:xfrm>
            <a:off x="6585678" y="4251421"/>
            <a:ext cx="58057" cy="547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759" name="Object 15"/>
          <p:cNvGraphicFramePr>
            <a:graphicFrameLocks noChangeAspect="1"/>
          </p:cNvGraphicFramePr>
          <p:nvPr/>
        </p:nvGraphicFramePr>
        <p:xfrm>
          <a:off x="6760653" y="4079541"/>
          <a:ext cx="1405712" cy="53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15" imgW="14325600" imgH="4572000" progId="Equation.DSMT4">
                  <p:embed/>
                </p:oleObj>
              </mc:Choice>
              <mc:Fallback>
                <p:oleObj name="Equation" r:id="rId15" imgW="14325600" imgH="45720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60653" y="4079541"/>
                        <a:ext cx="1405712" cy="537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0" name="Object 16"/>
          <p:cNvGraphicFramePr>
            <a:graphicFrameLocks noChangeAspect="1"/>
          </p:cNvGraphicFramePr>
          <p:nvPr/>
        </p:nvGraphicFramePr>
        <p:xfrm>
          <a:off x="6017819" y="3690901"/>
          <a:ext cx="992176" cy="50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16" imgW="11582400" imgH="4876800" progId="Equation.DSMT4">
                  <p:embed/>
                </p:oleObj>
              </mc:Choice>
              <mc:Fallback>
                <p:oleObj name="Equation" r:id="rId16" imgW="11582400" imgH="4876800" progId="Equation.DSMT4">
                  <p:embed/>
                  <p:pic>
                    <p:nvPicPr>
                      <p:cNvPr id="0" name="图片 6152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17819" y="3690901"/>
                        <a:ext cx="992176" cy="500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接箭头连接符 40"/>
          <p:cNvCxnSpPr>
            <a:endCxn id="35" idx="3"/>
          </p:cNvCxnSpPr>
          <p:nvPr/>
        </p:nvCxnSpPr>
        <p:spPr>
          <a:xfrm rot="5400000" flipH="1" flipV="1">
            <a:off x="5263027" y="4572491"/>
            <a:ext cx="1588999" cy="103901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761" name="Object 17"/>
          <p:cNvGraphicFramePr>
            <a:graphicFrameLocks noChangeAspect="1"/>
          </p:cNvGraphicFramePr>
          <p:nvPr/>
        </p:nvGraphicFramePr>
        <p:xfrm>
          <a:off x="6022602" y="4728632"/>
          <a:ext cx="507272" cy="670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18" imgW="6096000" imgH="6705600" progId="Equation.DSMT4">
                  <p:embed/>
                </p:oleObj>
              </mc:Choice>
              <mc:Fallback>
                <p:oleObj name="Equation" r:id="rId18" imgW="6096000" imgH="6705600" progId="Equation.DSMT4">
                  <p:embed/>
                  <p:pic>
                    <p:nvPicPr>
                      <p:cNvPr id="0" name="图片 615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22602" y="4728632"/>
                        <a:ext cx="507272" cy="67047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>
            <p:custDataLst>
              <p:tags r:id="rId19"/>
            </p:custDataLst>
          </p:nvPr>
        </p:nvSpPr>
        <p:spPr>
          <a:xfrm>
            <a:off x="1368425" y="6664325"/>
            <a:ext cx="1362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>
                <a:latin typeface="+mn-ea"/>
              </a:rPr>
              <a:t>结论：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0"/>
            </p:custDataLst>
          </p:nvPr>
        </p:nvSpPr>
        <p:spPr>
          <a:xfrm>
            <a:off x="2630170" y="6664325"/>
            <a:ext cx="60661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>
                <a:latin typeface="+mn-ea"/>
              </a:rPr>
              <a:t>复数既可表示平面上的</a:t>
            </a:r>
            <a:r>
              <a:rPr lang="zh-CN" altLang="en-US" sz="3200" dirty="0">
                <a:latin typeface="+mn-ea"/>
              </a:rPr>
              <a:t>点，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1"/>
            </p:custDataLst>
          </p:nvPr>
        </p:nvSpPr>
        <p:spPr>
          <a:xfrm>
            <a:off x="7572375" y="6664325"/>
            <a:ext cx="42037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>
                <a:latin typeface="+mn-ea"/>
              </a:rPr>
              <a:t>也表示平面上的</a:t>
            </a:r>
            <a:r>
              <a:rPr lang="zh-CN" altLang="en-US" sz="3200" dirty="0">
                <a:latin typeface="+mn-ea"/>
              </a:rPr>
              <a:t>向径。</a:t>
            </a:r>
            <a:endParaRPr lang="zh-CN" altLang="en-US" sz="3200" dirty="0">
              <a:latin typeface="+mn-ea"/>
            </a:endParaRPr>
          </a:p>
        </p:txBody>
      </p:sp>
    </p:spTree>
    <p:custDataLst>
      <p:tags r:id="rId2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35" grpId="0" bldLvl="0" animBg="1"/>
      <p:bldP spid="4" grpId="0"/>
      <p:bldP spid="13" grpId="0"/>
      <p:bldP spid="3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2949589" y="61814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二、复平面、复数的模与辐角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2013108" y="1349403"/>
            <a:ext cx="3758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(2)</a:t>
            </a:r>
            <a:r>
              <a:rPr lang="zh-CN" altLang="en-US" sz="3200" dirty="0" smtClean="0">
                <a:latin typeface="+mn-ea"/>
              </a:rPr>
              <a:t>复平面</a:t>
            </a:r>
            <a:endParaRPr lang="zh-CN" altLang="en-US" sz="3200" dirty="0">
              <a:latin typeface="+mn-ea"/>
            </a:endParaRPr>
          </a:p>
        </p:txBody>
      </p:sp>
      <p:grpSp>
        <p:nvGrpSpPr>
          <p:cNvPr id="3" name="组合 31"/>
          <p:cNvGrpSpPr/>
          <p:nvPr/>
        </p:nvGrpSpPr>
        <p:grpSpPr>
          <a:xfrm>
            <a:off x="4297059" y="2286062"/>
            <a:ext cx="4341813" cy="3732038"/>
            <a:chOff x="4441371" y="3007179"/>
            <a:chExt cx="4341813" cy="3117850"/>
          </a:xfrm>
        </p:grpSpPr>
        <p:cxnSp>
          <p:nvCxnSpPr>
            <p:cNvPr id="25" name="直接箭头连接符 24"/>
            <p:cNvCxnSpPr/>
            <p:nvPr/>
          </p:nvCxnSpPr>
          <p:spPr>
            <a:xfrm flipV="1">
              <a:off x="4441371" y="4673600"/>
              <a:ext cx="4078515" cy="870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rot="16200000" flipV="1">
              <a:off x="4927601" y="4550229"/>
              <a:ext cx="3091543" cy="5805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1753" name="Object 9"/>
            <p:cNvGraphicFramePr>
              <a:graphicFrameLocks noChangeAspect="1"/>
            </p:cNvGraphicFramePr>
            <p:nvPr/>
          </p:nvGraphicFramePr>
          <p:xfrm>
            <a:off x="6086702" y="4707845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69" name="Equation" r:id="rId1" imgW="3657600" imgH="4267200" progId="Equation.DSMT4">
                    <p:embed/>
                  </p:oleObj>
                </mc:Choice>
                <mc:Fallback>
                  <p:oleObj name="Equation" r:id="rId1" imgW="3657600" imgH="4267200" progId="Equation.DSMT4">
                    <p:embed/>
                    <p:pic>
                      <p:nvPicPr>
                        <p:cNvPr id="0" name="图片 716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086702" y="4707845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4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0" name="Equation" r:id="rId3" imgW="3048000" imgH="3352800" progId="Equation.DSMT4">
                    <p:embed/>
                  </p:oleObj>
                </mc:Choice>
                <mc:Fallback>
                  <p:oleObj name="Equation" r:id="rId3" imgW="3048000" imgH="3352800" progId="Equation.DSMT4">
                    <p:embed/>
                    <p:pic>
                      <p:nvPicPr>
                        <p:cNvPr id="0" name="图片 716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5" name="Object 11"/>
            <p:cNvGraphicFramePr>
              <a:graphicFrameLocks noChangeAspect="1"/>
            </p:cNvGraphicFramePr>
            <p:nvPr/>
          </p:nvGraphicFramePr>
          <p:xfrm>
            <a:off x="5778500" y="3007179"/>
            <a:ext cx="608013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1" name="Equation" r:id="rId5" imgW="3352800" imgH="3962400" progId="Equation.DSMT4">
                    <p:embed/>
                  </p:oleObj>
                </mc:Choice>
                <mc:Fallback>
                  <p:oleObj name="Equation" r:id="rId5" imgW="3352800" imgH="3962400" progId="Equation.DSMT4">
                    <p:embed/>
                    <p:pic>
                      <p:nvPicPr>
                        <p:cNvPr id="0" name="图片 717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778500" y="3007179"/>
                          <a:ext cx="608013" cy="398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椭圆 34"/>
          <p:cNvSpPr/>
          <p:nvPr/>
        </p:nvSpPr>
        <p:spPr>
          <a:xfrm>
            <a:off x="7371350" y="2670978"/>
            <a:ext cx="58057" cy="547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759" name="Object 15"/>
          <p:cNvGraphicFramePr>
            <a:graphicFrameLocks noChangeAspect="1"/>
          </p:cNvGraphicFramePr>
          <p:nvPr/>
        </p:nvGraphicFramePr>
        <p:xfrm>
          <a:off x="7667096" y="2257561"/>
          <a:ext cx="1579563" cy="604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14325600" imgH="4572000" progId="Equation.DSMT4">
                  <p:embed/>
                </p:oleObj>
              </mc:Choice>
              <mc:Fallback>
                <p:oleObj name="Equation" r:id="rId7" imgW="14325600" imgH="45720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67096" y="2257561"/>
                        <a:ext cx="1579563" cy="60427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0" name="Object 16"/>
          <p:cNvGraphicFramePr>
            <a:graphicFrameLocks noChangeAspect="1"/>
          </p:cNvGraphicFramePr>
          <p:nvPr/>
        </p:nvGraphicFramePr>
        <p:xfrm>
          <a:off x="6900908" y="2341561"/>
          <a:ext cx="393700" cy="511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3657600" imgH="3962400" progId="Equation.DSMT4">
                  <p:embed/>
                </p:oleObj>
              </mc:Choice>
              <mc:Fallback>
                <p:oleObj name="Equation" r:id="rId9" imgW="3657600" imgH="3962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00908" y="2341561"/>
                        <a:ext cx="393700" cy="5111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"/>
          <p:cNvSpPr txBox="1"/>
          <p:nvPr/>
        </p:nvSpPr>
        <p:spPr>
          <a:xfrm>
            <a:off x="4417072" y="6025280"/>
            <a:ext cx="4070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xoy</a:t>
            </a:r>
            <a:r>
              <a:rPr lang="zh-CN" altLang="en-US" sz="3200" dirty="0" smtClean="0">
                <a:latin typeface="+mn-ea"/>
              </a:rPr>
              <a:t>平面称为复平面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6" name="圆角矩形标注 25"/>
          <p:cNvSpPr/>
          <p:nvPr/>
        </p:nvSpPr>
        <p:spPr>
          <a:xfrm>
            <a:off x="8830099" y="4649967"/>
            <a:ext cx="1132114" cy="590698"/>
          </a:xfrm>
          <a:prstGeom prst="wedgeRoundRectCallout">
            <a:avLst>
              <a:gd name="adj1" fmla="val -158942"/>
              <a:gd name="adj2" fmla="val -10820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实轴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8" name="圆角矩形标注 27"/>
          <p:cNvSpPr/>
          <p:nvPr/>
        </p:nvSpPr>
        <p:spPr>
          <a:xfrm>
            <a:off x="7063399" y="1535504"/>
            <a:ext cx="1132114" cy="590698"/>
          </a:xfrm>
          <a:prstGeom prst="wedgeRoundRectCallout">
            <a:avLst>
              <a:gd name="adj1" fmla="val -115015"/>
              <a:gd name="adj2" fmla="val 7647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虚轴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4" grpId="0"/>
      <p:bldP spid="26" grpId="0" bldLvl="0" animBg="1"/>
      <p:bldP spid="28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1092117" y="1405263"/>
            <a:ext cx="621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2</a:t>
            </a:r>
            <a:r>
              <a:rPr lang="zh-CN" altLang="en-US" sz="3200" dirty="0" smtClean="0">
                <a:latin typeface="+mn-ea"/>
              </a:rPr>
              <a:t>、复数的模与辐角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2978779" y="53559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二、复平面、复数的模与辐角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1483995" y="2862580"/>
            <a:ext cx="2584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3200" dirty="0" smtClean="0">
                <a:latin typeface="+mn-ea"/>
              </a:rPr>
              <a:t> </a:t>
            </a:r>
            <a:r>
              <a:rPr lang="zh-CN" altLang="en-US" sz="3200" dirty="0" smtClean="0">
                <a:latin typeface="+mn-ea"/>
              </a:rPr>
              <a:t>复数</a:t>
            </a:r>
            <a:r>
              <a:rPr lang="en-US" altLang="zh-CN" sz="3200" dirty="0" smtClean="0">
                <a:latin typeface="+mn-ea"/>
              </a:rPr>
              <a:t> 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zh-CN" altLang="en-US" sz="3200" dirty="0" smtClean="0">
                <a:latin typeface="+mn-ea"/>
              </a:rPr>
              <a:t>的模</a:t>
            </a:r>
            <a:r>
              <a:rPr lang="zh-CN" altLang="en-US" sz="2400" dirty="0" smtClean="0">
                <a:latin typeface="+mn-ea"/>
              </a:rPr>
              <a:t>：     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1704340" y="2026285"/>
          <a:ext cx="1447165" cy="55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" imgW="14325600" imgH="4572000" progId="Equation.DSMT4">
                  <p:embed/>
                </p:oleObj>
              </mc:Choice>
              <mc:Fallback>
                <p:oleObj name="Equation" r:id="rId1" imgW="14325600" imgH="45720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04340" y="2026285"/>
                        <a:ext cx="1447165" cy="554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4307205" y="2846070"/>
          <a:ext cx="659130" cy="529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3" imgW="7315200" imgH="4876800" progId="Equation.DSMT4">
                  <p:embed/>
                </p:oleObj>
              </mc:Choice>
              <mc:Fallback>
                <p:oleObj name="Equation" r:id="rId3" imgW="7315200" imgH="4876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07205" y="2846070"/>
                        <a:ext cx="659130" cy="5295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1"/>
          <p:cNvGraphicFramePr>
            <a:graphicFrameLocks noChangeAspect="1"/>
          </p:cNvGraphicFramePr>
          <p:nvPr/>
        </p:nvGraphicFramePr>
        <p:xfrm>
          <a:off x="4934585" y="2759075"/>
          <a:ext cx="704215" cy="599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5" imgW="10363200" imgH="7315200" progId="Equation.DSMT4">
                  <p:embed/>
                </p:oleObj>
              </mc:Choice>
              <mc:Fallback>
                <p:oleObj name="Equation" r:id="rId5" imgW="10363200" imgH="73152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34585" y="2759075"/>
                        <a:ext cx="704215" cy="599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2"/>
          <p:cNvGraphicFramePr>
            <a:graphicFrameLocks noChangeAspect="1"/>
          </p:cNvGraphicFramePr>
          <p:nvPr/>
        </p:nvGraphicFramePr>
        <p:xfrm>
          <a:off x="5672455" y="2776220"/>
          <a:ext cx="144145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7" imgW="17068800" imgH="6705600" progId="Equation.DSMT4">
                  <p:embed/>
                </p:oleObj>
              </mc:Choice>
              <mc:Fallback>
                <p:oleObj name="Equation" r:id="rId7" imgW="17068800" imgH="67056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72455" y="2776220"/>
                        <a:ext cx="1441450" cy="682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1517650" y="5849620"/>
            <a:ext cx="31965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3200" dirty="0" smtClean="0">
                <a:latin typeface="+mn-ea"/>
              </a:rPr>
              <a:t> </a:t>
            </a:r>
            <a:r>
              <a:rPr lang="zh-CN" altLang="en-US" sz="3200" dirty="0" smtClean="0">
                <a:latin typeface="+mn-ea"/>
              </a:rPr>
              <a:t>复数</a:t>
            </a:r>
            <a:r>
              <a:rPr lang="en-US" altLang="zh-CN" sz="3200" dirty="0" smtClean="0">
                <a:latin typeface="+mn-ea"/>
              </a:rPr>
              <a:t> 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zh-CN" altLang="en-US" sz="3200" dirty="0" smtClean="0">
                <a:latin typeface="+mn-ea"/>
              </a:rPr>
              <a:t>的辐角：     </a:t>
            </a:r>
            <a:endParaRPr lang="zh-CN" altLang="en-US" sz="3200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625340" y="5726430"/>
            <a:ext cx="5986780" cy="654050"/>
            <a:chOff x="7284" y="8598"/>
            <a:chExt cx="9428" cy="1030"/>
          </a:xfrm>
        </p:grpSpPr>
        <p:sp>
          <p:nvSpPr>
            <p:cNvPr id="39" name="文本框 2"/>
            <p:cNvSpPr txBox="1"/>
            <p:nvPr/>
          </p:nvSpPr>
          <p:spPr>
            <a:xfrm>
              <a:off x="7284" y="8806"/>
              <a:ext cx="942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向量    </a:t>
              </a:r>
              <a:r>
                <a:rPr lang="en-US" altLang="zh-CN" sz="2800" dirty="0" smtClean="0">
                  <a:latin typeface="+mn-ea"/>
                </a:rPr>
                <a:t> </a:t>
              </a:r>
              <a:r>
                <a:rPr lang="zh-CN" altLang="en-US" sz="2800" dirty="0" smtClean="0">
                  <a:latin typeface="+mn-ea"/>
                </a:rPr>
                <a:t>关于</a:t>
              </a:r>
              <a:r>
                <a:rPr lang="en-US" altLang="zh-CN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ox</a:t>
              </a:r>
              <a:r>
                <a:rPr lang="zh-CN" altLang="en-US" sz="2800" dirty="0" smtClean="0">
                  <a:latin typeface="+mn-ea"/>
                </a:rPr>
                <a:t>轴正半轴的转角，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33805" name="Object 13"/>
            <p:cNvGraphicFramePr>
              <a:graphicFrameLocks noChangeAspect="1"/>
            </p:cNvGraphicFramePr>
            <p:nvPr/>
          </p:nvGraphicFramePr>
          <p:xfrm>
            <a:off x="8588" y="8598"/>
            <a:ext cx="720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3" name="Equation" r:id="rId9" imgW="6096000" imgH="6705600" progId="Equation.DSMT4">
                    <p:embed/>
                  </p:oleObj>
                </mc:Choice>
                <mc:Fallback>
                  <p:oleObj name="Equation" r:id="rId9" imgW="6096000" imgH="6705600" progId="Equation.DSMT4">
                    <p:embed/>
                    <p:pic>
                      <p:nvPicPr>
                        <p:cNvPr id="0" name="图片 820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588" y="8598"/>
                          <a:ext cx="720" cy="9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文本框 2"/>
          <p:cNvSpPr txBox="1"/>
          <p:nvPr/>
        </p:nvSpPr>
        <p:spPr>
          <a:xfrm>
            <a:off x="4316948" y="6676187"/>
            <a:ext cx="135654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记作：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33806" name="Object 14"/>
          <p:cNvGraphicFramePr>
            <a:graphicFrameLocks noChangeAspect="1"/>
          </p:cNvGraphicFramePr>
          <p:nvPr/>
        </p:nvGraphicFramePr>
        <p:xfrm>
          <a:off x="5453380" y="6664960"/>
          <a:ext cx="1027430" cy="584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11" imgW="9144000" imgH="4876800" progId="Equation.DSMT4">
                  <p:embed/>
                </p:oleObj>
              </mc:Choice>
              <mc:Fallback>
                <p:oleObj name="Equation" r:id="rId11" imgW="9144000" imgH="4876800" progId="Equation.DSMT4">
                  <p:embed/>
                  <p:pic>
                    <p:nvPicPr>
                      <p:cNvPr id="0" name="图片 820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53380" y="6664960"/>
                        <a:ext cx="1027430" cy="5848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19"/>
          <p:cNvGraphicFramePr>
            <a:graphicFrameLocks noChangeAspect="1"/>
          </p:cNvGraphicFramePr>
          <p:nvPr/>
        </p:nvGraphicFramePr>
        <p:xfrm>
          <a:off x="2420260" y="4828825"/>
          <a:ext cx="1422766" cy="605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13" imgW="15544800" imgH="5486400" progId="Equation.DSMT4">
                  <p:embed/>
                </p:oleObj>
              </mc:Choice>
              <mc:Fallback>
                <p:oleObj name="Equation" r:id="rId13" imgW="15544800" imgH="5486400" progId="Equation.DSMT4">
                  <p:embed/>
                  <p:pic>
                    <p:nvPicPr>
                      <p:cNvPr id="0" name="图片 820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20260" y="4828825"/>
                        <a:ext cx="1422766" cy="60596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2" name="Object 20"/>
          <p:cNvGraphicFramePr>
            <a:graphicFrameLocks noChangeAspect="1"/>
          </p:cNvGraphicFramePr>
          <p:nvPr/>
        </p:nvGraphicFramePr>
        <p:xfrm>
          <a:off x="4068086" y="4760563"/>
          <a:ext cx="3028440" cy="749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Equation" r:id="rId15" imgW="34137600" imgH="7010400" progId="Equation.DSMT4">
                  <p:embed/>
                </p:oleObj>
              </mc:Choice>
              <mc:Fallback>
                <p:oleObj name="Equation" r:id="rId15" imgW="34137600" imgH="7010400" progId="Equation.DSMT4">
                  <p:embed/>
                  <p:pic>
                    <p:nvPicPr>
                      <p:cNvPr id="0" name="图片 820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68086" y="4760563"/>
                        <a:ext cx="3028440" cy="74977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箭头连接符 36"/>
          <p:cNvCxnSpPr/>
          <p:nvPr/>
        </p:nvCxnSpPr>
        <p:spPr>
          <a:xfrm flipV="1">
            <a:off x="3204845" y="2284095"/>
            <a:ext cx="786765" cy="17145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2"/>
          <p:cNvSpPr txBox="1"/>
          <p:nvPr/>
        </p:nvSpPr>
        <p:spPr>
          <a:xfrm>
            <a:off x="3863340" y="2025650"/>
            <a:ext cx="11245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+mn-ea"/>
              </a:rPr>
              <a:t>向量</a:t>
            </a:r>
            <a:endParaRPr lang="zh-CN" altLang="en-US" sz="2400" dirty="0" smtClean="0">
              <a:latin typeface="+mn-ea"/>
            </a:endParaRPr>
          </a:p>
        </p:txBody>
      </p:sp>
      <p:sp>
        <p:nvSpPr>
          <p:cNvPr id="48" name="七角星 47"/>
          <p:cNvSpPr/>
          <p:nvPr/>
        </p:nvSpPr>
        <p:spPr>
          <a:xfrm>
            <a:off x="478081" y="3762882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704975" y="4021455"/>
            <a:ext cx="8261350" cy="572770"/>
            <a:chOff x="2685" y="5913"/>
            <a:chExt cx="13010" cy="902"/>
          </a:xfrm>
        </p:grpSpPr>
        <p:sp>
          <p:nvSpPr>
            <p:cNvPr id="31" name="文本框 2"/>
            <p:cNvSpPr txBox="1"/>
            <p:nvPr/>
          </p:nvSpPr>
          <p:spPr>
            <a:xfrm>
              <a:off x="2685" y="5943"/>
              <a:ext cx="1301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复平面上两</a:t>
              </a:r>
              <a:r>
                <a:rPr lang="zh-CN" altLang="en-US" sz="2800" dirty="0" smtClean="0">
                  <a:latin typeface="+mn-ea"/>
                </a:rPr>
                <a:t>点                                 的距离：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33814" name="Object 22"/>
            <p:cNvGraphicFramePr>
              <a:graphicFrameLocks noChangeAspect="1"/>
            </p:cNvGraphicFramePr>
            <p:nvPr/>
          </p:nvGraphicFramePr>
          <p:xfrm>
            <a:off x="6407" y="5913"/>
            <a:ext cx="5083" cy="9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1" name="Equation" r:id="rId17" imgW="37185600" imgH="5486400" progId="Equation.DSMT4">
                    <p:embed/>
                  </p:oleObj>
                </mc:Choice>
                <mc:Fallback>
                  <p:oleObj name="Equation" r:id="rId17" imgW="37185600" imgH="5486400" progId="Equation.DSMT4">
                    <p:embed/>
                    <p:pic>
                      <p:nvPicPr>
                        <p:cNvPr id="0" name="图片 82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407" y="5913"/>
                          <a:ext cx="5083" cy="9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31"/>
          <p:cNvGrpSpPr/>
          <p:nvPr/>
        </p:nvGrpSpPr>
        <p:grpSpPr>
          <a:xfrm>
            <a:off x="8174055" y="1775069"/>
            <a:ext cx="3224197" cy="2155872"/>
            <a:chOff x="4766835" y="3007179"/>
            <a:chExt cx="4016349" cy="2258409"/>
          </a:xfrm>
        </p:grpSpPr>
        <p:cxnSp>
          <p:nvCxnSpPr>
            <p:cNvPr id="11" name="直接箭头连接符 10"/>
            <p:cNvCxnSpPr/>
            <p:nvPr/>
          </p:nvCxnSpPr>
          <p:spPr>
            <a:xfrm flipV="1">
              <a:off x="4766835" y="4673601"/>
              <a:ext cx="3753051" cy="682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H="1" flipV="1">
              <a:off x="6444657" y="3033172"/>
              <a:ext cx="36387" cy="22324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4" name="Object 9"/>
            <p:cNvGraphicFramePr>
              <a:graphicFrameLocks noChangeAspect="1"/>
            </p:cNvGraphicFramePr>
            <p:nvPr/>
          </p:nvGraphicFramePr>
          <p:xfrm>
            <a:off x="6086702" y="4707845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Equation" r:id="rId19" imgW="3657600" imgH="4267200" progId="Equation.DSMT4">
                    <p:embed/>
                  </p:oleObj>
                </mc:Choice>
                <mc:Fallback>
                  <p:oleObj name="Equation" r:id="rId19" imgW="3657600" imgH="4267200" progId="Equation.DSMT4">
                    <p:embed/>
                    <p:pic>
                      <p:nvPicPr>
                        <p:cNvPr id="0" name="图片 81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086702" y="4707845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" name="Equation" r:id="rId21" imgW="3048000" imgH="3352800" progId="Equation.DSMT4">
                    <p:embed/>
                  </p:oleObj>
                </mc:Choice>
                <mc:Fallback>
                  <p:oleObj name="Equation" r:id="rId21" imgW="3048000" imgH="3352800" progId="Equation.DSMT4">
                    <p:embed/>
                    <p:pic>
                      <p:nvPicPr>
                        <p:cNvPr id="0" name="图片 81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1"/>
            <p:cNvGraphicFramePr>
              <a:graphicFrameLocks noChangeAspect="1"/>
            </p:cNvGraphicFramePr>
            <p:nvPr/>
          </p:nvGraphicFramePr>
          <p:xfrm>
            <a:off x="5778500" y="3007179"/>
            <a:ext cx="608013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Equation" r:id="rId23" imgW="3352800" imgH="3962400" progId="Equation.DSMT4">
                    <p:embed/>
                  </p:oleObj>
                </mc:Choice>
                <mc:Fallback>
                  <p:oleObj name="Equation" r:id="rId23" imgW="3352800" imgH="3962400" progId="Equation.DSMT4">
                    <p:embed/>
                    <p:pic>
                      <p:nvPicPr>
                        <p:cNvPr id="0" name="图片 819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778500" y="3007179"/>
                          <a:ext cx="608013" cy="398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椭圆 19"/>
          <p:cNvSpPr/>
          <p:nvPr/>
        </p:nvSpPr>
        <p:spPr>
          <a:xfrm>
            <a:off x="10159432" y="2142736"/>
            <a:ext cx="46606" cy="547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Object 15"/>
          <p:cNvGraphicFramePr>
            <a:graphicFrameLocks noChangeAspect="1"/>
          </p:cNvGraphicFramePr>
          <p:nvPr/>
        </p:nvGraphicFramePr>
        <p:xfrm>
          <a:off x="10167910" y="1937797"/>
          <a:ext cx="1268023" cy="485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5" imgW="14325600" imgH="4572000" progId="Equation.DSMT4">
                  <p:embed/>
                </p:oleObj>
              </mc:Choice>
              <mc:Fallback>
                <p:oleObj name="Equation" r:id="rId25" imgW="14325600" imgH="45720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167910" y="1937797"/>
                        <a:ext cx="1268023" cy="4850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/>
          <p:cNvGraphicFramePr>
            <a:graphicFrameLocks noChangeAspect="1"/>
          </p:cNvGraphicFramePr>
          <p:nvPr/>
        </p:nvGraphicFramePr>
        <p:xfrm>
          <a:off x="9806949" y="1709798"/>
          <a:ext cx="316050" cy="410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6" imgW="3657600" imgH="3962400" progId="Equation.DSMT4">
                  <p:embed/>
                </p:oleObj>
              </mc:Choice>
              <mc:Fallback>
                <p:oleObj name="Equation" r:id="rId26" imgW="3657600" imgH="39624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806949" y="1709798"/>
                        <a:ext cx="316050" cy="41034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箭头连接符 25"/>
          <p:cNvCxnSpPr>
            <a:endCxn id="20" idx="3"/>
          </p:cNvCxnSpPr>
          <p:nvPr/>
        </p:nvCxnSpPr>
        <p:spPr>
          <a:xfrm rot="5400000" flipH="1" flipV="1">
            <a:off x="9247498" y="2494211"/>
            <a:ext cx="1224158" cy="61336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Object 9"/>
          <p:cNvGraphicFramePr>
            <a:graphicFrameLocks noChangeAspect="1"/>
          </p:cNvGraphicFramePr>
          <p:nvPr/>
        </p:nvGraphicFramePr>
        <p:xfrm>
          <a:off x="9722867" y="2197826"/>
          <a:ext cx="558800" cy="738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8" imgW="6096000" imgH="6705600" progId="Equation.DSMT4">
                  <p:embed/>
                </p:oleObj>
              </mc:Choice>
              <mc:Fallback>
                <p:oleObj name="Equation" r:id="rId28" imgW="6096000" imgH="67056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22867" y="2197826"/>
                        <a:ext cx="558800" cy="73858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9"/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4625340" y="1842770"/>
          <a:ext cx="48768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0" imgW="6096000" imgH="6705600" progId="Equation.DSMT4">
                  <p:embed/>
                </p:oleObj>
              </mc:Choice>
              <mc:Fallback>
                <p:oleObj name="Equation" r:id="rId30" imgW="6096000" imgH="67056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25340" y="1842770"/>
                        <a:ext cx="487680" cy="644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 descr="D7C6C59467A5E8A8491D99EDBCE8E2D1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9660255" y="4373880"/>
            <a:ext cx="2322195" cy="2346325"/>
          </a:xfrm>
          <a:prstGeom prst="rect">
            <a:avLst/>
          </a:prstGeom>
        </p:spPr>
      </p:pic>
    </p:spTree>
    <p:custDataLst>
      <p:tags r:id="rId3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48" grpId="0" bldLvl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" name="文本框 2"/>
          <p:cNvSpPr txBox="1"/>
          <p:nvPr/>
        </p:nvSpPr>
        <p:spPr>
          <a:xfrm>
            <a:off x="1913174" y="5688469"/>
            <a:ext cx="76765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dirty="0" smtClean="0">
                <a:latin typeface="+mn-ea"/>
              </a:rPr>
              <a:t>1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zh-CN" altLang="en-US" sz="2400" dirty="0" smtClean="0">
                <a:latin typeface="+mn-ea"/>
              </a:rPr>
              <a:t>一个复数的辐角有很多个，且每两个辐角值之间相差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5" name="文本框 2"/>
          <p:cNvSpPr txBox="1"/>
          <p:nvPr/>
        </p:nvSpPr>
        <p:spPr>
          <a:xfrm>
            <a:off x="1913174" y="6322720"/>
            <a:ext cx="6661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dirty="0" smtClean="0">
                <a:latin typeface="+mn-ea"/>
              </a:rPr>
              <a:t>2</a:t>
            </a:r>
            <a:r>
              <a:rPr lang="zh-CN" altLang="en-US" sz="2400" dirty="0" smtClean="0">
                <a:latin typeface="+mn-ea"/>
              </a:rPr>
              <a:t>、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33807" name="Object 15"/>
          <p:cNvGraphicFramePr>
            <a:graphicFrameLocks noChangeAspect="1"/>
          </p:cNvGraphicFramePr>
          <p:nvPr/>
        </p:nvGraphicFramePr>
        <p:xfrm>
          <a:off x="9730130" y="5689386"/>
          <a:ext cx="659600" cy="463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1" imgW="7315200" imgH="4267200" progId="Equation.DSMT4">
                  <p:embed/>
                </p:oleObj>
              </mc:Choice>
              <mc:Fallback>
                <p:oleObj name="Equation" r:id="rId1" imgW="7315200" imgH="4267200" progId="Equation.DSMT4">
                  <p:embed/>
                  <p:pic>
                    <p:nvPicPr>
                      <p:cNvPr id="0" name="图片 82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30130" y="5689386"/>
                        <a:ext cx="659600" cy="4634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8" name="Object 16"/>
          <p:cNvGraphicFramePr>
            <a:graphicFrameLocks noChangeAspect="1"/>
          </p:cNvGraphicFramePr>
          <p:nvPr/>
        </p:nvGraphicFramePr>
        <p:xfrm>
          <a:off x="2486660" y="6053455"/>
          <a:ext cx="197231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3" imgW="23164800" imgH="9448800" progId="Equation.DSMT4">
                  <p:embed/>
                </p:oleObj>
              </mc:Choice>
              <mc:Fallback>
                <p:oleObj name="Equation" r:id="rId3" imgW="23164800" imgH="9448800" progId="Equation.DSMT4">
                  <p:embed/>
                  <p:pic>
                    <p:nvPicPr>
                      <p:cNvPr id="0" name="图片 82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6660" y="6053455"/>
                        <a:ext cx="197231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7"/>
          <p:cNvGraphicFramePr>
            <a:graphicFrameLocks noChangeAspect="1"/>
          </p:cNvGraphicFramePr>
          <p:nvPr/>
        </p:nvGraphicFramePr>
        <p:xfrm>
          <a:off x="4714399" y="6322760"/>
          <a:ext cx="842962" cy="50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Equation" r:id="rId5" imgW="8534400" imgH="4267200" progId="Equation.DSMT4">
                  <p:embed/>
                </p:oleObj>
              </mc:Choice>
              <mc:Fallback>
                <p:oleObj name="Equation" r:id="rId5" imgW="8534400" imgH="4267200" progId="Equation.DSMT4">
                  <p:embed/>
                  <p:pic>
                    <p:nvPicPr>
                      <p:cNvPr id="0" name="图片 82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4399" y="6322760"/>
                        <a:ext cx="842962" cy="505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七角星 46"/>
          <p:cNvSpPr/>
          <p:nvPr/>
        </p:nvSpPr>
        <p:spPr>
          <a:xfrm>
            <a:off x="474299" y="5387182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1913174" y="7167096"/>
            <a:ext cx="35877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dirty="0" smtClean="0">
                <a:latin typeface="+mn-ea"/>
              </a:rPr>
              <a:t>3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zh-CN" altLang="en-US" sz="2400" dirty="0" smtClean="0">
                <a:latin typeface="+mn-ea"/>
              </a:rPr>
              <a:t>复数</a:t>
            </a:r>
            <a:r>
              <a:rPr lang="en-US" altLang="zh-CN" sz="2400" dirty="0" smtClean="0">
                <a:latin typeface="+mn-ea"/>
              </a:rPr>
              <a:t>0</a:t>
            </a:r>
            <a:r>
              <a:rPr lang="zh-CN" altLang="en-US" sz="2400" dirty="0" smtClean="0">
                <a:latin typeface="+mn-ea"/>
              </a:rPr>
              <a:t>的辐角没有意义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3" name="图片 2" descr="D7C6C59467A5E8A8491D99EDBCE8E2D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180" y="2522855"/>
            <a:ext cx="2322195" cy="2346325"/>
          </a:xfrm>
          <a:prstGeom prst="rect">
            <a:avLst/>
          </a:prstGeom>
        </p:spPr>
      </p:pic>
      <p:pic>
        <p:nvPicPr>
          <p:cNvPr id="5" name="图片 4" descr="IMG_14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9170" y="2528570"/>
            <a:ext cx="2483485" cy="2416175"/>
          </a:xfrm>
          <a:prstGeom prst="rect">
            <a:avLst/>
          </a:prstGeom>
        </p:spPr>
      </p:pic>
      <p:pic>
        <p:nvPicPr>
          <p:cNvPr id="6" name="图片 5" descr="IMG_14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9210" y="2522855"/>
            <a:ext cx="2407285" cy="2421890"/>
          </a:xfrm>
          <a:prstGeom prst="rect">
            <a:avLst/>
          </a:prstGeom>
        </p:spPr>
      </p:pic>
      <p:grpSp>
        <p:nvGrpSpPr>
          <p:cNvPr id="10" name="组合 31"/>
          <p:cNvGrpSpPr/>
          <p:nvPr/>
        </p:nvGrpSpPr>
        <p:grpSpPr>
          <a:xfrm>
            <a:off x="541322" y="1968744"/>
            <a:ext cx="2412065" cy="2976293"/>
            <a:chOff x="5778500" y="3007179"/>
            <a:chExt cx="3004684" cy="3117850"/>
          </a:xfrm>
        </p:grpSpPr>
        <p:cxnSp>
          <p:nvCxnSpPr>
            <p:cNvPr id="11" name="直接箭头连接符 10"/>
            <p:cNvCxnSpPr/>
            <p:nvPr/>
          </p:nvCxnSpPr>
          <p:spPr>
            <a:xfrm flipV="1">
              <a:off x="5821255" y="4673330"/>
              <a:ext cx="2698936" cy="5122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rot="16200000" flipV="1">
              <a:off x="4927601" y="4550229"/>
              <a:ext cx="3091543" cy="5805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4" name="Object 9"/>
            <p:cNvGraphicFramePr>
              <a:graphicFrameLocks noChangeAspect="1"/>
            </p:cNvGraphicFramePr>
            <p:nvPr/>
          </p:nvGraphicFramePr>
          <p:xfrm>
            <a:off x="6086702" y="4707845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Equation" r:id="rId10" imgW="3657600" imgH="4267200" progId="Equation.DSMT4">
                    <p:embed/>
                  </p:oleObj>
                </mc:Choice>
                <mc:Fallback>
                  <p:oleObj name="Equation" r:id="rId10" imgW="3657600" imgH="4267200" progId="Equation.DSMT4">
                    <p:embed/>
                    <p:pic>
                      <p:nvPicPr>
                        <p:cNvPr id="0" name="图片 81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086702" y="4707845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" name="Equation" r:id="rId12" imgW="3048000" imgH="3352800" progId="Equation.DSMT4">
                    <p:embed/>
                  </p:oleObj>
                </mc:Choice>
                <mc:Fallback>
                  <p:oleObj name="Equation" r:id="rId12" imgW="3048000" imgH="3352800" progId="Equation.DSMT4">
                    <p:embed/>
                    <p:pic>
                      <p:nvPicPr>
                        <p:cNvPr id="0" name="图片 81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1"/>
            <p:cNvGraphicFramePr>
              <a:graphicFrameLocks noChangeAspect="1"/>
            </p:cNvGraphicFramePr>
            <p:nvPr/>
          </p:nvGraphicFramePr>
          <p:xfrm>
            <a:off x="5778500" y="3007179"/>
            <a:ext cx="608013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Equation" r:id="rId14" imgW="3352800" imgH="3962400" progId="Equation.DSMT4">
                    <p:embed/>
                  </p:oleObj>
                </mc:Choice>
                <mc:Fallback>
                  <p:oleObj name="Equation" r:id="rId14" imgW="3352800" imgH="3962400" progId="Equation.DSMT4">
                    <p:embed/>
                    <p:pic>
                      <p:nvPicPr>
                        <p:cNvPr id="0" name="图片 819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778500" y="3007179"/>
                          <a:ext cx="608013" cy="398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椭圆 19"/>
          <p:cNvSpPr/>
          <p:nvPr/>
        </p:nvSpPr>
        <p:spPr>
          <a:xfrm>
            <a:off x="1714567" y="2336411"/>
            <a:ext cx="46606" cy="547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Object 15"/>
          <p:cNvGraphicFramePr>
            <a:graphicFrameLocks noChangeAspect="1"/>
          </p:cNvGraphicFramePr>
          <p:nvPr/>
        </p:nvGraphicFramePr>
        <p:xfrm>
          <a:off x="1723045" y="2131472"/>
          <a:ext cx="1268023" cy="485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6" imgW="14325600" imgH="4572000" progId="Equation.DSMT4">
                  <p:embed/>
                </p:oleObj>
              </mc:Choice>
              <mc:Fallback>
                <p:oleObj name="Equation" r:id="rId16" imgW="14325600" imgH="45720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23045" y="2131472"/>
                        <a:ext cx="1268023" cy="4850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/>
          <p:cNvGraphicFramePr>
            <a:graphicFrameLocks noChangeAspect="1"/>
          </p:cNvGraphicFramePr>
          <p:nvPr/>
        </p:nvGraphicFramePr>
        <p:xfrm>
          <a:off x="1362084" y="1903473"/>
          <a:ext cx="316050" cy="410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18" imgW="3657600" imgH="3962400" progId="Equation.DSMT4">
                  <p:embed/>
                </p:oleObj>
              </mc:Choice>
              <mc:Fallback>
                <p:oleObj name="Equation" r:id="rId18" imgW="3657600" imgH="39624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362084" y="1903473"/>
                        <a:ext cx="316050" cy="41034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箭头连接符 25"/>
          <p:cNvCxnSpPr>
            <a:endCxn id="20" idx="3"/>
          </p:cNvCxnSpPr>
          <p:nvPr/>
        </p:nvCxnSpPr>
        <p:spPr>
          <a:xfrm rot="5400000" flipH="1" flipV="1">
            <a:off x="785488" y="2687886"/>
            <a:ext cx="1224158" cy="61336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Object 9"/>
          <p:cNvGraphicFramePr>
            <a:graphicFrameLocks noChangeAspect="1"/>
          </p:cNvGraphicFramePr>
          <p:nvPr/>
        </p:nvGraphicFramePr>
        <p:xfrm>
          <a:off x="1278002" y="2391501"/>
          <a:ext cx="558800" cy="738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0" imgW="6096000" imgH="6705600" progId="Equation.DSMT4">
                  <p:embed/>
                </p:oleObj>
              </mc:Choice>
              <mc:Fallback>
                <p:oleObj name="Equation" r:id="rId20" imgW="6096000" imgH="67056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278002" y="2391501"/>
                        <a:ext cx="558800" cy="73858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>
            <p:custDataLst>
              <p:tags r:id="rId22"/>
            </p:custDataLst>
          </p:nvPr>
        </p:nvSpPr>
        <p:spPr>
          <a:xfrm>
            <a:off x="1351280" y="307340"/>
            <a:ext cx="31965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zh-CN" sz="3200" dirty="0" smtClean="0">
                <a:latin typeface="+mn-ea"/>
              </a:rPr>
              <a:t> </a:t>
            </a:r>
            <a:r>
              <a:rPr lang="zh-CN" altLang="en-US" sz="3200" dirty="0" smtClean="0">
                <a:latin typeface="+mn-ea"/>
              </a:rPr>
              <a:t>复数</a:t>
            </a:r>
            <a:r>
              <a:rPr lang="en-US" altLang="zh-CN" sz="3200" dirty="0" smtClean="0">
                <a:latin typeface="+mn-ea"/>
              </a:rPr>
              <a:t> 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zh-CN" altLang="en-US" sz="3200" dirty="0" smtClean="0">
                <a:latin typeface="+mn-ea"/>
              </a:rPr>
              <a:t>的辐角：     </a:t>
            </a:r>
            <a:endParaRPr lang="zh-CN" altLang="en-US" sz="3200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458970" y="184150"/>
            <a:ext cx="5986780" cy="654050"/>
            <a:chOff x="7284" y="8598"/>
            <a:chExt cx="9428" cy="1030"/>
          </a:xfrm>
        </p:grpSpPr>
        <p:sp>
          <p:nvSpPr>
            <p:cNvPr id="39" name="文本框 2"/>
            <p:cNvSpPr txBox="1"/>
            <p:nvPr>
              <p:custDataLst>
                <p:tags r:id="rId23"/>
              </p:custDataLst>
            </p:nvPr>
          </p:nvSpPr>
          <p:spPr>
            <a:xfrm>
              <a:off x="7284" y="8806"/>
              <a:ext cx="942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向量    </a:t>
              </a:r>
              <a:r>
                <a:rPr lang="en-US" altLang="zh-CN" sz="2800" dirty="0" smtClean="0">
                  <a:latin typeface="+mn-ea"/>
                </a:rPr>
                <a:t> </a:t>
              </a:r>
              <a:r>
                <a:rPr lang="zh-CN" altLang="en-US" sz="2800" dirty="0" smtClean="0">
                  <a:latin typeface="+mn-ea"/>
                </a:rPr>
                <a:t>关于</a:t>
              </a:r>
              <a:r>
                <a:rPr lang="en-US" altLang="zh-CN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ox</a:t>
              </a:r>
              <a:r>
                <a:rPr lang="zh-CN" altLang="en-US" sz="2800" dirty="0" smtClean="0">
                  <a:latin typeface="+mn-ea"/>
                </a:rPr>
                <a:t>轴正半轴的转角，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33805" name="Object 13"/>
            <p:cNvGraphicFramePr>
              <a:graphicFrameLocks noChangeAspect="1"/>
            </p:cNvGraphicFramePr>
            <p:nvPr>
              <p:custDataLst>
                <p:tags r:id="rId24"/>
              </p:custDataLst>
            </p:nvPr>
          </p:nvGraphicFramePr>
          <p:xfrm>
            <a:off x="8588" y="8598"/>
            <a:ext cx="720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3" name="Equation" r:id="rId25" imgW="6096000" imgH="6705600" progId="Equation.DSMT4">
                    <p:embed/>
                  </p:oleObj>
                </mc:Choice>
                <mc:Fallback>
                  <p:oleObj name="Equation" r:id="rId25" imgW="6096000" imgH="6705600" progId="Equation.DSMT4">
                    <p:embed/>
                    <p:pic>
                      <p:nvPicPr>
                        <p:cNvPr id="0" name="图片 820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588" y="8598"/>
                          <a:ext cx="720" cy="9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文本框 2"/>
          <p:cNvSpPr txBox="1"/>
          <p:nvPr>
            <p:custDataLst>
              <p:tags r:id="rId26"/>
            </p:custDataLst>
          </p:nvPr>
        </p:nvSpPr>
        <p:spPr>
          <a:xfrm>
            <a:off x="4150578" y="1133907"/>
            <a:ext cx="135654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 smtClean="0">
                <a:latin typeface="+mn-ea"/>
              </a:rPr>
              <a:t>记作：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33806" name="Object 14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5287010" y="1122680"/>
          <a:ext cx="1027430" cy="584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28" imgW="9144000" imgH="4876800" progId="Equation.DSMT4">
                  <p:embed/>
                </p:oleObj>
              </mc:Choice>
              <mc:Fallback>
                <p:oleObj name="Equation" r:id="rId28" imgW="9144000" imgH="4876800" progId="Equation.DSMT4">
                  <p:embed/>
                  <p:pic>
                    <p:nvPicPr>
                      <p:cNvPr id="0" name="图片 8203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287010" y="1122680"/>
                        <a:ext cx="1027430" cy="5848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/>
      <p:bldP spid="47" grpId="0" bldLvl="0" animBg="1"/>
      <p:bldP spid="42" grpId="0"/>
      <p:bldP spid="2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948055" y="798195"/>
            <a:ext cx="37636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2</a:t>
            </a:r>
            <a:r>
              <a:rPr lang="zh-CN" altLang="en-US" sz="3200" dirty="0" smtClean="0">
                <a:latin typeface="+mn-ea"/>
              </a:rPr>
              <a:t>、复数的模与辐角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2996559" y="53559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二、复平面、复数的模与辐角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" name="组合 31"/>
          <p:cNvGrpSpPr/>
          <p:nvPr/>
        </p:nvGrpSpPr>
        <p:grpSpPr>
          <a:xfrm>
            <a:off x="7963628" y="1586945"/>
            <a:ext cx="3224197" cy="2976293"/>
            <a:chOff x="4766835" y="3007179"/>
            <a:chExt cx="4016349" cy="3117850"/>
          </a:xfrm>
          <a:solidFill>
            <a:schemeClr val="tx1"/>
          </a:solidFill>
        </p:grpSpPr>
        <p:cxnSp>
          <p:nvCxnSpPr>
            <p:cNvPr id="25" name="直接箭头连接符 24"/>
            <p:cNvCxnSpPr/>
            <p:nvPr/>
          </p:nvCxnSpPr>
          <p:spPr>
            <a:xfrm flipV="1">
              <a:off x="4766835" y="4673601"/>
              <a:ext cx="3753051" cy="68245"/>
            </a:xfrm>
            <a:prstGeom prst="straightConnector1">
              <a:avLst/>
            </a:prstGeom>
            <a:grpFill/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rot="16200000" flipV="1">
              <a:off x="4927601" y="4550229"/>
              <a:ext cx="3091543" cy="58057"/>
            </a:xfrm>
            <a:prstGeom prst="straightConnector1">
              <a:avLst/>
            </a:prstGeom>
            <a:grpFill/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1753" name="Object 9"/>
            <p:cNvGraphicFramePr>
              <a:graphicFrameLocks noChangeAspect="1"/>
            </p:cNvGraphicFramePr>
            <p:nvPr/>
          </p:nvGraphicFramePr>
          <p:xfrm>
            <a:off x="6086702" y="4707845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7" name="Equation" r:id="rId1" imgW="3657600" imgH="4267200" progId="Equation.DSMT4">
                    <p:embed/>
                  </p:oleObj>
                </mc:Choice>
                <mc:Fallback>
                  <p:oleObj name="Equation" r:id="rId1" imgW="3657600" imgH="42672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086702" y="4707845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4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8" name="Equation" r:id="rId3" imgW="3048000" imgH="3352800" progId="Equation.DSMT4">
                    <p:embed/>
                  </p:oleObj>
                </mc:Choice>
                <mc:Fallback>
                  <p:oleObj name="Equation" r:id="rId3" imgW="3048000" imgH="3352800" progId="Equation.DSMT4">
                    <p:embed/>
                    <p:pic>
                      <p:nvPicPr>
                        <p:cNvPr id="0" name="图片 92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5" name="Object 11"/>
            <p:cNvGraphicFramePr>
              <a:graphicFrameLocks noChangeAspect="1"/>
            </p:cNvGraphicFramePr>
            <p:nvPr/>
          </p:nvGraphicFramePr>
          <p:xfrm>
            <a:off x="5778500" y="3007179"/>
            <a:ext cx="608013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" name="Equation" r:id="rId5" imgW="3352800" imgH="3962400" progId="Equation.DSMT4">
                    <p:embed/>
                  </p:oleObj>
                </mc:Choice>
                <mc:Fallback>
                  <p:oleObj name="Equation" r:id="rId5" imgW="3352800" imgH="3962400" progId="Equation.DSMT4">
                    <p:embed/>
                    <p:pic>
                      <p:nvPicPr>
                        <p:cNvPr id="0" name="图片 92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778500" y="3007179"/>
                          <a:ext cx="608013" cy="398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椭圆 34"/>
          <p:cNvSpPr/>
          <p:nvPr/>
        </p:nvSpPr>
        <p:spPr>
          <a:xfrm>
            <a:off x="9949005" y="1954612"/>
            <a:ext cx="133706" cy="1128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1725930" y="1406525"/>
          <a:ext cx="1482725" cy="568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14325600" imgH="4572000" progId="Equation.DSMT4">
                  <p:embed/>
                </p:oleObj>
              </mc:Choice>
              <mc:Fallback>
                <p:oleObj name="Equation" r:id="rId7" imgW="14325600" imgH="45720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5930" y="1406525"/>
                        <a:ext cx="1482725" cy="568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2"/>
          <p:cNvSpPr txBox="1"/>
          <p:nvPr/>
        </p:nvSpPr>
        <p:spPr>
          <a:xfrm>
            <a:off x="1627720" y="1973677"/>
            <a:ext cx="21330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辐角主值：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3822065" y="2098675"/>
          <a:ext cx="80518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7924800" imgH="3962400" progId="Equation.DSMT4">
                  <p:embed/>
                </p:oleObj>
              </mc:Choice>
              <mc:Fallback>
                <p:oleObj name="Equation" r:id="rId9" imgW="7924800" imgH="39624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22065" y="2098675"/>
                        <a:ext cx="80518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 noChangeAspect="1"/>
          </p:cNvGraphicFramePr>
          <p:nvPr/>
        </p:nvGraphicFramePr>
        <p:xfrm>
          <a:off x="5380990" y="1967230"/>
          <a:ext cx="123571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11582400" imgH="4876800" progId="Equation.DSMT4">
                  <p:embed/>
                </p:oleObj>
              </mc:Choice>
              <mc:Fallback>
                <p:oleObj name="Equation" r:id="rId11" imgW="11582400" imgH="48768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80990" y="1967230"/>
                        <a:ext cx="1235710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8" name="Object 12"/>
          <p:cNvGraphicFramePr>
            <a:graphicFrameLocks noChangeAspect="1"/>
          </p:cNvGraphicFramePr>
          <p:nvPr/>
        </p:nvGraphicFramePr>
        <p:xfrm>
          <a:off x="4966970" y="2085340"/>
          <a:ext cx="394335" cy="42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3" imgW="3048000" imgH="3048000" progId="Equation.DSMT4">
                  <p:embed/>
                </p:oleObj>
              </mc:Choice>
              <mc:Fallback>
                <p:oleObj name="Equation" r:id="rId13" imgW="3048000" imgH="3048000" progId="Equation.DSMT4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66970" y="2085340"/>
                        <a:ext cx="394335" cy="42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9" name="Object 13"/>
          <p:cNvGraphicFramePr>
            <a:graphicFrameLocks noChangeAspect="1"/>
          </p:cNvGraphicFramePr>
          <p:nvPr/>
        </p:nvGraphicFramePr>
        <p:xfrm>
          <a:off x="680207" y="5559801"/>
          <a:ext cx="1443965" cy="538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5" imgW="10972800" imgH="3962400" progId="Equation.DSMT4">
                  <p:embed/>
                </p:oleObj>
              </mc:Choice>
              <mc:Fallback>
                <p:oleObj name="Equation" r:id="rId15" imgW="10972800" imgH="39624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0207" y="5559801"/>
                        <a:ext cx="1443965" cy="5385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0" name="Object 14"/>
          <p:cNvGraphicFramePr>
            <a:graphicFrameLocks noChangeAspect="1"/>
          </p:cNvGraphicFramePr>
          <p:nvPr/>
        </p:nvGraphicFramePr>
        <p:xfrm>
          <a:off x="2054862" y="3897989"/>
          <a:ext cx="696744" cy="373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17" imgW="4572000" imgH="39014400" progId="Equation.DSMT4">
                  <p:embed/>
                </p:oleObj>
              </mc:Choice>
              <mc:Fallback>
                <p:oleObj name="Equation" r:id="rId17" imgW="4572000" imgH="39014400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54862" y="3897989"/>
                        <a:ext cx="696744" cy="37386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1" name="Object 15"/>
          <p:cNvGraphicFramePr>
            <a:graphicFrameLocks noChangeAspect="1"/>
          </p:cNvGraphicFramePr>
          <p:nvPr/>
        </p:nvGraphicFramePr>
        <p:xfrm>
          <a:off x="5514481" y="3725349"/>
          <a:ext cx="1102256" cy="56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19" imgW="8534400" imgH="4267200" progId="Equation.DSMT4">
                  <p:embed/>
                </p:oleObj>
              </mc:Choice>
              <mc:Fallback>
                <p:oleObj name="Equation" r:id="rId19" imgW="8534400" imgH="4267200" progId="Equation.DSMT4">
                  <p:embed/>
                  <p:pic>
                    <p:nvPicPr>
                      <p:cNvPr id="0" name="图片 9225" descr="信纸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14481" y="3725349"/>
                        <a:ext cx="1102256" cy="568700"/>
                      </a:xfrm>
                      <a:prstGeom prst="rect">
                        <a:avLst/>
                      </a:prstGeom>
                      <a:blipFill rotWithShape="0">
                        <a:blip r:embed="rId21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2" name="Object 16"/>
          <p:cNvGraphicFramePr>
            <a:graphicFrameLocks noChangeAspect="1"/>
          </p:cNvGraphicFramePr>
          <p:nvPr/>
        </p:nvGraphicFramePr>
        <p:xfrm>
          <a:off x="2337664" y="3819544"/>
          <a:ext cx="2137857" cy="569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22" imgW="18897600" imgH="4876800" progId="Equation.DSMT4">
                  <p:embed/>
                </p:oleObj>
              </mc:Choice>
              <mc:Fallback>
                <p:oleObj name="Equation" r:id="rId22" imgW="18897600" imgH="4876800" progId="Equation.DSMT4">
                  <p:embed/>
                  <p:pic>
                    <p:nvPicPr>
                      <p:cNvPr id="0" name="图片 9226" descr="信纸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337664" y="3819544"/>
                        <a:ext cx="2137857" cy="569481"/>
                      </a:xfrm>
                      <a:prstGeom prst="rect">
                        <a:avLst/>
                      </a:prstGeom>
                      <a:blipFill rotWithShape="0">
                        <a:blip r:embed="rId21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椭圆 23"/>
          <p:cNvSpPr/>
          <p:nvPr/>
        </p:nvSpPr>
        <p:spPr>
          <a:xfrm>
            <a:off x="10057863" y="4343419"/>
            <a:ext cx="75992" cy="875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210263" y="3153364"/>
            <a:ext cx="68392" cy="1215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4833" name="Object 17"/>
          <p:cNvGraphicFramePr>
            <a:graphicFrameLocks noChangeAspect="1"/>
          </p:cNvGraphicFramePr>
          <p:nvPr/>
        </p:nvGraphicFramePr>
        <p:xfrm>
          <a:off x="5055668" y="4567052"/>
          <a:ext cx="3277593" cy="600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24" imgW="27432000" imgH="4876800" progId="Equation.DSMT4">
                  <p:embed/>
                </p:oleObj>
              </mc:Choice>
              <mc:Fallback>
                <p:oleObj name="Equation" r:id="rId24" imgW="27432000" imgH="4876800" progId="Equation.DSMT4">
                  <p:embed/>
                  <p:pic>
                    <p:nvPicPr>
                      <p:cNvPr id="0" name="图片 9227" descr="蓝色面巾纸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055668" y="4567052"/>
                        <a:ext cx="3277593" cy="600292"/>
                      </a:xfrm>
                      <a:prstGeom prst="rect">
                        <a:avLst/>
                      </a:prstGeom>
                      <a:blipFill rotWithShape="0">
                        <a:blip r:embed="rId26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4" name="Object 18"/>
          <p:cNvGraphicFramePr>
            <a:graphicFrameLocks noChangeAspect="1"/>
          </p:cNvGraphicFramePr>
          <p:nvPr/>
        </p:nvGraphicFramePr>
        <p:xfrm>
          <a:off x="2521360" y="4422996"/>
          <a:ext cx="758480" cy="979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27" imgW="6705600" imgH="9448800" progId="Equation.DSMT4">
                  <p:embed/>
                </p:oleObj>
              </mc:Choice>
              <mc:Fallback>
                <p:oleObj name="Equation" r:id="rId27" imgW="6705600" imgH="9448800" progId="Equation.DSMT4">
                  <p:embed/>
                  <p:pic>
                    <p:nvPicPr>
                      <p:cNvPr id="0" name="图片 9228" descr="蓝色面巾纸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521360" y="4422996"/>
                        <a:ext cx="758480" cy="979353"/>
                      </a:xfrm>
                      <a:prstGeom prst="rect">
                        <a:avLst/>
                      </a:prstGeom>
                      <a:blipFill rotWithShape="0">
                        <a:blip r:embed="rId26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椭圆 27"/>
          <p:cNvSpPr/>
          <p:nvPr/>
        </p:nvSpPr>
        <p:spPr>
          <a:xfrm>
            <a:off x="9274107" y="2137032"/>
            <a:ext cx="133706" cy="1128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9295881" y="3725836"/>
            <a:ext cx="133706" cy="1128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4835" name="Object 19"/>
          <p:cNvGraphicFramePr>
            <a:graphicFrameLocks noChangeAspect="1"/>
          </p:cNvGraphicFramePr>
          <p:nvPr/>
        </p:nvGraphicFramePr>
        <p:xfrm>
          <a:off x="5517199" y="5451559"/>
          <a:ext cx="2076119" cy="600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29" imgW="17373600" imgH="4876800" progId="Equation.DSMT4">
                  <p:embed/>
                </p:oleObj>
              </mc:Choice>
              <mc:Fallback>
                <p:oleObj name="Equation" r:id="rId29" imgW="17373600" imgH="4876800" progId="Equation.DSMT4">
                  <p:embed/>
                  <p:pic>
                    <p:nvPicPr>
                      <p:cNvPr id="0" name="图片 9229" descr="粉色面巾纸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517199" y="5451559"/>
                        <a:ext cx="2076119" cy="600215"/>
                      </a:xfrm>
                      <a:prstGeom prst="rect">
                        <a:avLst/>
                      </a:prstGeom>
                      <a:blipFill rotWithShape="0">
                        <a:blip r:embed="rId31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6" name="Object 20"/>
          <p:cNvGraphicFramePr>
            <a:graphicFrameLocks noChangeAspect="1"/>
          </p:cNvGraphicFramePr>
          <p:nvPr/>
        </p:nvGraphicFramePr>
        <p:xfrm>
          <a:off x="2353628" y="5403533"/>
          <a:ext cx="1231900" cy="824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Equation" r:id="rId32" imgW="545465" imgH="393700" progId="Equation.DSMT4">
                  <p:embed/>
                </p:oleObj>
              </mc:Choice>
              <mc:Fallback>
                <p:oleObj name="Equation" r:id="rId32" imgW="545465" imgH="393700" progId="Equation.DSMT4">
                  <p:embed/>
                  <p:pic>
                    <p:nvPicPr>
                      <p:cNvPr id="0" name="图片 9230" descr="粉色面巾纸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353628" y="5403533"/>
                        <a:ext cx="1231900" cy="824865"/>
                      </a:xfrm>
                      <a:prstGeom prst="rect">
                        <a:avLst/>
                      </a:prstGeom>
                      <a:blipFill rotWithShape="0">
                        <a:blip r:embed="rId31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椭圆 31"/>
          <p:cNvSpPr/>
          <p:nvPr/>
        </p:nvSpPr>
        <p:spPr>
          <a:xfrm>
            <a:off x="8729835" y="2475812"/>
            <a:ext cx="133706" cy="1128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4837" name="Object 21"/>
          <p:cNvGraphicFramePr>
            <a:graphicFrameLocks noChangeAspect="1"/>
          </p:cNvGraphicFramePr>
          <p:nvPr/>
        </p:nvGraphicFramePr>
        <p:xfrm>
          <a:off x="5544413" y="6369221"/>
          <a:ext cx="2076119" cy="5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Equation" r:id="rId34" imgW="17373600" imgH="4876800" progId="Equation.DSMT4">
                  <p:embed/>
                </p:oleObj>
              </mc:Choice>
              <mc:Fallback>
                <p:oleObj name="Equation" r:id="rId34" imgW="17373600" imgH="4876800" progId="Equation.DSMT4">
                  <p:embed/>
                  <p:pic>
                    <p:nvPicPr>
                      <p:cNvPr id="0" name="图片 9231" descr="羊皮纸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544413" y="6369221"/>
                        <a:ext cx="2076119" cy="535012"/>
                      </a:xfrm>
                      <a:prstGeom prst="rect">
                        <a:avLst/>
                      </a:prstGeom>
                      <a:blipFill rotWithShape="0">
                        <a:blip r:embed="rId36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8" name="Object 22"/>
          <p:cNvGraphicFramePr>
            <a:graphicFrameLocks noChangeAspect="1"/>
          </p:cNvGraphicFramePr>
          <p:nvPr/>
        </p:nvGraphicFramePr>
        <p:xfrm>
          <a:off x="2717983" y="6477407"/>
          <a:ext cx="379241" cy="309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Equation" r:id="rId37" imgW="3352800" imgH="3352800" progId="Equation.DSMT4">
                  <p:embed/>
                </p:oleObj>
              </mc:Choice>
              <mc:Fallback>
                <p:oleObj name="Equation" r:id="rId37" imgW="3352800" imgH="3352800" progId="Equation.DSMT4">
                  <p:embed/>
                  <p:pic>
                    <p:nvPicPr>
                      <p:cNvPr id="0" name="图片 9232" descr="羊皮纸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717983" y="6477407"/>
                        <a:ext cx="379241" cy="309405"/>
                      </a:xfrm>
                      <a:prstGeom prst="rect">
                        <a:avLst/>
                      </a:prstGeom>
                      <a:blipFill rotWithShape="0">
                        <a:blip r:embed="rId36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9" name="Object 23"/>
          <p:cNvGraphicFramePr>
            <a:graphicFrameLocks noChangeAspect="1"/>
          </p:cNvGraphicFramePr>
          <p:nvPr/>
        </p:nvGraphicFramePr>
        <p:xfrm>
          <a:off x="5587050" y="7219851"/>
          <a:ext cx="2040841" cy="600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Equation" r:id="rId39" imgW="17068800" imgH="4876800" progId="Equation.DSMT4">
                  <p:embed/>
                </p:oleObj>
              </mc:Choice>
              <mc:Fallback>
                <p:oleObj name="Equation" r:id="rId39" imgW="17068800" imgH="4876800" progId="Equation.DSMT4">
                  <p:embed/>
                  <p:pic>
                    <p:nvPicPr>
                      <p:cNvPr id="0" name="图片 9233" descr="白色大理石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587050" y="7219851"/>
                        <a:ext cx="2040841" cy="600215"/>
                      </a:xfrm>
                      <a:prstGeom prst="rect">
                        <a:avLst/>
                      </a:prstGeom>
                      <a:blipFill rotWithShape="0">
                        <a:blip r:embed="rId41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0" name="Object 24"/>
          <p:cNvGraphicFramePr>
            <a:graphicFrameLocks noChangeAspect="1"/>
          </p:cNvGraphicFramePr>
          <p:nvPr/>
        </p:nvGraphicFramePr>
        <p:xfrm>
          <a:off x="2331720" y="7263130"/>
          <a:ext cx="1750060" cy="42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Equation" r:id="rId42" imgW="787400" imgH="203200" progId="Equation.DSMT4">
                  <p:embed/>
                </p:oleObj>
              </mc:Choice>
              <mc:Fallback>
                <p:oleObj name="Equation" r:id="rId42" imgW="787400" imgH="203200" progId="Equation.DSMT4">
                  <p:embed/>
                  <p:pic>
                    <p:nvPicPr>
                      <p:cNvPr id="0" name="图片 9234" descr="白色大理石"/>
                      <p:cNvPicPr>
                        <a:picLocks noChangeAspect="1"/>
                      </p:cNvPicPr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2331720" y="7263130"/>
                        <a:ext cx="1750060" cy="424180"/>
                      </a:xfrm>
                      <a:prstGeom prst="rect">
                        <a:avLst/>
                      </a:prstGeom>
                      <a:blipFill rotWithShape="0">
                        <a:blip r:embed="rId41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椭圆 36"/>
          <p:cNvSpPr/>
          <p:nvPr/>
        </p:nvSpPr>
        <p:spPr>
          <a:xfrm>
            <a:off x="8640695" y="3179187"/>
            <a:ext cx="133706" cy="1128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8491718" y="3741388"/>
            <a:ext cx="148564" cy="812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4841" name="Object 25"/>
          <p:cNvGraphicFramePr>
            <a:graphicFrameLocks noChangeAspect="1"/>
          </p:cNvGraphicFramePr>
          <p:nvPr/>
        </p:nvGraphicFramePr>
        <p:xfrm>
          <a:off x="3115945" y="2588895"/>
          <a:ext cx="706120" cy="42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Equation" r:id="rId44" imgW="7924800" imgH="3962400" progId="Equation.DSMT4">
                  <p:embed/>
                </p:oleObj>
              </mc:Choice>
              <mc:Fallback>
                <p:oleObj name="Equation" r:id="rId44" imgW="7924800" imgH="3962400" progId="Equation.DSMT4">
                  <p:embed/>
                  <p:pic>
                    <p:nvPicPr>
                      <p:cNvPr id="0" name="图片 923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15945" y="2588895"/>
                        <a:ext cx="706120" cy="426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2" name="Object 26"/>
          <p:cNvGraphicFramePr>
            <a:graphicFrameLocks noChangeAspect="1"/>
          </p:cNvGraphicFramePr>
          <p:nvPr/>
        </p:nvGraphicFramePr>
        <p:xfrm>
          <a:off x="1906270" y="2530475"/>
          <a:ext cx="1085215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name="Equation" r:id="rId45" imgW="12192000" imgH="4876800" progId="Equation.DSMT4">
                  <p:embed/>
                </p:oleObj>
              </mc:Choice>
              <mc:Fallback>
                <p:oleObj name="Equation" r:id="rId45" imgW="12192000" imgH="4876800" progId="Equation.DSMT4">
                  <p:embed/>
                  <p:pic>
                    <p:nvPicPr>
                      <p:cNvPr id="0" name="图片 9236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906270" y="2530475"/>
                        <a:ext cx="1085215" cy="525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3" name="Object 27"/>
          <p:cNvGraphicFramePr>
            <a:graphicFrameLocks noChangeAspect="1"/>
          </p:cNvGraphicFramePr>
          <p:nvPr/>
        </p:nvGraphicFramePr>
        <p:xfrm>
          <a:off x="3822065" y="2532380"/>
          <a:ext cx="890270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Equation" r:id="rId47" imgW="419100" imgH="203200" progId="Equation.DSMT4">
                  <p:embed/>
                </p:oleObj>
              </mc:Choice>
              <mc:Fallback>
                <p:oleObj name="Equation" r:id="rId47" imgW="419100" imgH="203200" progId="Equation.DSMT4">
                  <p:embed/>
                  <p:pic>
                    <p:nvPicPr>
                      <p:cNvPr id="0" name="图片 9237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3822065" y="2532380"/>
                        <a:ext cx="890270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4" name="Object 28"/>
          <p:cNvGraphicFramePr>
            <a:graphicFrameLocks noChangeAspect="1"/>
          </p:cNvGraphicFramePr>
          <p:nvPr/>
        </p:nvGraphicFramePr>
        <p:xfrm>
          <a:off x="5380990" y="2621915"/>
          <a:ext cx="69405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Equation" r:id="rId49" imgW="9448800" imgH="4267200" progId="Equation.DSMT4">
                  <p:embed/>
                </p:oleObj>
              </mc:Choice>
              <mc:Fallback>
                <p:oleObj name="Equation" r:id="rId49" imgW="9448800" imgH="4267200" progId="Equation.DSMT4">
                  <p:embed/>
                  <p:pic>
                    <p:nvPicPr>
                      <p:cNvPr id="0" name="图片 9238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380990" y="2621915"/>
                        <a:ext cx="694055" cy="377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直接箭头连接符 39"/>
          <p:cNvCxnSpPr>
            <a:endCxn id="35" idx="0"/>
          </p:cNvCxnSpPr>
          <p:nvPr/>
        </p:nvCxnSpPr>
        <p:spPr>
          <a:xfrm rot="5400000" flipH="1" flipV="1">
            <a:off x="9048822" y="2240613"/>
            <a:ext cx="1237162" cy="6651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rot="16200000" flipH="1">
            <a:off x="9160917" y="3450566"/>
            <a:ext cx="1155940" cy="77637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9402456" y="3191774"/>
            <a:ext cx="824440" cy="223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rot="16200000" flipV="1">
            <a:off x="8815862" y="2656939"/>
            <a:ext cx="1049548" cy="1437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rot="16200000" flipH="1">
            <a:off x="9080405" y="3508076"/>
            <a:ext cx="572218" cy="3738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图: 终止 4"/>
          <p:cNvSpPr/>
          <p:nvPr/>
        </p:nvSpPr>
        <p:spPr>
          <a:xfrm>
            <a:off x="9401810" y="5163820"/>
            <a:ext cx="2257425" cy="66738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确定位置</a:t>
            </a:r>
            <a:endParaRPr lang="zh-CN" altLang="en-US" sz="2400"/>
          </a:p>
        </p:txBody>
      </p:sp>
      <p:sp>
        <p:nvSpPr>
          <p:cNvPr id="6" name="下箭头 5"/>
          <p:cNvSpPr/>
          <p:nvPr/>
        </p:nvSpPr>
        <p:spPr>
          <a:xfrm>
            <a:off x="10307320" y="5899150"/>
            <a:ext cx="307975" cy="6502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流程图: 终止 6"/>
          <p:cNvSpPr/>
          <p:nvPr/>
        </p:nvSpPr>
        <p:spPr>
          <a:xfrm>
            <a:off x="9401810" y="6624955"/>
            <a:ext cx="2257425" cy="66738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用公式计</a:t>
            </a:r>
            <a:r>
              <a:rPr lang="zh-CN" altLang="en-US" sz="2400"/>
              <a:t>算</a:t>
            </a:r>
            <a:endParaRPr lang="zh-CN" altLang="en-US" sz="2400"/>
          </a:p>
        </p:txBody>
      </p:sp>
      <p:graphicFrame>
        <p:nvGraphicFramePr>
          <p:cNvPr id="33808" name="Object 16"/>
          <p:cNvGraphicFramePr>
            <a:graphicFrameLocks noChangeAspect="1"/>
          </p:cNvGraphicFramePr>
          <p:nvPr/>
        </p:nvGraphicFramePr>
        <p:xfrm>
          <a:off x="1984693" y="3274695"/>
          <a:ext cx="1112520" cy="436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51" imgW="622300" imgH="203200" progId="Equation.DSMT4">
                  <p:embed/>
                </p:oleObj>
              </mc:Choice>
              <mc:Fallback>
                <p:oleObj name="Equation" r:id="rId51" imgW="622300" imgH="203200" progId="Equation.DSMT4">
                  <p:embed/>
                  <p:pic>
                    <p:nvPicPr>
                      <p:cNvPr id="0" name="图片 8205"/>
                      <p:cNvPicPr>
                        <a:picLocks noChangeAspect="1"/>
                      </p:cNvPicPr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984693" y="3274695"/>
                        <a:ext cx="1112520" cy="4362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7"/>
          <p:cNvGraphicFramePr>
            <a:graphicFrameLocks noChangeAspect="1"/>
          </p:cNvGraphicFramePr>
          <p:nvPr/>
        </p:nvGraphicFramePr>
        <p:xfrm>
          <a:off x="4213384" y="3236025"/>
          <a:ext cx="842962" cy="50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Equation" r:id="rId53" imgW="8534400" imgH="4267200" progId="Equation.DSMT4">
                  <p:embed/>
                </p:oleObj>
              </mc:Choice>
              <mc:Fallback>
                <p:oleObj name="Equation" r:id="rId53" imgW="8534400" imgH="4267200" progId="Equation.DSMT4">
                  <p:embed/>
                  <p:pic>
                    <p:nvPicPr>
                      <p:cNvPr id="0" name="图片 8206"/>
                      <p:cNvPicPr>
                        <a:picLocks noChangeAspect="1"/>
                      </p:cNvPicPr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4213384" y="3236025"/>
                        <a:ext cx="842962" cy="505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0"/>
          <p:cNvGraphicFramePr>
            <a:graphicFrameLocks noChangeAspect="1"/>
          </p:cNvGraphicFramePr>
          <p:nvPr/>
        </p:nvGraphicFramePr>
        <p:xfrm>
          <a:off x="3585845" y="5691505"/>
          <a:ext cx="69278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55" imgW="241300" imgH="152400" progId="Equation.DSMT4">
                  <p:embed/>
                </p:oleObj>
              </mc:Choice>
              <mc:Fallback>
                <p:oleObj name="Equation" r:id="rId55" imgW="241300" imgH="152400" progId="Equation.DSMT4">
                  <p:embed/>
                  <p:pic>
                    <p:nvPicPr>
                      <p:cNvPr id="0" name="图片 9230" descr="粉色面巾纸"/>
                      <p:cNvPicPr>
                        <a:picLocks noChangeAspect="1"/>
                      </p:cNvPicPr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3585845" y="5691505"/>
                        <a:ext cx="692785" cy="409575"/>
                      </a:xfrm>
                      <a:prstGeom prst="rect">
                        <a:avLst/>
                      </a:prstGeom>
                      <a:blipFill rotWithShape="0">
                        <a:blip r:embed="rId31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/>
          <p:cNvGraphicFramePr>
            <a:graphicFrameLocks noChangeAspect="1"/>
          </p:cNvGraphicFramePr>
          <p:nvPr/>
        </p:nvGraphicFramePr>
        <p:xfrm>
          <a:off x="4081463" y="7329170"/>
          <a:ext cx="50863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57" imgW="228600" imgH="139700" progId="Equation.DSMT4">
                  <p:embed/>
                </p:oleObj>
              </mc:Choice>
              <mc:Fallback>
                <p:oleObj name="Equation" r:id="rId57" imgW="228600" imgH="139700" progId="Equation.DSMT4">
                  <p:embed/>
                  <p:pic>
                    <p:nvPicPr>
                      <p:cNvPr id="0" name="图片 9234" descr="白色大理石"/>
                      <p:cNvPicPr>
                        <a:picLocks noChangeAspect="1"/>
                      </p:cNvPicPr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4081463" y="7329170"/>
                        <a:ext cx="508635" cy="292100"/>
                      </a:xfrm>
                      <a:prstGeom prst="rect">
                        <a:avLst/>
                      </a:prstGeom>
                      <a:blipFill rotWithShape="0">
                        <a:blip r:embed="rId41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/>
          <p:cNvGraphicFramePr>
            <a:graphicFrameLocks noChangeAspect="1"/>
          </p:cNvGraphicFramePr>
          <p:nvPr>
            <p:custDataLst>
              <p:tags r:id="rId59"/>
            </p:custDataLst>
          </p:nvPr>
        </p:nvGraphicFramePr>
        <p:xfrm>
          <a:off x="3115628" y="3014980"/>
          <a:ext cx="590550" cy="845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60" imgW="330200" imgH="393700" progId="Equation.DSMT4">
                  <p:embed/>
                </p:oleObj>
              </mc:Choice>
              <mc:Fallback>
                <p:oleObj name="Equation" r:id="rId60" imgW="330200" imgH="393700" progId="Equation.DSMT4">
                  <p:embed/>
                  <p:pic>
                    <p:nvPicPr>
                      <p:cNvPr id="0" name="图片 8205"/>
                      <p:cNvPicPr>
                        <a:picLocks noChangeAspect="1"/>
                      </p:cNvPicPr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3115628" y="3014980"/>
                        <a:ext cx="590550" cy="845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16" grpId="0"/>
      <p:bldP spid="24" grpId="0" bldLvl="0" animBg="1"/>
      <p:bldP spid="26" grpId="0" bldLvl="0" animBg="1"/>
      <p:bldP spid="28" grpId="0" bldLvl="0" animBg="1"/>
      <p:bldP spid="29" grpId="0" bldLvl="0" animBg="1"/>
      <p:bldP spid="32" grpId="0" bldLvl="0" animBg="1"/>
      <p:bldP spid="37" grpId="0" bldLvl="0" animBg="1"/>
      <p:bldP spid="38" grpId="0" bldLvl="0" animBg="1"/>
      <p:bldP spid="5" grpId="0" animBg="1"/>
      <p:bldP spid="5" grpId="1" animBg="1"/>
      <p:bldP spid="6" grpId="0" animBg="1"/>
      <p:bldP spid="7" grpId="0" animBg="1"/>
      <p:bldP spid="6" grpId="1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2882894" y="72609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二、复平面、复数的模与辐角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961235" y="994516"/>
            <a:ext cx="70534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3</a:t>
            </a:r>
            <a:r>
              <a:rPr lang="en-US" altLang="zh-CN" sz="3200" dirty="0" smtClean="0">
                <a:latin typeface="+mn-ea"/>
              </a:rPr>
              <a:t>. </a:t>
            </a:r>
            <a:r>
              <a:rPr lang="zh-CN" altLang="en-US" sz="3200" dirty="0" smtClean="0">
                <a:latin typeface="+mn-ea"/>
              </a:rPr>
              <a:t>求下列复数的模与辐角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6882" name="Object 18"/>
          <p:cNvGraphicFramePr>
            <a:graphicFrameLocks noChangeAspect="1"/>
          </p:cNvGraphicFramePr>
          <p:nvPr/>
        </p:nvGraphicFramePr>
        <p:xfrm>
          <a:off x="1010946" y="1738924"/>
          <a:ext cx="1812799" cy="655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15849600" imgH="4876800" progId="Equation.DSMT4">
                  <p:embed/>
                </p:oleObj>
              </mc:Choice>
              <mc:Fallback>
                <p:oleObj name="Equation" r:id="rId1" imgW="15849600" imgH="48768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10946" y="1738924"/>
                        <a:ext cx="1812799" cy="6554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3" name="Object 19"/>
          <p:cNvGraphicFramePr>
            <a:graphicFrameLocks noChangeAspect="1"/>
          </p:cNvGraphicFramePr>
          <p:nvPr/>
        </p:nvGraphicFramePr>
        <p:xfrm>
          <a:off x="961369" y="3124318"/>
          <a:ext cx="2684795" cy="779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23469600" imgH="5791200" progId="Equation.DSMT4">
                  <p:embed/>
                </p:oleObj>
              </mc:Choice>
              <mc:Fallback>
                <p:oleObj name="Equation" r:id="rId3" imgW="23469600" imgH="57912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1369" y="3124318"/>
                        <a:ext cx="2684795" cy="7794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8" name="Object 24"/>
          <p:cNvGraphicFramePr>
            <a:graphicFrameLocks noChangeAspect="1"/>
          </p:cNvGraphicFramePr>
          <p:nvPr/>
        </p:nvGraphicFramePr>
        <p:xfrm>
          <a:off x="1031558" y="2393315"/>
          <a:ext cx="1254760" cy="730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5" imgW="571500" imgH="241300" progId="Equation.DSMT4">
                  <p:embed/>
                </p:oleObj>
              </mc:Choice>
              <mc:Fallback>
                <p:oleObj name="Equation" r:id="rId5" imgW="571500" imgH="2413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31558" y="2393315"/>
                        <a:ext cx="1254760" cy="730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9" name="Object 25"/>
          <p:cNvGraphicFramePr>
            <a:graphicFrameLocks noChangeAspect="1"/>
          </p:cNvGraphicFramePr>
          <p:nvPr/>
        </p:nvGraphicFramePr>
        <p:xfrm>
          <a:off x="1010920" y="3986530"/>
          <a:ext cx="2075180" cy="646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7" imgW="1066800" imgH="241300" progId="Equation.DSMT4">
                  <p:embed/>
                </p:oleObj>
              </mc:Choice>
              <mc:Fallback>
                <p:oleObj name="Equation" r:id="rId7" imgW="1066800" imgH="2413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10920" y="3986530"/>
                        <a:ext cx="2075180" cy="646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4"/>
          <p:cNvGraphicFramePr>
            <a:graphicFrameLocks noChangeAspect="1"/>
          </p:cNvGraphicFramePr>
          <p:nvPr/>
        </p:nvGraphicFramePr>
        <p:xfrm>
          <a:off x="2557780" y="2084705"/>
          <a:ext cx="5616575" cy="1270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9" imgW="2005965" imgH="393700" progId="Equation.DSMT4">
                  <p:embed/>
                </p:oleObj>
              </mc:Choice>
              <mc:Fallback>
                <p:oleObj name="Equation" r:id="rId9" imgW="2005965" imgH="3937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7780" y="2084705"/>
                        <a:ext cx="5616575" cy="1270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/>
          <p:cNvGraphicFramePr>
            <a:graphicFrameLocks noChangeAspect="1"/>
          </p:cNvGraphicFramePr>
          <p:nvPr/>
        </p:nvGraphicFramePr>
        <p:xfrm>
          <a:off x="8476615" y="2508250"/>
          <a:ext cx="33591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1270000" imgH="203200" progId="Equation.DSMT4">
                  <p:embed/>
                </p:oleObj>
              </mc:Choice>
              <mc:Fallback>
                <p:oleObj name="Equation" r:id="rId11" imgW="1270000" imgH="2032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476615" y="2508250"/>
                        <a:ext cx="3359150" cy="615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5"/>
          <p:cNvGraphicFramePr>
            <a:graphicFrameLocks noChangeAspect="1"/>
          </p:cNvGraphicFramePr>
          <p:nvPr/>
        </p:nvGraphicFramePr>
        <p:xfrm>
          <a:off x="3291840" y="3697605"/>
          <a:ext cx="6199505" cy="1226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2527300" imgH="457200" progId="Equation.DSMT4">
                  <p:embed/>
                </p:oleObj>
              </mc:Choice>
              <mc:Fallback>
                <p:oleObj name="Equation" r:id="rId13" imgW="2527300" imgH="4572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91840" y="3697605"/>
                        <a:ext cx="6199505" cy="1226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5"/>
          <p:cNvGraphicFramePr>
            <a:graphicFrameLocks noChangeAspect="1"/>
          </p:cNvGraphicFramePr>
          <p:nvPr/>
        </p:nvGraphicFramePr>
        <p:xfrm>
          <a:off x="9551035" y="3697605"/>
          <a:ext cx="228473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5" imgW="1016000" imgH="393700" progId="Equation.DSMT4">
                  <p:embed/>
                </p:oleObj>
              </mc:Choice>
              <mc:Fallback>
                <p:oleObj name="Equation" r:id="rId15" imgW="1016000" imgH="3937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551035" y="3697605"/>
                        <a:ext cx="2284730" cy="1057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0"/>
          <p:cNvGraphicFramePr>
            <a:graphicFrameLocks noChangeAspect="1"/>
          </p:cNvGraphicFramePr>
          <p:nvPr/>
        </p:nvGraphicFramePr>
        <p:xfrm>
          <a:off x="889635" y="4599305"/>
          <a:ext cx="2828290" cy="75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7" imgW="1079500" imgH="241300" progId="Equation.DSMT4">
                  <p:embed/>
                </p:oleObj>
              </mc:Choice>
              <mc:Fallback>
                <p:oleObj name="Equation" r:id="rId17" imgW="1079500" imgH="2413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89635" y="4599305"/>
                        <a:ext cx="2828290" cy="7505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5"/>
          <p:cNvGraphicFramePr>
            <a:graphicFrameLocks noChangeAspect="1"/>
          </p:cNvGraphicFramePr>
          <p:nvPr/>
        </p:nvGraphicFramePr>
        <p:xfrm>
          <a:off x="1010920" y="5584825"/>
          <a:ext cx="2075180" cy="646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9" imgW="1066800" imgH="241300" progId="Equation.DSMT4">
                  <p:embed/>
                </p:oleObj>
              </mc:Choice>
              <mc:Fallback>
                <p:oleObj name="Equation" r:id="rId19" imgW="1066800" imgH="2413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10920" y="5584825"/>
                        <a:ext cx="2075180" cy="646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5"/>
          <p:cNvGraphicFramePr>
            <a:graphicFrameLocks noChangeAspect="1"/>
          </p:cNvGraphicFramePr>
          <p:nvPr/>
        </p:nvGraphicFramePr>
        <p:xfrm>
          <a:off x="3181350" y="5295265"/>
          <a:ext cx="7492365" cy="1226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1" imgW="2997200" imgH="457200" progId="Equation.DSMT4">
                  <p:embed/>
                </p:oleObj>
              </mc:Choice>
              <mc:Fallback>
                <p:oleObj name="Equation" r:id="rId21" imgW="2997200" imgH="4572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81350" y="5295265"/>
                        <a:ext cx="7492365" cy="1226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5"/>
          <p:cNvGraphicFramePr>
            <a:graphicFrameLocks noChangeAspect="1"/>
          </p:cNvGraphicFramePr>
          <p:nvPr/>
        </p:nvGraphicFramePr>
        <p:xfrm>
          <a:off x="1057275" y="6521450"/>
          <a:ext cx="276733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3" imgW="1091565" imgH="393700" progId="Equation.DSMT4">
                  <p:embed/>
                </p:oleObj>
              </mc:Choice>
              <mc:Fallback>
                <p:oleObj name="Equation" r:id="rId23" imgW="1091565" imgH="3937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57275" y="6521450"/>
                        <a:ext cx="2767330" cy="1057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2807329" y="38954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二、复平面、复数的模与辐角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2229330" y="1727306"/>
            <a:ext cx="70534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练习</a:t>
            </a:r>
            <a:r>
              <a:rPr lang="zh-CN" altLang="en-US" sz="3200" dirty="0" smtClean="0">
                <a:latin typeface="+mn-ea"/>
              </a:rPr>
              <a:t>：求下列复数的模与辐角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6884" name="Object 20"/>
          <p:cNvGraphicFramePr>
            <a:graphicFrameLocks noChangeAspect="1"/>
          </p:cNvGraphicFramePr>
          <p:nvPr/>
        </p:nvGraphicFramePr>
        <p:xfrm>
          <a:off x="3324543" y="2488565"/>
          <a:ext cx="2325370" cy="726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1" imgW="914400" imgH="241300" progId="Equation.DSMT4">
                  <p:embed/>
                </p:oleObj>
              </mc:Choice>
              <mc:Fallback>
                <p:oleObj name="Equation" r:id="rId1" imgW="914400" imgH="2413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24543" y="2488565"/>
                        <a:ext cx="2325370" cy="726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6" name="Object 22"/>
          <p:cNvGraphicFramePr>
            <a:graphicFrameLocks noChangeAspect="1"/>
          </p:cNvGraphicFramePr>
          <p:nvPr/>
        </p:nvGraphicFramePr>
        <p:xfrm>
          <a:off x="3354705" y="4204970"/>
          <a:ext cx="1819275" cy="67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3" imgW="660400" imgH="203200" progId="Equation.DSMT4">
                  <p:embed/>
                </p:oleObj>
              </mc:Choice>
              <mc:Fallback>
                <p:oleObj name="Equation" r:id="rId3" imgW="660400" imgH="2032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4705" y="4204970"/>
                        <a:ext cx="1819275" cy="670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7" name="Object 23"/>
          <p:cNvGraphicFramePr>
            <a:graphicFrameLocks noChangeAspect="1"/>
          </p:cNvGraphicFramePr>
          <p:nvPr/>
        </p:nvGraphicFramePr>
        <p:xfrm>
          <a:off x="3439795" y="5582920"/>
          <a:ext cx="159639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5" imgW="558800" imgH="203200" progId="Equation.DSMT4">
                  <p:embed/>
                </p:oleObj>
              </mc:Choice>
              <mc:Fallback>
                <p:oleObj name="Equation" r:id="rId5" imgW="558800" imgH="2032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39795" y="5582920"/>
                        <a:ext cx="1596390" cy="679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1466649" y="1747222"/>
            <a:ext cx="621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3</a:t>
            </a:r>
            <a:r>
              <a:rPr lang="zh-CN" altLang="en-US" sz="3200" dirty="0" smtClean="0">
                <a:latin typeface="+mn-ea"/>
              </a:rPr>
              <a:t>、复数三角表示与指数表示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2526659" y="42764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二、复平面、复数的模与辐角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2151069" y="2543474"/>
          <a:ext cx="196532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16154400" imgH="4572000" progId="Equation.DSMT4">
                  <p:embed/>
                </p:oleObj>
              </mc:Choice>
              <mc:Fallback>
                <p:oleObj name="Equation" r:id="rId1" imgW="16154400" imgH="45720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51069" y="2543474"/>
                        <a:ext cx="1965325" cy="668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2"/>
          <p:cNvSpPr txBox="1"/>
          <p:nvPr/>
        </p:nvSpPr>
        <p:spPr>
          <a:xfrm>
            <a:off x="1439545" y="2539365"/>
            <a:ext cx="8883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设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2328545" y="3456305"/>
          <a:ext cx="1788160" cy="617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7068800" imgH="4876800" progId="Equation.DSMT4">
                  <p:embed/>
                </p:oleObj>
              </mc:Choice>
              <mc:Fallback>
                <p:oleObj name="Equation" r:id="rId3" imgW="17068800" imgH="4876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8545" y="3456305"/>
                        <a:ext cx="1788160" cy="617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 noChangeAspect="1"/>
          </p:cNvGraphicFramePr>
          <p:nvPr/>
        </p:nvGraphicFramePr>
        <p:xfrm>
          <a:off x="2348230" y="4555490"/>
          <a:ext cx="1768475" cy="681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14325600" imgH="4572000" progId="Equation.DSMT4">
                  <p:embed/>
                </p:oleObj>
              </mc:Choice>
              <mc:Fallback>
                <p:oleObj name="Equation" r:id="rId5" imgW="14325600" imgH="45720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48230" y="4555490"/>
                        <a:ext cx="1768475" cy="681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1"/>
          <p:cNvGraphicFramePr>
            <a:graphicFrameLocks noChangeAspect="1"/>
          </p:cNvGraphicFramePr>
          <p:nvPr/>
        </p:nvGraphicFramePr>
        <p:xfrm>
          <a:off x="4347210" y="4531360"/>
          <a:ext cx="2918460" cy="56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26517600" imgH="4267200" progId="Equation.DSMT4">
                  <p:embed/>
                </p:oleObj>
              </mc:Choice>
              <mc:Fallback>
                <p:oleObj name="Equation" r:id="rId7" imgW="26517600" imgH="42672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47210" y="4531360"/>
                        <a:ext cx="2918460" cy="5600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Object 22"/>
          <p:cNvGraphicFramePr>
            <a:graphicFrameLocks noChangeAspect="1"/>
          </p:cNvGraphicFramePr>
          <p:nvPr/>
        </p:nvGraphicFramePr>
        <p:xfrm>
          <a:off x="4391660" y="5301615"/>
          <a:ext cx="2959735" cy="636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27127200" imgH="4876800" progId="Equation.DSMT4">
                  <p:embed/>
                </p:oleObj>
              </mc:Choice>
              <mc:Fallback>
                <p:oleObj name="Equation" r:id="rId9" imgW="27127200" imgH="4876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91660" y="5301615"/>
                        <a:ext cx="2959735" cy="636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1" name="Object 23"/>
          <p:cNvGraphicFramePr>
            <a:graphicFrameLocks noChangeAspect="1"/>
          </p:cNvGraphicFramePr>
          <p:nvPr/>
        </p:nvGraphicFramePr>
        <p:xfrm>
          <a:off x="4815224" y="6149975"/>
          <a:ext cx="7477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6096000" imgH="4876800" progId="Equation.DSMT4">
                  <p:embed/>
                </p:oleObj>
              </mc:Choice>
              <mc:Fallback>
                <p:oleObj name="Equation" r:id="rId11" imgW="6096000" imgH="48768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15224" y="6149975"/>
                        <a:ext cx="747712" cy="714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7773124" y="5282718"/>
            <a:ext cx="316357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复数的三角表示式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0" name="文本框 2"/>
          <p:cNvSpPr txBox="1"/>
          <p:nvPr/>
        </p:nvSpPr>
        <p:spPr>
          <a:xfrm>
            <a:off x="7775299" y="6219464"/>
            <a:ext cx="316357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复数的指数表示式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1579220" y="3434249"/>
            <a:ext cx="1654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7913" name="Object 25"/>
          <p:cNvGraphicFramePr>
            <a:graphicFrameLocks noChangeAspect="1"/>
          </p:cNvGraphicFramePr>
          <p:nvPr/>
        </p:nvGraphicFramePr>
        <p:xfrm>
          <a:off x="5999480" y="2618105"/>
          <a:ext cx="16859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698500" imgH="203200" progId="Equation.DSMT4">
                  <p:embed/>
                </p:oleObj>
              </mc:Choice>
              <mc:Fallback>
                <p:oleObj name="Equation" r:id="rId13" imgW="698500" imgH="2032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99480" y="2618105"/>
                        <a:ext cx="1685925" cy="587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4" name="Object 26"/>
          <p:cNvGraphicFramePr>
            <a:graphicFrameLocks noChangeAspect="1"/>
          </p:cNvGraphicFramePr>
          <p:nvPr/>
        </p:nvGraphicFramePr>
        <p:xfrm>
          <a:off x="4221080" y="2555845"/>
          <a:ext cx="152082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12496800" imgH="4876800" progId="Equation.DSMT4">
                  <p:embed/>
                </p:oleObj>
              </mc:Choice>
              <mc:Fallback>
                <p:oleObj name="Equation" r:id="rId15" imgW="12496800" imgH="48768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21080" y="2555845"/>
                        <a:ext cx="1520825" cy="7127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5" name="Object 27"/>
          <p:cNvGraphicFramePr>
            <a:graphicFrameLocks noChangeAspect="1"/>
          </p:cNvGraphicFramePr>
          <p:nvPr/>
        </p:nvGraphicFramePr>
        <p:xfrm>
          <a:off x="4459605" y="3464560"/>
          <a:ext cx="1726565" cy="607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16764000" imgH="4876800" progId="Equation.DSMT4">
                  <p:embed/>
                </p:oleObj>
              </mc:Choice>
              <mc:Fallback>
                <p:oleObj name="Equation" r:id="rId17" imgW="16764000" imgH="4876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59605" y="3464560"/>
                        <a:ext cx="1726565" cy="607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等于号 17"/>
          <p:cNvSpPr/>
          <p:nvPr/>
        </p:nvSpPr>
        <p:spPr>
          <a:xfrm>
            <a:off x="2759948" y="6331788"/>
            <a:ext cx="2329132" cy="465827"/>
          </a:xfrm>
          <a:prstGeom prst="mathEqual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2905125" y="5915660"/>
            <a:ext cx="182562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Euler</a:t>
            </a:r>
            <a:r>
              <a:rPr lang="zh-CN" altLang="en-US" sz="2800" dirty="0" smtClean="0">
                <a:latin typeface="+mn-ea"/>
              </a:rPr>
              <a:t>公式</a:t>
            </a:r>
            <a:endParaRPr lang="zh-CN" altLang="en-US" sz="2800" dirty="0">
              <a:latin typeface="+mn-ea"/>
            </a:endParaRPr>
          </a:p>
        </p:txBody>
      </p:sp>
      <p:sp>
        <p:nvSpPr>
          <p:cNvPr id="6" name="椭圆形标注 5"/>
          <p:cNvSpPr/>
          <p:nvPr/>
        </p:nvSpPr>
        <p:spPr>
          <a:xfrm>
            <a:off x="7922260" y="531495"/>
            <a:ext cx="3507740" cy="1019175"/>
          </a:xfrm>
          <a:prstGeom prst="wedgeEllipseCallout">
            <a:avLst>
              <a:gd name="adj1" fmla="val -66069"/>
              <a:gd name="adj2" fmla="val 16980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通常取辐角主值</a:t>
            </a:r>
            <a:endParaRPr lang="zh-CN" altLang="en-US" sz="2400">
              <a:solidFill>
                <a:schemeClr val="tx1"/>
              </a:solidFill>
            </a:endParaRP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160020" y="5886450"/>
          <a:ext cx="250952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9" imgW="1130300" imgH="203200" progId="Equation.DSMT4">
                  <p:embed/>
                </p:oleObj>
              </mc:Choice>
              <mc:Fallback>
                <p:oleObj name="Equation" r:id="rId19" imgW="1130300" imgH="2032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0020" y="5886450"/>
                        <a:ext cx="2509520" cy="55245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8323580" y="1518285"/>
            <a:ext cx="3522980" cy="3350895"/>
            <a:chOff x="13108" y="2391"/>
            <a:chExt cx="5548" cy="5277"/>
          </a:xfrm>
        </p:grpSpPr>
        <p:cxnSp>
          <p:nvCxnSpPr>
            <p:cNvPr id="3" name="直接箭头连接符 2"/>
            <p:cNvCxnSpPr/>
            <p:nvPr/>
          </p:nvCxnSpPr>
          <p:spPr>
            <a:xfrm flipV="1">
              <a:off x="13108" y="6396"/>
              <a:ext cx="5548" cy="2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flipV="1">
              <a:off x="14223" y="2758"/>
              <a:ext cx="0" cy="491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" name="对象 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266" y="6529"/>
            <a:ext cx="609" cy="7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21" imgW="152400" imgH="177165" progId="Equation.DSMT4">
                    <p:embed/>
                  </p:oleObj>
                </mc:Choice>
                <mc:Fallback>
                  <p:oleObj name="" r:id="rId21" imgW="152400" imgH="177165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266" y="6529"/>
                          <a:ext cx="609" cy="7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18098" y="6603"/>
            <a:ext cx="508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24" imgW="127000" imgH="139700" progId="Equation.DSMT4">
                    <p:embed/>
                  </p:oleObj>
                </mc:Choice>
                <mc:Fallback>
                  <p:oleObj name="" r:id="rId24" imgW="127000" imgH="1397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8098" y="6603"/>
                          <a:ext cx="508" cy="5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26"/>
              </p:custDataLst>
            </p:nvPr>
          </p:nvGraphicFramePr>
          <p:xfrm>
            <a:off x="14380" y="2391"/>
            <a:ext cx="559" cy="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" r:id="rId27" imgW="139700" imgH="165100" progId="Equation.DSMT4">
                    <p:embed/>
                  </p:oleObj>
                </mc:Choice>
                <mc:Fallback>
                  <p:oleObj name="" r:id="rId27" imgW="139700" imgH="1651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4380" y="2391"/>
                          <a:ext cx="559" cy="66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/>
          <p:nvPr/>
        </p:nvGrpSpPr>
        <p:grpSpPr>
          <a:xfrm>
            <a:off x="10451465" y="1519555"/>
            <a:ext cx="1106170" cy="673735"/>
            <a:chOff x="16459" y="2393"/>
            <a:chExt cx="1742" cy="1061"/>
          </a:xfrm>
        </p:grpSpPr>
        <p:sp>
          <p:nvSpPr>
            <p:cNvPr id="15" name="椭圆 14"/>
            <p:cNvSpPr/>
            <p:nvPr/>
          </p:nvSpPr>
          <p:spPr>
            <a:xfrm>
              <a:off x="17098" y="3336"/>
              <a:ext cx="119" cy="1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17" name="Object 7"/>
            <p:cNvGraphicFramePr>
              <a:graphicFrameLocks noChangeAspect="1"/>
            </p:cNvGraphicFramePr>
            <p:nvPr>
              <p:custDataLst>
                <p:tags r:id="rId29"/>
              </p:custDataLst>
            </p:nvPr>
          </p:nvGraphicFramePr>
          <p:xfrm>
            <a:off x="16459" y="2393"/>
            <a:ext cx="1743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Equation" r:id="rId30" imgW="622300" imgH="190500" progId="Equation.DSMT4">
                    <p:embed/>
                  </p:oleObj>
                </mc:Choice>
                <mc:Fallback>
                  <p:oleObj name="Equation" r:id="rId30" imgW="622300" imgH="1905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6459" y="2393"/>
                          <a:ext cx="1743" cy="6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/>
          <p:cNvGrpSpPr/>
          <p:nvPr/>
        </p:nvGrpSpPr>
        <p:grpSpPr>
          <a:xfrm>
            <a:off x="9013190" y="2118360"/>
            <a:ext cx="1882140" cy="1957070"/>
            <a:chOff x="14194" y="3336"/>
            <a:chExt cx="2964" cy="3082"/>
          </a:xfrm>
        </p:grpSpPr>
        <p:cxnSp>
          <p:nvCxnSpPr>
            <p:cNvPr id="21" name="直接箭头连接符 20"/>
            <p:cNvCxnSpPr>
              <a:endCxn id="15" idx="0"/>
            </p:cNvCxnSpPr>
            <p:nvPr/>
          </p:nvCxnSpPr>
          <p:spPr>
            <a:xfrm flipV="1">
              <a:off x="14194" y="3336"/>
              <a:ext cx="2964" cy="308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2" name="Object 7"/>
            <p:cNvGraphicFramePr>
              <a:graphicFrameLocks noChangeAspect="1"/>
            </p:cNvGraphicFramePr>
            <p:nvPr>
              <p:custDataLst>
                <p:tags r:id="rId32"/>
              </p:custDataLst>
            </p:nvPr>
          </p:nvGraphicFramePr>
          <p:xfrm>
            <a:off x="15368" y="4452"/>
            <a:ext cx="321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" name="Equation" r:id="rId33" imgW="114300" imgH="127000" progId="Equation.DSMT4">
                    <p:embed/>
                  </p:oleObj>
                </mc:Choice>
                <mc:Fallback>
                  <p:oleObj name="Equation" r:id="rId33" imgW="114300" imgH="1270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5368" y="4452"/>
                          <a:ext cx="321" cy="4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/>
          <p:cNvGrpSpPr/>
          <p:nvPr/>
        </p:nvGrpSpPr>
        <p:grpSpPr>
          <a:xfrm>
            <a:off x="10614025" y="2175510"/>
            <a:ext cx="322580" cy="2332355"/>
            <a:chOff x="16715" y="3426"/>
            <a:chExt cx="508" cy="3673"/>
          </a:xfrm>
        </p:grpSpPr>
        <p:cxnSp>
          <p:nvCxnSpPr>
            <p:cNvPr id="24" name="直接连接符 23"/>
            <p:cNvCxnSpPr/>
            <p:nvPr/>
          </p:nvCxnSpPr>
          <p:spPr>
            <a:xfrm flipH="1">
              <a:off x="17069" y="3426"/>
              <a:ext cx="29" cy="2993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" name="对象 25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35"/>
              </p:custDataLst>
            </p:nvPr>
          </p:nvGraphicFramePr>
          <p:xfrm>
            <a:off x="16715" y="6541"/>
            <a:ext cx="508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" name="" r:id="rId36" imgW="127000" imgH="139700" progId="Equation.DSMT4">
                    <p:embed/>
                  </p:oleObj>
                </mc:Choice>
                <mc:Fallback>
                  <p:oleObj name="" r:id="rId36" imgW="127000" imgH="1397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6715" y="6541"/>
                          <a:ext cx="508" cy="5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/>
          <p:nvPr/>
        </p:nvGrpSpPr>
        <p:grpSpPr>
          <a:xfrm>
            <a:off x="8630920" y="1977390"/>
            <a:ext cx="2245360" cy="419100"/>
            <a:chOff x="13592" y="3114"/>
            <a:chExt cx="3536" cy="660"/>
          </a:xfrm>
        </p:grpSpPr>
        <p:cxnSp>
          <p:nvCxnSpPr>
            <p:cNvPr id="25" name="直接连接符 24"/>
            <p:cNvCxnSpPr/>
            <p:nvPr>
              <p:custDataLst>
                <p:tags r:id="rId37"/>
              </p:custDataLst>
            </p:nvPr>
          </p:nvCxnSpPr>
          <p:spPr>
            <a:xfrm flipH="1">
              <a:off x="14194" y="3426"/>
              <a:ext cx="2934" cy="3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0" name="对象 29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38"/>
              </p:custDataLst>
            </p:nvPr>
          </p:nvGraphicFramePr>
          <p:xfrm>
            <a:off x="13592" y="3114"/>
            <a:ext cx="559" cy="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" name="" r:id="rId39" imgW="139700" imgH="165100" progId="Equation.DSMT4">
                    <p:embed/>
                  </p:oleObj>
                </mc:Choice>
                <mc:Fallback>
                  <p:oleObj name="" r:id="rId39" imgW="139700" imgH="1651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3592" y="3114"/>
                          <a:ext cx="559" cy="66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/>
          <p:cNvGrpSpPr/>
          <p:nvPr/>
        </p:nvGrpSpPr>
        <p:grpSpPr>
          <a:xfrm>
            <a:off x="9213215" y="3572510"/>
            <a:ext cx="527685" cy="506730"/>
            <a:chOff x="14509" y="5626"/>
            <a:chExt cx="831" cy="798"/>
          </a:xfrm>
        </p:grpSpPr>
        <p:sp>
          <p:nvSpPr>
            <p:cNvPr id="36" name="任意多边形 35"/>
            <p:cNvSpPr/>
            <p:nvPr/>
          </p:nvSpPr>
          <p:spPr>
            <a:xfrm>
              <a:off x="14509" y="6128"/>
              <a:ext cx="120" cy="296"/>
            </a:xfrm>
            <a:custGeom>
              <a:avLst/>
              <a:gdLst>
                <a:gd name="connisteX0" fmla="*/ 0 w 73660"/>
                <a:gd name="connsiteY0" fmla="*/ 0 h 147320"/>
                <a:gd name="connisteX1" fmla="*/ 55245 w 73660"/>
                <a:gd name="connsiteY1" fmla="*/ 73660 h 147320"/>
                <a:gd name="connisteX2" fmla="*/ 73660 w 73660"/>
                <a:gd name="connsiteY2" fmla="*/ 147320 h 14732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73660" h="147320">
                  <a:moveTo>
                    <a:pt x="0" y="0"/>
                  </a:moveTo>
                  <a:cubicBezTo>
                    <a:pt x="10795" y="13335"/>
                    <a:pt x="40640" y="44450"/>
                    <a:pt x="55245" y="73660"/>
                  </a:cubicBezTo>
                  <a:cubicBezTo>
                    <a:pt x="69850" y="102870"/>
                    <a:pt x="71120" y="133985"/>
                    <a:pt x="73660" y="1473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37" name="对象 3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4770" y="5626"/>
            <a:ext cx="570" cy="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" r:id="rId40" imgW="127000" imgH="177165" progId="Equation.DSMT4">
                    <p:embed/>
                  </p:oleObj>
                </mc:Choice>
                <mc:Fallback>
                  <p:oleObj name="" r:id="rId40" imgW="127000" imgH="177165" progId="Equation.DSMT4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14770" y="5626"/>
                          <a:ext cx="570" cy="7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4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40" grpId="0" bldLvl="0" animBg="1"/>
      <p:bldP spid="41" grpId="0"/>
      <p:bldP spid="18" grpId="0" bldLvl="0" animBg="1"/>
      <p:bldP spid="19" grpId="0" bldLvl="0" animBg="1"/>
      <p:bldP spid="6" grpId="0" animBg="1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2729859" y="35779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二、复平面、复数的模与辐角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36883" name="Object 19"/>
          <p:cNvGraphicFramePr>
            <a:graphicFrameLocks noChangeAspect="1"/>
          </p:cNvGraphicFramePr>
          <p:nvPr/>
        </p:nvGraphicFramePr>
        <p:xfrm>
          <a:off x="4237990" y="2499360"/>
          <a:ext cx="1964055" cy="63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749300" imgH="203200" progId="Equation.DSMT4">
                  <p:embed/>
                </p:oleObj>
              </mc:Choice>
              <mc:Fallback>
                <p:oleObj name="Equation" r:id="rId1" imgW="749300" imgH="2032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37990" y="2499360"/>
                        <a:ext cx="1964055" cy="635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6" name="Object 22"/>
          <p:cNvGraphicFramePr>
            <a:graphicFrameLocks noChangeAspect="1"/>
          </p:cNvGraphicFramePr>
          <p:nvPr/>
        </p:nvGraphicFramePr>
        <p:xfrm>
          <a:off x="4383405" y="3649345"/>
          <a:ext cx="1673225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14630400" imgH="4876800" progId="Equation.DSMT4">
                  <p:embed/>
                </p:oleObj>
              </mc:Choice>
              <mc:Fallback>
                <p:oleObj name="Equation" r:id="rId3" imgW="14630400" imgH="4876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83405" y="3649345"/>
                        <a:ext cx="1673225" cy="655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7" name="Object 23"/>
          <p:cNvGraphicFramePr>
            <a:graphicFrameLocks noChangeAspect="1"/>
          </p:cNvGraphicFramePr>
          <p:nvPr/>
        </p:nvGraphicFramePr>
        <p:xfrm>
          <a:off x="4383352" y="4770224"/>
          <a:ext cx="1601787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14020800" imgH="4876800" progId="Equation.DSMT4">
                  <p:embed/>
                </p:oleObj>
              </mc:Choice>
              <mc:Fallback>
                <p:oleObj name="Equation" r:id="rId5" imgW="14020800" imgH="48768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83352" y="4770224"/>
                        <a:ext cx="1601787" cy="655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2057400" y="1675130"/>
            <a:ext cx="83762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4</a:t>
            </a:r>
            <a:r>
              <a:rPr lang="en-US" altLang="zh-CN" sz="3200" dirty="0" smtClean="0">
                <a:latin typeface="+mn-ea"/>
              </a:rPr>
              <a:t>.  </a:t>
            </a:r>
            <a:r>
              <a:rPr lang="zh-CN" altLang="en-US" sz="3200" dirty="0" smtClean="0">
                <a:latin typeface="+mn-ea"/>
              </a:rPr>
              <a:t>写出下列复数的三角形式与指数</a:t>
            </a:r>
            <a:r>
              <a:rPr lang="zh-CN" altLang="en-US" sz="3200" dirty="0" smtClean="0">
                <a:latin typeface="+mn-ea"/>
              </a:rPr>
              <a:t>形式</a:t>
            </a:r>
            <a:endParaRPr lang="zh-CN" altLang="en-US" sz="3200" dirty="0" smtClean="0">
              <a:latin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1466649" y="1747222"/>
            <a:ext cx="621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3</a:t>
            </a:r>
            <a:r>
              <a:rPr lang="zh-CN" altLang="en-US" sz="3200" dirty="0" smtClean="0">
                <a:latin typeface="+mn-ea"/>
              </a:rPr>
              <a:t>、复数三角表示与指数表示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2526659" y="42764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二、复平面、复数的模与辐角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2151069" y="2543474"/>
          <a:ext cx="196532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16154400" imgH="4572000" progId="Equation.DSMT4">
                  <p:embed/>
                </p:oleObj>
              </mc:Choice>
              <mc:Fallback>
                <p:oleObj name="Equation" r:id="rId1" imgW="16154400" imgH="45720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51069" y="2543474"/>
                        <a:ext cx="1965325" cy="668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2"/>
          <p:cNvSpPr txBox="1"/>
          <p:nvPr/>
        </p:nvSpPr>
        <p:spPr>
          <a:xfrm>
            <a:off x="1439545" y="2539365"/>
            <a:ext cx="8883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设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2328545" y="3456305"/>
          <a:ext cx="1788160" cy="617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7068800" imgH="4876800" progId="Equation.DSMT4">
                  <p:embed/>
                </p:oleObj>
              </mc:Choice>
              <mc:Fallback>
                <p:oleObj name="Equation" r:id="rId3" imgW="17068800" imgH="4876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8545" y="3456305"/>
                        <a:ext cx="1788160" cy="617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 noChangeAspect="1"/>
          </p:cNvGraphicFramePr>
          <p:nvPr/>
        </p:nvGraphicFramePr>
        <p:xfrm>
          <a:off x="2348230" y="4555490"/>
          <a:ext cx="1768475" cy="681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14325600" imgH="4572000" progId="Equation.DSMT4">
                  <p:embed/>
                </p:oleObj>
              </mc:Choice>
              <mc:Fallback>
                <p:oleObj name="Equation" r:id="rId5" imgW="14325600" imgH="45720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48230" y="4555490"/>
                        <a:ext cx="1768475" cy="681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1"/>
          <p:cNvGraphicFramePr>
            <a:graphicFrameLocks noChangeAspect="1"/>
          </p:cNvGraphicFramePr>
          <p:nvPr/>
        </p:nvGraphicFramePr>
        <p:xfrm>
          <a:off x="4347210" y="4531360"/>
          <a:ext cx="2918460" cy="56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26517600" imgH="4267200" progId="Equation.DSMT4">
                  <p:embed/>
                </p:oleObj>
              </mc:Choice>
              <mc:Fallback>
                <p:oleObj name="Equation" r:id="rId7" imgW="26517600" imgH="42672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47210" y="4531360"/>
                        <a:ext cx="2918460" cy="5600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Object 22"/>
          <p:cNvGraphicFramePr>
            <a:graphicFrameLocks noChangeAspect="1"/>
          </p:cNvGraphicFramePr>
          <p:nvPr/>
        </p:nvGraphicFramePr>
        <p:xfrm>
          <a:off x="4391660" y="5301615"/>
          <a:ext cx="2959735" cy="636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27127200" imgH="4876800" progId="Equation.DSMT4">
                  <p:embed/>
                </p:oleObj>
              </mc:Choice>
              <mc:Fallback>
                <p:oleObj name="Equation" r:id="rId9" imgW="27127200" imgH="4876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91660" y="5301615"/>
                        <a:ext cx="2959735" cy="636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1" name="Object 23"/>
          <p:cNvGraphicFramePr>
            <a:graphicFrameLocks noChangeAspect="1"/>
          </p:cNvGraphicFramePr>
          <p:nvPr/>
        </p:nvGraphicFramePr>
        <p:xfrm>
          <a:off x="4815224" y="6149975"/>
          <a:ext cx="7477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6096000" imgH="4876800" progId="Equation.DSMT4">
                  <p:embed/>
                </p:oleObj>
              </mc:Choice>
              <mc:Fallback>
                <p:oleObj name="Equation" r:id="rId11" imgW="6096000" imgH="48768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15224" y="6149975"/>
                        <a:ext cx="747712" cy="714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7773124" y="5282718"/>
            <a:ext cx="316357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复数的三角表示式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0" name="文本框 2"/>
          <p:cNvSpPr txBox="1"/>
          <p:nvPr/>
        </p:nvSpPr>
        <p:spPr>
          <a:xfrm>
            <a:off x="7775299" y="6219464"/>
            <a:ext cx="316357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复数的指数表示式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1579220" y="3434249"/>
            <a:ext cx="1654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7913" name="Object 25"/>
          <p:cNvGraphicFramePr>
            <a:graphicFrameLocks noChangeAspect="1"/>
          </p:cNvGraphicFramePr>
          <p:nvPr/>
        </p:nvGraphicFramePr>
        <p:xfrm>
          <a:off x="5999480" y="2618105"/>
          <a:ext cx="16859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698500" imgH="203200" progId="Equation.DSMT4">
                  <p:embed/>
                </p:oleObj>
              </mc:Choice>
              <mc:Fallback>
                <p:oleObj name="Equation" r:id="rId13" imgW="698500" imgH="2032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99480" y="2618105"/>
                        <a:ext cx="1685925" cy="587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4" name="Object 26"/>
          <p:cNvGraphicFramePr>
            <a:graphicFrameLocks noChangeAspect="1"/>
          </p:cNvGraphicFramePr>
          <p:nvPr/>
        </p:nvGraphicFramePr>
        <p:xfrm>
          <a:off x="4221080" y="2555845"/>
          <a:ext cx="152082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12496800" imgH="4876800" progId="Equation.DSMT4">
                  <p:embed/>
                </p:oleObj>
              </mc:Choice>
              <mc:Fallback>
                <p:oleObj name="Equation" r:id="rId15" imgW="12496800" imgH="48768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21080" y="2555845"/>
                        <a:ext cx="1520825" cy="7127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5" name="Object 27"/>
          <p:cNvGraphicFramePr>
            <a:graphicFrameLocks noChangeAspect="1"/>
          </p:cNvGraphicFramePr>
          <p:nvPr/>
        </p:nvGraphicFramePr>
        <p:xfrm>
          <a:off x="4459605" y="3464560"/>
          <a:ext cx="1726565" cy="607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16764000" imgH="4876800" progId="Equation.DSMT4">
                  <p:embed/>
                </p:oleObj>
              </mc:Choice>
              <mc:Fallback>
                <p:oleObj name="Equation" r:id="rId17" imgW="16764000" imgH="4876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59605" y="3464560"/>
                        <a:ext cx="1726565" cy="607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等于号 17"/>
          <p:cNvSpPr/>
          <p:nvPr/>
        </p:nvSpPr>
        <p:spPr>
          <a:xfrm>
            <a:off x="2759948" y="6331788"/>
            <a:ext cx="2329132" cy="465827"/>
          </a:xfrm>
          <a:prstGeom prst="mathEqual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2905125" y="5915660"/>
            <a:ext cx="182562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Euler</a:t>
            </a:r>
            <a:r>
              <a:rPr lang="zh-CN" altLang="en-US" sz="2800" dirty="0" smtClean="0">
                <a:latin typeface="+mn-ea"/>
              </a:rPr>
              <a:t>公式</a:t>
            </a:r>
            <a:endParaRPr lang="zh-CN" altLang="en-US" sz="2800" dirty="0">
              <a:latin typeface="+mn-ea"/>
            </a:endParaRPr>
          </a:p>
        </p:txBody>
      </p:sp>
      <p:sp>
        <p:nvSpPr>
          <p:cNvPr id="6" name="椭圆形标注 5"/>
          <p:cNvSpPr/>
          <p:nvPr/>
        </p:nvSpPr>
        <p:spPr>
          <a:xfrm>
            <a:off x="7922260" y="531495"/>
            <a:ext cx="3507740" cy="1019175"/>
          </a:xfrm>
          <a:prstGeom prst="wedgeEllipseCallout">
            <a:avLst>
              <a:gd name="adj1" fmla="val -66069"/>
              <a:gd name="adj2" fmla="val 16980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通常取辐角主值</a:t>
            </a:r>
            <a:endParaRPr lang="zh-CN" altLang="en-US" sz="2400">
              <a:solidFill>
                <a:schemeClr val="tx1"/>
              </a:solidFill>
            </a:endParaRP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160020" y="5886450"/>
          <a:ext cx="250952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9" imgW="1130300" imgH="203200" progId="Equation.DSMT4">
                  <p:embed/>
                </p:oleObj>
              </mc:Choice>
              <mc:Fallback>
                <p:oleObj name="Equation" r:id="rId19" imgW="1130300" imgH="2032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0020" y="5886450"/>
                        <a:ext cx="2509520" cy="55245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8323580" y="1518285"/>
            <a:ext cx="3522980" cy="3350895"/>
            <a:chOff x="13108" y="2391"/>
            <a:chExt cx="5548" cy="5277"/>
          </a:xfrm>
        </p:grpSpPr>
        <p:cxnSp>
          <p:nvCxnSpPr>
            <p:cNvPr id="3" name="直接箭头连接符 2"/>
            <p:cNvCxnSpPr/>
            <p:nvPr/>
          </p:nvCxnSpPr>
          <p:spPr>
            <a:xfrm flipV="1">
              <a:off x="13108" y="6396"/>
              <a:ext cx="5548" cy="2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flipV="1">
              <a:off x="14223" y="2758"/>
              <a:ext cx="0" cy="491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" name="对象 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266" y="6529"/>
            <a:ext cx="609" cy="7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21" imgW="152400" imgH="177165" progId="Equation.DSMT4">
                    <p:embed/>
                  </p:oleObj>
                </mc:Choice>
                <mc:Fallback>
                  <p:oleObj name="" r:id="rId21" imgW="152400" imgH="177165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266" y="6529"/>
                          <a:ext cx="609" cy="7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18098" y="6603"/>
            <a:ext cx="508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24" imgW="127000" imgH="139700" progId="Equation.DSMT4">
                    <p:embed/>
                  </p:oleObj>
                </mc:Choice>
                <mc:Fallback>
                  <p:oleObj name="" r:id="rId24" imgW="127000" imgH="1397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8098" y="6603"/>
                          <a:ext cx="508" cy="5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26"/>
              </p:custDataLst>
            </p:nvPr>
          </p:nvGraphicFramePr>
          <p:xfrm>
            <a:off x="14380" y="2391"/>
            <a:ext cx="559" cy="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" r:id="rId27" imgW="139700" imgH="165100" progId="Equation.DSMT4">
                    <p:embed/>
                  </p:oleObj>
                </mc:Choice>
                <mc:Fallback>
                  <p:oleObj name="" r:id="rId27" imgW="139700" imgH="1651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4380" y="2391"/>
                          <a:ext cx="559" cy="66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/>
          <p:nvPr/>
        </p:nvGrpSpPr>
        <p:grpSpPr>
          <a:xfrm>
            <a:off x="10451465" y="1519555"/>
            <a:ext cx="1106170" cy="673735"/>
            <a:chOff x="16459" y="2393"/>
            <a:chExt cx="1742" cy="1061"/>
          </a:xfrm>
        </p:grpSpPr>
        <p:sp>
          <p:nvSpPr>
            <p:cNvPr id="15" name="椭圆 14"/>
            <p:cNvSpPr/>
            <p:nvPr/>
          </p:nvSpPr>
          <p:spPr>
            <a:xfrm>
              <a:off x="17098" y="3336"/>
              <a:ext cx="119" cy="1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17" name="Object 7"/>
            <p:cNvGraphicFramePr>
              <a:graphicFrameLocks noChangeAspect="1"/>
            </p:cNvGraphicFramePr>
            <p:nvPr>
              <p:custDataLst>
                <p:tags r:id="rId29"/>
              </p:custDataLst>
            </p:nvPr>
          </p:nvGraphicFramePr>
          <p:xfrm>
            <a:off x="16459" y="2393"/>
            <a:ext cx="1743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Equation" r:id="rId30" imgW="622300" imgH="190500" progId="Equation.DSMT4">
                    <p:embed/>
                  </p:oleObj>
                </mc:Choice>
                <mc:Fallback>
                  <p:oleObj name="Equation" r:id="rId30" imgW="622300" imgH="1905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6459" y="2393"/>
                          <a:ext cx="1743" cy="6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/>
          <p:cNvGrpSpPr/>
          <p:nvPr/>
        </p:nvGrpSpPr>
        <p:grpSpPr>
          <a:xfrm>
            <a:off x="9013190" y="2118360"/>
            <a:ext cx="1882140" cy="1957070"/>
            <a:chOff x="14194" y="3336"/>
            <a:chExt cx="2964" cy="3082"/>
          </a:xfrm>
        </p:grpSpPr>
        <p:cxnSp>
          <p:nvCxnSpPr>
            <p:cNvPr id="21" name="直接箭头连接符 20"/>
            <p:cNvCxnSpPr>
              <a:endCxn id="15" idx="0"/>
            </p:cNvCxnSpPr>
            <p:nvPr/>
          </p:nvCxnSpPr>
          <p:spPr>
            <a:xfrm flipV="1">
              <a:off x="14194" y="3336"/>
              <a:ext cx="2964" cy="308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2" name="Object 7"/>
            <p:cNvGraphicFramePr>
              <a:graphicFrameLocks noChangeAspect="1"/>
            </p:cNvGraphicFramePr>
            <p:nvPr>
              <p:custDataLst>
                <p:tags r:id="rId32"/>
              </p:custDataLst>
            </p:nvPr>
          </p:nvGraphicFramePr>
          <p:xfrm>
            <a:off x="15368" y="4452"/>
            <a:ext cx="321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" name="Equation" r:id="rId33" imgW="114300" imgH="127000" progId="Equation.DSMT4">
                    <p:embed/>
                  </p:oleObj>
                </mc:Choice>
                <mc:Fallback>
                  <p:oleObj name="Equation" r:id="rId33" imgW="114300" imgH="1270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5368" y="4452"/>
                          <a:ext cx="321" cy="4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/>
          <p:cNvGrpSpPr/>
          <p:nvPr/>
        </p:nvGrpSpPr>
        <p:grpSpPr>
          <a:xfrm>
            <a:off x="10614025" y="2175510"/>
            <a:ext cx="322580" cy="2332355"/>
            <a:chOff x="16715" y="3426"/>
            <a:chExt cx="508" cy="3673"/>
          </a:xfrm>
        </p:grpSpPr>
        <p:cxnSp>
          <p:nvCxnSpPr>
            <p:cNvPr id="24" name="直接连接符 23"/>
            <p:cNvCxnSpPr/>
            <p:nvPr/>
          </p:nvCxnSpPr>
          <p:spPr>
            <a:xfrm flipH="1">
              <a:off x="17069" y="3426"/>
              <a:ext cx="29" cy="2993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" name="对象 25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35"/>
              </p:custDataLst>
            </p:nvPr>
          </p:nvGraphicFramePr>
          <p:xfrm>
            <a:off x="16715" y="6541"/>
            <a:ext cx="508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" name="" r:id="rId36" imgW="127000" imgH="139700" progId="Equation.DSMT4">
                    <p:embed/>
                  </p:oleObj>
                </mc:Choice>
                <mc:Fallback>
                  <p:oleObj name="" r:id="rId36" imgW="127000" imgH="1397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6715" y="6541"/>
                          <a:ext cx="508" cy="5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/>
          <p:nvPr/>
        </p:nvGrpSpPr>
        <p:grpSpPr>
          <a:xfrm>
            <a:off x="8630920" y="1977390"/>
            <a:ext cx="2245360" cy="419100"/>
            <a:chOff x="13592" y="3114"/>
            <a:chExt cx="3536" cy="660"/>
          </a:xfrm>
        </p:grpSpPr>
        <p:cxnSp>
          <p:nvCxnSpPr>
            <p:cNvPr id="25" name="直接连接符 24"/>
            <p:cNvCxnSpPr/>
            <p:nvPr>
              <p:custDataLst>
                <p:tags r:id="rId37"/>
              </p:custDataLst>
            </p:nvPr>
          </p:nvCxnSpPr>
          <p:spPr>
            <a:xfrm flipH="1">
              <a:off x="14194" y="3426"/>
              <a:ext cx="2934" cy="3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0" name="对象 29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38"/>
              </p:custDataLst>
            </p:nvPr>
          </p:nvGraphicFramePr>
          <p:xfrm>
            <a:off x="13592" y="3114"/>
            <a:ext cx="559" cy="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" name="" r:id="rId39" imgW="139700" imgH="165100" progId="Equation.DSMT4">
                    <p:embed/>
                  </p:oleObj>
                </mc:Choice>
                <mc:Fallback>
                  <p:oleObj name="" r:id="rId39" imgW="139700" imgH="1651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3592" y="3114"/>
                          <a:ext cx="559" cy="66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/>
          <p:cNvGrpSpPr/>
          <p:nvPr/>
        </p:nvGrpSpPr>
        <p:grpSpPr>
          <a:xfrm>
            <a:off x="9213215" y="3572510"/>
            <a:ext cx="527685" cy="506730"/>
            <a:chOff x="14509" y="5626"/>
            <a:chExt cx="831" cy="798"/>
          </a:xfrm>
        </p:grpSpPr>
        <p:sp>
          <p:nvSpPr>
            <p:cNvPr id="36" name="任意多边形 35"/>
            <p:cNvSpPr/>
            <p:nvPr/>
          </p:nvSpPr>
          <p:spPr>
            <a:xfrm>
              <a:off x="14509" y="6128"/>
              <a:ext cx="120" cy="296"/>
            </a:xfrm>
            <a:custGeom>
              <a:avLst/>
              <a:gdLst>
                <a:gd name="connisteX0" fmla="*/ 0 w 73660"/>
                <a:gd name="connsiteY0" fmla="*/ 0 h 147320"/>
                <a:gd name="connisteX1" fmla="*/ 55245 w 73660"/>
                <a:gd name="connsiteY1" fmla="*/ 73660 h 147320"/>
                <a:gd name="connisteX2" fmla="*/ 73660 w 73660"/>
                <a:gd name="connsiteY2" fmla="*/ 147320 h 14732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73660" h="147320">
                  <a:moveTo>
                    <a:pt x="0" y="0"/>
                  </a:moveTo>
                  <a:cubicBezTo>
                    <a:pt x="10795" y="13335"/>
                    <a:pt x="40640" y="44450"/>
                    <a:pt x="55245" y="73660"/>
                  </a:cubicBezTo>
                  <a:cubicBezTo>
                    <a:pt x="69850" y="102870"/>
                    <a:pt x="71120" y="133985"/>
                    <a:pt x="73660" y="1473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37" name="对象 3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4770" y="5626"/>
            <a:ext cx="570" cy="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" r:id="rId40" imgW="127000" imgH="177165" progId="Equation.DSMT4">
                    <p:embed/>
                  </p:oleObj>
                </mc:Choice>
                <mc:Fallback>
                  <p:oleObj name="" r:id="rId40" imgW="127000" imgH="177165" progId="Equation.DSMT4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14770" y="5626"/>
                          <a:ext cx="570" cy="7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4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40" grpId="0" bldLvl="0" animBg="1"/>
      <p:bldP spid="41" grpId="0"/>
      <p:bldP spid="18" grpId="0" bldLvl="0" animBg="1"/>
      <p:bldP spid="19" grpId="0" bldLvl="0" animBg="1"/>
      <p:bldP spid="6" grpId="0" bldLvl="0" animBg="1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2"/>
          <p:cNvSpPr txBox="1"/>
          <p:nvPr/>
        </p:nvSpPr>
        <p:spPr>
          <a:xfrm>
            <a:off x="1091349" y="4275893"/>
            <a:ext cx="6528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以原点    为圆心，半径为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200" dirty="0" smtClean="0">
                <a:latin typeface="+mn-ea"/>
              </a:rPr>
              <a:t>的圆</a:t>
            </a:r>
            <a:endParaRPr lang="zh-CN" altLang="en-US" sz="3200" dirty="0">
              <a:latin typeface="+mn-ea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1026017" y="3451519"/>
            <a:ext cx="6594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+mn-ea"/>
              </a:rPr>
              <a:t>圆的复数形式方程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0970" name="Object 10"/>
          <p:cNvGraphicFramePr>
            <a:graphicFrameLocks noChangeAspect="1"/>
          </p:cNvGraphicFramePr>
          <p:nvPr/>
        </p:nvGraphicFramePr>
        <p:xfrm>
          <a:off x="7485380" y="4304665"/>
          <a:ext cx="2032635" cy="556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889000" imgH="203200" progId="Equation.DSMT4">
                  <p:embed/>
                </p:oleObj>
              </mc:Choice>
              <mc:Fallback>
                <p:oleObj name="Equation" r:id="rId1" imgW="889000" imgH="2032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85380" y="4304665"/>
                        <a:ext cx="2032635" cy="5562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0" name="Object 18"/>
          <p:cNvGraphicFramePr>
            <a:graphicFrameLocks noChangeAspect="1"/>
          </p:cNvGraphicFramePr>
          <p:nvPr/>
        </p:nvGraphicFramePr>
        <p:xfrm>
          <a:off x="3098758" y="4382428"/>
          <a:ext cx="380611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3048000" imgH="3352800" progId="Equation.DSMT4">
                  <p:embed/>
                </p:oleObj>
              </mc:Choice>
              <mc:Fallback>
                <p:oleObj name="Equation" r:id="rId3" imgW="3048000" imgH="3352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98758" y="4382428"/>
                        <a:ext cx="380611" cy="517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2"/>
          <p:cNvSpPr txBox="1"/>
          <p:nvPr/>
        </p:nvSpPr>
        <p:spPr>
          <a:xfrm>
            <a:off x="1090811" y="5106473"/>
            <a:ext cx="6100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以点    为圆心，半径为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200" dirty="0" smtClean="0">
                <a:latin typeface="+mn-ea"/>
              </a:rPr>
              <a:t>的圆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7301109" y="5053719"/>
          <a:ext cx="1903413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16154400" imgH="5486400" progId="Equation.DSMT4">
                  <p:embed/>
                </p:oleObj>
              </mc:Choice>
              <mc:Fallback>
                <p:oleObj name="Equation" r:id="rId5" imgW="16154400" imgH="54864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01109" y="5053719"/>
                        <a:ext cx="1903413" cy="779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2574074" y="5014241"/>
          <a:ext cx="508253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3962400" imgH="5486400" progId="Equation.DSMT4">
                  <p:embed/>
                </p:oleObj>
              </mc:Choice>
              <mc:Fallback>
                <p:oleObj name="Equation" r:id="rId7" imgW="3962400" imgH="54864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74074" y="5014241"/>
                        <a:ext cx="508253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026160" y="1087755"/>
            <a:ext cx="5629910" cy="699135"/>
            <a:chOff x="1616" y="1713"/>
            <a:chExt cx="8866" cy="1101"/>
          </a:xfrm>
        </p:grpSpPr>
        <p:sp>
          <p:nvSpPr>
            <p:cNvPr id="13" name="文本框 2"/>
            <p:cNvSpPr txBox="1"/>
            <p:nvPr/>
          </p:nvSpPr>
          <p:spPr>
            <a:xfrm>
              <a:off x="1616" y="1876"/>
              <a:ext cx="407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buFont typeface="Arial" panose="020B0604020202020204" pitchFamily="34" charset="0"/>
                <a:buChar char="•"/>
              </a:pPr>
              <a:r>
                <a:rPr lang="en-US" altLang="zh-CN" sz="3200" dirty="0" smtClean="0">
                  <a:latin typeface="+mn-ea"/>
                </a:rPr>
                <a:t> </a:t>
              </a:r>
              <a:r>
                <a:rPr lang="zh-CN" altLang="en-US" sz="3200" dirty="0" smtClean="0">
                  <a:latin typeface="+mn-ea"/>
                </a:rPr>
                <a:t>复数</a:t>
              </a:r>
              <a:r>
                <a:rPr lang="en-US" altLang="zh-CN" sz="3200" dirty="0" smtClean="0">
                  <a:latin typeface="+mn-ea"/>
                </a:rPr>
                <a:t> </a:t>
              </a:r>
              <a:r>
                <a:rPr lang="en-US" altLang="zh-CN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 </a:t>
              </a:r>
              <a:r>
                <a:rPr lang="zh-CN" altLang="en-US" sz="3200" dirty="0" smtClean="0">
                  <a:latin typeface="+mn-ea"/>
                </a:rPr>
                <a:t>的模</a:t>
              </a:r>
              <a:r>
                <a:rPr lang="zh-CN" altLang="en-US" sz="2400" dirty="0" smtClean="0">
                  <a:latin typeface="+mn-ea"/>
                </a:rPr>
                <a:t>：     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33800" name="Object 8"/>
            <p:cNvGraphicFramePr>
              <a:graphicFrameLocks noChangeAspect="1"/>
            </p:cNvGraphicFramePr>
            <p:nvPr/>
          </p:nvGraphicFramePr>
          <p:xfrm>
            <a:off x="6062" y="1850"/>
            <a:ext cx="1038" cy="8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9" name="Equation" r:id="rId9" imgW="7315200" imgH="4876800" progId="Equation.DSMT4">
                    <p:embed/>
                  </p:oleObj>
                </mc:Choice>
                <mc:Fallback>
                  <p:oleObj name="Equation" r:id="rId9" imgW="7315200" imgH="4876800" progId="Equation.DSMT4">
                    <p:embed/>
                    <p:pic>
                      <p:nvPicPr>
                        <p:cNvPr id="0" name="图片 81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062" y="1850"/>
                          <a:ext cx="1038" cy="8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3" name="Object 11"/>
            <p:cNvGraphicFramePr>
              <a:graphicFrameLocks noChangeAspect="1"/>
            </p:cNvGraphicFramePr>
            <p:nvPr/>
          </p:nvGraphicFramePr>
          <p:xfrm>
            <a:off x="7050" y="1713"/>
            <a:ext cx="1109" cy="9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name="Equation" r:id="rId11" imgW="10363200" imgH="7315200" progId="Equation.DSMT4">
                    <p:embed/>
                  </p:oleObj>
                </mc:Choice>
                <mc:Fallback>
                  <p:oleObj name="Equation" r:id="rId11" imgW="10363200" imgH="7315200" progId="Equation.DSMT4">
                    <p:embed/>
                    <p:pic>
                      <p:nvPicPr>
                        <p:cNvPr id="0" name="图片 82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050" y="1713"/>
                          <a:ext cx="1109" cy="9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4" name="Object 12"/>
            <p:cNvGraphicFramePr>
              <a:graphicFrameLocks noChangeAspect="1"/>
            </p:cNvGraphicFramePr>
            <p:nvPr/>
          </p:nvGraphicFramePr>
          <p:xfrm>
            <a:off x="8212" y="1740"/>
            <a:ext cx="2270" cy="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2" name="Equation" r:id="rId13" imgW="17068800" imgH="6705600" progId="Equation.DSMT4">
                    <p:embed/>
                  </p:oleObj>
                </mc:Choice>
                <mc:Fallback>
                  <p:oleObj name="Equation" r:id="rId13" imgW="17068800" imgH="67056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12" y="1740"/>
                          <a:ext cx="2270" cy="10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1434465" y="2271395"/>
            <a:ext cx="4675505" cy="749300"/>
            <a:chOff x="2259" y="3577"/>
            <a:chExt cx="7363" cy="1180"/>
          </a:xfrm>
        </p:grpSpPr>
        <p:graphicFrame>
          <p:nvGraphicFramePr>
            <p:cNvPr id="33811" name="Object 19"/>
            <p:cNvGraphicFramePr>
              <a:graphicFrameLocks noChangeAspect="1"/>
            </p:cNvGraphicFramePr>
            <p:nvPr/>
          </p:nvGraphicFramePr>
          <p:xfrm>
            <a:off x="2259" y="3684"/>
            <a:ext cx="2241" cy="9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8" name="Equation" r:id="rId15" imgW="15544800" imgH="5486400" progId="Equation.DSMT4">
                    <p:embed/>
                  </p:oleObj>
                </mc:Choice>
                <mc:Fallback>
                  <p:oleObj name="Equation" r:id="rId15" imgW="15544800" imgH="5486400" progId="Equation.DSMT4">
                    <p:embed/>
                    <p:pic>
                      <p:nvPicPr>
                        <p:cNvPr id="0" name="图片 820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259" y="3684"/>
                          <a:ext cx="2241" cy="9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20"/>
            <p:cNvGraphicFramePr>
              <a:graphicFrameLocks noChangeAspect="1"/>
            </p:cNvGraphicFramePr>
            <p:nvPr/>
          </p:nvGraphicFramePr>
          <p:xfrm>
            <a:off x="4854" y="3577"/>
            <a:ext cx="4769" cy="1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9" name="Equation" r:id="rId17" imgW="34137600" imgH="7010400" progId="Equation.DSMT4">
                    <p:embed/>
                  </p:oleObj>
                </mc:Choice>
                <mc:Fallback>
                  <p:oleObj name="Equation" r:id="rId17" imgW="34137600" imgH="7010400" progId="Equation.DSMT4">
                    <p:embed/>
                    <p:pic>
                      <p:nvPicPr>
                        <p:cNvPr id="0" name="图片 82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854" y="3577"/>
                          <a:ext cx="4769" cy="118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2996559" y="53559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二、复平面、复数的模与辐角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34829" name="Object 13"/>
          <p:cNvGraphicFramePr>
            <a:graphicFrameLocks noChangeAspect="1"/>
          </p:cNvGraphicFramePr>
          <p:nvPr/>
        </p:nvGraphicFramePr>
        <p:xfrm>
          <a:off x="715132" y="3779896"/>
          <a:ext cx="1443965" cy="538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" imgW="10972800" imgH="3962400" progId="Equation.DSMT4">
                  <p:embed/>
                </p:oleObj>
              </mc:Choice>
              <mc:Fallback>
                <p:oleObj name="Equation" r:id="rId1" imgW="10972800" imgH="39624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5132" y="3779896"/>
                        <a:ext cx="1443965" cy="5385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0" name="Object 14"/>
          <p:cNvGraphicFramePr>
            <a:graphicFrameLocks noChangeAspect="1"/>
          </p:cNvGraphicFramePr>
          <p:nvPr/>
        </p:nvGraphicFramePr>
        <p:xfrm>
          <a:off x="2089787" y="2118084"/>
          <a:ext cx="696744" cy="373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3" imgW="4572000" imgH="39014400" progId="Equation.DSMT4">
                  <p:embed/>
                </p:oleObj>
              </mc:Choice>
              <mc:Fallback>
                <p:oleObj name="Equation" r:id="rId3" imgW="4572000" imgH="39014400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9787" y="2118084"/>
                        <a:ext cx="696744" cy="37386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1" name="Object 15"/>
          <p:cNvGraphicFramePr>
            <a:graphicFrameLocks noChangeAspect="1"/>
          </p:cNvGraphicFramePr>
          <p:nvPr/>
        </p:nvGraphicFramePr>
        <p:xfrm>
          <a:off x="5549406" y="1945444"/>
          <a:ext cx="1102256" cy="56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5" imgW="8534400" imgH="4267200" progId="Equation.DSMT4">
                  <p:embed/>
                </p:oleObj>
              </mc:Choice>
              <mc:Fallback>
                <p:oleObj name="Equation" r:id="rId5" imgW="8534400" imgH="4267200" progId="Equation.DSMT4">
                  <p:embed/>
                  <p:pic>
                    <p:nvPicPr>
                      <p:cNvPr id="0" name="图片 9225" descr="信纸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49406" y="1945444"/>
                        <a:ext cx="1102256" cy="568700"/>
                      </a:xfrm>
                      <a:prstGeom prst="rect">
                        <a:avLst/>
                      </a:prstGeom>
                      <a:blipFill rotWithShape="0">
                        <a:blip r:embed="rId7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2" name="Object 16"/>
          <p:cNvGraphicFramePr>
            <a:graphicFrameLocks noChangeAspect="1"/>
          </p:cNvGraphicFramePr>
          <p:nvPr/>
        </p:nvGraphicFramePr>
        <p:xfrm>
          <a:off x="2372589" y="2039639"/>
          <a:ext cx="2137857" cy="569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8" imgW="18897600" imgH="4876800" progId="Equation.DSMT4">
                  <p:embed/>
                </p:oleObj>
              </mc:Choice>
              <mc:Fallback>
                <p:oleObj name="Equation" r:id="rId8" imgW="18897600" imgH="4876800" progId="Equation.DSMT4">
                  <p:embed/>
                  <p:pic>
                    <p:nvPicPr>
                      <p:cNvPr id="0" name="图片 9226" descr="信纸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72589" y="2039639"/>
                        <a:ext cx="2137857" cy="569481"/>
                      </a:xfrm>
                      <a:prstGeom prst="rect">
                        <a:avLst/>
                      </a:prstGeom>
                      <a:blipFill rotWithShape="0">
                        <a:blip r:embed="rId7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3" name="Object 17"/>
          <p:cNvGraphicFramePr>
            <a:graphicFrameLocks noChangeAspect="1"/>
          </p:cNvGraphicFramePr>
          <p:nvPr/>
        </p:nvGraphicFramePr>
        <p:xfrm>
          <a:off x="5090593" y="2787147"/>
          <a:ext cx="3277593" cy="600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10" imgW="27432000" imgH="4876800" progId="Equation.DSMT4">
                  <p:embed/>
                </p:oleObj>
              </mc:Choice>
              <mc:Fallback>
                <p:oleObj name="Equation" r:id="rId10" imgW="27432000" imgH="4876800" progId="Equation.DSMT4">
                  <p:embed/>
                  <p:pic>
                    <p:nvPicPr>
                      <p:cNvPr id="0" name="图片 9227" descr="蓝色面巾纸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90593" y="2787147"/>
                        <a:ext cx="3277593" cy="600292"/>
                      </a:xfrm>
                      <a:prstGeom prst="rect">
                        <a:avLst/>
                      </a:prstGeom>
                      <a:blipFill rotWithShape="0">
                        <a:blip r:embed="rId12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4" name="Object 18"/>
          <p:cNvGraphicFramePr>
            <a:graphicFrameLocks noChangeAspect="1"/>
          </p:cNvGraphicFramePr>
          <p:nvPr/>
        </p:nvGraphicFramePr>
        <p:xfrm>
          <a:off x="2556285" y="2643091"/>
          <a:ext cx="758480" cy="979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13" imgW="6705600" imgH="9448800" progId="Equation.DSMT4">
                  <p:embed/>
                </p:oleObj>
              </mc:Choice>
              <mc:Fallback>
                <p:oleObj name="Equation" r:id="rId13" imgW="6705600" imgH="9448800" progId="Equation.DSMT4">
                  <p:embed/>
                  <p:pic>
                    <p:nvPicPr>
                      <p:cNvPr id="0" name="图片 9228" descr="蓝色面巾纸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56285" y="2643091"/>
                        <a:ext cx="758480" cy="979353"/>
                      </a:xfrm>
                      <a:prstGeom prst="rect">
                        <a:avLst/>
                      </a:prstGeom>
                      <a:blipFill rotWithShape="0">
                        <a:blip r:embed="rId12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5" name="Object 19"/>
          <p:cNvGraphicFramePr>
            <a:graphicFrameLocks noChangeAspect="1"/>
          </p:cNvGraphicFramePr>
          <p:nvPr/>
        </p:nvGraphicFramePr>
        <p:xfrm>
          <a:off x="5552124" y="3671654"/>
          <a:ext cx="2076119" cy="600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15" imgW="17373600" imgH="4876800" progId="Equation.DSMT4">
                  <p:embed/>
                </p:oleObj>
              </mc:Choice>
              <mc:Fallback>
                <p:oleObj name="Equation" r:id="rId15" imgW="17373600" imgH="4876800" progId="Equation.DSMT4">
                  <p:embed/>
                  <p:pic>
                    <p:nvPicPr>
                      <p:cNvPr id="0" name="图片 9229" descr="粉色面巾纸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52124" y="3671654"/>
                        <a:ext cx="2076119" cy="600215"/>
                      </a:xfrm>
                      <a:prstGeom prst="rect">
                        <a:avLst/>
                      </a:prstGeom>
                      <a:blipFill rotWithShape="0">
                        <a:blip r:embed="rId17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6" name="Object 20"/>
          <p:cNvGraphicFramePr>
            <a:graphicFrameLocks noChangeAspect="1"/>
          </p:cNvGraphicFramePr>
          <p:nvPr/>
        </p:nvGraphicFramePr>
        <p:xfrm>
          <a:off x="2388553" y="3623628"/>
          <a:ext cx="1231900" cy="824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Equation" r:id="rId18" imgW="545465" imgH="393700" progId="Equation.DSMT4">
                  <p:embed/>
                </p:oleObj>
              </mc:Choice>
              <mc:Fallback>
                <p:oleObj name="Equation" r:id="rId18" imgW="545465" imgH="393700" progId="Equation.DSMT4">
                  <p:embed/>
                  <p:pic>
                    <p:nvPicPr>
                      <p:cNvPr id="0" name="图片 9230" descr="粉色面巾纸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388553" y="3623628"/>
                        <a:ext cx="1231900" cy="824865"/>
                      </a:xfrm>
                      <a:prstGeom prst="rect">
                        <a:avLst/>
                      </a:prstGeom>
                      <a:blipFill rotWithShape="0">
                        <a:blip r:embed="rId17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7" name="Object 21"/>
          <p:cNvGraphicFramePr>
            <a:graphicFrameLocks noChangeAspect="1"/>
          </p:cNvGraphicFramePr>
          <p:nvPr/>
        </p:nvGraphicFramePr>
        <p:xfrm>
          <a:off x="5579338" y="4589316"/>
          <a:ext cx="2076119" cy="5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Equation" r:id="rId20" imgW="17373600" imgH="4876800" progId="Equation.DSMT4">
                  <p:embed/>
                </p:oleObj>
              </mc:Choice>
              <mc:Fallback>
                <p:oleObj name="Equation" r:id="rId20" imgW="17373600" imgH="4876800" progId="Equation.DSMT4">
                  <p:embed/>
                  <p:pic>
                    <p:nvPicPr>
                      <p:cNvPr id="0" name="图片 9231" descr="羊皮纸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579338" y="4589316"/>
                        <a:ext cx="2076119" cy="535012"/>
                      </a:xfrm>
                      <a:prstGeom prst="rect">
                        <a:avLst/>
                      </a:prstGeom>
                      <a:blipFill rotWithShape="0">
                        <a:blip r:embed="rId22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8" name="Object 22"/>
          <p:cNvGraphicFramePr>
            <a:graphicFrameLocks noChangeAspect="1"/>
          </p:cNvGraphicFramePr>
          <p:nvPr/>
        </p:nvGraphicFramePr>
        <p:xfrm>
          <a:off x="2752908" y="4697502"/>
          <a:ext cx="379241" cy="309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Equation" r:id="rId23" imgW="3352800" imgH="3352800" progId="Equation.DSMT4">
                  <p:embed/>
                </p:oleObj>
              </mc:Choice>
              <mc:Fallback>
                <p:oleObj name="Equation" r:id="rId23" imgW="3352800" imgH="3352800" progId="Equation.DSMT4">
                  <p:embed/>
                  <p:pic>
                    <p:nvPicPr>
                      <p:cNvPr id="0" name="图片 9232" descr="羊皮纸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752908" y="4697502"/>
                        <a:ext cx="379241" cy="309405"/>
                      </a:xfrm>
                      <a:prstGeom prst="rect">
                        <a:avLst/>
                      </a:prstGeom>
                      <a:blipFill rotWithShape="0">
                        <a:blip r:embed="rId22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9" name="Object 23"/>
          <p:cNvGraphicFramePr>
            <a:graphicFrameLocks noChangeAspect="1"/>
          </p:cNvGraphicFramePr>
          <p:nvPr/>
        </p:nvGraphicFramePr>
        <p:xfrm>
          <a:off x="5621975" y="5439946"/>
          <a:ext cx="2040841" cy="600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Equation" r:id="rId25" imgW="17068800" imgH="4876800" progId="Equation.DSMT4">
                  <p:embed/>
                </p:oleObj>
              </mc:Choice>
              <mc:Fallback>
                <p:oleObj name="Equation" r:id="rId25" imgW="17068800" imgH="4876800" progId="Equation.DSMT4">
                  <p:embed/>
                  <p:pic>
                    <p:nvPicPr>
                      <p:cNvPr id="0" name="图片 9233" descr="白色大理石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621975" y="5439946"/>
                        <a:ext cx="2040841" cy="600215"/>
                      </a:xfrm>
                      <a:prstGeom prst="rect">
                        <a:avLst/>
                      </a:prstGeom>
                      <a:blipFill rotWithShape="0">
                        <a:blip r:embed="rId27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0" name="Object 24"/>
          <p:cNvGraphicFramePr>
            <a:graphicFrameLocks noChangeAspect="1"/>
          </p:cNvGraphicFramePr>
          <p:nvPr/>
        </p:nvGraphicFramePr>
        <p:xfrm>
          <a:off x="2366645" y="5483225"/>
          <a:ext cx="1750060" cy="42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Equation" r:id="rId28" imgW="787400" imgH="203200" progId="Equation.DSMT4">
                  <p:embed/>
                </p:oleObj>
              </mc:Choice>
              <mc:Fallback>
                <p:oleObj name="Equation" r:id="rId28" imgW="787400" imgH="203200" progId="Equation.DSMT4">
                  <p:embed/>
                  <p:pic>
                    <p:nvPicPr>
                      <p:cNvPr id="0" name="图片 9234" descr="白色大理石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366645" y="5483225"/>
                        <a:ext cx="1750060" cy="424180"/>
                      </a:xfrm>
                      <a:prstGeom prst="rect">
                        <a:avLst/>
                      </a:prstGeom>
                      <a:blipFill rotWithShape="0">
                        <a:blip r:embed="rId27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流程图: 终止 4"/>
          <p:cNvSpPr/>
          <p:nvPr/>
        </p:nvSpPr>
        <p:spPr>
          <a:xfrm>
            <a:off x="8792210" y="3383915"/>
            <a:ext cx="2257425" cy="66738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确定位置</a:t>
            </a:r>
            <a:endParaRPr lang="zh-CN" altLang="en-US" sz="2400"/>
          </a:p>
        </p:txBody>
      </p:sp>
      <p:sp>
        <p:nvSpPr>
          <p:cNvPr id="6" name="下箭头 5"/>
          <p:cNvSpPr/>
          <p:nvPr/>
        </p:nvSpPr>
        <p:spPr>
          <a:xfrm>
            <a:off x="9697720" y="4119245"/>
            <a:ext cx="307975" cy="6502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流程图: 终止 6"/>
          <p:cNvSpPr/>
          <p:nvPr/>
        </p:nvSpPr>
        <p:spPr>
          <a:xfrm>
            <a:off x="8792210" y="4845050"/>
            <a:ext cx="2257425" cy="66738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用公式计</a:t>
            </a:r>
            <a:r>
              <a:rPr lang="zh-CN" altLang="en-US" sz="2400"/>
              <a:t>算</a:t>
            </a:r>
            <a:endParaRPr lang="zh-CN" altLang="en-US" sz="2400"/>
          </a:p>
        </p:txBody>
      </p:sp>
      <p:graphicFrame>
        <p:nvGraphicFramePr>
          <p:cNvPr id="8" name="Object 20"/>
          <p:cNvGraphicFramePr>
            <a:graphicFrameLocks noChangeAspect="1"/>
          </p:cNvGraphicFramePr>
          <p:nvPr/>
        </p:nvGraphicFramePr>
        <p:xfrm>
          <a:off x="3620770" y="3911600"/>
          <a:ext cx="69278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30" imgW="241300" imgH="152400" progId="Equation.DSMT4">
                  <p:embed/>
                </p:oleObj>
              </mc:Choice>
              <mc:Fallback>
                <p:oleObj name="Equation" r:id="rId30" imgW="241300" imgH="152400" progId="Equation.DSMT4">
                  <p:embed/>
                  <p:pic>
                    <p:nvPicPr>
                      <p:cNvPr id="0" name="图片 9230" descr="粉色面巾纸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620770" y="3911600"/>
                        <a:ext cx="692785" cy="409575"/>
                      </a:xfrm>
                      <a:prstGeom prst="rect">
                        <a:avLst/>
                      </a:prstGeom>
                      <a:blipFill rotWithShape="0">
                        <a:blip r:embed="rId17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/>
          <p:cNvGraphicFramePr>
            <a:graphicFrameLocks noChangeAspect="1"/>
          </p:cNvGraphicFramePr>
          <p:nvPr/>
        </p:nvGraphicFramePr>
        <p:xfrm>
          <a:off x="4116388" y="5549265"/>
          <a:ext cx="50863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32" imgW="228600" imgH="139700" progId="Equation.DSMT4">
                  <p:embed/>
                </p:oleObj>
              </mc:Choice>
              <mc:Fallback>
                <p:oleObj name="Equation" r:id="rId32" imgW="228600" imgH="139700" progId="Equation.DSMT4">
                  <p:embed/>
                  <p:pic>
                    <p:nvPicPr>
                      <p:cNvPr id="0" name="图片 9234" descr="白色大理石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116388" y="5549265"/>
                        <a:ext cx="508635" cy="292100"/>
                      </a:xfrm>
                      <a:prstGeom prst="rect">
                        <a:avLst/>
                      </a:prstGeom>
                      <a:blipFill rotWithShape="0">
                        <a:blip r:embed="rId27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4"/>
    </p:custDataLst>
  </p:cSld>
  <p:clrMapOvr>
    <a:masterClrMapping/>
  </p:clrMapOvr>
  <p:timing>
    <p:tnLst>
      <p:par>
        <p:cTn id="1" dur="indefinite" restart="never" nodeType="tmRoot"/>
      </p:par>
    </p:tnLst>
    <p:bldLst>
      <p:bldP spid="5" grpId="1" animBg="1"/>
      <p:bldP spid="6" grpId="1" animBg="1"/>
      <p:bldP spid="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1466649" y="1747222"/>
            <a:ext cx="6218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3</a:t>
            </a:r>
            <a:r>
              <a:rPr lang="zh-CN" altLang="en-US" sz="3200" dirty="0" smtClean="0">
                <a:latin typeface="+mn-ea"/>
              </a:rPr>
              <a:t>、复数三角表示与指数表示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2526659" y="42764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二、复平面、复数的模与辐角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2151069" y="2543474"/>
          <a:ext cx="196532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16154400" imgH="4572000" progId="Equation.DSMT4">
                  <p:embed/>
                </p:oleObj>
              </mc:Choice>
              <mc:Fallback>
                <p:oleObj name="Equation" r:id="rId1" imgW="16154400" imgH="45720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51069" y="2543474"/>
                        <a:ext cx="1965325" cy="668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2"/>
          <p:cNvSpPr txBox="1"/>
          <p:nvPr/>
        </p:nvSpPr>
        <p:spPr>
          <a:xfrm>
            <a:off x="1439545" y="2539365"/>
            <a:ext cx="8883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设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2328545" y="3456305"/>
          <a:ext cx="1788160" cy="617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7068800" imgH="4876800" progId="Equation.DSMT4">
                  <p:embed/>
                </p:oleObj>
              </mc:Choice>
              <mc:Fallback>
                <p:oleObj name="Equation" r:id="rId3" imgW="17068800" imgH="4876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8545" y="3456305"/>
                        <a:ext cx="1788160" cy="617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 noChangeAspect="1"/>
          </p:cNvGraphicFramePr>
          <p:nvPr/>
        </p:nvGraphicFramePr>
        <p:xfrm>
          <a:off x="2348230" y="4555490"/>
          <a:ext cx="1768475" cy="681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14325600" imgH="4572000" progId="Equation.DSMT4">
                  <p:embed/>
                </p:oleObj>
              </mc:Choice>
              <mc:Fallback>
                <p:oleObj name="Equation" r:id="rId5" imgW="14325600" imgH="45720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48230" y="4555490"/>
                        <a:ext cx="1768475" cy="681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1"/>
          <p:cNvGraphicFramePr>
            <a:graphicFrameLocks noChangeAspect="1"/>
          </p:cNvGraphicFramePr>
          <p:nvPr/>
        </p:nvGraphicFramePr>
        <p:xfrm>
          <a:off x="4347210" y="4531360"/>
          <a:ext cx="2918460" cy="56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26517600" imgH="4267200" progId="Equation.DSMT4">
                  <p:embed/>
                </p:oleObj>
              </mc:Choice>
              <mc:Fallback>
                <p:oleObj name="Equation" r:id="rId7" imgW="26517600" imgH="42672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47210" y="4531360"/>
                        <a:ext cx="2918460" cy="5600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Object 22"/>
          <p:cNvGraphicFramePr>
            <a:graphicFrameLocks noChangeAspect="1"/>
          </p:cNvGraphicFramePr>
          <p:nvPr/>
        </p:nvGraphicFramePr>
        <p:xfrm>
          <a:off x="4391660" y="5301615"/>
          <a:ext cx="2959735" cy="636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27127200" imgH="4876800" progId="Equation.DSMT4">
                  <p:embed/>
                </p:oleObj>
              </mc:Choice>
              <mc:Fallback>
                <p:oleObj name="Equation" r:id="rId9" imgW="27127200" imgH="4876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91660" y="5301615"/>
                        <a:ext cx="2959735" cy="636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1" name="Object 23"/>
          <p:cNvGraphicFramePr>
            <a:graphicFrameLocks noChangeAspect="1"/>
          </p:cNvGraphicFramePr>
          <p:nvPr/>
        </p:nvGraphicFramePr>
        <p:xfrm>
          <a:off x="4815224" y="6149975"/>
          <a:ext cx="7477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6096000" imgH="4876800" progId="Equation.DSMT4">
                  <p:embed/>
                </p:oleObj>
              </mc:Choice>
              <mc:Fallback>
                <p:oleObj name="Equation" r:id="rId11" imgW="6096000" imgH="48768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15224" y="6149975"/>
                        <a:ext cx="747712" cy="714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7773124" y="5282718"/>
            <a:ext cx="316357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复数的三角表示式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0" name="文本框 2"/>
          <p:cNvSpPr txBox="1"/>
          <p:nvPr/>
        </p:nvSpPr>
        <p:spPr>
          <a:xfrm>
            <a:off x="7775299" y="6219464"/>
            <a:ext cx="316357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复数的指数表示式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1579220" y="3434249"/>
            <a:ext cx="1654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7913" name="Object 25"/>
          <p:cNvGraphicFramePr>
            <a:graphicFrameLocks noChangeAspect="1"/>
          </p:cNvGraphicFramePr>
          <p:nvPr/>
        </p:nvGraphicFramePr>
        <p:xfrm>
          <a:off x="5999480" y="2618105"/>
          <a:ext cx="16859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698500" imgH="203200" progId="Equation.DSMT4">
                  <p:embed/>
                </p:oleObj>
              </mc:Choice>
              <mc:Fallback>
                <p:oleObj name="Equation" r:id="rId13" imgW="698500" imgH="2032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99480" y="2618105"/>
                        <a:ext cx="1685925" cy="587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4" name="Object 26"/>
          <p:cNvGraphicFramePr>
            <a:graphicFrameLocks noChangeAspect="1"/>
          </p:cNvGraphicFramePr>
          <p:nvPr/>
        </p:nvGraphicFramePr>
        <p:xfrm>
          <a:off x="4221080" y="2555845"/>
          <a:ext cx="152082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12496800" imgH="4876800" progId="Equation.DSMT4">
                  <p:embed/>
                </p:oleObj>
              </mc:Choice>
              <mc:Fallback>
                <p:oleObj name="Equation" r:id="rId15" imgW="12496800" imgH="48768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21080" y="2555845"/>
                        <a:ext cx="1520825" cy="7127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5" name="Object 27"/>
          <p:cNvGraphicFramePr>
            <a:graphicFrameLocks noChangeAspect="1"/>
          </p:cNvGraphicFramePr>
          <p:nvPr/>
        </p:nvGraphicFramePr>
        <p:xfrm>
          <a:off x="4459605" y="3464560"/>
          <a:ext cx="1726565" cy="607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16764000" imgH="4876800" progId="Equation.DSMT4">
                  <p:embed/>
                </p:oleObj>
              </mc:Choice>
              <mc:Fallback>
                <p:oleObj name="Equation" r:id="rId17" imgW="16764000" imgH="48768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59605" y="3464560"/>
                        <a:ext cx="1726565" cy="607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等于号 17"/>
          <p:cNvSpPr/>
          <p:nvPr/>
        </p:nvSpPr>
        <p:spPr>
          <a:xfrm>
            <a:off x="2759948" y="6331788"/>
            <a:ext cx="2329132" cy="465827"/>
          </a:xfrm>
          <a:prstGeom prst="mathEqual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2905125" y="5915660"/>
            <a:ext cx="182562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Euler</a:t>
            </a:r>
            <a:r>
              <a:rPr lang="zh-CN" altLang="en-US" sz="2800" dirty="0" smtClean="0">
                <a:latin typeface="+mn-ea"/>
              </a:rPr>
              <a:t>公式</a:t>
            </a:r>
            <a:endParaRPr lang="zh-CN" altLang="en-US" sz="2800" dirty="0">
              <a:latin typeface="+mn-ea"/>
            </a:endParaRPr>
          </a:p>
        </p:txBody>
      </p:sp>
      <p:sp>
        <p:nvSpPr>
          <p:cNvPr id="6" name="椭圆形标注 5"/>
          <p:cNvSpPr/>
          <p:nvPr/>
        </p:nvSpPr>
        <p:spPr>
          <a:xfrm>
            <a:off x="7922260" y="531495"/>
            <a:ext cx="3507740" cy="1019175"/>
          </a:xfrm>
          <a:prstGeom prst="wedgeEllipseCallout">
            <a:avLst>
              <a:gd name="adj1" fmla="val -66069"/>
              <a:gd name="adj2" fmla="val 16980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通常取辐角主值</a:t>
            </a:r>
            <a:endParaRPr lang="zh-CN" altLang="en-US" sz="2400">
              <a:solidFill>
                <a:schemeClr val="tx1"/>
              </a:solidFill>
            </a:endParaRP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160020" y="5886450"/>
          <a:ext cx="250952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9" imgW="1130300" imgH="203200" progId="Equation.DSMT4">
                  <p:embed/>
                </p:oleObj>
              </mc:Choice>
              <mc:Fallback>
                <p:oleObj name="Equation" r:id="rId19" imgW="1130300" imgH="2032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0020" y="5886450"/>
                        <a:ext cx="2509520" cy="55245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8323580" y="1518285"/>
            <a:ext cx="3522980" cy="3350895"/>
            <a:chOff x="13108" y="2391"/>
            <a:chExt cx="5548" cy="5277"/>
          </a:xfrm>
        </p:grpSpPr>
        <p:cxnSp>
          <p:nvCxnSpPr>
            <p:cNvPr id="3" name="直接箭头连接符 2"/>
            <p:cNvCxnSpPr/>
            <p:nvPr/>
          </p:nvCxnSpPr>
          <p:spPr>
            <a:xfrm flipV="1">
              <a:off x="13108" y="6396"/>
              <a:ext cx="5548" cy="2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flipV="1">
              <a:off x="14223" y="2758"/>
              <a:ext cx="0" cy="491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" name="对象 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266" y="6529"/>
            <a:ext cx="609" cy="7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21" imgW="152400" imgH="177165" progId="Equation.DSMT4">
                    <p:embed/>
                  </p:oleObj>
                </mc:Choice>
                <mc:Fallback>
                  <p:oleObj name="" r:id="rId21" imgW="152400" imgH="177165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266" y="6529"/>
                          <a:ext cx="609" cy="7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18098" y="6603"/>
            <a:ext cx="508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24" imgW="127000" imgH="139700" progId="Equation.DSMT4">
                    <p:embed/>
                  </p:oleObj>
                </mc:Choice>
                <mc:Fallback>
                  <p:oleObj name="" r:id="rId24" imgW="127000" imgH="1397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8098" y="6603"/>
                          <a:ext cx="508" cy="5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26"/>
              </p:custDataLst>
            </p:nvPr>
          </p:nvGraphicFramePr>
          <p:xfrm>
            <a:off x="14380" y="2391"/>
            <a:ext cx="559" cy="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" r:id="rId27" imgW="139700" imgH="165100" progId="Equation.DSMT4">
                    <p:embed/>
                  </p:oleObj>
                </mc:Choice>
                <mc:Fallback>
                  <p:oleObj name="" r:id="rId27" imgW="139700" imgH="1651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4380" y="2391"/>
                          <a:ext cx="559" cy="66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/>
          <p:nvPr/>
        </p:nvGrpSpPr>
        <p:grpSpPr>
          <a:xfrm>
            <a:off x="10451465" y="1519555"/>
            <a:ext cx="1106170" cy="673735"/>
            <a:chOff x="16459" y="2393"/>
            <a:chExt cx="1742" cy="1061"/>
          </a:xfrm>
        </p:grpSpPr>
        <p:sp>
          <p:nvSpPr>
            <p:cNvPr id="15" name="椭圆 14"/>
            <p:cNvSpPr/>
            <p:nvPr/>
          </p:nvSpPr>
          <p:spPr>
            <a:xfrm>
              <a:off x="17098" y="3336"/>
              <a:ext cx="119" cy="1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17" name="Object 7"/>
            <p:cNvGraphicFramePr>
              <a:graphicFrameLocks noChangeAspect="1"/>
            </p:cNvGraphicFramePr>
            <p:nvPr>
              <p:custDataLst>
                <p:tags r:id="rId29"/>
              </p:custDataLst>
            </p:nvPr>
          </p:nvGraphicFramePr>
          <p:xfrm>
            <a:off x="16459" y="2393"/>
            <a:ext cx="1743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Equation" r:id="rId30" imgW="622300" imgH="190500" progId="Equation.DSMT4">
                    <p:embed/>
                  </p:oleObj>
                </mc:Choice>
                <mc:Fallback>
                  <p:oleObj name="Equation" r:id="rId30" imgW="622300" imgH="1905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6459" y="2393"/>
                          <a:ext cx="1743" cy="6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/>
          <p:cNvGrpSpPr/>
          <p:nvPr/>
        </p:nvGrpSpPr>
        <p:grpSpPr>
          <a:xfrm>
            <a:off x="9013190" y="2118360"/>
            <a:ext cx="1882140" cy="1957070"/>
            <a:chOff x="14194" y="3336"/>
            <a:chExt cx="2964" cy="3082"/>
          </a:xfrm>
        </p:grpSpPr>
        <p:cxnSp>
          <p:nvCxnSpPr>
            <p:cNvPr id="21" name="直接箭头连接符 20"/>
            <p:cNvCxnSpPr>
              <a:endCxn id="15" idx="0"/>
            </p:cNvCxnSpPr>
            <p:nvPr/>
          </p:nvCxnSpPr>
          <p:spPr>
            <a:xfrm flipV="1">
              <a:off x="14194" y="3336"/>
              <a:ext cx="2964" cy="308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2" name="Object 7"/>
            <p:cNvGraphicFramePr>
              <a:graphicFrameLocks noChangeAspect="1"/>
            </p:cNvGraphicFramePr>
            <p:nvPr>
              <p:custDataLst>
                <p:tags r:id="rId32"/>
              </p:custDataLst>
            </p:nvPr>
          </p:nvGraphicFramePr>
          <p:xfrm>
            <a:off x="15368" y="4452"/>
            <a:ext cx="321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" name="Equation" r:id="rId33" imgW="114300" imgH="127000" progId="Equation.DSMT4">
                    <p:embed/>
                  </p:oleObj>
                </mc:Choice>
                <mc:Fallback>
                  <p:oleObj name="Equation" r:id="rId33" imgW="114300" imgH="1270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5368" y="4452"/>
                          <a:ext cx="321" cy="4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/>
          <p:cNvGrpSpPr/>
          <p:nvPr/>
        </p:nvGrpSpPr>
        <p:grpSpPr>
          <a:xfrm>
            <a:off x="10614025" y="2175510"/>
            <a:ext cx="322580" cy="2332355"/>
            <a:chOff x="16715" y="3426"/>
            <a:chExt cx="508" cy="3673"/>
          </a:xfrm>
        </p:grpSpPr>
        <p:cxnSp>
          <p:nvCxnSpPr>
            <p:cNvPr id="24" name="直接连接符 23"/>
            <p:cNvCxnSpPr/>
            <p:nvPr/>
          </p:nvCxnSpPr>
          <p:spPr>
            <a:xfrm flipH="1">
              <a:off x="17069" y="3426"/>
              <a:ext cx="29" cy="2993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" name="对象 25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35"/>
              </p:custDataLst>
            </p:nvPr>
          </p:nvGraphicFramePr>
          <p:xfrm>
            <a:off x="16715" y="6541"/>
            <a:ext cx="508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" name="" r:id="rId36" imgW="127000" imgH="139700" progId="Equation.DSMT4">
                    <p:embed/>
                  </p:oleObj>
                </mc:Choice>
                <mc:Fallback>
                  <p:oleObj name="" r:id="rId36" imgW="127000" imgH="1397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6715" y="6541"/>
                          <a:ext cx="508" cy="5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/>
          <p:nvPr/>
        </p:nvGrpSpPr>
        <p:grpSpPr>
          <a:xfrm>
            <a:off x="8630920" y="1977390"/>
            <a:ext cx="2245360" cy="419100"/>
            <a:chOff x="13592" y="3114"/>
            <a:chExt cx="3536" cy="660"/>
          </a:xfrm>
        </p:grpSpPr>
        <p:cxnSp>
          <p:nvCxnSpPr>
            <p:cNvPr id="25" name="直接连接符 24"/>
            <p:cNvCxnSpPr/>
            <p:nvPr>
              <p:custDataLst>
                <p:tags r:id="rId37"/>
              </p:custDataLst>
            </p:nvPr>
          </p:nvCxnSpPr>
          <p:spPr>
            <a:xfrm flipH="1">
              <a:off x="14194" y="3426"/>
              <a:ext cx="2934" cy="3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0" name="对象 29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38"/>
              </p:custDataLst>
            </p:nvPr>
          </p:nvGraphicFramePr>
          <p:xfrm>
            <a:off x="13592" y="3114"/>
            <a:ext cx="559" cy="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" name="" r:id="rId39" imgW="139700" imgH="165100" progId="Equation.DSMT4">
                    <p:embed/>
                  </p:oleObj>
                </mc:Choice>
                <mc:Fallback>
                  <p:oleObj name="" r:id="rId39" imgW="139700" imgH="165100" progId="Equation.DSMT4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3592" y="3114"/>
                          <a:ext cx="559" cy="66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/>
          <p:cNvGrpSpPr/>
          <p:nvPr/>
        </p:nvGrpSpPr>
        <p:grpSpPr>
          <a:xfrm>
            <a:off x="9213215" y="3572510"/>
            <a:ext cx="527685" cy="506730"/>
            <a:chOff x="14509" y="5626"/>
            <a:chExt cx="831" cy="798"/>
          </a:xfrm>
        </p:grpSpPr>
        <p:sp>
          <p:nvSpPr>
            <p:cNvPr id="36" name="任意多边形 35"/>
            <p:cNvSpPr/>
            <p:nvPr/>
          </p:nvSpPr>
          <p:spPr>
            <a:xfrm>
              <a:off x="14509" y="6128"/>
              <a:ext cx="120" cy="296"/>
            </a:xfrm>
            <a:custGeom>
              <a:avLst/>
              <a:gdLst>
                <a:gd name="connisteX0" fmla="*/ 0 w 73660"/>
                <a:gd name="connsiteY0" fmla="*/ 0 h 147320"/>
                <a:gd name="connisteX1" fmla="*/ 55245 w 73660"/>
                <a:gd name="connsiteY1" fmla="*/ 73660 h 147320"/>
                <a:gd name="connisteX2" fmla="*/ 73660 w 73660"/>
                <a:gd name="connsiteY2" fmla="*/ 147320 h 14732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73660" h="147320">
                  <a:moveTo>
                    <a:pt x="0" y="0"/>
                  </a:moveTo>
                  <a:cubicBezTo>
                    <a:pt x="10795" y="13335"/>
                    <a:pt x="40640" y="44450"/>
                    <a:pt x="55245" y="73660"/>
                  </a:cubicBezTo>
                  <a:cubicBezTo>
                    <a:pt x="69850" y="102870"/>
                    <a:pt x="71120" y="133985"/>
                    <a:pt x="73660" y="1473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37" name="对象 3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4770" y="5626"/>
            <a:ext cx="570" cy="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" r:id="rId40" imgW="127000" imgH="177165" progId="Equation.DSMT4">
                    <p:embed/>
                  </p:oleObj>
                </mc:Choice>
                <mc:Fallback>
                  <p:oleObj name="" r:id="rId40" imgW="127000" imgH="177165" progId="Equation.DSMT4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14770" y="5626"/>
                          <a:ext cx="570" cy="7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4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91795" y="968375"/>
            <a:ext cx="11434445" cy="583565"/>
            <a:chOff x="617" y="1525"/>
            <a:chExt cx="18007" cy="919"/>
          </a:xfrm>
        </p:grpSpPr>
        <p:sp>
          <p:nvSpPr>
            <p:cNvPr id="31" name="文本框 2"/>
            <p:cNvSpPr txBox="1"/>
            <p:nvPr/>
          </p:nvSpPr>
          <p:spPr>
            <a:xfrm>
              <a:off x="617" y="1525"/>
              <a:ext cx="1800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latin typeface="+mn-ea"/>
                </a:rPr>
                <a:t>例</a:t>
              </a:r>
              <a:r>
                <a:rPr lang="en-US" altLang="zh-CN" sz="3200" b="1" dirty="0" smtClean="0">
                  <a:latin typeface="+mn-ea"/>
                </a:rPr>
                <a:t>5</a:t>
              </a:r>
              <a:r>
                <a:rPr lang="en-US" altLang="zh-CN" sz="3200" dirty="0" smtClean="0">
                  <a:latin typeface="+mn-ea"/>
                </a:rPr>
                <a:t>.  </a:t>
              </a:r>
              <a:r>
                <a:rPr lang="zh-CN" altLang="en-US" sz="3200" dirty="0" smtClean="0">
                  <a:latin typeface="+mn-ea"/>
                </a:rPr>
                <a:t>写出                                   的三角表示式与指数表示式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38927" name="Object 15"/>
            <p:cNvGraphicFramePr>
              <a:graphicFrameLocks noChangeAspect="1"/>
            </p:cNvGraphicFramePr>
            <p:nvPr/>
          </p:nvGraphicFramePr>
          <p:xfrm>
            <a:off x="3853" y="1684"/>
            <a:ext cx="6203" cy="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" name="Equation" r:id="rId1" imgW="1943100" imgH="203200" progId="Equation.DSMT4">
                    <p:embed/>
                  </p:oleObj>
                </mc:Choice>
                <mc:Fallback>
                  <p:oleObj name="Equation" r:id="rId1" imgW="1943100" imgH="203200" progId="Equation.DSMT4">
                    <p:embed/>
                    <p:pic>
                      <p:nvPicPr>
                        <p:cNvPr id="0" name="图片 1229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53" y="1684"/>
                          <a:ext cx="6203" cy="7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5"/>
          <p:cNvGraphicFramePr>
            <a:graphicFrameLocks noChangeAspect="1"/>
          </p:cNvGraphicFramePr>
          <p:nvPr/>
        </p:nvGraphicFramePr>
        <p:xfrm>
          <a:off x="1776413" y="1978343"/>
          <a:ext cx="361442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3" imgW="1612900" imgH="279400" progId="Equation.DSMT4">
                  <p:embed/>
                </p:oleObj>
              </mc:Choice>
              <mc:Fallback>
                <p:oleObj name="Equation" r:id="rId3" imgW="1612900" imgH="2794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76413" y="1978343"/>
                        <a:ext cx="3614420" cy="733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2"/>
          <p:cNvSpPr txBox="1"/>
          <p:nvPr/>
        </p:nvSpPr>
        <p:spPr>
          <a:xfrm>
            <a:off x="391795" y="1828165"/>
            <a:ext cx="9982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 smtClean="0">
                <a:latin typeface="+mn-ea"/>
              </a:rPr>
              <a:t>法</a:t>
            </a:r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：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5607686" y="2012315"/>
          <a:ext cx="216344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5" imgW="965200" imgH="254000" progId="Equation.DSMT4">
                  <p:embed/>
                </p:oleObj>
              </mc:Choice>
              <mc:Fallback>
                <p:oleObj name="Equation" r:id="rId5" imgW="965200" imgH="2540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07686" y="2012315"/>
                        <a:ext cx="2163445" cy="66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5"/>
          <p:cNvGraphicFramePr>
            <a:graphicFrameLocks noChangeAspect="1"/>
          </p:cNvGraphicFramePr>
          <p:nvPr/>
        </p:nvGraphicFramePr>
        <p:xfrm>
          <a:off x="7887654" y="1761173"/>
          <a:ext cx="1708150" cy="1167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7" imgW="762000" imgH="444500" progId="Equation.DSMT4">
                  <p:embed/>
                </p:oleObj>
              </mc:Choice>
              <mc:Fallback>
                <p:oleObj name="Equation" r:id="rId7" imgW="762000" imgH="4445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87654" y="1761173"/>
                        <a:ext cx="1708150" cy="1167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5"/>
          <p:cNvGraphicFramePr>
            <a:graphicFrameLocks noChangeAspect="1"/>
          </p:cNvGraphicFramePr>
          <p:nvPr/>
        </p:nvGraphicFramePr>
        <p:xfrm>
          <a:off x="9700261" y="1827848"/>
          <a:ext cx="1310005" cy="1034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9" imgW="584200" imgH="393700" progId="Equation.DSMT4">
                  <p:embed/>
                </p:oleObj>
              </mc:Choice>
              <mc:Fallback>
                <p:oleObj name="Equation" r:id="rId9" imgW="584200" imgH="3937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00261" y="1827848"/>
                        <a:ext cx="1310005" cy="1034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1793558" y="3077528"/>
          <a:ext cx="2832100" cy="996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1" imgW="1397000" imgH="419100" progId="Equation.DSMT4">
                  <p:embed/>
                </p:oleObj>
              </mc:Choice>
              <mc:Fallback>
                <p:oleObj name="Equation" r:id="rId11" imgW="1397000" imgH="4191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93558" y="3077528"/>
                        <a:ext cx="2832100" cy="9963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5"/>
          <p:cNvGraphicFramePr>
            <a:graphicFrameLocks noChangeAspect="1"/>
          </p:cNvGraphicFramePr>
          <p:nvPr/>
        </p:nvGraphicFramePr>
        <p:xfrm>
          <a:off x="4625976" y="2669858"/>
          <a:ext cx="2729865" cy="1811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3" imgW="1346200" imgH="762000" progId="Equation.DSMT4">
                  <p:embed/>
                </p:oleObj>
              </mc:Choice>
              <mc:Fallback>
                <p:oleObj name="Equation" r:id="rId13" imgW="1346200" imgH="7620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25976" y="2669858"/>
                        <a:ext cx="2729865" cy="1811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5"/>
          <p:cNvGraphicFramePr>
            <a:graphicFrameLocks noChangeAspect="1"/>
          </p:cNvGraphicFramePr>
          <p:nvPr/>
        </p:nvGraphicFramePr>
        <p:xfrm>
          <a:off x="7473316" y="3077528"/>
          <a:ext cx="195770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5" imgW="965200" imgH="393700" progId="Equation.DSMT4">
                  <p:embed/>
                </p:oleObj>
              </mc:Choice>
              <mc:Fallback>
                <p:oleObj name="Equation" r:id="rId15" imgW="965200" imgH="3937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73316" y="3077528"/>
                        <a:ext cx="1957705" cy="936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5"/>
          <p:cNvGraphicFramePr>
            <a:graphicFrameLocks noChangeAspect="1"/>
          </p:cNvGraphicFramePr>
          <p:nvPr/>
        </p:nvGraphicFramePr>
        <p:xfrm>
          <a:off x="9337676" y="3107373"/>
          <a:ext cx="108394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17" imgW="533400" imgH="393700" progId="Equation.DSMT4">
                  <p:embed/>
                </p:oleObj>
              </mc:Choice>
              <mc:Fallback>
                <p:oleObj name="Equation" r:id="rId17" imgW="533400" imgH="3937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337676" y="3107373"/>
                        <a:ext cx="1083945" cy="936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5"/>
          <p:cNvGraphicFramePr>
            <a:graphicFrameLocks noChangeAspect="1"/>
          </p:cNvGraphicFramePr>
          <p:nvPr/>
        </p:nvGraphicFramePr>
        <p:xfrm>
          <a:off x="1882776" y="4508818"/>
          <a:ext cx="7003415" cy="935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19" imgW="3454400" imgH="393700" progId="Equation.DSMT4">
                  <p:embed/>
                </p:oleObj>
              </mc:Choice>
              <mc:Fallback>
                <p:oleObj name="Equation" r:id="rId19" imgW="3454400" imgH="3937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82776" y="4508818"/>
                        <a:ext cx="7003415" cy="935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2"/>
          <p:cNvSpPr txBox="1"/>
          <p:nvPr/>
        </p:nvSpPr>
        <p:spPr>
          <a:xfrm>
            <a:off x="778510" y="4685030"/>
            <a:ext cx="9982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 smtClean="0">
                <a:latin typeface="+mn-ea"/>
              </a:rPr>
              <a:t>所以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36" name="Object 15"/>
          <p:cNvGraphicFramePr>
            <a:graphicFrameLocks noChangeAspect="1"/>
          </p:cNvGraphicFramePr>
          <p:nvPr/>
        </p:nvGraphicFramePr>
        <p:xfrm>
          <a:off x="9053513" y="4447858"/>
          <a:ext cx="1957070" cy="996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1" imgW="965200" imgH="419100" progId="Equation.DSMT4">
                  <p:embed/>
                </p:oleObj>
              </mc:Choice>
              <mc:Fallback>
                <p:oleObj name="Equation" r:id="rId21" imgW="965200" imgH="4191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053513" y="4447858"/>
                        <a:ext cx="1957070" cy="9963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502285" y="5645785"/>
            <a:ext cx="9982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 smtClean="0">
                <a:latin typeface="+mn-ea"/>
              </a:rPr>
              <a:t>法</a:t>
            </a:r>
            <a:r>
              <a:rPr lang="en-US" altLang="zh-CN" sz="3200" dirty="0" smtClean="0">
                <a:latin typeface="+mn-ea"/>
              </a:rPr>
              <a:t>2</a:t>
            </a:r>
            <a:r>
              <a:rPr lang="zh-CN" altLang="en-US" sz="3200" dirty="0" smtClean="0">
                <a:latin typeface="+mn-ea"/>
              </a:rPr>
              <a:t>：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39" name="Object 15"/>
          <p:cNvGraphicFramePr>
            <a:graphicFrameLocks noChangeAspect="1"/>
          </p:cNvGraphicFramePr>
          <p:nvPr/>
        </p:nvGraphicFramePr>
        <p:xfrm>
          <a:off x="1571308" y="5469573"/>
          <a:ext cx="5767070" cy="935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23" imgW="2844800" imgH="393700" progId="Equation.DSMT4">
                  <p:embed/>
                </p:oleObj>
              </mc:Choice>
              <mc:Fallback>
                <p:oleObj name="Equation" r:id="rId23" imgW="2844800" imgH="3937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71308" y="5469573"/>
                        <a:ext cx="5767070" cy="935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5"/>
          <p:cNvGraphicFramePr>
            <a:graphicFrameLocks noChangeAspect="1"/>
          </p:cNvGraphicFramePr>
          <p:nvPr/>
        </p:nvGraphicFramePr>
        <p:xfrm>
          <a:off x="7456170" y="5469573"/>
          <a:ext cx="3140075" cy="935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25" imgW="1548765" imgH="393700" progId="Equation.DSMT4">
                  <p:embed/>
                </p:oleObj>
              </mc:Choice>
              <mc:Fallback>
                <p:oleObj name="Equation" r:id="rId25" imgW="1548765" imgH="3937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456170" y="5469573"/>
                        <a:ext cx="3140075" cy="935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5"/>
          <p:cNvGraphicFramePr>
            <a:graphicFrameLocks noChangeAspect="1"/>
          </p:cNvGraphicFramePr>
          <p:nvPr/>
        </p:nvGraphicFramePr>
        <p:xfrm>
          <a:off x="4053840" y="6404928"/>
          <a:ext cx="4479925" cy="935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27" imgW="2209800" imgH="393700" progId="Equation.DSMT4">
                  <p:embed/>
                </p:oleObj>
              </mc:Choice>
              <mc:Fallback>
                <p:oleObj name="Equation" r:id="rId27" imgW="2209800" imgH="3937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053840" y="6404928"/>
                        <a:ext cx="4479925" cy="935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5"/>
          <p:cNvGraphicFramePr>
            <a:graphicFrameLocks noChangeAspect="1"/>
          </p:cNvGraphicFramePr>
          <p:nvPr/>
        </p:nvGraphicFramePr>
        <p:xfrm>
          <a:off x="8638858" y="6374448"/>
          <a:ext cx="1957070" cy="996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29" imgW="965200" imgH="419100" progId="Equation.DSMT4">
                  <p:embed/>
                </p:oleObj>
              </mc:Choice>
              <mc:Fallback>
                <p:oleObj name="Equation" r:id="rId29" imgW="965200" imgH="4191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638858" y="6374448"/>
                        <a:ext cx="1957070" cy="9963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5" grpId="0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1321172" y="954012"/>
            <a:ext cx="2343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、定义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4040499" y="53559"/>
            <a:ext cx="360235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三、共</a:t>
            </a:r>
            <a:r>
              <a:rPr lang="en-US" altLang="zh-CN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轭</a:t>
            </a:r>
            <a:r>
              <a:rPr lang="en-US" altLang="zh-CN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复</a:t>
            </a:r>
            <a:r>
              <a:rPr lang="en-US" altLang="zh-CN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数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3331646" y="2362203"/>
          <a:ext cx="1079585" cy="714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1" imgW="9448800" imgH="5181600" progId="Equation.DSMT4">
                  <p:embed/>
                </p:oleObj>
              </mc:Choice>
              <mc:Fallback>
                <p:oleObj name="Equation" r:id="rId1" imgW="9448800" imgH="51816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31646" y="2362203"/>
                        <a:ext cx="1079585" cy="7149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 noChangeAspect="1"/>
          </p:cNvGraphicFramePr>
          <p:nvPr/>
        </p:nvGraphicFramePr>
        <p:xfrm>
          <a:off x="1653104" y="3223214"/>
          <a:ext cx="2686859" cy="854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3" imgW="23164800" imgH="6096000" progId="Equation.DSMT4">
                  <p:embed/>
                </p:oleObj>
              </mc:Choice>
              <mc:Fallback>
                <p:oleObj name="Equation" r:id="rId3" imgW="23164800" imgH="6096000" progId="Equation.DSMT4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3104" y="3223214"/>
                        <a:ext cx="2686859" cy="854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1"/>
          <p:cNvGraphicFramePr>
            <a:graphicFrameLocks noChangeAspect="1"/>
          </p:cNvGraphicFramePr>
          <p:nvPr/>
        </p:nvGraphicFramePr>
        <p:xfrm>
          <a:off x="5057508" y="3308722"/>
          <a:ext cx="1775582" cy="78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5" imgW="16459200" imgH="6096000" progId="Equation.DSMT4">
                  <p:embed/>
                </p:oleObj>
              </mc:Choice>
              <mc:Fallback>
                <p:oleObj name="Equation" r:id="rId5" imgW="16459200" imgH="60960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57508" y="3308722"/>
                        <a:ext cx="1775582" cy="785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2" name="Object 24"/>
          <p:cNvGraphicFramePr>
            <a:graphicFrameLocks noChangeAspect="1"/>
          </p:cNvGraphicFramePr>
          <p:nvPr/>
        </p:nvGraphicFramePr>
        <p:xfrm>
          <a:off x="1665632" y="4601901"/>
          <a:ext cx="2280207" cy="629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7" imgW="21336000" imgH="4876800" progId="Equation.DSMT4">
                  <p:embed/>
                </p:oleObj>
              </mc:Choice>
              <mc:Fallback>
                <p:oleObj name="Equation" r:id="rId7" imgW="21336000" imgH="4876800" progId="Equation.DSMT4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65632" y="4601901"/>
                        <a:ext cx="2280207" cy="6297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697355" y="1632585"/>
            <a:ext cx="7367905" cy="649605"/>
            <a:chOff x="3630" y="2919"/>
            <a:chExt cx="11603" cy="1023"/>
          </a:xfrm>
        </p:grpSpPr>
        <p:graphicFrame>
          <p:nvGraphicFramePr>
            <p:cNvPr id="33799" name="Object 7"/>
            <p:cNvGraphicFramePr>
              <a:graphicFrameLocks noChangeAspect="1"/>
            </p:cNvGraphicFramePr>
            <p:nvPr/>
          </p:nvGraphicFramePr>
          <p:xfrm>
            <a:off x="4507" y="3026"/>
            <a:ext cx="2640" cy="9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3" name="Equation" r:id="rId9" imgW="15849600" imgH="4572000" progId="Equation.DSMT4">
                    <p:embed/>
                  </p:oleObj>
                </mc:Choice>
                <mc:Fallback>
                  <p:oleObj name="Equation" r:id="rId9" imgW="15849600" imgH="4572000" progId="Equation.DSMT4">
                    <p:embed/>
                    <p:pic>
                      <p:nvPicPr>
                        <p:cNvPr id="0" name="图片 133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07" y="3026"/>
                          <a:ext cx="2640" cy="9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2"/>
            <p:cNvSpPr txBox="1"/>
            <p:nvPr/>
          </p:nvSpPr>
          <p:spPr>
            <a:xfrm>
              <a:off x="3630" y="2960"/>
              <a:ext cx="1098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设</a:t>
              </a:r>
              <a:endParaRPr lang="zh-CN" altLang="en-US" sz="3200" dirty="0">
                <a:latin typeface="+mn-ea"/>
              </a:endParaRPr>
            </a:p>
          </p:txBody>
        </p:sp>
        <p:sp>
          <p:nvSpPr>
            <p:cNvPr id="15" name="文本框 2"/>
            <p:cNvSpPr txBox="1"/>
            <p:nvPr/>
          </p:nvSpPr>
          <p:spPr>
            <a:xfrm>
              <a:off x="7641" y="2919"/>
              <a:ext cx="759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则        称为</a:t>
              </a:r>
              <a:r>
                <a:rPr lang="en-US" altLang="zh-CN" sz="3200" dirty="0" smtClean="0">
                  <a:latin typeface="+mn-ea"/>
                </a:rPr>
                <a:t>z</a:t>
              </a:r>
              <a:r>
                <a:rPr lang="zh-CN" altLang="en-US" sz="3200" dirty="0" smtClean="0">
                  <a:latin typeface="+mn-ea"/>
                </a:rPr>
                <a:t>的共轭复数，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40969" name="Object 9"/>
            <p:cNvGraphicFramePr>
              <a:graphicFrameLocks noChangeAspect="1"/>
            </p:cNvGraphicFramePr>
            <p:nvPr/>
          </p:nvGraphicFramePr>
          <p:xfrm>
            <a:off x="8462" y="2995"/>
            <a:ext cx="1405" cy="9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8" name="Equation" r:id="rId11" imgW="8839200" imgH="4572000" progId="Equation.DSMT4">
                    <p:embed/>
                  </p:oleObj>
                </mc:Choice>
                <mc:Fallback>
                  <p:oleObj name="Equation" r:id="rId11" imgW="8839200" imgH="4572000" progId="Equation.DSMT4">
                    <p:embed/>
                    <p:pic>
                      <p:nvPicPr>
                        <p:cNvPr id="0" name="图片 133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462" y="2995"/>
                          <a:ext cx="1405" cy="9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70" name="Object 10"/>
          <p:cNvGraphicFramePr>
            <a:graphicFrameLocks noChangeAspect="1"/>
          </p:cNvGraphicFramePr>
          <p:nvPr/>
        </p:nvGraphicFramePr>
        <p:xfrm>
          <a:off x="10330652" y="1664235"/>
          <a:ext cx="451877" cy="58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13" imgW="4267200" imgH="4572000" progId="Equation.DSMT4">
                  <p:embed/>
                </p:oleObj>
              </mc:Choice>
              <mc:Fallback>
                <p:oleObj name="Equation" r:id="rId13" imgW="4267200" imgH="45720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330652" y="1664235"/>
                        <a:ext cx="451877" cy="581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1361018" y="2319759"/>
            <a:ext cx="2343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2</a:t>
            </a:r>
            <a:r>
              <a:rPr lang="zh-CN" altLang="en-US" sz="3200" dirty="0" smtClean="0">
                <a:latin typeface="+mn-ea"/>
              </a:rPr>
              <a:t>、性质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4827486" y="2446528"/>
          <a:ext cx="975194" cy="506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15" imgW="8534400" imgH="3657600" progId="Equation.DSMT4">
                  <p:embed/>
                </p:oleObj>
              </mc:Choice>
              <mc:Fallback>
                <p:oleObj name="Equation" r:id="rId15" imgW="8534400" imgH="3657600" progId="Equation.DSMT4">
                  <p:embed/>
                  <p:pic>
                    <p:nvPicPr>
                      <p:cNvPr id="0" name="图片 133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27486" y="2446528"/>
                        <a:ext cx="975194" cy="50614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左右箭头 20"/>
          <p:cNvSpPr/>
          <p:nvPr/>
        </p:nvSpPr>
        <p:spPr>
          <a:xfrm>
            <a:off x="6028342" y="2666507"/>
            <a:ext cx="653143" cy="12161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972" name="Object 12"/>
          <p:cNvGraphicFramePr>
            <a:graphicFrameLocks noChangeAspect="1"/>
          </p:cNvGraphicFramePr>
          <p:nvPr/>
        </p:nvGraphicFramePr>
        <p:xfrm>
          <a:off x="6906895" y="2446655"/>
          <a:ext cx="130746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17" imgW="545465" imgH="177165" progId="Equation.DSMT4">
                  <p:embed/>
                </p:oleObj>
              </mc:Choice>
              <mc:Fallback>
                <p:oleObj name="Equation" r:id="rId17" imgW="545465" imgH="177165" progId="Equation.DSMT4">
                  <p:embed/>
                  <p:pic>
                    <p:nvPicPr>
                      <p:cNvPr id="0" name="图片 133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06895" y="2446655"/>
                        <a:ext cx="1307465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3" name="Object 13"/>
          <p:cNvGraphicFramePr>
            <a:graphicFrameLocks noChangeAspect="1"/>
          </p:cNvGraphicFramePr>
          <p:nvPr/>
        </p:nvGraphicFramePr>
        <p:xfrm>
          <a:off x="7428865" y="3077210"/>
          <a:ext cx="1350645" cy="1226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19" imgW="634365" imgH="482600" progId="Equation.DSMT4">
                  <p:embed/>
                </p:oleObj>
              </mc:Choice>
              <mc:Fallback>
                <p:oleObj name="Equation" r:id="rId19" imgW="634365" imgH="482600" progId="Equation.DSMT4">
                  <p:embed/>
                  <p:pic>
                    <p:nvPicPr>
                      <p:cNvPr id="0" name="图片 1332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28865" y="3077210"/>
                        <a:ext cx="1350645" cy="1226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4" name="Object 14"/>
          <p:cNvGraphicFramePr>
            <a:graphicFrameLocks noChangeAspect="1"/>
          </p:cNvGraphicFramePr>
          <p:nvPr/>
        </p:nvGraphicFramePr>
        <p:xfrm>
          <a:off x="4373044" y="4615420"/>
          <a:ext cx="2378179" cy="629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21" imgW="22250400" imgH="4876800" progId="Equation.DSMT4">
                  <p:embed/>
                </p:oleObj>
              </mc:Choice>
              <mc:Fallback>
                <p:oleObj name="Equation" r:id="rId21" imgW="22250400" imgH="4876800" progId="Equation.DSMT4">
                  <p:embed/>
                  <p:pic>
                    <p:nvPicPr>
                      <p:cNvPr id="0" name="图片 1332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73044" y="4615420"/>
                        <a:ext cx="2378179" cy="6297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6" name="Object 16"/>
          <p:cNvGraphicFramePr>
            <a:graphicFrameLocks noChangeAspect="1"/>
          </p:cNvGraphicFramePr>
          <p:nvPr/>
        </p:nvGraphicFramePr>
        <p:xfrm>
          <a:off x="9066081" y="4614969"/>
          <a:ext cx="149701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23" imgW="14020800" imgH="5486400" progId="Equation.DSMT4">
                  <p:embed/>
                </p:oleObj>
              </mc:Choice>
              <mc:Fallback>
                <p:oleObj name="Equation" r:id="rId23" imgW="14020800" imgH="5486400" progId="Equation.DSMT4">
                  <p:embed/>
                  <p:pic>
                    <p:nvPicPr>
                      <p:cNvPr id="0" name="图片 1332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066081" y="4614969"/>
                        <a:ext cx="1497013" cy="708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Object 17"/>
          <p:cNvGraphicFramePr>
            <a:graphicFrameLocks noChangeAspect="1"/>
          </p:cNvGraphicFramePr>
          <p:nvPr/>
        </p:nvGraphicFramePr>
        <p:xfrm>
          <a:off x="7129548" y="4598099"/>
          <a:ext cx="1270957" cy="629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tion" r:id="rId25" imgW="11887200" imgH="4876800" progId="Equation.DSMT4">
                  <p:embed/>
                </p:oleObj>
              </mc:Choice>
              <mc:Fallback>
                <p:oleObj name="Equation" r:id="rId25" imgW="11887200" imgH="4876800" progId="Equation.DSMT4">
                  <p:embed/>
                  <p:pic>
                    <p:nvPicPr>
                      <p:cNvPr id="0" name="图片 1332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129548" y="4598099"/>
                        <a:ext cx="1270957" cy="6297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1525147" y="5501947"/>
          <a:ext cx="3188190" cy="722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Equation" r:id="rId27" imgW="29260800" imgH="5486400" progId="Equation.DSMT4">
                  <p:embed/>
                </p:oleObj>
              </mc:Choice>
              <mc:Fallback>
                <p:oleObj name="Equation" r:id="rId27" imgW="29260800" imgH="5486400" progId="Equation.DSMT4">
                  <p:embed/>
                  <p:pic>
                    <p:nvPicPr>
                      <p:cNvPr id="0" name="图片 1332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25147" y="5501947"/>
                        <a:ext cx="3188190" cy="72263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/>
          <p:cNvGraphicFramePr>
            <a:graphicFrameLocks noChangeAspect="1"/>
          </p:cNvGraphicFramePr>
          <p:nvPr/>
        </p:nvGraphicFramePr>
        <p:xfrm>
          <a:off x="5066740" y="5559429"/>
          <a:ext cx="3154141" cy="723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Equation" r:id="rId29" imgW="28956000" imgH="5486400" progId="Equation.DSMT4">
                  <p:embed/>
                </p:oleObj>
              </mc:Choice>
              <mc:Fallback>
                <p:oleObj name="Equation" r:id="rId29" imgW="28956000" imgH="5486400" progId="Equation.DSMT4">
                  <p:embed/>
                  <p:pic>
                    <p:nvPicPr>
                      <p:cNvPr id="0" name="图片 1332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066740" y="5559429"/>
                        <a:ext cx="3154141" cy="7239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横卷形 24"/>
          <p:cNvSpPr/>
          <p:nvPr/>
        </p:nvSpPr>
        <p:spPr>
          <a:xfrm>
            <a:off x="8450037" y="5541450"/>
            <a:ext cx="2771955" cy="824752"/>
          </a:xfrm>
          <a:prstGeom prst="horizontalScroll">
            <a:avLst/>
          </a:prstGeom>
          <a:blipFill>
            <a:blip r:embed="rId31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三角不等式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40981" name="Object 21"/>
          <p:cNvGraphicFramePr>
            <a:graphicFrameLocks noChangeAspect="1"/>
          </p:cNvGraphicFramePr>
          <p:nvPr/>
        </p:nvGraphicFramePr>
        <p:xfrm>
          <a:off x="5015975" y="6615005"/>
          <a:ext cx="1398587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Equation" r:id="rId32" imgW="13106400" imgH="4876800" progId="Equation.DSMT4">
                  <p:embed/>
                </p:oleObj>
              </mc:Choice>
              <mc:Fallback>
                <p:oleObj name="Equation" r:id="rId32" imgW="13106400" imgH="4876800" progId="Equation.DSMT4">
                  <p:embed/>
                  <p:pic>
                    <p:nvPicPr>
                      <p:cNvPr id="0" name="图片 13327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015975" y="6615005"/>
                        <a:ext cx="1398587" cy="6238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2249949" y="6610062"/>
            <a:ext cx="799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若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" name="Object 21"/>
          <p:cNvGraphicFramePr>
            <a:graphicFrameLocks noChangeAspect="1"/>
          </p:cNvGraphicFramePr>
          <p:nvPr/>
        </p:nvGraphicFramePr>
        <p:xfrm>
          <a:off x="2923711" y="6540392"/>
          <a:ext cx="136683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Equation" r:id="rId34" imgW="12801600" imgH="5486400" progId="Equation.DSMT4">
                  <p:embed/>
                </p:oleObj>
              </mc:Choice>
              <mc:Fallback>
                <p:oleObj name="Equation" r:id="rId34" imgW="12801600" imgH="5486400" progId="Equation.DSMT4">
                  <p:embed/>
                  <p:pic>
                    <p:nvPicPr>
                      <p:cNvPr id="0" name="图片 13328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923711" y="6540392"/>
                        <a:ext cx="1366837" cy="701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4369169" y="6624439"/>
            <a:ext cx="799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9" name="七角星 28"/>
          <p:cNvSpPr/>
          <p:nvPr/>
        </p:nvSpPr>
        <p:spPr>
          <a:xfrm>
            <a:off x="1062038" y="6089499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9140190" y="1632585"/>
            <a:ext cx="1116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 smtClean="0">
                <a:latin typeface="+mn-ea"/>
              </a:rPr>
              <a:t>记作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053840" y="2501900"/>
            <a:ext cx="424180" cy="45910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925310" y="2501900"/>
            <a:ext cx="1427480" cy="45910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860040" y="4642485"/>
            <a:ext cx="1070610" cy="45910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512435" y="4639310"/>
            <a:ext cx="1320165" cy="45910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9884410" y="4700905"/>
            <a:ext cx="613410" cy="54419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7642860" y="4702810"/>
            <a:ext cx="205740" cy="54419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 bldLvl="0" animBg="1"/>
      <p:bldP spid="25" grpId="0" bldLvl="0" animBg="1"/>
      <p:bldP spid="26" grpId="0"/>
      <p:bldP spid="28" grpId="0"/>
      <p:bldP spid="29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71" name="Object 23"/>
          <p:cNvGraphicFramePr>
            <a:graphicFrameLocks noChangeAspect="1"/>
          </p:cNvGraphicFramePr>
          <p:nvPr/>
        </p:nvGraphicFramePr>
        <p:xfrm>
          <a:off x="1979493" y="1685686"/>
          <a:ext cx="3970180" cy="629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43891200" imgH="5791200" progId="Equation.DSMT4">
                  <p:embed/>
                </p:oleObj>
              </mc:Choice>
              <mc:Fallback>
                <p:oleObj name="Equation" r:id="rId1" imgW="43891200" imgH="57912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79493" y="1685686"/>
                        <a:ext cx="3970180" cy="6294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2" name="Object 24"/>
          <p:cNvGraphicFramePr>
            <a:graphicFrameLocks noChangeAspect="1"/>
          </p:cNvGraphicFramePr>
          <p:nvPr/>
        </p:nvGraphicFramePr>
        <p:xfrm>
          <a:off x="6272094" y="1693625"/>
          <a:ext cx="4131546" cy="630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43891200" imgH="5791200" progId="Equation.DSMT4">
                  <p:embed/>
                </p:oleObj>
              </mc:Choice>
              <mc:Fallback>
                <p:oleObj name="Equation" r:id="rId3" imgW="43891200" imgH="57912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72094" y="1693625"/>
                        <a:ext cx="4131546" cy="63092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3" name="Object 25"/>
          <p:cNvGraphicFramePr>
            <a:graphicFrameLocks noChangeAspect="1"/>
          </p:cNvGraphicFramePr>
          <p:nvPr/>
        </p:nvGraphicFramePr>
        <p:xfrm>
          <a:off x="2023944" y="2272191"/>
          <a:ext cx="2608020" cy="620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24384000" imgH="5791200" progId="Equation.DSMT4">
                  <p:embed/>
                </p:oleObj>
              </mc:Choice>
              <mc:Fallback>
                <p:oleObj name="Equation" r:id="rId5" imgW="24384000" imgH="57912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23944" y="2272191"/>
                        <a:ext cx="2608020" cy="6207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4" name="Object 26"/>
          <p:cNvGraphicFramePr>
            <a:graphicFrameLocks noChangeAspect="1"/>
          </p:cNvGraphicFramePr>
          <p:nvPr/>
        </p:nvGraphicFramePr>
        <p:xfrm>
          <a:off x="4905255" y="2351566"/>
          <a:ext cx="5118640" cy="5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47853600" imgH="5486400" progId="Equation.DSMT4">
                  <p:embed/>
                </p:oleObj>
              </mc:Choice>
              <mc:Fallback>
                <p:oleObj name="Equation" r:id="rId7" imgW="47853600" imgH="54864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05255" y="2351566"/>
                        <a:ext cx="5118640" cy="587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14"/>
          <p:cNvGraphicFramePr>
            <a:graphicFrameLocks noChangeAspect="1"/>
          </p:cNvGraphicFramePr>
          <p:nvPr/>
        </p:nvGraphicFramePr>
        <p:xfrm>
          <a:off x="2926332" y="2921224"/>
          <a:ext cx="7842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6705600" imgH="5486400" progId="Equation.DSMT4">
                  <p:embed/>
                </p:oleObj>
              </mc:Choice>
              <mc:Fallback>
                <p:oleObj name="Equation" r:id="rId9" imgW="6705600" imgH="54864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6332" y="2921224"/>
                        <a:ext cx="784225" cy="641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769360" y="2911475"/>
            <a:ext cx="8422640" cy="643255"/>
            <a:chOff x="5936" y="4585"/>
            <a:chExt cx="13264" cy="1013"/>
          </a:xfrm>
        </p:grpSpPr>
        <p:sp>
          <p:nvSpPr>
            <p:cNvPr id="71" name="文本框 2"/>
            <p:cNvSpPr txBox="1"/>
            <p:nvPr/>
          </p:nvSpPr>
          <p:spPr>
            <a:xfrm>
              <a:off x="5936" y="4585"/>
              <a:ext cx="13264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可以认为是将     进行拉伸以及旋转得到的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72" name="Object 15"/>
            <p:cNvGraphicFramePr>
              <a:graphicFrameLocks noChangeAspect="1"/>
            </p:cNvGraphicFramePr>
            <p:nvPr/>
          </p:nvGraphicFramePr>
          <p:xfrm>
            <a:off x="10039" y="4588"/>
            <a:ext cx="675" cy="10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0" name="Equation" r:id="rId11" imgW="3657600" imgH="5486400" progId="Equation.DSMT4">
                    <p:embed/>
                  </p:oleObj>
                </mc:Choice>
                <mc:Fallback>
                  <p:oleObj name="Equation" r:id="rId11" imgW="3657600" imgH="5486400" progId="Equation.DSMT4">
                    <p:embed/>
                    <p:pic>
                      <p:nvPicPr>
                        <p:cNvPr id="0" name="图片 1638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039" y="4588"/>
                          <a:ext cx="675" cy="101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" name="七角星 72"/>
          <p:cNvSpPr/>
          <p:nvPr/>
        </p:nvSpPr>
        <p:spPr>
          <a:xfrm>
            <a:off x="1654600" y="2754568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1773591" y="872737"/>
            <a:ext cx="30226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1. </a:t>
            </a:r>
            <a:r>
              <a:rPr lang="zh-CN" altLang="en-US" sz="3200" dirty="0" smtClean="0">
                <a:latin typeface="+mn-ea"/>
              </a:rPr>
              <a:t> 乘法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3431951" y="163414"/>
            <a:ext cx="526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四、乘除、乘方与开方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3450564" y="6607827"/>
            <a:ext cx="5727942" cy="517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rot="5400000" flipH="1" flipV="1">
            <a:off x="3824566" y="5697861"/>
            <a:ext cx="3184511" cy="11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Object 9"/>
          <p:cNvGraphicFramePr>
            <a:graphicFrameLocks noChangeAspect="1"/>
          </p:cNvGraphicFramePr>
          <p:nvPr/>
        </p:nvGraphicFramePr>
        <p:xfrm>
          <a:off x="5017668" y="6679942"/>
          <a:ext cx="683615" cy="470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3657600" imgH="4267200" progId="Equation.DSMT4">
                  <p:embed/>
                </p:oleObj>
              </mc:Choice>
              <mc:Fallback>
                <p:oleObj name="Equation" r:id="rId13" imgW="3657600" imgH="42672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17668" y="6679942"/>
                        <a:ext cx="683615" cy="47016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0"/>
          <p:cNvGraphicFramePr>
            <a:graphicFrameLocks noChangeAspect="1"/>
          </p:cNvGraphicFramePr>
          <p:nvPr/>
        </p:nvGraphicFramePr>
        <p:xfrm>
          <a:off x="8695222" y="6826721"/>
          <a:ext cx="569722" cy="36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5" imgW="3048000" imgH="3352800" progId="Equation.DSMT4">
                  <p:embed/>
                </p:oleObj>
              </mc:Choice>
              <mc:Fallback>
                <p:oleObj name="Equation" r:id="rId15" imgW="3048000" imgH="33528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695222" y="6826721"/>
                        <a:ext cx="569722" cy="369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1"/>
          <p:cNvGraphicFramePr>
            <a:graphicFrameLocks noChangeAspect="1"/>
          </p:cNvGraphicFramePr>
          <p:nvPr/>
        </p:nvGraphicFramePr>
        <p:xfrm>
          <a:off x="4630819" y="3958698"/>
          <a:ext cx="627022" cy="435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17" imgW="3352800" imgH="3962400" progId="Equation.DSMT4">
                  <p:embed/>
                </p:oleObj>
              </mc:Choice>
              <mc:Fallback>
                <p:oleObj name="Equation" r:id="rId17" imgW="3352800" imgH="39624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30819" y="3958698"/>
                        <a:ext cx="627022" cy="43546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箭头连接符 37"/>
          <p:cNvCxnSpPr/>
          <p:nvPr/>
        </p:nvCxnSpPr>
        <p:spPr>
          <a:xfrm flipV="1">
            <a:off x="5451892" y="6107495"/>
            <a:ext cx="1207698" cy="48307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rot="5400000" flipH="1" flipV="1">
            <a:off x="5287991" y="5305239"/>
            <a:ext cx="1483745" cy="115594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弧形 40"/>
          <p:cNvSpPr/>
          <p:nvPr/>
        </p:nvSpPr>
        <p:spPr>
          <a:xfrm>
            <a:off x="6021235" y="6366288"/>
            <a:ext cx="155275" cy="46582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弧形 41"/>
          <p:cNvSpPr/>
          <p:nvPr/>
        </p:nvSpPr>
        <p:spPr>
          <a:xfrm>
            <a:off x="5641673" y="6176508"/>
            <a:ext cx="276045" cy="931651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5867997" y="5888870"/>
          <a:ext cx="393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19" imgW="3962400" imgH="5486400" progId="Equation.DSMT4">
                  <p:embed/>
                </p:oleObj>
              </mc:Choice>
              <mc:Fallback>
                <p:oleObj name="Equation" r:id="rId19" imgW="3962400" imgH="5486400" progId="Equation.DSMT4">
                  <p:embed/>
                  <p:pic>
                    <p:nvPicPr>
                      <p:cNvPr id="0" name="图片 1639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67997" y="5888870"/>
                        <a:ext cx="3937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9"/>
          <p:cNvGraphicFramePr>
            <a:graphicFrameLocks noChangeAspect="1"/>
          </p:cNvGraphicFramePr>
          <p:nvPr/>
        </p:nvGraphicFramePr>
        <p:xfrm>
          <a:off x="6339485" y="6087307"/>
          <a:ext cx="3635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21" imgW="3657600" imgH="5486400" progId="Equation.DSMT4">
                  <p:embed/>
                </p:oleObj>
              </mc:Choice>
              <mc:Fallback>
                <p:oleObj name="Equation" r:id="rId21" imgW="3657600" imgH="5486400" progId="Equation.DSMT4">
                  <p:embed/>
                  <p:pic>
                    <p:nvPicPr>
                      <p:cNvPr id="0" name="图片 1639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39485" y="6087307"/>
                        <a:ext cx="363537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0"/>
          <p:cNvGraphicFramePr>
            <a:graphicFrameLocks noChangeAspect="1"/>
          </p:cNvGraphicFramePr>
          <p:nvPr/>
        </p:nvGraphicFramePr>
        <p:xfrm>
          <a:off x="6641649" y="5854633"/>
          <a:ext cx="3635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23" imgW="3657600" imgH="5486400" progId="Equation.DSMT4">
                  <p:embed/>
                </p:oleObj>
              </mc:Choice>
              <mc:Fallback>
                <p:oleObj name="Equation" r:id="rId23" imgW="3657600" imgH="5486400" progId="Equation.DSMT4">
                  <p:embed/>
                  <p:pic>
                    <p:nvPicPr>
                      <p:cNvPr id="0" name="图片 1639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641649" y="5854633"/>
                        <a:ext cx="363537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1"/>
          <p:cNvGraphicFramePr>
            <a:graphicFrameLocks noChangeAspect="1"/>
          </p:cNvGraphicFramePr>
          <p:nvPr/>
        </p:nvGraphicFramePr>
        <p:xfrm>
          <a:off x="6634760" y="4794034"/>
          <a:ext cx="3952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5" imgW="3962400" imgH="5486400" progId="Equation.DSMT4">
                  <p:embed/>
                </p:oleObj>
              </mc:Choice>
              <mc:Fallback>
                <p:oleObj name="Equation" r:id="rId25" imgW="3962400" imgH="5486400" progId="Equation.DSMT4">
                  <p:embed/>
                  <p:pic>
                    <p:nvPicPr>
                      <p:cNvPr id="0" name="图片 1639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34760" y="4794034"/>
                        <a:ext cx="395287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直接箭头连接符 46"/>
          <p:cNvCxnSpPr/>
          <p:nvPr/>
        </p:nvCxnSpPr>
        <p:spPr>
          <a:xfrm flipV="1">
            <a:off x="5434640" y="5465761"/>
            <a:ext cx="2829464" cy="1121433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Object 12"/>
          <p:cNvGraphicFramePr>
            <a:graphicFrameLocks noChangeAspect="1"/>
          </p:cNvGraphicFramePr>
          <p:nvPr/>
        </p:nvGraphicFramePr>
        <p:xfrm>
          <a:off x="7206577" y="5487771"/>
          <a:ext cx="51593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27" imgW="5181600" imgH="5486400" progId="Equation.DSMT4">
                  <p:embed/>
                </p:oleObj>
              </mc:Choice>
              <mc:Fallback>
                <p:oleObj name="Equation" r:id="rId27" imgW="5181600" imgH="5486400" progId="Equation.DSMT4">
                  <p:embed/>
                  <p:pic>
                    <p:nvPicPr>
                      <p:cNvPr id="0" name="图片 1639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206577" y="5487771"/>
                        <a:ext cx="515938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9" name="直接箭头连接符 48"/>
          <p:cNvCxnSpPr/>
          <p:nvPr/>
        </p:nvCxnSpPr>
        <p:spPr>
          <a:xfrm rot="5400000" flipH="1" flipV="1">
            <a:off x="4761782" y="4638133"/>
            <a:ext cx="2654060" cy="1210578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弧形 49"/>
          <p:cNvSpPr/>
          <p:nvPr/>
        </p:nvSpPr>
        <p:spPr>
          <a:xfrm>
            <a:off x="5382881" y="5348370"/>
            <a:ext cx="1242203" cy="1639019"/>
          </a:xfrm>
          <a:prstGeom prst="arc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1" name="Object 13"/>
          <p:cNvGraphicFramePr>
            <a:graphicFrameLocks noChangeAspect="1"/>
          </p:cNvGraphicFramePr>
          <p:nvPr/>
        </p:nvGraphicFramePr>
        <p:xfrm>
          <a:off x="6877557" y="3587352"/>
          <a:ext cx="6365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Equation" r:id="rId29" imgW="6400800" imgH="5486400" progId="Equation.DSMT4">
                  <p:embed/>
                </p:oleObj>
              </mc:Choice>
              <mc:Fallback>
                <p:oleObj name="Equation" r:id="rId29" imgW="6400800" imgH="5486400" progId="Equation.DSMT4">
                  <p:embed/>
                  <p:pic>
                    <p:nvPicPr>
                      <p:cNvPr id="0" name="图片 1639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877557" y="3587352"/>
                        <a:ext cx="636587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50" grpId="0" animBg="1"/>
      <p:bldP spid="29" grpId="0"/>
      <p:bldP spid="7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95" name="Object 23"/>
          <p:cNvGraphicFramePr>
            <a:graphicFrameLocks noChangeAspect="1"/>
          </p:cNvGraphicFramePr>
          <p:nvPr/>
        </p:nvGraphicFramePr>
        <p:xfrm>
          <a:off x="2378224" y="1797678"/>
          <a:ext cx="3399013" cy="640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1" imgW="30784800" imgH="5791200" progId="Equation.DSMT4">
                  <p:embed/>
                </p:oleObj>
              </mc:Choice>
              <mc:Fallback>
                <p:oleObj name="Equation" r:id="rId1" imgW="30784800" imgH="57912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78224" y="1797678"/>
                        <a:ext cx="3399013" cy="6405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6" name="Object 24"/>
          <p:cNvGraphicFramePr>
            <a:graphicFrameLocks noChangeAspect="1"/>
          </p:cNvGraphicFramePr>
          <p:nvPr/>
        </p:nvGraphicFramePr>
        <p:xfrm>
          <a:off x="5826274" y="1832603"/>
          <a:ext cx="5112020" cy="606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3" imgW="46329600" imgH="5486400" progId="Equation.DSMT4">
                  <p:embed/>
                </p:oleObj>
              </mc:Choice>
              <mc:Fallback>
                <p:oleObj name="Equation" r:id="rId3" imgW="46329600" imgH="54864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26274" y="1832603"/>
                        <a:ext cx="5112020" cy="6060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274570" y="2533015"/>
            <a:ext cx="9417050" cy="708025"/>
            <a:chOff x="3582" y="3989"/>
            <a:chExt cx="14830" cy="1115"/>
          </a:xfrm>
        </p:grpSpPr>
        <p:graphicFrame>
          <p:nvGraphicFramePr>
            <p:cNvPr id="23" name="Object 16"/>
            <p:cNvGraphicFramePr>
              <a:graphicFrameLocks noChangeAspect="1"/>
            </p:cNvGraphicFramePr>
            <p:nvPr/>
          </p:nvGraphicFramePr>
          <p:xfrm>
            <a:off x="3582" y="3989"/>
            <a:ext cx="1742" cy="10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2" name="Equation" r:id="rId5" imgW="9448800" imgH="5486400" progId="Equation.DSMT4">
                    <p:embed/>
                  </p:oleObj>
                </mc:Choice>
                <mc:Fallback>
                  <p:oleObj name="Equation" r:id="rId5" imgW="9448800" imgH="5486400" progId="Equation.DSMT4">
                    <p:embed/>
                    <p:pic>
                      <p:nvPicPr>
                        <p:cNvPr id="0" name="图片 174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82" y="3989"/>
                          <a:ext cx="1742" cy="101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文本框 2"/>
            <p:cNvSpPr txBox="1"/>
            <p:nvPr/>
          </p:nvSpPr>
          <p:spPr>
            <a:xfrm>
              <a:off x="5148" y="4092"/>
              <a:ext cx="13264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可以认为是将     进行压缩以及旋转得到的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25" name="Object 15"/>
            <p:cNvGraphicFramePr>
              <a:graphicFrameLocks noChangeAspect="1"/>
            </p:cNvGraphicFramePr>
            <p:nvPr/>
          </p:nvGraphicFramePr>
          <p:xfrm>
            <a:off x="9251" y="4094"/>
            <a:ext cx="675" cy="10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3" name="Equation" r:id="rId7" imgW="3657600" imgH="5486400" progId="Equation.DSMT4">
                    <p:embed/>
                  </p:oleObj>
                </mc:Choice>
                <mc:Fallback>
                  <p:oleObj name="Equation" r:id="rId7" imgW="3657600" imgH="5486400" progId="Equation.DSMT4">
                    <p:embed/>
                    <p:pic>
                      <p:nvPicPr>
                        <p:cNvPr id="0" name="图片 174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251" y="4094"/>
                          <a:ext cx="675" cy="101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七角星 25"/>
          <p:cNvSpPr/>
          <p:nvPr/>
        </p:nvSpPr>
        <p:spPr>
          <a:xfrm>
            <a:off x="1257785" y="2323251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1773591" y="1174997"/>
            <a:ext cx="3022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2  </a:t>
            </a:r>
            <a:r>
              <a:rPr lang="zh-CN" altLang="en-US" sz="3200" dirty="0" smtClean="0">
                <a:latin typeface="+mn-ea"/>
              </a:rPr>
              <a:t>除法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3658229" y="40224"/>
            <a:ext cx="526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四、乘除、乘方与开方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3206151" y="5745192"/>
            <a:ext cx="5247736" cy="488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rot="5400000" flipH="1" flipV="1">
            <a:off x="3580153" y="4832351"/>
            <a:ext cx="3184511" cy="11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Object 9"/>
          <p:cNvGraphicFramePr>
            <a:graphicFrameLocks noChangeAspect="1"/>
          </p:cNvGraphicFramePr>
          <p:nvPr/>
        </p:nvGraphicFramePr>
        <p:xfrm>
          <a:off x="4773255" y="5814432"/>
          <a:ext cx="683615" cy="470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9" imgW="3657600" imgH="4267200" progId="Equation.DSMT4">
                  <p:embed/>
                </p:oleObj>
              </mc:Choice>
              <mc:Fallback>
                <p:oleObj name="Equation" r:id="rId9" imgW="3657600" imgH="42672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73255" y="5814432"/>
                        <a:ext cx="683615" cy="47016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0"/>
          <p:cNvGraphicFramePr>
            <a:graphicFrameLocks noChangeAspect="1"/>
          </p:cNvGraphicFramePr>
          <p:nvPr/>
        </p:nvGraphicFramePr>
        <p:xfrm>
          <a:off x="8002235" y="5978464"/>
          <a:ext cx="569722" cy="36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11" imgW="3048000" imgH="3352800" progId="Equation.DSMT4">
                  <p:embed/>
                </p:oleObj>
              </mc:Choice>
              <mc:Fallback>
                <p:oleObj name="Equation" r:id="rId11" imgW="3048000" imgH="33528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02235" y="5978464"/>
                        <a:ext cx="569722" cy="369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1"/>
          <p:cNvGraphicFramePr>
            <a:graphicFrameLocks noChangeAspect="1"/>
          </p:cNvGraphicFramePr>
          <p:nvPr/>
        </p:nvGraphicFramePr>
        <p:xfrm>
          <a:off x="4632151" y="3222728"/>
          <a:ext cx="627022" cy="435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3" imgW="3352800" imgH="3962400" progId="Equation.DSMT4">
                  <p:embed/>
                </p:oleObj>
              </mc:Choice>
              <mc:Fallback>
                <p:oleObj name="Equation" r:id="rId13" imgW="3352800" imgH="39624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32151" y="3222728"/>
                        <a:ext cx="627022" cy="43546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直接箭头连接符 35"/>
          <p:cNvCxnSpPr/>
          <p:nvPr/>
        </p:nvCxnSpPr>
        <p:spPr>
          <a:xfrm flipV="1">
            <a:off x="5259237" y="5224733"/>
            <a:ext cx="1207698" cy="48307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rot="5400000" flipH="1" flipV="1">
            <a:off x="5043578" y="4439729"/>
            <a:ext cx="1483745" cy="115594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弧形 37"/>
          <p:cNvSpPr/>
          <p:nvPr/>
        </p:nvSpPr>
        <p:spPr>
          <a:xfrm>
            <a:off x="5759569" y="5518031"/>
            <a:ext cx="155275" cy="46582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弧形 38"/>
          <p:cNvSpPr/>
          <p:nvPr/>
        </p:nvSpPr>
        <p:spPr>
          <a:xfrm>
            <a:off x="5380007" y="5328251"/>
            <a:ext cx="276045" cy="931651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5502814" y="5213141"/>
          <a:ext cx="393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15" imgW="3962400" imgH="5486400" progId="Equation.DSMT4">
                  <p:embed/>
                </p:oleObj>
              </mc:Choice>
              <mc:Fallback>
                <p:oleObj name="Equation" r:id="rId15" imgW="3962400" imgH="54864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02814" y="5213141"/>
                        <a:ext cx="3937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9"/>
          <p:cNvGraphicFramePr>
            <a:graphicFrameLocks noChangeAspect="1"/>
          </p:cNvGraphicFramePr>
          <p:nvPr/>
        </p:nvGraphicFramePr>
        <p:xfrm>
          <a:off x="5905292" y="5325313"/>
          <a:ext cx="3635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17" imgW="3657600" imgH="5486400" progId="Equation.DSMT4">
                  <p:embed/>
                </p:oleObj>
              </mc:Choice>
              <mc:Fallback>
                <p:oleObj name="Equation" r:id="rId17" imgW="3657600" imgH="5486400" progId="Equation.DSMT4">
                  <p:embed/>
                  <p:pic>
                    <p:nvPicPr>
                      <p:cNvPr id="0" name="图片 1741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905292" y="5325313"/>
                        <a:ext cx="363537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10"/>
          <p:cNvGraphicFramePr>
            <a:graphicFrameLocks noChangeAspect="1"/>
          </p:cNvGraphicFramePr>
          <p:nvPr/>
        </p:nvGraphicFramePr>
        <p:xfrm>
          <a:off x="6379983" y="5006376"/>
          <a:ext cx="3635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19" imgW="3657600" imgH="5486400" progId="Equation.DSMT4">
                  <p:embed/>
                </p:oleObj>
              </mc:Choice>
              <mc:Fallback>
                <p:oleObj name="Equation" r:id="rId19" imgW="3657600" imgH="5486400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79983" y="5006376"/>
                        <a:ext cx="363537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1"/>
          <p:cNvGraphicFramePr>
            <a:graphicFrameLocks noChangeAspect="1"/>
          </p:cNvGraphicFramePr>
          <p:nvPr/>
        </p:nvGraphicFramePr>
        <p:xfrm>
          <a:off x="6373094" y="3945777"/>
          <a:ext cx="3952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21" imgW="3962400" imgH="5486400" progId="Equation.DSMT4">
                  <p:embed/>
                </p:oleObj>
              </mc:Choice>
              <mc:Fallback>
                <p:oleObj name="Equation" r:id="rId21" imgW="3962400" imgH="5486400" progId="Equation.DSMT4">
                  <p:embed/>
                  <p:pic>
                    <p:nvPicPr>
                      <p:cNvPr id="0" name="图片 1741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73094" y="3945777"/>
                        <a:ext cx="395287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直接箭头连接符 59"/>
          <p:cNvCxnSpPr/>
          <p:nvPr/>
        </p:nvCxnSpPr>
        <p:spPr>
          <a:xfrm flipV="1">
            <a:off x="5224733" y="5417388"/>
            <a:ext cx="744748" cy="324930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弧形 61"/>
          <p:cNvSpPr/>
          <p:nvPr/>
        </p:nvSpPr>
        <p:spPr>
          <a:xfrm>
            <a:off x="5193103" y="5604293"/>
            <a:ext cx="569344" cy="934529"/>
          </a:xfrm>
          <a:prstGeom prst="arc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3" name="Object 13"/>
          <p:cNvGraphicFramePr>
            <a:graphicFrameLocks noChangeAspect="1"/>
          </p:cNvGraphicFramePr>
          <p:nvPr/>
        </p:nvGraphicFramePr>
        <p:xfrm>
          <a:off x="6017824" y="5894597"/>
          <a:ext cx="48577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23" imgW="4876800" imgH="10363200" progId="Equation.DSMT4">
                  <p:embed/>
                </p:oleObj>
              </mc:Choice>
              <mc:Fallback>
                <p:oleObj name="Equation" r:id="rId23" imgW="4876800" imgH="10363200" progId="Equation.DSMT4">
                  <p:embed/>
                  <p:pic>
                    <p:nvPicPr>
                      <p:cNvPr id="0" name="图片 1742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017824" y="5894597"/>
                        <a:ext cx="485775" cy="1031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4" name="直接箭头连接符 63"/>
          <p:cNvCxnSpPr/>
          <p:nvPr/>
        </p:nvCxnSpPr>
        <p:spPr>
          <a:xfrm>
            <a:off x="5176282" y="5797801"/>
            <a:ext cx="724618" cy="362310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62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437249" y="74514"/>
            <a:ext cx="526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四、乘除、乘方与开方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6" name="文本框 2"/>
          <p:cNvSpPr txBox="1"/>
          <p:nvPr/>
        </p:nvSpPr>
        <p:spPr>
          <a:xfrm>
            <a:off x="720593" y="1206630"/>
            <a:ext cx="2012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3</a:t>
            </a:r>
            <a:r>
              <a:rPr lang="zh-CN" altLang="en-US" sz="3200" dirty="0" smtClean="0">
                <a:latin typeface="+mn-ea"/>
              </a:rPr>
              <a:t>  乘方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3035" name="Object 27"/>
          <p:cNvGraphicFramePr>
            <a:graphicFrameLocks noChangeAspect="1"/>
          </p:cNvGraphicFramePr>
          <p:nvPr/>
        </p:nvGraphicFramePr>
        <p:xfrm>
          <a:off x="2876550" y="1246505"/>
          <a:ext cx="452183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39928800" imgH="5486400" progId="Equation.DSMT4">
                  <p:embed/>
                </p:oleObj>
              </mc:Choice>
              <mc:Fallback>
                <p:oleObj name="Equation" r:id="rId1" imgW="39928800" imgH="54864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76550" y="1246505"/>
                        <a:ext cx="4521835" cy="650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8" name="Object 8"/>
          <p:cNvGraphicFramePr>
            <a:graphicFrameLocks noChangeAspect="1"/>
          </p:cNvGraphicFramePr>
          <p:nvPr/>
        </p:nvGraphicFramePr>
        <p:xfrm>
          <a:off x="996950" y="1995805"/>
          <a:ext cx="212661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812800" imgH="203200" progId="Equation.DSMT4">
                  <p:embed/>
                </p:oleObj>
              </mc:Choice>
              <mc:Fallback>
                <p:oleObj name="Equation" r:id="rId3" imgW="812800" imgH="2032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6950" y="1995805"/>
                        <a:ext cx="2126615" cy="549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1" name="Object 21"/>
          <p:cNvGraphicFramePr>
            <a:graphicFrameLocks noChangeAspect="1"/>
          </p:cNvGraphicFramePr>
          <p:nvPr/>
        </p:nvGraphicFramePr>
        <p:xfrm>
          <a:off x="3350260" y="1934210"/>
          <a:ext cx="376110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Equation" r:id="rId5" imgW="31394400" imgH="5486400" progId="Equation.DSMT4">
                  <p:embed/>
                </p:oleObj>
              </mc:Choice>
              <mc:Fallback>
                <p:oleObj name="Equation" r:id="rId5" imgW="31394400" imgH="5486400" progId="Equation.DSMT4">
                  <p:embed/>
                  <p:pic>
                    <p:nvPicPr>
                      <p:cNvPr id="0" name="图片 1844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50260" y="1934210"/>
                        <a:ext cx="3761105" cy="650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>
            <p:custDataLst>
              <p:tags r:id="rId7"/>
            </p:custDataLst>
          </p:nvPr>
        </p:nvGrpSpPr>
        <p:grpSpPr>
          <a:xfrm>
            <a:off x="581758" y="2930525"/>
            <a:ext cx="6681596" cy="797168"/>
            <a:chOff x="909" y="4615"/>
            <a:chExt cx="10058" cy="1200"/>
          </a:xfrm>
        </p:grpSpPr>
        <p:sp>
          <p:nvSpPr>
            <p:cNvPr id="24" name="文本框 2"/>
            <p:cNvSpPr txBox="1"/>
            <p:nvPr>
              <p:custDataLst>
                <p:tags r:id="rId8"/>
              </p:custDataLst>
            </p:nvPr>
          </p:nvSpPr>
          <p:spPr>
            <a:xfrm>
              <a:off x="909" y="4756"/>
              <a:ext cx="10058" cy="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 dirty="0" smtClean="0">
                  <a:latin typeface="+mn-ea"/>
                </a:rPr>
                <a:t>例</a:t>
              </a:r>
              <a:r>
                <a:rPr lang="en-US" altLang="zh-CN" sz="3200" b="1" dirty="0" smtClean="0">
                  <a:latin typeface="+mn-ea"/>
                </a:rPr>
                <a:t>6</a:t>
              </a:r>
              <a:r>
                <a:rPr lang="en-US" altLang="zh-CN" sz="3200" dirty="0" smtClean="0">
                  <a:latin typeface="+mn-ea"/>
                </a:rPr>
                <a:t>.  </a:t>
              </a:r>
              <a:r>
                <a:rPr lang="zh-CN" altLang="en-US" sz="3200" dirty="0" smtClean="0">
                  <a:latin typeface="+mn-ea"/>
                </a:rPr>
                <a:t>计算             的值。</a:t>
              </a:r>
              <a:endParaRPr lang="zh-CN" altLang="en-US" sz="3200" dirty="0" smtClean="0">
                <a:latin typeface="+mn-ea"/>
              </a:endParaRPr>
            </a:p>
          </p:txBody>
        </p:sp>
        <p:graphicFrame>
          <p:nvGraphicFramePr>
            <p:cNvPr id="3" name="Object 27"/>
            <p:cNvGraphicFramePr>
              <a:graphicFrameLocks noChangeAspect="1"/>
            </p:cNvGraphicFramePr>
            <p:nvPr>
              <p:custDataLst>
                <p:tags r:id="rId9"/>
              </p:custDataLst>
            </p:nvPr>
          </p:nvGraphicFramePr>
          <p:xfrm>
            <a:off x="3786" y="4615"/>
            <a:ext cx="2349" cy="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7" name="Equation" r:id="rId10" imgW="571500" imgH="241300" progId="Equation.DSMT4">
                    <p:embed/>
                  </p:oleObj>
                </mc:Choice>
                <mc:Fallback>
                  <p:oleObj name="Equation" r:id="rId10" imgW="571500" imgH="241300" progId="Equation.DSMT4">
                    <p:embed/>
                    <p:pic>
                      <p:nvPicPr>
                        <p:cNvPr id="0" name="图片 194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86" y="4615"/>
                          <a:ext cx="2349" cy="1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716915" y="7037705"/>
            <a:ext cx="6681470" cy="709930"/>
            <a:chOff x="1129" y="11083"/>
            <a:chExt cx="10522" cy="1118"/>
          </a:xfrm>
        </p:grpSpPr>
        <p:sp>
          <p:nvSpPr>
            <p:cNvPr id="4" name="文本框 2"/>
            <p:cNvSpPr txBox="1"/>
            <p:nvPr>
              <p:custDataLst>
                <p:tags r:id="rId13"/>
              </p:custDataLst>
            </p:nvPr>
          </p:nvSpPr>
          <p:spPr>
            <a:xfrm>
              <a:off x="1129" y="11190"/>
              <a:ext cx="10522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dirty="0" smtClean="0">
                  <a:latin typeface="+mn-ea"/>
                </a:rPr>
                <a:t>练习：计算              的值</a:t>
              </a:r>
              <a:endParaRPr lang="zh-CN" altLang="en-US" sz="3200" dirty="0" smtClean="0">
                <a:latin typeface="+mn-ea"/>
              </a:endParaRPr>
            </a:p>
          </p:txBody>
        </p:sp>
        <p:graphicFrame>
          <p:nvGraphicFramePr>
            <p:cNvPr id="5" name="Object 27"/>
            <p:cNvGraphicFramePr>
              <a:graphicFrameLocks noChangeAspect="1"/>
            </p:cNvGraphicFramePr>
            <p:nvPr>
              <p:custDataLst>
                <p:tags r:id="rId14"/>
              </p:custDataLst>
            </p:nvPr>
          </p:nvGraphicFramePr>
          <p:xfrm>
            <a:off x="4815" y="11083"/>
            <a:ext cx="2257" cy="1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8" name="Equation" r:id="rId15" imgW="558800" imgH="228600" progId="Equation.DSMT4">
                    <p:embed/>
                  </p:oleObj>
                </mc:Choice>
                <mc:Fallback>
                  <p:oleObj name="Equation" r:id="rId15" imgW="558800" imgH="228600" progId="Equation.DSMT4">
                    <p:embed/>
                    <p:pic>
                      <p:nvPicPr>
                        <p:cNvPr id="0" name="图片 194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815" y="11083"/>
                          <a:ext cx="2257" cy="11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27"/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1414134" y="4140227"/>
          <a:ext cx="2477199" cy="779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8" imgW="927100" imgH="241300" progId="Equation.DSMT4">
                  <p:embed/>
                </p:oleObj>
              </mc:Choice>
              <mc:Fallback>
                <p:oleObj name="Equation" r:id="rId18" imgW="927100" imgH="2413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14134" y="4140227"/>
                        <a:ext cx="2477199" cy="77989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>
            <p:custDataLst>
              <p:tags r:id="rId20"/>
            </p:custDataLst>
          </p:nvPr>
        </p:nvSpPr>
        <p:spPr>
          <a:xfrm>
            <a:off x="652174" y="4338191"/>
            <a:ext cx="9353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解：</a:t>
            </a:r>
            <a:endParaRPr lang="zh-CN" altLang="en-US" sz="2800"/>
          </a:p>
        </p:txBody>
      </p:sp>
      <p:graphicFrame>
        <p:nvGraphicFramePr>
          <p:cNvPr id="9" name="Object 27"/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4268659" y="3903070"/>
          <a:ext cx="5335047" cy="1254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22" imgW="2222500" imgH="431800" progId="Equation.DSMT4">
                  <p:embed/>
                </p:oleObj>
              </mc:Choice>
              <mc:Fallback>
                <p:oleObj name="Equation" r:id="rId22" imgW="2222500" imgH="431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268659" y="3903070"/>
                        <a:ext cx="5335047" cy="125421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7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1414134" y="5338637"/>
          <a:ext cx="2356296" cy="797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5" imgW="862965" imgH="241300" progId="Equation.DSMT4">
                  <p:embed/>
                </p:oleObj>
              </mc:Choice>
              <mc:Fallback>
                <p:oleObj name="Equation" r:id="rId25" imgW="862965" imgH="2413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14134" y="5338637"/>
                        <a:ext cx="2356296" cy="7971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>
            <p:custDataLst>
              <p:tags r:id="rId27"/>
            </p:custDataLst>
          </p:nvPr>
        </p:nvSpPr>
        <p:spPr>
          <a:xfrm>
            <a:off x="478790" y="5464191"/>
            <a:ext cx="9353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所以</a:t>
            </a:r>
            <a:endParaRPr lang="zh-CN" altLang="en-US" sz="2800"/>
          </a:p>
        </p:txBody>
      </p:sp>
      <p:graphicFrame>
        <p:nvGraphicFramePr>
          <p:cNvPr id="15" name="Object 27"/>
          <p:cNvGraphicFramePr>
            <a:graphicFrameLocks noChangeAspect="1"/>
          </p:cNvGraphicFramePr>
          <p:nvPr>
            <p:custDataLst>
              <p:tags r:id="rId28"/>
            </p:custDataLst>
          </p:nvPr>
        </p:nvGraphicFramePr>
        <p:xfrm>
          <a:off x="3770098" y="5165253"/>
          <a:ext cx="3628443" cy="1143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9" imgW="1511300" imgH="393700" progId="Equation.DSMT4">
                  <p:embed/>
                </p:oleObj>
              </mc:Choice>
              <mc:Fallback>
                <p:oleObj name="Equation" r:id="rId29" imgW="1511300" imgH="3937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770098" y="5165253"/>
                        <a:ext cx="3628443" cy="11439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7"/>
          <p:cNvGraphicFramePr>
            <a:graphicFrameLocks noChangeAspect="1"/>
          </p:cNvGraphicFramePr>
          <p:nvPr>
            <p:custDataLst>
              <p:tags r:id="rId31"/>
            </p:custDataLst>
          </p:nvPr>
        </p:nvGraphicFramePr>
        <p:xfrm>
          <a:off x="7398541" y="5053982"/>
          <a:ext cx="2407447" cy="125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32" imgW="1002665" imgH="431800" progId="Equation.DSMT4">
                  <p:embed/>
                </p:oleObj>
              </mc:Choice>
              <mc:Fallback>
                <p:oleObj name="Equation" r:id="rId32" imgW="1002665" imgH="431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7398541" y="5053982"/>
                        <a:ext cx="2407447" cy="1254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7"/>
          <p:cNvGraphicFramePr>
            <a:graphicFrameLocks noChangeAspect="1"/>
          </p:cNvGraphicFramePr>
          <p:nvPr/>
        </p:nvGraphicFramePr>
        <p:xfrm>
          <a:off x="9753918" y="5350193"/>
          <a:ext cx="2070100" cy="63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34" imgW="901700" imgH="228600" progId="Equation.DSMT4">
                  <p:embed/>
                </p:oleObj>
              </mc:Choice>
              <mc:Fallback>
                <p:oleObj name="Equation" r:id="rId34" imgW="9017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9753918" y="5350193"/>
                        <a:ext cx="2070100" cy="635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30" name="墨迹 29"/>
              <p14:cNvContentPartPr/>
              <p14:nvPr/>
            </p14:nvContentPartPr>
            <p14:xfrm>
              <a:off x="5257165" y="2436495"/>
              <a:ext cx="95885" cy="4318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37"/>
            </p:blipFill>
            <p:spPr>
              <a:xfrm>
                <a:off x="5257165" y="2436495"/>
                <a:ext cx="95885" cy="43180"/>
              </a:xfrm>
              <a:prstGeom prst="rect"/>
            </p:spPr>
          </p:pic>
        </mc:Fallback>
      </mc:AlternateContent>
      <p:sp>
        <p:nvSpPr>
          <p:cNvPr id="18" name="矩形 17"/>
          <p:cNvSpPr/>
          <p:nvPr/>
        </p:nvSpPr>
        <p:spPr>
          <a:xfrm>
            <a:off x="1504315" y="1999615"/>
            <a:ext cx="1845945" cy="5537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768465" y="2025650"/>
            <a:ext cx="389890" cy="47625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8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448685" y="1184910"/>
            <a:ext cx="5926455" cy="826770"/>
          </a:xfrm>
          <a:prstGeom prst="rect">
            <a:avLst/>
          </a:prstGeom>
          <a:solidFill>
            <a:srgbClr val="FBFCFC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3362319" y="120869"/>
            <a:ext cx="526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四、乘除、乘方与开方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46088" name="Object 8"/>
          <p:cNvGraphicFramePr>
            <a:graphicFrameLocks noChangeAspect="1"/>
          </p:cNvGraphicFramePr>
          <p:nvPr/>
        </p:nvGraphicFramePr>
        <p:xfrm>
          <a:off x="1566587" y="1268015"/>
          <a:ext cx="18653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1" imgW="18897600" imgH="4876800" progId="Equation.DSMT4">
                  <p:embed/>
                </p:oleObj>
              </mc:Choice>
              <mc:Fallback>
                <p:oleObj name="Equation" r:id="rId1" imgW="18897600" imgH="48768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66587" y="1268015"/>
                        <a:ext cx="1865313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1272926" y="1996737"/>
            <a:ext cx="3577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 smtClean="0">
                <a:solidFill>
                  <a:srgbClr val="FF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zh-CN" sz="3200" i="1" dirty="0" err="1" smtClean="0">
                <a:solidFill>
                  <a:srgbClr val="FF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Moivre</a:t>
            </a:r>
            <a:r>
              <a:rPr lang="zh-CN" altLang="en-US" sz="3200" dirty="0" smtClean="0">
                <a:solidFill>
                  <a:srgbClr val="FF33CC"/>
                </a:solidFill>
                <a:latin typeface="+mn-ea"/>
              </a:rPr>
              <a:t>公式：</a:t>
            </a:r>
            <a:endParaRPr lang="zh-CN" altLang="en-US" sz="3200" dirty="0">
              <a:solidFill>
                <a:srgbClr val="FF33CC"/>
              </a:solidFill>
              <a:latin typeface="+mn-ea"/>
            </a:endParaRPr>
          </a:p>
        </p:txBody>
      </p:sp>
      <p:graphicFrame>
        <p:nvGraphicFramePr>
          <p:cNvPr id="46089" name="Object 9"/>
          <p:cNvGraphicFramePr>
            <a:graphicFrameLocks noChangeAspect="1"/>
          </p:cNvGraphicFramePr>
          <p:nvPr/>
        </p:nvGraphicFramePr>
        <p:xfrm>
          <a:off x="4812487" y="2010923"/>
          <a:ext cx="478631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3" imgW="48463200" imgH="5486400" progId="Equation.DSMT4">
                  <p:embed/>
                </p:oleObj>
              </mc:Choice>
              <mc:Fallback>
                <p:oleObj name="Equation" r:id="rId3" imgW="48463200" imgH="54864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2487" y="2010923"/>
                        <a:ext cx="4786313" cy="650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3" name="Object 13"/>
          <p:cNvGraphicFramePr>
            <a:graphicFrameLocks noChangeAspect="1"/>
          </p:cNvGraphicFramePr>
          <p:nvPr/>
        </p:nvGraphicFramePr>
        <p:xfrm>
          <a:off x="6684366" y="1301190"/>
          <a:ext cx="258921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5" imgW="26212800" imgH="5486400" progId="Equation.DSMT4">
                  <p:embed/>
                </p:oleObj>
              </mc:Choice>
              <mc:Fallback>
                <p:oleObj name="Equation" r:id="rId5" imgW="26212800" imgH="54864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84366" y="1301190"/>
                        <a:ext cx="2589212" cy="650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1425326" y="2701224"/>
            <a:ext cx="140668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7.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2440364" y="2698347"/>
            <a:ext cx="14066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请用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3585413" y="2683970"/>
            <a:ext cx="5685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 smtClean="0">
                <a:solidFill>
                  <a:srgbClr val="FF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zh-CN" sz="3200" i="1" dirty="0" err="1" smtClean="0">
                <a:solidFill>
                  <a:srgbClr val="FF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Moivre</a:t>
            </a:r>
            <a:r>
              <a:rPr lang="zh-CN" altLang="en-US" sz="3200" dirty="0" smtClean="0">
                <a:latin typeface="+mn-ea"/>
              </a:rPr>
              <a:t>公式说明下列关系。</a:t>
            </a:r>
            <a:endParaRPr lang="zh-CN" altLang="en-US" sz="3200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499360" y="3388360"/>
            <a:ext cx="7215505" cy="636905"/>
            <a:chOff x="3936" y="5336"/>
            <a:chExt cx="11363" cy="1003"/>
          </a:xfrm>
        </p:grpSpPr>
        <p:graphicFrame>
          <p:nvGraphicFramePr>
            <p:cNvPr id="51213" name="Object 13"/>
            <p:cNvGraphicFramePr>
              <a:graphicFrameLocks noChangeAspect="1"/>
            </p:cNvGraphicFramePr>
            <p:nvPr/>
          </p:nvGraphicFramePr>
          <p:xfrm>
            <a:off x="3936" y="5413"/>
            <a:ext cx="3223" cy="9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7" name="Equation" r:id="rId7" imgW="20726400" imgH="4876800" progId="Equation.DSMT4">
                    <p:embed/>
                  </p:oleObj>
                </mc:Choice>
                <mc:Fallback>
                  <p:oleObj name="Equation" r:id="rId7" imgW="20726400" imgH="4876800" progId="Equation.DSMT4">
                    <p:embed/>
                    <p:pic>
                      <p:nvPicPr>
                        <p:cNvPr id="0" name="图片 184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36" y="5413"/>
                          <a:ext cx="3223" cy="91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文本框 2"/>
            <p:cNvSpPr txBox="1"/>
            <p:nvPr/>
          </p:nvSpPr>
          <p:spPr>
            <a:xfrm>
              <a:off x="7375" y="5336"/>
              <a:ext cx="792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与               的关系；        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51214" name="Object 14"/>
            <p:cNvGraphicFramePr>
              <a:graphicFrameLocks noChangeAspect="1"/>
            </p:cNvGraphicFramePr>
            <p:nvPr/>
          </p:nvGraphicFramePr>
          <p:xfrm>
            <a:off x="8470" y="5429"/>
            <a:ext cx="2605" cy="9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8" name="Equation" r:id="rId9" imgW="16764000" imgH="4876800" progId="Equation.DSMT4">
                    <p:embed/>
                  </p:oleObj>
                </mc:Choice>
                <mc:Fallback>
                  <p:oleObj name="Equation" r:id="rId9" imgW="16764000" imgH="4876800" progId="Equation.DSMT4">
                    <p:embed/>
                    <p:pic>
                      <p:nvPicPr>
                        <p:cNvPr id="0" name="图片 1843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470" y="5429"/>
                          <a:ext cx="2605" cy="91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2579370" y="4213860"/>
            <a:ext cx="7201535" cy="636270"/>
            <a:chOff x="4062" y="6636"/>
            <a:chExt cx="11341" cy="1002"/>
          </a:xfrm>
        </p:grpSpPr>
        <p:sp>
          <p:nvSpPr>
            <p:cNvPr id="26" name="文本框 2"/>
            <p:cNvSpPr txBox="1"/>
            <p:nvPr/>
          </p:nvSpPr>
          <p:spPr>
            <a:xfrm>
              <a:off x="7479" y="6636"/>
              <a:ext cx="7925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与               的关系；        </a:t>
              </a:r>
              <a:endParaRPr lang="zh-CN" altLang="en-US" sz="3200" dirty="0">
                <a:latin typeface="+mn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062" y="6714"/>
              <a:ext cx="7116" cy="924"/>
              <a:chOff x="4062" y="6714"/>
              <a:chExt cx="7116" cy="924"/>
            </a:xfrm>
          </p:grpSpPr>
          <p:graphicFrame>
            <p:nvGraphicFramePr>
              <p:cNvPr id="23" name="Object 13"/>
              <p:cNvGraphicFramePr>
                <a:graphicFrameLocks noChangeAspect="1"/>
              </p:cNvGraphicFramePr>
              <p:nvPr/>
            </p:nvGraphicFramePr>
            <p:xfrm>
              <a:off x="4062" y="6714"/>
              <a:ext cx="3175" cy="9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39" name="Equation" r:id="rId11" imgW="20421600" imgH="4876800" progId="Equation.DSMT4">
                      <p:embed/>
                    </p:oleObj>
                  </mc:Choice>
                  <mc:Fallback>
                    <p:oleObj name="Equation" r:id="rId11" imgW="20421600" imgH="4876800" progId="Equation.DSMT4">
                      <p:embed/>
                      <p:pic>
                        <p:nvPicPr>
                          <p:cNvPr id="0" name="图片 1843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062" y="6714"/>
                            <a:ext cx="3175" cy="91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14"/>
              <p:cNvGraphicFramePr>
                <a:graphicFrameLocks noChangeAspect="1"/>
              </p:cNvGraphicFramePr>
              <p:nvPr/>
            </p:nvGraphicFramePr>
            <p:xfrm>
              <a:off x="8574" y="6728"/>
              <a:ext cx="2605" cy="9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40" name="Equation" r:id="rId13" imgW="16764000" imgH="4876800" progId="Equation.DSMT4">
                      <p:embed/>
                    </p:oleObj>
                  </mc:Choice>
                  <mc:Fallback>
                    <p:oleObj name="Equation" r:id="rId13" imgW="16764000" imgH="4876800" progId="Equation.DSMT4">
                      <p:embed/>
                      <p:pic>
                        <p:nvPicPr>
                          <p:cNvPr id="0" name="图片 1843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8574" y="6728"/>
                            <a:ext cx="2605" cy="91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51217" name="Object 17"/>
          <p:cNvGraphicFramePr>
            <a:graphicFrameLocks noChangeAspect="1"/>
          </p:cNvGraphicFramePr>
          <p:nvPr/>
        </p:nvGraphicFramePr>
        <p:xfrm>
          <a:off x="2057249" y="4982208"/>
          <a:ext cx="34004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14" imgW="34442400" imgH="4876800" progId="Equation.DSMT4">
                  <p:embed/>
                </p:oleObj>
              </mc:Choice>
              <mc:Fallback>
                <p:oleObj name="Equation" r:id="rId14" imgW="34442400" imgH="4876800" progId="Equation.DSMT4">
                  <p:embed/>
                  <p:pic>
                    <p:nvPicPr>
                      <p:cNvPr id="0" name="图片 18440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57249" y="4982208"/>
                        <a:ext cx="3400425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18"/>
          <p:cNvGraphicFramePr>
            <a:graphicFrameLocks noChangeAspect="1"/>
          </p:cNvGraphicFramePr>
          <p:nvPr/>
        </p:nvGraphicFramePr>
        <p:xfrm>
          <a:off x="5988618" y="5061583"/>
          <a:ext cx="30099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16" imgW="30480000" imgH="4267200" progId="Equation.DSMT4">
                  <p:embed/>
                </p:oleObj>
              </mc:Choice>
              <mc:Fallback>
                <p:oleObj name="Equation" r:id="rId16" imgW="30480000" imgH="4267200" progId="Equation.DSMT4">
                  <p:embed/>
                  <p:pic>
                    <p:nvPicPr>
                      <p:cNvPr id="0" name="图片 18441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88618" y="5061583"/>
                        <a:ext cx="3009900" cy="504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9" name="Object 19"/>
          <p:cNvGraphicFramePr>
            <a:graphicFrameLocks noChangeAspect="1"/>
          </p:cNvGraphicFramePr>
          <p:nvPr/>
        </p:nvGraphicFramePr>
        <p:xfrm>
          <a:off x="2129792" y="5630096"/>
          <a:ext cx="82756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18" imgW="83820000" imgH="4876800" progId="Equation.DSMT4">
                  <p:embed/>
                </p:oleObj>
              </mc:Choice>
              <mc:Fallback>
                <p:oleObj name="Equation" r:id="rId18" imgW="83820000" imgH="4876800" progId="Equation.DSMT4">
                  <p:embed/>
                  <p:pic>
                    <p:nvPicPr>
                      <p:cNvPr id="0" name="图片 18442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129792" y="5630096"/>
                        <a:ext cx="8275638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0" name="Object 20"/>
          <p:cNvGraphicFramePr>
            <a:graphicFrameLocks noChangeAspect="1"/>
          </p:cNvGraphicFramePr>
          <p:nvPr/>
        </p:nvGraphicFramePr>
        <p:xfrm>
          <a:off x="2184187" y="6397905"/>
          <a:ext cx="77343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20" imgW="78333600" imgH="4876800" progId="Equation.DSMT4">
                  <p:embed/>
                </p:oleObj>
              </mc:Choice>
              <mc:Fallback>
                <p:oleObj name="Equation" r:id="rId20" imgW="78333600" imgH="4876800" progId="Equation.DSMT4">
                  <p:embed/>
                  <p:pic>
                    <p:nvPicPr>
                      <p:cNvPr id="0" name="图片 18443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184187" y="6397905"/>
                        <a:ext cx="77343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1" name="Object 21"/>
          <p:cNvGraphicFramePr>
            <a:graphicFrameLocks noChangeAspect="1"/>
          </p:cNvGraphicFramePr>
          <p:nvPr/>
        </p:nvGraphicFramePr>
        <p:xfrm>
          <a:off x="3448884" y="1275374"/>
          <a:ext cx="310038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Equation" r:id="rId22" imgW="31394400" imgH="5486400" progId="Equation.DSMT4">
                  <p:embed/>
                </p:oleObj>
              </mc:Choice>
              <mc:Fallback>
                <p:oleObj name="Equation" r:id="rId22" imgW="31394400" imgH="5486400" progId="Equation.DSMT4">
                  <p:embed/>
                  <p:pic>
                    <p:nvPicPr>
                      <p:cNvPr id="0" name="图片 18444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448884" y="1275374"/>
                        <a:ext cx="3100387" cy="650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303010" y="1341120"/>
            <a:ext cx="3013710" cy="58039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  <p:bldP spid="19" grpId="0"/>
      <p:bldP spid="4" grpId="0" animBg="1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226429" y="101184"/>
            <a:ext cx="526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四、乘除、乘方与开方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1025479" y="1092176"/>
            <a:ext cx="1970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4</a:t>
            </a:r>
            <a:r>
              <a:rPr lang="zh-CN" altLang="en-US" sz="3200" dirty="0" smtClean="0">
                <a:latin typeface="+mn-ea"/>
              </a:rPr>
              <a:t>  开方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3035" name="Object 27"/>
          <p:cNvGraphicFramePr>
            <a:graphicFrameLocks noChangeAspect="1"/>
          </p:cNvGraphicFramePr>
          <p:nvPr/>
        </p:nvGraphicFramePr>
        <p:xfrm>
          <a:off x="1332290" y="1988223"/>
          <a:ext cx="39433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39928800" imgH="5486400" progId="Equation.DSMT4">
                  <p:embed/>
                </p:oleObj>
              </mc:Choice>
              <mc:Fallback>
                <p:oleObj name="Equation" r:id="rId1" imgW="39928800" imgH="54864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2290" y="1988223"/>
                        <a:ext cx="3943350" cy="650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2"/>
          <p:cNvSpPr txBox="1"/>
          <p:nvPr/>
        </p:nvSpPr>
        <p:spPr>
          <a:xfrm>
            <a:off x="5284052" y="2017404"/>
            <a:ext cx="972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设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3038" name="Object 30"/>
          <p:cNvGraphicFramePr>
            <a:graphicFrameLocks noChangeAspect="1"/>
          </p:cNvGraphicFramePr>
          <p:nvPr/>
        </p:nvGraphicFramePr>
        <p:xfrm>
          <a:off x="5987559" y="1945744"/>
          <a:ext cx="120491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12192000" imgH="5181600" progId="Equation.DSMT4">
                  <p:embed/>
                </p:oleObj>
              </mc:Choice>
              <mc:Fallback>
                <p:oleObj name="Equation" r:id="rId3" imgW="12192000" imgH="51816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87559" y="1945744"/>
                        <a:ext cx="1204913" cy="614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9" name="Object 31"/>
          <p:cNvGraphicFramePr>
            <a:graphicFrameLocks noChangeAspect="1"/>
          </p:cNvGraphicFramePr>
          <p:nvPr/>
        </p:nvGraphicFramePr>
        <p:xfrm>
          <a:off x="7204901" y="1970995"/>
          <a:ext cx="9937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10058400" imgH="5486400" progId="Equation.DSMT4">
                  <p:embed/>
                </p:oleObj>
              </mc:Choice>
              <mc:Fallback>
                <p:oleObj name="Equation" r:id="rId5" imgW="10058400" imgH="54864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04901" y="1970995"/>
                        <a:ext cx="993775" cy="650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2"/>
          <p:cNvSpPr txBox="1"/>
          <p:nvPr/>
        </p:nvSpPr>
        <p:spPr>
          <a:xfrm>
            <a:off x="1433796" y="2618374"/>
            <a:ext cx="972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3040" name="Object 32"/>
          <p:cNvGraphicFramePr>
            <a:graphicFrameLocks noChangeAspect="1"/>
          </p:cNvGraphicFramePr>
          <p:nvPr/>
        </p:nvGraphicFramePr>
        <p:xfrm>
          <a:off x="2757356" y="3395129"/>
          <a:ext cx="137001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12801600" imgH="5486400" progId="Equation.DSMT4">
                  <p:embed/>
                </p:oleObj>
              </mc:Choice>
              <mc:Fallback>
                <p:oleObj name="Equation" r:id="rId7" imgW="12801600" imgH="54864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57356" y="3395129"/>
                        <a:ext cx="1370012" cy="650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2"/>
          <p:cNvSpPr txBox="1"/>
          <p:nvPr/>
        </p:nvSpPr>
        <p:spPr>
          <a:xfrm>
            <a:off x="1344656" y="4306284"/>
            <a:ext cx="972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故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7" name="Object 32"/>
          <p:cNvGraphicFramePr>
            <a:graphicFrameLocks noChangeAspect="1"/>
          </p:cNvGraphicFramePr>
          <p:nvPr/>
        </p:nvGraphicFramePr>
        <p:xfrm>
          <a:off x="2161954" y="4323078"/>
          <a:ext cx="12065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11277600" imgH="5486400" progId="Equation.DSMT4">
                  <p:embed/>
                </p:oleObj>
              </mc:Choice>
              <mc:Fallback>
                <p:oleObj name="Equation" r:id="rId9" imgW="11277600" imgH="54864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61954" y="4323078"/>
                        <a:ext cx="1206500" cy="650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2" name="Object 34"/>
          <p:cNvGraphicFramePr>
            <a:graphicFrameLocks noChangeAspect="1"/>
          </p:cNvGraphicFramePr>
          <p:nvPr/>
        </p:nvGraphicFramePr>
        <p:xfrm>
          <a:off x="3510701" y="4402871"/>
          <a:ext cx="21844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20421600" imgH="4876800" progId="Equation.DSMT4">
                  <p:embed/>
                </p:oleObj>
              </mc:Choice>
              <mc:Fallback>
                <p:oleObj name="Equation" r:id="rId11" imgW="20421600" imgH="48768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10701" y="4402871"/>
                        <a:ext cx="21844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2"/>
          <p:cNvSpPr txBox="1"/>
          <p:nvPr/>
        </p:nvSpPr>
        <p:spPr>
          <a:xfrm>
            <a:off x="1341779" y="5235058"/>
            <a:ext cx="1257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所以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0" name="Object 32"/>
          <p:cNvGraphicFramePr>
            <a:graphicFrameLocks noChangeAspect="1"/>
          </p:cNvGraphicFramePr>
          <p:nvPr/>
        </p:nvGraphicFramePr>
        <p:xfrm>
          <a:off x="2698078" y="5183081"/>
          <a:ext cx="133667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3" imgW="12496800" imgH="5791200" progId="Equation.DSMT4">
                  <p:embed/>
                </p:oleObj>
              </mc:Choice>
              <mc:Fallback>
                <p:oleObj name="Equation" r:id="rId13" imgW="12496800" imgH="57912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98078" y="5183081"/>
                        <a:ext cx="1336675" cy="687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34"/>
          <p:cNvGraphicFramePr>
            <a:graphicFrameLocks noChangeAspect="1"/>
          </p:cNvGraphicFramePr>
          <p:nvPr/>
        </p:nvGraphicFramePr>
        <p:xfrm>
          <a:off x="4129405" y="4992370"/>
          <a:ext cx="2182813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5" imgW="20421600" imgH="9448800" progId="Equation.DSMT4">
                  <p:embed/>
                </p:oleObj>
              </mc:Choice>
              <mc:Fallback>
                <p:oleObj name="Equation" r:id="rId15" imgW="20421600" imgH="94488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29405" y="4992370"/>
                        <a:ext cx="2182813" cy="11191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2"/>
          <p:cNvSpPr txBox="1"/>
          <p:nvPr/>
        </p:nvSpPr>
        <p:spPr>
          <a:xfrm>
            <a:off x="1200881" y="6353616"/>
            <a:ext cx="1257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所以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3045" name="Object 37"/>
          <p:cNvGraphicFramePr>
            <a:graphicFrameLocks noChangeAspect="1"/>
          </p:cNvGraphicFramePr>
          <p:nvPr/>
        </p:nvGraphicFramePr>
        <p:xfrm>
          <a:off x="6452876" y="5288064"/>
          <a:ext cx="28352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17" imgW="26517600" imgH="4876800" progId="Equation.DSMT4">
                  <p:embed/>
                </p:oleObj>
              </mc:Choice>
              <mc:Fallback>
                <p:oleObj name="Equation" r:id="rId17" imgW="26517600" imgH="48768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452876" y="5288064"/>
                        <a:ext cx="2835275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6" name="Object 38"/>
          <p:cNvGraphicFramePr>
            <a:graphicFrameLocks noChangeAspect="1"/>
          </p:cNvGraphicFramePr>
          <p:nvPr/>
        </p:nvGraphicFramePr>
        <p:xfrm>
          <a:off x="2162108" y="6091722"/>
          <a:ext cx="604202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19" imgW="63703200" imgH="9448800" progId="Equation.DSMT4">
                  <p:embed/>
                </p:oleObj>
              </mc:Choice>
              <mc:Fallback>
                <p:oleObj name="Equation" r:id="rId19" imgW="63703200" imgH="94488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62108" y="6091722"/>
                        <a:ext cx="6042025" cy="1074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7" name="Object 39"/>
          <p:cNvGraphicFramePr>
            <a:graphicFrameLocks noChangeAspect="1"/>
          </p:cNvGraphicFramePr>
          <p:nvPr/>
        </p:nvGraphicFramePr>
        <p:xfrm>
          <a:off x="8435340" y="6336665"/>
          <a:ext cx="1138555" cy="60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21" imgW="381000" imgH="177165" progId="Equation.DSMT4">
                  <p:embed/>
                </p:oleObj>
              </mc:Choice>
              <mc:Fallback>
                <p:oleObj name="Equation" r:id="rId21" imgW="381000" imgH="177165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435340" y="6336665"/>
                        <a:ext cx="1138555" cy="605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8" name="Object 40"/>
          <p:cNvGraphicFramePr>
            <a:graphicFrameLocks noChangeAspect="1"/>
          </p:cNvGraphicFramePr>
          <p:nvPr/>
        </p:nvGraphicFramePr>
        <p:xfrm>
          <a:off x="4223458" y="3455573"/>
          <a:ext cx="652463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Equation" r:id="rId23" imgW="6096000" imgH="4876800" progId="Equation.DSMT4">
                  <p:embed/>
                </p:oleObj>
              </mc:Choice>
              <mc:Fallback>
                <p:oleObj name="Equation" r:id="rId23" imgW="6096000" imgH="4876800" progId="Equation.DSMT4">
                  <p:embed/>
                  <p:pic>
                    <p:nvPicPr>
                      <p:cNvPr id="0" name="图片 2049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223458" y="3455573"/>
                        <a:ext cx="652463" cy="579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1482679" y="3460887"/>
            <a:ext cx="972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即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3049" name="Object 41"/>
          <p:cNvGraphicFramePr>
            <a:graphicFrameLocks noChangeAspect="1"/>
          </p:cNvGraphicFramePr>
          <p:nvPr/>
        </p:nvGraphicFramePr>
        <p:xfrm>
          <a:off x="2743518" y="2644458"/>
          <a:ext cx="1084262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Equation" r:id="rId25" imgW="10972800" imgH="4876800" progId="Equation.DSMT4">
                  <p:embed/>
                </p:oleObj>
              </mc:Choice>
              <mc:Fallback>
                <p:oleObj name="Equation" r:id="rId25" imgW="10972800" imgH="4876800" progId="Equation.DSMT4">
                  <p:embed/>
                  <p:pic>
                    <p:nvPicPr>
                      <p:cNvPr id="0" name="图片 2049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743518" y="2644458"/>
                        <a:ext cx="1084262" cy="579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4" grpId="0"/>
      <p:bldP spid="46" grpId="0"/>
      <p:bldP spid="49" grpId="0"/>
      <p:bldP spid="52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663309" y="1151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四、乘除、乘方与开方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4" name="Object 38"/>
          <p:cNvGraphicFramePr>
            <a:graphicFrameLocks noChangeAspect="1"/>
          </p:cNvGraphicFramePr>
          <p:nvPr/>
        </p:nvGraphicFramePr>
        <p:xfrm>
          <a:off x="1099185" y="880745"/>
          <a:ext cx="529844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1" imgW="63703200" imgH="9448800" progId="Equation.DSMT4">
                  <p:embed/>
                </p:oleObj>
              </mc:Choice>
              <mc:Fallback>
                <p:oleObj name="Equation" r:id="rId1" imgW="63703200" imgH="94488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99185" y="880745"/>
                        <a:ext cx="5298440" cy="942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9"/>
          <p:cNvGraphicFramePr>
            <a:graphicFrameLocks noChangeAspect="1"/>
          </p:cNvGraphicFramePr>
          <p:nvPr/>
        </p:nvGraphicFramePr>
        <p:xfrm>
          <a:off x="7117080" y="1049655"/>
          <a:ext cx="833755" cy="443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3" imgW="381000" imgH="177165" progId="Equation.DSMT4">
                  <p:embed/>
                </p:oleObj>
              </mc:Choice>
              <mc:Fallback>
                <p:oleObj name="Equation" r:id="rId3" imgW="381000" imgH="177165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17080" y="1049655"/>
                        <a:ext cx="833755" cy="4432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/>
          <p:cNvGrpSpPr/>
          <p:nvPr/>
        </p:nvGrpSpPr>
        <p:grpSpPr>
          <a:xfrm>
            <a:off x="989965" y="1988820"/>
            <a:ext cx="4827270" cy="609600"/>
            <a:chOff x="1559" y="3132"/>
            <a:chExt cx="7602" cy="960"/>
          </a:xfrm>
        </p:grpSpPr>
        <p:sp>
          <p:nvSpPr>
            <p:cNvPr id="6" name="文本框 5"/>
            <p:cNvSpPr txBox="1"/>
            <p:nvPr/>
          </p:nvSpPr>
          <p:spPr>
            <a:xfrm>
              <a:off x="4591" y="3249"/>
              <a:ext cx="457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dirty="0" smtClean="0">
                  <a:latin typeface="+mn-ea"/>
                </a:rPr>
                <a:t>有无穷多个根吗？！</a:t>
              </a:r>
              <a:endParaRPr lang="zh-CN" altLang="en-US" sz="2400" dirty="0" smtClean="0">
                <a:latin typeface="+mn-ea"/>
              </a:endParaRPr>
            </a:p>
          </p:txBody>
        </p:sp>
        <p:graphicFrame>
          <p:nvGraphicFramePr>
            <p:cNvPr id="7" name="Object 30"/>
            <p:cNvGraphicFramePr>
              <a:graphicFrameLocks noChangeAspect="1"/>
            </p:cNvGraphicFramePr>
            <p:nvPr/>
          </p:nvGraphicFramePr>
          <p:xfrm>
            <a:off x="3539" y="3132"/>
            <a:ext cx="890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2" name="Equation" r:id="rId5" imgW="241300" imgH="215900" progId="Equation.DSMT4">
                    <p:embed/>
                  </p:oleObj>
                </mc:Choice>
                <mc:Fallback>
                  <p:oleObj name="Equation" r:id="rId5" imgW="241300" imgH="215900" progId="Equation.DSMT4">
                    <p:embed/>
                    <p:pic>
                      <p:nvPicPr>
                        <p:cNvPr id="0" name="图片 2048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39" y="3132"/>
                          <a:ext cx="890" cy="9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7"/>
            <p:cNvSpPr txBox="1"/>
            <p:nvPr/>
          </p:nvSpPr>
          <p:spPr>
            <a:xfrm>
              <a:off x="1559" y="3249"/>
              <a:ext cx="198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dirty="0" smtClean="0">
                  <a:latin typeface="+mn-ea"/>
                </a:rPr>
                <a:t>问题：</a:t>
              </a:r>
              <a:endParaRPr lang="zh-CN" altLang="en-US" sz="2400" dirty="0" smtClean="0">
                <a:latin typeface="+mn-ea"/>
              </a:endParaRPr>
            </a:p>
          </p:txBody>
        </p:sp>
      </p:grpSp>
      <p:graphicFrame>
        <p:nvGraphicFramePr>
          <p:cNvPr id="9" name="Object 38"/>
          <p:cNvGraphicFramePr>
            <a:graphicFrameLocks noChangeAspect="1"/>
          </p:cNvGraphicFramePr>
          <p:nvPr/>
        </p:nvGraphicFramePr>
        <p:xfrm>
          <a:off x="1043305" y="2829560"/>
          <a:ext cx="2973070" cy="926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1524000" imgH="393700" progId="Equation.DSMT4">
                  <p:embed/>
                </p:oleObj>
              </mc:Choice>
              <mc:Fallback>
                <p:oleObj name="Equation" r:id="rId7" imgW="1524000" imgH="3937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3305" y="2829560"/>
                        <a:ext cx="2973070" cy="9264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8"/>
          <p:cNvGraphicFramePr>
            <a:graphicFrameLocks noChangeAspect="1"/>
          </p:cNvGraphicFramePr>
          <p:nvPr/>
        </p:nvGraphicFramePr>
        <p:xfrm>
          <a:off x="4774565" y="2943225"/>
          <a:ext cx="366141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2133600" imgH="393700" progId="Equation.DSMT4">
                  <p:embed/>
                </p:oleObj>
              </mc:Choice>
              <mc:Fallback>
                <p:oleObj name="Equation" r:id="rId9" imgW="2133600" imgH="3937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74565" y="2943225"/>
                        <a:ext cx="3661410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8"/>
          <p:cNvGraphicFramePr>
            <a:graphicFrameLocks noChangeAspect="1"/>
          </p:cNvGraphicFramePr>
          <p:nvPr/>
        </p:nvGraphicFramePr>
        <p:xfrm>
          <a:off x="1143000" y="3756025"/>
          <a:ext cx="95186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1" imgW="469900" imgH="101600" progId="Equation.DSMT4">
                  <p:embed/>
                </p:oleObj>
              </mc:Choice>
              <mc:Fallback>
                <p:oleObj name="Equation" r:id="rId11" imgW="469900" imgH="1016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43000" y="3756025"/>
                        <a:ext cx="951865" cy="247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8"/>
          <p:cNvGraphicFramePr>
            <a:graphicFrameLocks noChangeAspect="1"/>
          </p:cNvGraphicFramePr>
          <p:nvPr/>
        </p:nvGraphicFramePr>
        <p:xfrm>
          <a:off x="989965" y="4140835"/>
          <a:ext cx="5356225" cy="85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3" imgW="2971800" imgH="393700" progId="Equation.DSMT4">
                  <p:embed/>
                </p:oleObj>
              </mc:Choice>
              <mc:Fallback>
                <p:oleObj name="Equation" r:id="rId13" imgW="2971800" imgH="3937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89965" y="4140835"/>
                        <a:ext cx="5356225" cy="854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8"/>
          <p:cNvGraphicFramePr>
            <a:graphicFrameLocks noChangeAspect="1"/>
          </p:cNvGraphicFramePr>
          <p:nvPr/>
        </p:nvGraphicFramePr>
        <p:xfrm>
          <a:off x="989965" y="4995545"/>
          <a:ext cx="4074795" cy="85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5" imgW="2260600" imgH="393700" progId="Equation.DSMT4">
                  <p:embed/>
                </p:oleObj>
              </mc:Choice>
              <mc:Fallback>
                <p:oleObj name="Equation" r:id="rId15" imgW="2260600" imgH="3937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89965" y="4995545"/>
                        <a:ext cx="4074795" cy="854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8"/>
          <p:cNvGraphicFramePr>
            <a:graphicFrameLocks noChangeAspect="1"/>
          </p:cNvGraphicFramePr>
          <p:nvPr/>
        </p:nvGraphicFramePr>
        <p:xfrm>
          <a:off x="7492683" y="5105083"/>
          <a:ext cx="72961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7" imgW="316865" imgH="228600" progId="Equation.DSMT4">
                  <p:embed/>
                </p:oleObj>
              </mc:Choice>
              <mc:Fallback>
                <p:oleObj name="Equation" r:id="rId17" imgW="316865" imgH="2286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492683" y="5105083"/>
                        <a:ext cx="729615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8"/>
          <p:cNvGraphicFramePr>
            <a:graphicFrameLocks noChangeAspect="1"/>
          </p:cNvGraphicFramePr>
          <p:nvPr/>
        </p:nvGraphicFramePr>
        <p:xfrm>
          <a:off x="5064443" y="4968240"/>
          <a:ext cx="2312670" cy="85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9" imgW="1282700" imgH="393700" progId="Equation.DSMT4">
                  <p:embed/>
                </p:oleObj>
              </mc:Choice>
              <mc:Fallback>
                <p:oleObj name="Equation" r:id="rId19" imgW="1282700" imgH="3937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64443" y="4968240"/>
                        <a:ext cx="2312670" cy="854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8"/>
          <p:cNvGraphicFramePr>
            <a:graphicFrameLocks noChangeAspect="1"/>
          </p:cNvGraphicFramePr>
          <p:nvPr/>
        </p:nvGraphicFramePr>
        <p:xfrm>
          <a:off x="8614728" y="5105083"/>
          <a:ext cx="13747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21" imgW="596900" imgH="228600" progId="Equation.DSMT4">
                  <p:embed/>
                </p:oleObj>
              </mc:Choice>
              <mc:Fallback>
                <p:oleObj name="Equation" r:id="rId21" imgW="596900" imgH="2286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614728" y="5105083"/>
                        <a:ext cx="1374775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8"/>
          <p:cNvGraphicFramePr>
            <a:graphicFrameLocks noChangeAspect="1"/>
          </p:cNvGraphicFramePr>
          <p:nvPr/>
        </p:nvGraphicFramePr>
        <p:xfrm>
          <a:off x="10154285" y="5299075"/>
          <a:ext cx="95186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23" imgW="469900" imgH="101600" progId="Equation.DSMT4">
                  <p:embed/>
                </p:oleObj>
              </mc:Choice>
              <mc:Fallback>
                <p:oleObj name="Equation" r:id="rId23" imgW="469900" imgH="1016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154285" y="5299075"/>
                        <a:ext cx="951865" cy="247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2"/>
          <p:cNvSpPr txBox="1"/>
          <p:nvPr/>
        </p:nvSpPr>
        <p:spPr>
          <a:xfrm>
            <a:off x="1002761" y="6353616"/>
            <a:ext cx="125715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 smtClean="0">
                <a:latin typeface="+mn-ea"/>
              </a:rPr>
              <a:t>所以</a:t>
            </a:r>
            <a:endParaRPr lang="zh-CN" altLang="en-US" sz="2400" dirty="0" smtClean="0">
              <a:latin typeface="+mn-ea"/>
            </a:endParaRPr>
          </a:p>
        </p:txBody>
      </p:sp>
      <p:graphicFrame>
        <p:nvGraphicFramePr>
          <p:cNvPr id="34" name="Object 38"/>
          <p:cNvGraphicFramePr>
            <a:graphicFrameLocks noChangeAspect="1"/>
          </p:cNvGraphicFramePr>
          <p:nvPr/>
        </p:nvGraphicFramePr>
        <p:xfrm>
          <a:off x="1982470" y="6090920"/>
          <a:ext cx="5434965" cy="967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24" imgW="63703200" imgH="9448800" progId="Equation.DSMT4">
                  <p:embed/>
                </p:oleObj>
              </mc:Choice>
              <mc:Fallback>
                <p:oleObj name="Equation" r:id="rId24" imgW="63703200" imgH="94488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2470" y="6090920"/>
                        <a:ext cx="5434965" cy="967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9"/>
          <p:cNvGraphicFramePr>
            <a:graphicFrameLocks noChangeAspect="1"/>
          </p:cNvGraphicFramePr>
          <p:nvPr/>
        </p:nvGraphicFramePr>
        <p:xfrm>
          <a:off x="7752715" y="6299835"/>
          <a:ext cx="261048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5" imgW="1104900" imgH="203200" progId="Equation.DSMT4">
                  <p:embed/>
                </p:oleObj>
              </mc:Choice>
              <mc:Fallback>
                <p:oleObj name="Equation" r:id="rId25" imgW="1104900" imgH="2032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752715" y="6299835"/>
                        <a:ext cx="2610485" cy="549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540119" y="219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四、乘除、乘方与开方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579709" y="1654441"/>
            <a:ext cx="23153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/>
                </a:solidFill>
                <a:latin typeface="+mn-ea"/>
              </a:rPr>
              <a:t>例</a:t>
            </a:r>
            <a:r>
              <a:rPr lang="en-US" altLang="zh-CN" sz="3200" b="1" dirty="0" smtClean="0">
                <a:solidFill>
                  <a:schemeClr val="tx1"/>
                </a:solidFill>
                <a:latin typeface="+mn-ea"/>
              </a:rPr>
              <a:t>8.  </a:t>
            </a:r>
            <a:r>
              <a:rPr lang="zh-CN" altLang="en-US" sz="3200" dirty="0" smtClean="0">
                <a:latin typeface="+mn-ea"/>
              </a:rPr>
              <a:t>计算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7117" name="Object 13"/>
          <p:cNvGraphicFramePr>
            <a:graphicFrameLocks noChangeAspect="1"/>
          </p:cNvGraphicFramePr>
          <p:nvPr/>
        </p:nvGraphicFramePr>
        <p:xfrm>
          <a:off x="2703195" y="1573818"/>
          <a:ext cx="9937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1" imgW="10058400" imgH="6096000" progId="Equation.DSMT4">
                  <p:embed/>
                </p:oleObj>
              </mc:Choice>
              <mc:Fallback>
                <p:oleObj name="Equation" r:id="rId1" imgW="10058400" imgH="60960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3195" y="1573818"/>
                        <a:ext cx="993775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6" name="Object 22"/>
          <p:cNvGraphicFramePr>
            <a:graphicFrameLocks noChangeAspect="1"/>
          </p:cNvGraphicFramePr>
          <p:nvPr/>
        </p:nvGraphicFramePr>
        <p:xfrm>
          <a:off x="615950" y="693420"/>
          <a:ext cx="5019040" cy="89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quation" r:id="rId3" imgW="63703200" imgH="9448800" progId="Equation.DSMT4">
                  <p:embed/>
                </p:oleObj>
              </mc:Choice>
              <mc:Fallback>
                <p:oleObj name="Equation" r:id="rId3" imgW="63703200" imgH="9448800" progId="Equation.DSMT4">
                  <p:embed/>
                  <p:pic>
                    <p:nvPicPr>
                      <p:cNvPr id="0" name="图片 2253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5950" y="693420"/>
                        <a:ext cx="5019040" cy="892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7" name="Object 23"/>
          <p:cNvGraphicFramePr>
            <a:graphicFrameLocks noChangeAspect="1"/>
          </p:cNvGraphicFramePr>
          <p:nvPr/>
        </p:nvGraphicFramePr>
        <p:xfrm>
          <a:off x="5900420" y="902970"/>
          <a:ext cx="232092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5" imgW="26517600" imgH="4876800" progId="Equation.DSMT4">
                  <p:embed/>
                </p:oleObj>
              </mc:Choice>
              <mc:Fallback>
                <p:oleObj name="Equation" r:id="rId5" imgW="26517600" imgH="4876800" progId="Equation.DSMT4">
                  <p:embed/>
                  <p:pic>
                    <p:nvPicPr>
                      <p:cNvPr id="0" name="图片 2253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00420" y="902970"/>
                        <a:ext cx="2320925" cy="473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79468" y="2432846"/>
            <a:ext cx="97248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 smtClean="0">
                <a:latin typeface="+mn-ea"/>
              </a:rPr>
              <a:t>解</a:t>
            </a:r>
            <a:r>
              <a:rPr lang="zh-CN" altLang="en-US" sz="3200" dirty="0" smtClean="0">
                <a:latin typeface="+mn-ea"/>
              </a:rPr>
              <a:t>：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" name="Object 13"/>
          <p:cNvGraphicFramePr>
            <a:graphicFrameLocks noChangeAspect="1"/>
          </p:cNvGraphicFramePr>
          <p:nvPr/>
        </p:nvGraphicFramePr>
        <p:xfrm>
          <a:off x="1304925" y="2245995"/>
          <a:ext cx="3851910" cy="956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1917065" imgH="393700" progId="Equation.DSMT4">
                  <p:embed/>
                </p:oleObj>
              </mc:Choice>
              <mc:Fallback>
                <p:oleObj name="Equation" r:id="rId7" imgW="1917065" imgH="3937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04925" y="2245995"/>
                        <a:ext cx="3851910" cy="9569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845820" y="3016250"/>
          <a:ext cx="5575300" cy="1239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9" imgW="3086100" imgH="571500" progId="Equation.DSMT4">
                  <p:embed/>
                </p:oleObj>
              </mc:Choice>
              <mc:Fallback>
                <p:oleObj name="Equation" r:id="rId9" imgW="3086100" imgH="5715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45820" y="3016250"/>
                        <a:ext cx="5575300" cy="1239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3"/>
          <p:cNvGraphicFramePr>
            <a:graphicFrameLocks noChangeAspect="1"/>
          </p:cNvGraphicFramePr>
          <p:nvPr/>
        </p:nvGraphicFramePr>
        <p:xfrm>
          <a:off x="6473190" y="3474720"/>
          <a:ext cx="135509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1" imgW="622300" imgH="203200" progId="Equation.DSMT4">
                  <p:embed/>
                </p:oleObj>
              </mc:Choice>
              <mc:Fallback>
                <p:oleObj name="Equation" r:id="rId11" imgW="622300" imgH="203200" progId="Equation.DSMT4">
                  <p:embed/>
                  <p:pic>
                    <p:nvPicPr>
                      <p:cNvPr id="0" name="图片 2253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73190" y="3474720"/>
                        <a:ext cx="1355090" cy="498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886460" y="4255453"/>
          <a:ext cx="3712210" cy="891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3" imgW="1968500" imgH="393700" progId="Equation.DSMT4">
                  <p:embed/>
                </p:oleObj>
              </mc:Choice>
              <mc:Fallback>
                <p:oleObj name="Equation" r:id="rId13" imgW="1968500" imgH="3937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86460" y="4255453"/>
                        <a:ext cx="3712210" cy="891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788535" y="4255453"/>
          <a:ext cx="3449320" cy="891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5" imgW="1828800" imgH="393700" progId="Equation.DSMT4">
                  <p:embed/>
                </p:oleObj>
              </mc:Choice>
              <mc:Fallback>
                <p:oleObj name="Equation" r:id="rId15" imgW="1828800" imgH="3937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88535" y="4255453"/>
                        <a:ext cx="3449320" cy="891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8365173" y="4255453"/>
          <a:ext cx="3449955" cy="891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7" imgW="1828800" imgH="393700" progId="Equation.DSMT4">
                  <p:embed/>
                </p:oleObj>
              </mc:Choice>
              <mc:Fallback>
                <p:oleObj name="Equation" r:id="rId17" imgW="1828800" imgH="3937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365173" y="4255453"/>
                        <a:ext cx="3449955" cy="891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椭圆 26"/>
          <p:cNvSpPr/>
          <p:nvPr/>
        </p:nvSpPr>
        <p:spPr>
          <a:xfrm>
            <a:off x="1773555" y="5831205"/>
            <a:ext cx="1807210" cy="18573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1393825" y="6734810"/>
            <a:ext cx="2668905" cy="5080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 flipV="1">
            <a:off x="2643505" y="5220970"/>
            <a:ext cx="67945" cy="260096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8" name="Object 13"/>
          <p:cNvGraphicFramePr>
            <a:graphicFrameLocks noChangeAspect="1"/>
          </p:cNvGraphicFramePr>
          <p:nvPr/>
        </p:nvGraphicFramePr>
        <p:xfrm>
          <a:off x="3188335" y="5444808"/>
          <a:ext cx="1096010" cy="586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9" imgW="545465" imgH="241300" progId="Equation.DSMT4">
                  <p:embed/>
                </p:oleObj>
              </mc:Choice>
              <mc:Fallback>
                <p:oleObj name="Equation" r:id="rId19" imgW="545465" imgH="2413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88335" y="5444808"/>
                        <a:ext cx="1096010" cy="586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椭圆 29"/>
          <p:cNvSpPr/>
          <p:nvPr/>
        </p:nvSpPr>
        <p:spPr>
          <a:xfrm>
            <a:off x="3512820" y="6904355"/>
            <a:ext cx="84455" cy="1016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2305685" y="5847715"/>
            <a:ext cx="84455" cy="1016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2005965" y="7359650"/>
            <a:ext cx="84455" cy="1016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连接符 32"/>
          <p:cNvCxnSpPr>
            <a:stCxn id="31" idx="6"/>
            <a:endCxn id="30" idx="2"/>
          </p:cNvCxnSpPr>
          <p:nvPr/>
        </p:nvCxnSpPr>
        <p:spPr>
          <a:xfrm>
            <a:off x="2390140" y="5898515"/>
            <a:ext cx="1122680" cy="1056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endCxn id="32" idx="1"/>
          </p:cNvCxnSpPr>
          <p:nvPr/>
        </p:nvCxnSpPr>
        <p:spPr>
          <a:xfrm flipH="1">
            <a:off x="2018030" y="5923915"/>
            <a:ext cx="335915" cy="1450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V="1">
            <a:off x="2018030" y="6955155"/>
            <a:ext cx="1494790" cy="491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Object 13"/>
          <p:cNvGraphicFramePr>
            <a:graphicFrameLocks noChangeAspect="1"/>
          </p:cNvGraphicFramePr>
          <p:nvPr/>
        </p:nvGraphicFramePr>
        <p:xfrm>
          <a:off x="3696335" y="6785293"/>
          <a:ext cx="383540" cy="518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1" imgW="203200" imgH="228600" progId="Equation.DSMT4">
                  <p:embed/>
                </p:oleObj>
              </mc:Choice>
              <mc:Fallback>
                <p:oleObj name="Equation" r:id="rId21" imgW="203200" imgH="2286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96335" y="6785293"/>
                        <a:ext cx="383540" cy="518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3"/>
          <p:cNvGraphicFramePr>
            <a:graphicFrameLocks noChangeAspect="1"/>
          </p:cNvGraphicFramePr>
          <p:nvPr/>
        </p:nvGraphicFramePr>
        <p:xfrm>
          <a:off x="1867853" y="5220653"/>
          <a:ext cx="360045" cy="518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23" imgW="190500" imgH="228600" progId="Equation.DSMT4">
                  <p:embed/>
                </p:oleObj>
              </mc:Choice>
              <mc:Fallback>
                <p:oleObj name="Equation" r:id="rId23" imgW="190500" imgH="2286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867853" y="5220653"/>
                        <a:ext cx="360045" cy="518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3"/>
          <p:cNvGraphicFramePr>
            <a:graphicFrameLocks noChangeAspect="1"/>
          </p:cNvGraphicFramePr>
          <p:nvPr/>
        </p:nvGraphicFramePr>
        <p:xfrm>
          <a:off x="1495743" y="7478078"/>
          <a:ext cx="384175" cy="518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5" imgW="203200" imgH="228600" progId="Equation.DSMT4">
                  <p:embed/>
                </p:oleObj>
              </mc:Choice>
              <mc:Fallback>
                <p:oleObj name="Equation" r:id="rId25" imgW="203200" imgH="2286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95743" y="7478078"/>
                        <a:ext cx="384175" cy="518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38"/>
          <p:cNvGraphicFramePr>
            <a:graphicFrameLocks noChangeAspect="1"/>
          </p:cNvGraphicFramePr>
          <p:nvPr/>
        </p:nvGraphicFramePr>
        <p:xfrm>
          <a:off x="4593590" y="5537835"/>
          <a:ext cx="1064260" cy="47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7" imgW="634365" imgH="228600" progId="Equation.DSMT4">
                  <p:embed/>
                </p:oleObj>
              </mc:Choice>
              <mc:Fallback>
                <p:oleObj name="Equation" r:id="rId27" imgW="634365" imgH="2286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593590" y="5537835"/>
                        <a:ext cx="1064260" cy="470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5657850" y="5455920"/>
            <a:ext cx="4309110" cy="575310"/>
            <a:chOff x="8910" y="8592"/>
            <a:chExt cx="6786" cy="906"/>
          </a:xfrm>
        </p:grpSpPr>
        <p:sp>
          <p:nvSpPr>
            <p:cNvPr id="42" name="文本框 2"/>
            <p:cNvSpPr txBox="1"/>
            <p:nvPr/>
          </p:nvSpPr>
          <p:spPr>
            <a:xfrm>
              <a:off x="8910" y="8737"/>
              <a:ext cx="678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dirty="0" smtClean="0">
                  <a:latin typeface="+mn-ea"/>
                </a:rPr>
                <a:t>是圆                         上的点；</a:t>
              </a:r>
              <a:endParaRPr lang="zh-CN" altLang="en-US" sz="2400" dirty="0" smtClean="0">
                <a:latin typeface="+mn-ea"/>
              </a:endParaRPr>
            </a:p>
          </p:txBody>
        </p:sp>
        <p:graphicFrame>
          <p:nvGraphicFramePr>
            <p:cNvPr id="46" name="Object 14"/>
            <p:cNvGraphicFramePr>
              <a:graphicFrameLocks noChangeAspect="1"/>
            </p:cNvGraphicFramePr>
            <p:nvPr/>
          </p:nvGraphicFramePr>
          <p:xfrm>
            <a:off x="10112" y="8592"/>
            <a:ext cx="3279" cy="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" name="Equation" r:id="rId29" imgW="1130300" imgH="254000" progId="Equation.DSMT4">
                    <p:embed/>
                  </p:oleObj>
                </mc:Choice>
                <mc:Fallback>
                  <p:oleObj name="Equation" r:id="rId29" imgW="1130300" imgH="254000" progId="Equation.DSMT4">
                    <p:embed/>
                    <p:pic>
                      <p:nvPicPr>
                        <p:cNvPr id="0" name="图片 2253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0112" y="8592"/>
                          <a:ext cx="3279" cy="90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文本框 2"/>
          <p:cNvSpPr txBox="1"/>
          <p:nvPr/>
        </p:nvSpPr>
        <p:spPr>
          <a:xfrm>
            <a:off x="4284306" y="6419325"/>
            <a:ext cx="647038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 smtClean="0">
                <a:latin typeface="+mn-ea"/>
              </a:rPr>
              <a:t>相邻两个值对应向量的夹角均为</a:t>
            </a:r>
            <a:endParaRPr lang="zh-CN" altLang="en-US" sz="2400" dirty="0" smtClean="0">
              <a:latin typeface="+mn-ea"/>
            </a:endParaRPr>
          </a:p>
        </p:txBody>
      </p:sp>
      <p:graphicFrame>
        <p:nvGraphicFramePr>
          <p:cNvPr id="49" name="Object 17"/>
          <p:cNvGraphicFramePr>
            <a:graphicFrameLocks noChangeAspect="1"/>
          </p:cNvGraphicFramePr>
          <p:nvPr/>
        </p:nvGraphicFramePr>
        <p:xfrm>
          <a:off x="8796020" y="6224905"/>
          <a:ext cx="1171575" cy="848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31" imgW="647700" imgH="393700" progId="Equation.DSMT4">
                  <p:embed/>
                </p:oleObj>
              </mc:Choice>
              <mc:Fallback>
                <p:oleObj name="Equation" r:id="rId31" imgW="647700" imgH="3937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796020" y="6224905"/>
                        <a:ext cx="1171575" cy="848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38"/>
          <p:cNvGraphicFramePr>
            <a:graphicFrameLocks noChangeAspect="1"/>
          </p:cNvGraphicFramePr>
          <p:nvPr/>
        </p:nvGraphicFramePr>
        <p:xfrm>
          <a:off x="4302125" y="7299960"/>
          <a:ext cx="1064260" cy="38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33" imgW="634365" imgH="228600" progId="Equation.DSMT4">
                  <p:embed/>
                </p:oleObj>
              </mc:Choice>
              <mc:Fallback>
                <p:oleObj name="Equation" r:id="rId33" imgW="634365" imgH="2286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302125" y="7299960"/>
                        <a:ext cx="1064260" cy="3886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5366385" y="7168515"/>
            <a:ext cx="6950710" cy="547370"/>
            <a:chOff x="8451" y="11289"/>
            <a:chExt cx="10946" cy="862"/>
          </a:xfrm>
        </p:grpSpPr>
        <p:sp>
          <p:nvSpPr>
            <p:cNvPr id="51" name="文本框 2"/>
            <p:cNvSpPr txBox="1"/>
            <p:nvPr/>
          </p:nvSpPr>
          <p:spPr>
            <a:xfrm>
              <a:off x="8451" y="11383"/>
              <a:ext cx="109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dirty="0" smtClean="0">
                  <a:latin typeface="+mn-ea"/>
                </a:rPr>
                <a:t>是圆             的内接正</a:t>
              </a:r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400" dirty="0" smtClean="0">
                  <a:latin typeface="+mn-ea"/>
                </a:rPr>
                <a:t>边形的顶点。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59" name="Object 14"/>
            <p:cNvGraphicFramePr>
              <a:graphicFrameLocks noChangeAspect="1"/>
            </p:cNvGraphicFramePr>
            <p:nvPr/>
          </p:nvGraphicFramePr>
          <p:xfrm>
            <a:off x="9653" y="11289"/>
            <a:ext cx="1548" cy="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" name="Equation" r:id="rId34" imgW="533400" imgH="241300" progId="Equation.DSMT4">
                    <p:embed/>
                  </p:oleObj>
                </mc:Choice>
                <mc:Fallback>
                  <p:oleObj name="Equation" r:id="rId34" imgW="533400" imgH="241300" progId="Equation.DSMT4">
                    <p:embed/>
                    <p:pic>
                      <p:nvPicPr>
                        <p:cNvPr id="0" name="图片 2253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9653" y="11289"/>
                          <a:ext cx="1548" cy="8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62" name="直接箭头连接符 61"/>
          <p:cNvCxnSpPr>
            <a:endCxn id="31" idx="7"/>
          </p:cNvCxnSpPr>
          <p:nvPr/>
        </p:nvCxnSpPr>
        <p:spPr>
          <a:xfrm flipH="1" flipV="1">
            <a:off x="2378075" y="5862320"/>
            <a:ext cx="284480" cy="902335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2053590" y="6781800"/>
            <a:ext cx="661035" cy="64389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endCxn id="30" idx="2"/>
          </p:cNvCxnSpPr>
          <p:nvPr/>
        </p:nvCxnSpPr>
        <p:spPr>
          <a:xfrm>
            <a:off x="2696845" y="6799580"/>
            <a:ext cx="815975" cy="155575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12" name="墨迹 11"/>
              <p14:cNvContentPartPr/>
              <p14:nvPr/>
            </p14:nvContentPartPr>
            <p14:xfrm>
              <a:off x="4070985" y="2030730"/>
              <a:ext cx="20955" cy="36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37"/>
            </p:blipFill>
            <p:spPr>
              <a:xfrm>
                <a:off x="4070985" y="2030730"/>
                <a:ext cx="2095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15" name="墨迹 14"/>
              <p14:cNvContentPartPr/>
              <p14:nvPr/>
            </p14:nvContentPartPr>
            <p14:xfrm>
              <a:off x="2190115" y="1250315"/>
              <a:ext cx="2159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39"/>
            </p:blipFill>
            <p:spPr>
              <a:xfrm>
                <a:off x="2190115" y="1250315"/>
                <a:ext cx="2159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16" name="墨迹 15"/>
              <p14:cNvContentPartPr/>
              <p14:nvPr/>
            </p14:nvContentPartPr>
            <p14:xfrm>
              <a:off x="2938145" y="673100"/>
              <a:ext cx="21590" cy="36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39"/>
            </p:blipFill>
            <p:spPr>
              <a:xfrm>
                <a:off x="2938145" y="673100"/>
                <a:ext cx="2159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17" name="墨迹 16"/>
              <p14:cNvContentPartPr/>
              <p14:nvPr/>
            </p14:nvContentPartPr>
            <p14:xfrm>
              <a:off x="3098165" y="1902460"/>
              <a:ext cx="2159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9"/>
            </p:blipFill>
            <p:spPr>
              <a:xfrm>
                <a:off x="3098165" y="1902460"/>
                <a:ext cx="2159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19" name="墨迹 18"/>
              <p14:cNvContentPartPr/>
              <p14:nvPr/>
            </p14:nvContentPartPr>
            <p14:xfrm>
              <a:off x="3322955" y="1421130"/>
              <a:ext cx="20955" cy="36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7"/>
            </p:blipFill>
            <p:spPr>
              <a:xfrm>
                <a:off x="3322955" y="1421130"/>
                <a:ext cx="2095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2" name="墨迹 21"/>
              <p14:cNvContentPartPr/>
              <p14:nvPr/>
            </p14:nvContentPartPr>
            <p14:xfrm>
              <a:off x="5641340" y="4082415"/>
              <a:ext cx="21590" cy="36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9"/>
            </p:blipFill>
            <p:spPr>
              <a:xfrm>
                <a:off x="5641340" y="4082415"/>
                <a:ext cx="21590" cy="360"/>
              </a:xfrm>
              <a:prstGeom prst="rect"/>
            </p:spPr>
          </p:pic>
        </mc:Fallback>
      </mc:AlternateContent>
    </p:spTree>
    <p:custDataLst>
      <p:tags r:id="rId4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" grpId="0"/>
      <p:bldP spid="27" grpId="0" animBg="1"/>
      <p:bldP spid="31" grpId="0" animBg="1"/>
      <p:bldP spid="30" grpId="0" animBg="1"/>
      <p:bldP spid="32" grpId="0" animBg="1"/>
      <p:bldP spid="4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325489" y="146269"/>
            <a:ext cx="526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四、乘除、乘方与开方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43046" name="Object 38"/>
          <p:cNvGraphicFramePr>
            <a:graphicFrameLocks noChangeAspect="1"/>
          </p:cNvGraphicFramePr>
          <p:nvPr/>
        </p:nvGraphicFramePr>
        <p:xfrm>
          <a:off x="2125432" y="3981037"/>
          <a:ext cx="202406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21336000" imgH="5486400" progId="Equation.DSMT4">
                  <p:embed/>
                </p:oleObj>
              </mc:Choice>
              <mc:Fallback>
                <p:oleObj name="Equation" r:id="rId1" imgW="21336000" imgH="54864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5432" y="3981037"/>
                        <a:ext cx="2024062" cy="625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307205" y="3923030"/>
            <a:ext cx="6470650" cy="701040"/>
            <a:chOff x="6783" y="6178"/>
            <a:chExt cx="10190" cy="1104"/>
          </a:xfrm>
        </p:grpSpPr>
        <p:sp>
          <p:nvSpPr>
            <p:cNvPr id="52" name="文本框 2"/>
            <p:cNvSpPr txBox="1"/>
            <p:nvPr/>
          </p:nvSpPr>
          <p:spPr>
            <a:xfrm>
              <a:off x="6783" y="6178"/>
              <a:ext cx="10190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是圆          上的点；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47118" name="Object 14"/>
            <p:cNvGraphicFramePr>
              <a:graphicFrameLocks noChangeAspect="1"/>
            </p:cNvGraphicFramePr>
            <p:nvPr/>
          </p:nvGraphicFramePr>
          <p:xfrm>
            <a:off x="8385" y="6242"/>
            <a:ext cx="1865" cy="1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1" name="Equation" r:id="rId3" imgW="12496800" imgH="5791200" progId="Equation.DSMT4">
                    <p:embed/>
                  </p:oleObj>
                </mc:Choice>
                <mc:Fallback>
                  <p:oleObj name="Equation" r:id="rId3" imgW="12496800" imgH="5791200" progId="Equation.DSMT4">
                    <p:embed/>
                    <p:pic>
                      <p:nvPicPr>
                        <p:cNvPr id="0" name="图片 2253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385" y="6242"/>
                          <a:ext cx="1865" cy="10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2"/>
          <p:cNvSpPr txBox="1"/>
          <p:nvPr/>
        </p:nvSpPr>
        <p:spPr>
          <a:xfrm>
            <a:off x="2077681" y="3091925"/>
            <a:ext cx="6470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相邻两个值对应向量的夹角均为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7121" name="Object 17"/>
          <p:cNvGraphicFramePr>
            <a:graphicFrameLocks noChangeAspect="1"/>
          </p:cNvGraphicFramePr>
          <p:nvPr/>
        </p:nvGraphicFramePr>
        <p:xfrm>
          <a:off x="7819078" y="2850106"/>
          <a:ext cx="69532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5" imgW="7315200" imgH="9448800" progId="Equation.DSMT4">
                  <p:embed/>
                </p:oleObj>
              </mc:Choice>
              <mc:Fallback>
                <p:oleObj name="Equation" r:id="rId5" imgW="7315200" imgH="94488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19078" y="2850106"/>
                        <a:ext cx="695325" cy="1076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8"/>
          <p:cNvGraphicFramePr>
            <a:graphicFrameLocks noChangeAspect="1"/>
          </p:cNvGraphicFramePr>
          <p:nvPr/>
        </p:nvGraphicFramePr>
        <p:xfrm>
          <a:off x="2095251" y="4811484"/>
          <a:ext cx="202406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7" imgW="21336000" imgH="5486400" progId="Equation.DSMT4">
                  <p:embed/>
                </p:oleObj>
              </mc:Choice>
              <mc:Fallback>
                <p:oleObj name="Equation" r:id="rId7" imgW="21336000" imgH="54864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95251" y="4811484"/>
                        <a:ext cx="2024062" cy="625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4096385" y="4852035"/>
            <a:ext cx="6950710" cy="674370"/>
            <a:chOff x="6451" y="7641"/>
            <a:chExt cx="10946" cy="1062"/>
          </a:xfrm>
        </p:grpSpPr>
        <p:sp>
          <p:nvSpPr>
            <p:cNvPr id="14" name="文本框 2"/>
            <p:cNvSpPr txBox="1"/>
            <p:nvPr/>
          </p:nvSpPr>
          <p:spPr>
            <a:xfrm>
              <a:off x="6451" y="7641"/>
              <a:ext cx="10946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是圆          </a:t>
              </a:r>
              <a:r>
                <a:rPr lang="zh-CN" altLang="en-US" sz="3200" dirty="0" smtClean="0">
                  <a:latin typeface="+mn-ea"/>
                </a:rPr>
                <a:t>的</a:t>
              </a:r>
              <a:r>
                <a:rPr lang="zh-CN" altLang="en-US" sz="3200" dirty="0" smtClean="0">
                  <a:latin typeface="+mn-ea"/>
                </a:rPr>
                <a:t>内</a:t>
              </a:r>
              <a:r>
                <a:rPr lang="zh-CN" altLang="en-US" sz="3200" dirty="0" smtClean="0">
                  <a:latin typeface="+mn-ea"/>
                </a:rPr>
                <a:t>接正</a:t>
              </a:r>
              <a:r>
                <a:rPr lang="en-US" altLang="zh-CN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en-US" sz="3200" dirty="0" smtClean="0">
                  <a:latin typeface="+mn-ea"/>
                </a:rPr>
                <a:t>多边形的顶点。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16" name="Object 14"/>
            <p:cNvGraphicFramePr>
              <a:graphicFrameLocks noChangeAspect="1"/>
            </p:cNvGraphicFramePr>
            <p:nvPr/>
          </p:nvGraphicFramePr>
          <p:xfrm>
            <a:off x="7927" y="7663"/>
            <a:ext cx="1865" cy="1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4" name="Equation" r:id="rId8" imgW="12496800" imgH="5791200" progId="Equation.DSMT4">
                    <p:embed/>
                  </p:oleObj>
                </mc:Choice>
                <mc:Fallback>
                  <p:oleObj name="Equation" r:id="rId8" imgW="12496800" imgH="5791200" progId="Equation.DSMT4">
                    <p:embed/>
                    <p:pic>
                      <p:nvPicPr>
                        <p:cNvPr id="0" name="图片 2253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927" y="7663"/>
                          <a:ext cx="1865" cy="10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1432560" y="6246495"/>
            <a:ext cx="6386830" cy="723900"/>
            <a:chOff x="2256" y="9837"/>
            <a:chExt cx="10058" cy="1140"/>
          </a:xfrm>
        </p:grpSpPr>
        <p:sp>
          <p:nvSpPr>
            <p:cNvPr id="17" name="文本框 2"/>
            <p:cNvSpPr txBox="1"/>
            <p:nvPr/>
          </p:nvSpPr>
          <p:spPr>
            <a:xfrm>
              <a:off x="2256" y="9837"/>
              <a:ext cx="10058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练习：计算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19" name="Object 13"/>
            <p:cNvGraphicFramePr>
              <a:graphicFrameLocks noChangeAspect="1"/>
            </p:cNvGraphicFramePr>
            <p:nvPr/>
          </p:nvGraphicFramePr>
          <p:xfrm>
            <a:off x="5878" y="9837"/>
            <a:ext cx="1280" cy="1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5" name="Equation" r:id="rId9" imgW="8229600" imgH="6096000" progId="Equation.DSMT4">
                    <p:embed/>
                  </p:oleObj>
                </mc:Choice>
                <mc:Fallback>
                  <p:oleObj name="Equation" r:id="rId9" imgW="8229600" imgH="6096000" progId="Equation.DSMT4">
                    <p:embed/>
                    <p:pic>
                      <p:nvPicPr>
                        <p:cNvPr id="0" name="图片 225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878" y="9837"/>
                          <a:ext cx="1280" cy="11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Object 38"/>
          <p:cNvGraphicFramePr>
            <a:graphicFrameLocks noChangeAspect="1"/>
          </p:cNvGraphicFramePr>
          <p:nvPr/>
        </p:nvGraphicFramePr>
        <p:xfrm>
          <a:off x="1630680" y="1372870"/>
          <a:ext cx="5434965" cy="967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11" imgW="63703200" imgH="9448800" progId="Equation.DSMT4">
                  <p:embed/>
                </p:oleObj>
              </mc:Choice>
              <mc:Fallback>
                <p:oleObj name="Equation" r:id="rId11" imgW="63703200" imgH="94488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30680" y="1372870"/>
                        <a:ext cx="5434965" cy="967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9"/>
          <p:cNvGraphicFramePr>
            <a:graphicFrameLocks noChangeAspect="1"/>
          </p:cNvGraphicFramePr>
          <p:nvPr/>
        </p:nvGraphicFramePr>
        <p:xfrm>
          <a:off x="7400925" y="1581785"/>
          <a:ext cx="261048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13" imgW="1104900" imgH="203200" progId="Equation.DSMT4">
                  <p:embed/>
                </p:oleObj>
              </mc:Choice>
              <mc:Fallback>
                <p:oleObj name="Equation" r:id="rId13" imgW="1104900" imgH="2032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00925" y="1581785"/>
                        <a:ext cx="2610485" cy="549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七角星 25"/>
          <p:cNvSpPr/>
          <p:nvPr/>
        </p:nvSpPr>
        <p:spPr>
          <a:xfrm>
            <a:off x="702160" y="2758861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6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368310" y="135067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五、无穷远点与扩充复平面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3719195" y="3985895"/>
          <a:ext cx="513080" cy="684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152400" imgH="165100" progId="Equation.DSMT4">
                  <p:embed/>
                </p:oleObj>
              </mc:Choice>
              <mc:Fallback>
                <p:oleObj name="Equation" r:id="rId1" imgW="152400" imgH="1651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19195" y="3985895"/>
                        <a:ext cx="513080" cy="684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 flipV="1">
            <a:off x="4775835" y="2609850"/>
            <a:ext cx="4391660" cy="33655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3616960" y="2626360"/>
            <a:ext cx="1158875" cy="1831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3625850" y="4457700"/>
            <a:ext cx="4391660" cy="336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7981950" y="2643505"/>
            <a:ext cx="1185545" cy="1849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 descr="472099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9370" y="758825"/>
            <a:ext cx="3110230" cy="3110230"/>
          </a:xfrm>
          <a:prstGeom prst="rect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4803775" y="3644900"/>
            <a:ext cx="7556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3" name="Object 7"/>
          <p:cNvGraphicFramePr>
            <a:graphicFrameLocks noChangeAspect="1"/>
          </p:cNvGraphicFramePr>
          <p:nvPr/>
        </p:nvGraphicFramePr>
        <p:xfrm>
          <a:off x="5087620" y="3721100"/>
          <a:ext cx="39814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5" imgW="152400" imgH="228600" progId="Equation.DSMT4">
                  <p:embed/>
                </p:oleObj>
              </mc:Choice>
              <mc:Fallback>
                <p:oleObj name="Equation" r:id="rId5" imgW="152400" imgH="2286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87620" y="3721100"/>
                        <a:ext cx="398145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/>
          <p:cNvCxnSpPr/>
          <p:nvPr/>
        </p:nvCxnSpPr>
        <p:spPr>
          <a:xfrm flipV="1">
            <a:off x="4879340" y="920750"/>
            <a:ext cx="1688465" cy="2786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Object 7"/>
          <p:cNvGraphicFramePr>
            <a:graphicFrameLocks noChangeAspect="1"/>
          </p:cNvGraphicFramePr>
          <p:nvPr/>
        </p:nvGraphicFramePr>
        <p:xfrm>
          <a:off x="6567805" y="920750"/>
          <a:ext cx="445135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7" imgW="177165" imgH="177165" progId="Equation.DSMT4">
                  <p:embed/>
                </p:oleObj>
              </mc:Choice>
              <mc:Fallback>
                <p:oleObj name="Equation" r:id="rId7" imgW="177165" imgH="177165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67805" y="920750"/>
                        <a:ext cx="445135" cy="548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椭圆 18"/>
          <p:cNvSpPr/>
          <p:nvPr/>
        </p:nvSpPr>
        <p:spPr>
          <a:xfrm>
            <a:off x="5485765" y="2643505"/>
            <a:ext cx="7556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0" name="Object 7"/>
          <p:cNvGraphicFramePr>
            <a:graphicFrameLocks noChangeAspect="1"/>
          </p:cNvGraphicFramePr>
          <p:nvPr/>
        </p:nvGraphicFramePr>
        <p:xfrm>
          <a:off x="4771390" y="1900555"/>
          <a:ext cx="462915" cy="900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9" imgW="177165" imgH="279400" progId="Equation.DSMT4">
                  <p:embed/>
                </p:oleObj>
              </mc:Choice>
              <mc:Fallback>
                <p:oleObj name="Equation" r:id="rId9" imgW="177165" imgH="2794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71390" y="1900555"/>
                        <a:ext cx="462915" cy="900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951230" y="4871720"/>
            <a:ext cx="7780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 smtClean="0">
                <a:latin typeface="+mn-ea"/>
              </a:rPr>
              <a:t>球面上点除北极</a:t>
            </a:r>
            <a:r>
              <a:rPr lang="en-US" altLang="zh-CN" sz="2400" dirty="0" smtClean="0">
                <a:latin typeface="+mn-ea"/>
              </a:rPr>
              <a:t>N</a:t>
            </a:r>
            <a:r>
              <a:rPr lang="zh-CN" altLang="en-US" sz="2400" dirty="0" smtClean="0">
                <a:latin typeface="+mn-ea"/>
              </a:rPr>
              <a:t>外都可以表示一个复数；</a:t>
            </a:r>
            <a:endParaRPr lang="zh-CN" altLang="en-US" sz="2400" dirty="0" smtClean="0">
              <a:latin typeface="+mn-ea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951230" y="5466080"/>
            <a:ext cx="6868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 smtClean="0">
                <a:latin typeface="+mn-ea"/>
              </a:rPr>
              <a:t>在有限复平面外定义无穷远点</a:t>
            </a:r>
            <a:endParaRPr lang="zh-CN" altLang="en-US" sz="2400" dirty="0" smtClean="0">
              <a:latin typeface="+mn-ea"/>
            </a:endParaRPr>
          </a:p>
        </p:txBody>
      </p:sp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74920" y="5466080"/>
          <a:ext cx="684530" cy="593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1" imgW="190500" imgH="165100" progId="Equation.DSMT4">
                  <p:embed/>
                </p:oleObj>
              </mc:Choice>
              <mc:Fallback>
                <p:oleObj name="" r:id="rId11" imgW="190500" imgH="1651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74920" y="5466080"/>
                        <a:ext cx="684530" cy="593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2"/>
          <p:cNvSpPr txBox="1"/>
          <p:nvPr/>
        </p:nvSpPr>
        <p:spPr>
          <a:xfrm>
            <a:off x="5962015" y="5400040"/>
            <a:ext cx="4225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 smtClean="0">
                <a:latin typeface="+mn-ea"/>
              </a:rPr>
              <a:t>使其与球面上的北极</a:t>
            </a:r>
            <a:r>
              <a:rPr lang="en-US" altLang="zh-CN" sz="2400" dirty="0" smtClean="0">
                <a:latin typeface="+mn-ea"/>
              </a:rPr>
              <a:t>N</a:t>
            </a:r>
            <a:r>
              <a:rPr lang="zh-CN" altLang="en-US" sz="2400" dirty="0" smtClean="0">
                <a:latin typeface="+mn-ea"/>
              </a:rPr>
              <a:t>相对应</a:t>
            </a:r>
            <a:r>
              <a:rPr lang="en-US" altLang="zh-CN" sz="2400" dirty="0" smtClean="0">
                <a:latin typeface="+mn-ea"/>
              </a:rPr>
              <a:t>.</a:t>
            </a:r>
            <a:endParaRPr lang="en-US" altLang="zh-CN" sz="2400" dirty="0" smtClean="0">
              <a:latin typeface="+mn-ea"/>
            </a:endParaRPr>
          </a:p>
        </p:txBody>
      </p:sp>
      <p:graphicFrame>
        <p:nvGraphicFramePr>
          <p:cNvPr id="32" name="Object 7"/>
          <p:cNvGraphicFramePr>
            <a:graphicFrameLocks noChangeAspect="1"/>
          </p:cNvGraphicFramePr>
          <p:nvPr/>
        </p:nvGraphicFramePr>
        <p:xfrm>
          <a:off x="1061720" y="5993130"/>
          <a:ext cx="1049020" cy="494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13" imgW="431800" imgH="165100" progId="Equation.DSMT4">
                  <p:embed/>
                </p:oleObj>
              </mc:Choice>
              <mc:Fallback>
                <p:oleObj name="Equation" r:id="rId13" imgW="431800" imgH="1651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61720" y="5993130"/>
                        <a:ext cx="1049020" cy="4940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/>
        </p:nvSpPr>
        <p:spPr>
          <a:xfrm>
            <a:off x="2272665" y="6010275"/>
            <a:ext cx="4225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 smtClean="0">
                <a:latin typeface="+mn-ea"/>
              </a:rPr>
              <a:t>称为</a:t>
            </a:r>
            <a:r>
              <a:rPr lang="zh-CN" altLang="en-US" sz="2400" b="1" dirty="0" smtClean="0">
                <a:latin typeface="+mn-ea"/>
              </a:rPr>
              <a:t>扩充复平面</a:t>
            </a:r>
            <a:r>
              <a:rPr lang="en-US" altLang="zh-CN" sz="2400" b="1" dirty="0" smtClean="0">
                <a:latin typeface="+mn-ea"/>
              </a:rPr>
              <a:t>.</a:t>
            </a:r>
            <a:endParaRPr lang="en-US" altLang="zh-CN" sz="2400" b="1" dirty="0" smtClean="0">
              <a:latin typeface="+mn-ea"/>
            </a:endParaRPr>
          </a:p>
        </p:txBody>
      </p:sp>
      <p:sp>
        <p:nvSpPr>
          <p:cNvPr id="35" name="文本框 2"/>
          <p:cNvSpPr txBox="1"/>
          <p:nvPr/>
        </p:nvSpPr>
        <p:spPr>
          <a:xfrm>
            <a:off x="951230" y="6640830"/>
            <a:ext cx="59512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 smtClean="0">
                <a:latin typeface="+mn-ea"/>
              </a:rPr>
              <a:t>与扩充复平面对应的球面称作</a:t>
            </a:r>
            <a:r>
              <a:rPr lang="zh-CN" altLang="en-US" sz="2400" b="1" dirty="0" smtClean="0">
                <a:latin typeface="+mn-ea"/>
              </a:rPr>
              <a:t>复球面</a:t>
            </a:r>
            <a:endParaRPr lang="zh-CN" altLang="en-US" sz="2400" b="1" dirty="0" smtClean="0">
              <a:latin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7" name="墨迹 6"/>
              <p14:cNvContentPartPr/>
              <p14:nvPr/>
            </p14:nvContentPartPr>
            <p14:xfrm>
              <a:off x="6731635" y="908685"/>
              <a:ext cx="20955" cy="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6"/>
            </p:blipFill>
            <p:spPr>
              <a:xfrm>
                <a:off x="6731635" y="908685"/>
                <a:ext cx="2095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9" name="墨迹 8"/>
              <p14:cNvContentPartPr/>
              <p14:nvPr/>
            </p14:nvContentPartPr>
            <p14:xfrm>
              <a:off x="6688455" y="3591560"/>
              <a:ext cx="21590" cy="36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8"/>
            </p:blipFill>
            <p:spPr>
              <a:xfrm>
                <a:off x="6688455" y="3591560"/>
                <a:ext cx="2159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0" name="墨迹 9"/>
              <p14:cNvContentPartPr/>
              <p14:nvPr/>
            </p14:nvContentPartPr>
            <p14:xfrm>
              <a:off x="6678295" y="3623310"/>
              <a:ext cx="20955" cy="36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6"/>
            </p:blipFill>
            <p:spPr>
              <a:xfrm>
                <a:off x="6678295" y="3623310"/>
                <a:ext cx="2095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26" name="墨迹 25"/>
              <p14:cNvContentPartPr/>
              <p14:nvPr/>
            </p14:nvContentPartPr>
            <p14:xfrm>
              <a:off x="7190740" y="2372995"/>
              <a:ext cx="21590" cy="3238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21"/>
            </p:blipFill>
            <p:spPr>
              <a:xfrm>
                <a:off x="7190740" y="2372995"/>
                <a:ext cx="21590" cy="323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36" name="墨迹 35"/>
              <p14:cNvContentPartPr/>
              <p14:nvPr/>
            </p14:nvContentPartPr>
            <p14:xfrm>
              <a:off x="7340600" y="2715260"/>
              <a:ext cx="21590" cy="3175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23"/>
            </p:blipFill>
            <p:spPr>
              <a:xfrm>
                <a:off x="7340600" y="2715260"/>
                <a:ext cx="21590" cy="31750"/>
              </a:xfrm>
              <a:prstGeom prst="rect"/>
            </p:spPr>
          </p:pic>
        </mc:Fallback>
      </mc:AlternateContent>
    </p:spTree>
    <p:custDataLst>
      <p:tags r:id="rId2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9" grpId="0" bldLvl="0" animBg="1"/>
      <p:bldP spid="28" grpId="0"/>
      <p:bldP spid="29" grpId="0"/>
      <p:bldP spid="31" grpId="0"/>
      <p:bldP spid="34" grpId="0"/>
      <p:bldP spid="3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2"/>
          <p:cNvSpPr txBox="1"/>
          <p:nvPr/>
        </p:nvSpPr>
        <p:spPr>
          <a:xfrm>
            <a:off x="5175250" y="1955165"/>
            <a:ext cx="18408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作业：</a:t>
            </a:r>
            <a:endParaRPr lang="zh-CN" altLang="en-US" sz="48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26335" y="3215640"/>
            <a:ext cx="83153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习题</a:t>
            </a:r>
            <a:r>
              <a:rPr lang="en-US" altLang="zh-CN" sz="3200"/>
              <a:t>1</a:t>
            </a:r>
            <a:r>
              <a:rPr lang="zh-CN" altLang="en-US" sz="3200"/>
              <a:t>：</a:t>
            </a:r>
            <a:r>
              <a:rPr lang="en-US" altLang="zh-CN" sz="3200"/>
              <a:t> 1(2)(3) ; 2(3)(5); 7(1)(3)(5); 8 (2)(3); 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4011930" y="4229735"/>
            <a:ext cx="7632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9; 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405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1、15、18、19、20、21、24、29、33、36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9.xml><?xml version="1.0" encoding="utf-8"?>
<p:tagLst xmlns:p="http://schemas.openxmlformats.org/presentationml/2006/main">
  <p:tag name="KSO_WM_TEMPLATE_CATEGORY" val="custom"/>
  <p:tag name="KSO_WM_TEMPLATE_INDEX" val="20204405"/>
</p:tagLst>
</file>

<file path=ppt/tags/tag20.xml><?xml version="1.0" encoding="utf-8"?>
<p:tagLst xmlns:p="http://schemas.openxmlformats.org/presentationml/2006/main">
  <p:tag name="KSO_WM_TEMPLATE_CATEGORY" val="custom"/>
  <p:tag name="KSO_WM_TEMPLATE_INDEX" val="20204405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TEMPLATE_CATEGORY" val="custom"/>
  <p:tag name="KSO_WM_TEMPLATE_INDEX" val="20204405"/>
</p:tagLst>
</file>

<file path=ppt/tags/tag27.xml><?xml version="1.0" encoding="utf-8"?>
<p:tagLst xmlns:p="http://schemas.openxmlformats.org/presentationml/2006/main">
  <p:tag name="KSO_WM_TEMPLATE_CATEGORY" val="custom"/>
  <p:tag name="KSO_WM_TEMPLATE_INDEX" val="20204405"/>
</p:tagLst>
</file>

<file path=ppt/tags/tag28.xml><?xml version="1.0" encoding="utf-8"?>
<p:tagLst xmlns:p="http://schemas.openxmlformats.org/presentationml/2006/main">
  <p:tag name="KSO_WM_TEMPLATE_CATEGORY" val="custom"/>
  <p:tag name="KSO_WM_TEMPLATE_INDEX" val="20204405"/>
</p:tagLst>
</file>

<file path=ppt/tags/tag29.xml><?xml version="1.0" encoding="utf-8"?>
<p:tagLst xmlns:p="http://schemas.openxmlformats.org/presentationml/2006/main">
  <p:tag name="KSO_WM_TEMPLATE_CATEGORY" val="custom"/>
  <p:tag name="KSO_WM_TEMPLATE_INDEX" val="20204405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TEMPLATE_CATEGORY" val="custom"/>
  <p:tag name="KSO_WM_TEMPLATE_INDEX" val="20204405"/>
</p:tagLst>
</file>

<file path=ppt/tags/tag34.xml><?xml version="1.0" encoding="utf-8"?>
<p:tagLst xmlns:p="http://schemas.openxmlformats.org/presentationml/2006/main">
  <p:tag name="KSO_WM_TEMPLATE_CATEGORY" val="custom"/>
  <p:tag name="KSO_WM_TEMPLATE_INDEX" val="20204405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TEMPLATE_CATEGORY" val="custom"/>
  <p:tag name="KSO_WM_TEMPLATE_INDEX" val="20204405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204405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TEMPLATE_CATEGORY" val="custom"/>
  <p:tag name="KSO_WM_TEMPLATE_INDEX" val="20204405"/>
</p:tagLst>
</file>

<file path=ppt/tags/tag46.xml><?xml version="1.0" encoding="utf-8"?>
<p:tagLst xmlns:p="http://schemas.openxmlformats.org/presentationml/2006/main">
  <p:tag name="KSO_WM_TEMPLATE_CATEGORY" val="custom"/>
  <p:tag name="KSO_WM_TEMPLATE_INDEX" val="20204405"/>
</p:tagLst>
</file>

<file path=ppt/tags/tag47.xml><?xml version="1.0" encoding="utf-8"?>
<p:tagLst xmlns:p="http://schemas.openxmlformats.org/presentationml/2006/main">
  <p:tag name="KSO_WM_TEMPLATE_CATEGORY" val="custom"/>
  <p:tag name="KSO_WM_TEMPLATE_INDEX" val="20204405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TEMPLATE_CATEGORY" val="custom"/>
  <p:tag name="KSO_WM_TEMPLATE_INDEX" val="20204405"/>
</p:tagLst>
</file>

<file path=ppt/tags/tag56.xml><?xml version="1.0" encoding="utf-8"?>
<p:tagLst xmlns:p="http://schemas.openxmlformats.org/presentationml/2006/main">
  <p:tag name="KSO_WM_TEMPLATE_CATEGORY" val="custom"/>
  <p:tag name="KSO_WM_TEMPLATE_INDEX" val="20204405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TEMPLATE_CATEGORY" val="custom"/>
  <p:tag name="KSO_WM_TEMPLATE_INDEX" val="20204405"/>
</p:tagLst>
</file>

<file path=ppt/tags/tag65.xml><?xml version="1.0" encoding="utf-8"?>
<p:tagLst xmlns:p="http://schemas.openxmlformats.org/presentationml/2006/main">
  <p:tag name="KSO_WM_TEMPLATE_CATEGORY" val="custom"/>
  <p:tag name="KSO_WM_TEMPLATE_INDEX" val="20204405"/>
</p:tagLst>
</file>

<file path=ppt/tags/tag66.xml><?xml version="1.0" encoding="utf-8"?>
<p:tagLst xmlns:p="http://schemas.openxmlformats.org/presentationml/2006/main">
  <p:tag name="KSO_WM_TEMPLATE_CATEGORY" val="custom"/>
  <p:tag name="KSO_WM_TEMPLATE_INDEX" val="20204405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TEMPLATE_CATEGORY" val="custom"/>
  <p:tag name="KSO_WM_TEMPLATE_INDEX" val="20204405"/>
</p:tagLst>
</file>

<file path=ppt/tags/tag75.xml><?xml version="1.0" encoding="utf-8"?>
<p:tagLst xmlns:p="http://schemas.openxmlformats.org/presentationml/2006/main">
  <p:tag name="KSO_WM_TEMPLATE_CATEGORY" val="custom"/>
  <p:tag name="KSO_WM_TEMPLATE_INDEX" val="20204405"/>
</p:tagLst>
</file>

<file path=ppt/tags/tag76.xml><?xml version="1.0" encoding="utf-8"?>
<p:tagLst xmlns:p="http://schemas.openxmlformats.org/presentationml/2006/main">
  <p:tag name="KSO_WM_TEMPLATE_CATEGORY" val="custom"/>
  <p:tag name="KSO_WM_TEMPLATE_INDEX" val="20204405"/>
</p:tagLst>
</file>

<file path=ppt/tags/tag77.xml><?xml version="1.0" encoding="utf-8"?>
<p:tagLst xmlns:p="http://schemas.openxmlformats.org/presentationml/2006/main">
  <p:tag name="KSO_WM_TEMPLATE_CATEGORY" val="custom"/>
  <p:tag name="KSO_WM_TEMPLATE_INDEX" val="20204405"/>
</p:tagLst>
</file>

<file path=ppt/tags/tag78.xml><?xml version="1.0" encoding="utf-8"?>
<p:tagLst xmlns:p="http://schemas.openxmlformats.org/presentationml/2006/main">
  <p:tag name="KSO_WM_TEMPLATE_CATEGORY" val="custom"/>
  <p:tag name="KSO_WM_TEMPLATE_INDEX" val="20204405"/>
</p:tagLst>
</file>

<file path=ppt/tags/tag79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80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81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82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83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84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85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86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87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88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89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90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91.xml><?xml version="1.0" encoding="utf-8"?>
<p:tagLst xmlns:p="http://schemas.openxmlformats.org/presentationml/2006/main">
  <p:tag name="KSO_WM_DIAGRAM_VIRTUALLY_FRAME" val="{&quot;height&quot;:379.3,&quot;left&quot;:37.7,&quot;top&quot;:230.75,&quot;width&quot;:734.4250393700788}"/>
</p:tagLst>
</file>

<file path=ppt/tags/tag92.xml><?xml version="1.0" encoding="utf-8"?>
<p:tagLst xmlns:p="http://schemas.openxmlformats.org/presentationml/2006/main">
  <p:tag name="KSO_WM_TEMPLATE_CATEGORY" val="custom"/>
  <p:tag name="KSO_WM_TEMPLATE_INDEX" val="20204405"/>
</p:tagLst>
</file>

<file path=ppt/tags/tag93.xml><?xml version="1.0" encoding="utf-8"?>
<p:tagLst xmlns:p="http://schemas.openxmlformats.org/presentationml/2006/main">
  <p:tag name="KSO_WM_TEMPLATE_CATEGORY" val="custom"/>
  <p:tag name="KSO_WM_TEMPLATE_INDEX" val="20204405"/>
</p:tagLst>
</file>

<file path=ppt/tags/tag94.xml><?xml version="1.0" encoding="utf-8"?>
<p:tagLst xmlns:p="http://schemas.openxmlformats.org/presentationml/2006/main">
  <p:tag name="KSO_WM_TEMPLATE_CATEGORY" val="custom"/>
  <p:tag name="KSO_WM_TEMPLATE_INDEX" val="20204405"/>
</p:tagLst>
</file>

<file path=ppt/tags/tag95.xml><?xml version="1.0" encoding="utf-8"?>
<p:tagLst xmlns:p="http://schemas.openxmlformats.org/presentationml/2006/main">
  <p:tag name="KSO_WM_TEMPLATE_CATEGORY" val="custom"/>
  <p:tag name="KSO_WM_TEMPLATE_INDEX" val="20204405"/>
</p:tagLst>
</file>

<file path=ppt/tags/tag96.xml><?xml version="1.0" encoding="utf-8"?>
<p:tagLst xmlns:p="http://schemas.openxmlformats.org/presentationml/2006/main">
  <p:tag name="KSO_WM_TEMPLATE_CATEGORY" val="custom"/>
  <p:tag name="KSO_WM_TEMPLATE_INDEX" val="20204405"/>
</p:tagLst>
</file>

<file path=ppt/tags/tag97.xml><?xml version="1.0" encoding="utf-8"?>
<p:tagLst xmlns:p="http://schemas.openxmlformats.org/presentationml/2006/main">
  <p:tag name="KSO_WM_TEMPLATE_CATEGORY" val="custom"/>
  <p:tag name="KSO_WM_TEMPLATE_INDEX" val="20204405"/>
</p:tagLst>
</file>

<file path=ppt/tags/tag98.xml><?xml version="1.0" encoding="utf-8"?>
<p:tagLst xmlns:p="http://schemas.openxmlformats.org/presentationml/2006/main">
  <p:tag name="KSO_WM_TEMPLATE_CATEGORY" val="custom"/>
  <p:tag name="KSO_WM_TEMPLATE_INDEX" val="20204405"/>
</p:tagLst>
</file>

<file path=ppt/tags/tag99.xml><?xml version="1.0" encoding="utf-8"?>
<p:tagLst xmlns:p="http://schemas.openxmlformats.org/presentationml/2006/main">
  <p:tag name="KSO_WPP_MARK_KEY" val="9880da23-f0aa-4a13-bd42-98f8c365981c"/>
  <p:tag name="COMMONDATA" val="eyJoZGlkIjoiZGVlMWU0ZDMwNTgzY2I5MzA3YTY2MzlkMjY5ZDc1ODMifQ=="/>
</p:tagLst>
</file>

<file path=ppt/theme/theme1.xml><?xml version="1.0" encoding="utf-8"?>
<a:theme xmlns:a="http://schemas.openxmlformats.org/drawingml/2006/main" name="Office 主题​​">
  <a:themeElements>
    <a:clrScheme name="自定义 35">
      <a:dk1>
        <a:srgbClr val="000000"/>
      </a:dk1>
      <a:lt1>
        <a:srgbClr val="FFFFFF"/>
      </a:lt1>
      <a:dk2>
        <a:srgbClr val="E5F5FF"/>
      </a:dk2>
      <a:lt2>
        <a:srgbClr val="FBFCFC"/>
      </a:lt2>
      <a:accent1>
        <a:srgbClr val="0A79BD"/>
      </a:accent1>
      <a:accent2>
        <a:srgbClr val="00746A"/>
      </a:accent2>
      <a:accent3>
        <a:srgbClr val="166320"/>
      </a:accent3>
      <a:accent4>
        <a:srgbClr val="4D4704"/>
      </a:accent4>
      <a:accent5>
        <a:srgbClr val="962405"/>
      </a:accent5>
      <a:accent6>
        <a:srgbClr val="BC0A22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1802</Words>
  <Application>WPS 演示</Application>
  <PresentationFormat>自定义</PresentationFormat>
  <Paragraphs>362</Paragraphs>
  <Slides>32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346</vt:i4>
      </vt:variant>
      <vt:variant>
        <vt:lpstr>幻灯片标题</vt:lpstr>
      </vt:variant>
      <vt:variant>
        <vt:i4>32</vt:i4>
      </vt:variant>
    </vt:vector>
  </HeadingPairs>
  <TitlesOfParts>
    <vt:vector size="387" baseType="lpstr">
      <vt:lpstr>Arial</vt:lpstr>
      <vt:lpstr>宋体</vt:lpstr>
      <vt:lpstr>Wingdings</vt:lpstr>
      <vt:lpstr>微软雅黑</vt:lpstr>
      <vt:lpstr>华文行楷</vt:lpstr>
      <vt:lpstr>Times New Roman</vt:lpstr>
      <vt:lpstr>Arial Unicode MS</vt:lpstr>
      <vt:lpstr>Calibri</vt:lpstr>
      <vt:lpstr>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199</cp:revision>
  <dcterms:created xsi:type="dcterms:W3CDTF">2018-03-03T11:57:00Z</dcterms:created>
  <dcterms:modified xsi:type="dcterms:W3CDTF">2025-03-05T11:23:25Z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66FC48FEE9D7499E92266E3A74751FF4</vt:lpwstr>
  </property>
</Properties>
</file>