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411" r:id="rId3"/>
    <p:sldId id="413" r:id="rId4"/>
    <p:sldId id="414" r:id="rId5"/>
    <p:sldId id="415" r:id="rId6"/>
    <p:sldId id="416" r:id="rId7"/>
    <p:sldId id="418" r:id="rId8"/>
    <p:sldId id="419" r:id="rId9"/>
    <p:sldId id="420" r:id="rId10"/>
    <p:sldId id="421" r:id="rId11"/>
    <p:sldId id="422" r:id="rId12"/>
    <p:sldId id="457" r:id="rId13"/>
    <p:sldId id="456" r:id="rId14"/>
    <p:sldId id="490" r:id="rId15"/>
    <p:sldId id="461" r:id="rId16"/>
    <p:sldId id="462" r:id="rId17"/>
    <p:sldId id="465" r:id="rId18"/>
    <p:sldId id="477" r:id="rId19"/>
    <p:sldId id="471" r:id="rId20"/>
    <p:sldId id="469" r:id="rId21"/>
    <p:sldId id="472" r:id="rId22"/>
    <p:sldId id="489" r:id="rId23"/>
    <p:sldId id="473" r:id="rId24"/>
    <p:sldId id="474" r:id="rId25"/>
    <p:sldId id="475" r:id="rId26"/>
    <p:sldId id="487" r:id="rId27"/>
    <p:sldId id="491" r:id="rId28"/>
    <p:sldId id="488" r:id="rId29"/>
  </p:sldIdLst>
  <p:sldSz cx="12192000" cy="8208645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3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6F1"/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2613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336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6" Type="http://schemas.openxmlformats.org/officeDocument/2006/relationships/image" Target="../media/image30.wmf"/><Relationship Id="rId25" Type="http://schemas.openxmlformats.org/officeDocument/2006/relationships/image" Target="../media/image29.wmf"/><Relationship Id="rId24" Type="http://schemas.openxmlformats.org/officeDocument/2006/relationships/image" Target="../media/image28.wmf"/><Relationship Id="rId23" Type="http://schemas.openxmlformats.org/officeDocument/2006/relationships/image" Target="../media/image27.wmf"/><Relationship Id="rId22" Type="http://schemas.openxmlformats.org/officeDocument/2006/relationships/image" Target="../media/image26.wmf"/><Relationship Id="rId21" Type="http://schemas.openxmlformats.org/officeDocument/2006/relationships/image" Target="../media/image25.wmf"/><Relationship Id="rId20" Type="http://schemas.openxmlformats.org/officeDocument/2006/relationships/image" Target="../media/image24.wmf"/><Relationship Id="rId2" Type="http://schemas.openxmlformats.org/officeDocument/2006/relationships/image" Target="../media/image6.wmf"/><Relationship Id="rId19" Type="http://schemas.openxmlformats.org/officeDocument/2006/relationships/image" Target="../media/image23.wmf"/><Relationship Id="rId18" Type="http://schemas.openxmlformats.org/officeDocument/2006/relationships/image" Target="../media/image22.wmf"/><Relationship Id="rId17" Type="http://schemas.openxmlformats.org/officeDocument/2006/relationships/image" Target="../media/image21.wmf"/><Relationship Id="rId16" Type="http://schemas.openxmlformats.org/officeDocument/2006/relationships/image" Target="../media/image20.wmf"/><Relationship Id="rId15" Type="http://schemas.openxmlformats.org/officeDocument/2006/relationships/image" Target="../media/image19.wmf"/><Relationship Id="rId14" Type="http://schemas.openxmlformats.org/officeDocument/2006/relationships/image" Target="../media/image18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.wmf"/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33.wmf"/><Relationship Id="rId5" Type="http://schemas.openxmlformats.org/officeDocument/2006/relationships/image" Target="../media/image8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2" Type="http://schemas.openxmlformats.org/officeDocument/2006/relationships/image" Target="../media/image39.wmf"/><Relationship Id="rId11" Type="http://schemas.openxmlformats.org/officeDocument/2006/relationships/image" Target="../media/image38.wmf"/><Relationship Id="rId10" Type="http://schemas.openxmlformats.org/officeDocument/2006/relationships/image" Target="../media/image37.wmf"/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image" Target="../media/image11.wmf"/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1" Type="http://schemas.openxmlformats.org/officeDocument/2006/relationships/image" Target="../media/image54.wmf"/><Relationship Id="rId20" Type="http://schemas.openxmlformats.org/officeDocument/2006/relationships/image" Target="../media/image53.wmf"/><Relationship Id="rId2" Type="http://schemas.openxmlformats.org/officeDocument/2006/relationships/image" Target="../media/image41.wmf"/><Relationship Id="rId19" Type="http://schemas.openxmlformats.org/officeDocument/2006/relationships/image" Target="../media/image52.wmf"/><Relationship Id="rId18" Type="http://schemas.openxmlformats.org/officeDocument/2006/relationships/image" Target="../media/image51.wmf"/><Relationship Id="rId17" Type="http://schemas.openxmlformats.org/officeDocument/2006/relationships/image" Target="../media/image28.wmf"/><Relationship Id="rId16" Type="http://schemas.openxmlformats.org/officeDocument/2006/relationships/image" Target="../media/image19.wmf"/><Relationship Id="rId15" Type="http://schemas.openxmlformats.org/officeDocument/2006/relationships/image" Target="../media/image18.wmf"/><Relationship Id="rId14" Type="http://schemas.openxmlformats.org/officeDocument/2006/relationships/image" Target="../media/image17.wmf"/><Relationship Id="rId13" Type="http://schemas.openxmlformats.org/officeDocument/2006/relationships/image" Target="../media/image16.wmf"/><Relationship Id="rId12" Type="http://schemas.openxmlformats.org/officeDocument/2006/relationships/image" Target="../media/image15.wmf"/><Relationship Id="rId11" Type="http://schemas.openxmlformats.org/officeDocument/2006/relationships/image" Target="../media/image14.wmf"/><Relationship Id="rId10" Type="http://schemas.openxmlformats.org/officeDocument/2006/relationships/image" Target="../media/image13.wmf"/><Relationship Id="rId1" Type="http://schemas.openxmlformats.org/officeDocument/2006/relationships/image" Target="../media/image47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6" Type="http://schemas.openxmlformats.org/officeDocument/2006/relationships/image" Target="../media/image69.wmf"/><Relationship Id="rId15" Type="http://schemas.openxmlformats.org/officeDocument/2006/relationships/image" Target="../media/image68.wmf"/><Relationship Id="rId14" Type="http://schemas.openxmlformats.org/officeDocument/2006/relationships/image" Target="../media/image67.wmf"/><Relationship Id="rId13" Type="http://schemas.openxmlformats.org/officeDocument/2006/relationships/image" Target="../media/image66.wmf"/><Relationship Id="rId12" Type="http://schemas.openxmlformats.org/officeDocument/2006/relationships/image" Target="../media/image65.wmf"/><Relationship Id="rId11" Type="http://schemas.openxmlformats.org/officeDocument/2006/relationships/image" Target="../media/image64.wmf"/><Relationship Id="rId10" Type="http://schemas.openxmlformats.org/officeDocument/2006/relationships/image" Target="../media/image41.wmf"/><Relationship Id="rId1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41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86.wmf"/><Relationship Id="rId8" Type="http://schemas.openxmlformats.org/officeDocument/2006/relationships/image" Target="../media/image85.wmf"/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5" Type="http://schemas.openxmlformats.org/officeDocument/2006/relationships/image" Target="../media/image102.wmf"/><Relationship Id="rId24" Type="http://schemas.openxmlformats.org/officeDocument/2006/relationships/image" Target="../media/image101.wmf"/><Relationship Id="rId23" Type="http://schemas.openxmlformats.org/officeDocument/2006/relationships/image" Target="../media/image100.wmf"/><Relationship Id="rId22" Type="http://schemas.openxmlformats.org/officeDocument/2006/relationships/image" Target="../media/image99.wmf"/><Relationship Id="rId21" Type="http://schemas.openxmlformats.org/officeDocument/2006/relationships/image" Target="../media/image98.wmf"/><Relationship Id="rId20" Type="http://schemas.openxmlformats.org/officeDocument/2006/relationships/image" Target="../media/image97.wmf"/><Relationship Id="rId2" Type="http://schemas.openxmlformats.org/officeDocument/2006/relationships/image" Target="../media/image79.wmf"/><Relationship Id="rId19" Type="http://schemas.openxmlformats.org/officeDocument/2006/relationships/image" Target="../media/image96.wmf"/><Relationship Id="rId18" Type="http://schemas.openxmlformats.org/officeDocument/2006/relationships/image" Target="../media/image95.wmf"/><Relationship Id="rId17" Type="http://schemas.openxmlformats.org/officeDocument/2006/relationships/image" Target="../media/image94.wmf"/><Relationship Id="rId16" Type="http://schemas.openxmlformats.org/officeDocument/2006/relationships/image" Target="../media/image93.wmf"/><Relationship Id="rId15" Type="http://schemas.openxmlformats.org/officeDocument/2006/relationships/image" Target="../media/image92.wmf"/><Relationship Id="rId14" Type="http://schemas.openxmlformats.org/officeDocument/2006/relationships/image" Target="../media/image91.wmf"/><Relationship Id="rId13" Type="http://schemas.openxmlformats.org/officeDocument/2006/relationships/image" Target="../media/image90.wmf"/><Relationship Id="rId12" Type="http://schemas.openxmlformats.org/officeDocument/2006/relationships/image" Target="../media/image89.wmf"/><Relationship Id="rId11" Type="http://schemas.openxmlformats.org/officeDocument/2006/relationships/image" Target="../media/image88.wmf"/><Relationship Id="rId10" Type="http://schemas.openxmlformats.org/officeDocument/2006/relationships/image" Target="../media/image87.wmf"/><Relationship Id="rId1" Type="http://schemas.openxmlformats.org/officeDocument/2006/relationships/image" Target="../media/image78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image" Target="../media/image104.wmf"/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2" Type="http://schemas.openxmlformats.org/officeDocument/2006/relationships/image" Target="../media/image113.wmf"/><Relationship Id="rId21" Type="http://schemas.openxmlformats.org/officeDocument/2006/relationships/image" Target="../media/image112.wmf"/><Relationship Id="rId20" Type="http://schemas.openxmlformats.org/officeDocument/2006/relationships/image" Target="../media/image111.wmf"/><Relationship Id="rId2" Type="http://schemas.openxmlformats.org/officeDocument/2006/relationships/image" Target="../media/image103.wmf"/><Relationship Id="rId19" Type="http://schemas.openxmlformats.org/officeDocument/2006/relationships/image" Target="../media/image110.wmf"/><Relationship Id="rId18" Type="http://schemas.openxmlformats.org/officeDocument/2006/relationships/image" Target="../media/image109.wmf"/><Relationship Id="rId17" Type="http://schemas.openxmlformats.org/officeDocument/2006/relationships/image" Target="../media/image108.wmf"/><Relationship Id="rId16" Type="http://schemas.openxmlformats.org/officeDocument/2006/relationships/image" Target="../media/image107.wmf"/><Relationship Id="rId15" Type="http://schemas.openxmlformats.org/officeDocument/2006/relationships/image" Target="../media/image106.wmf"/><Relationship Id="rId14" Type="http://schemas.openxmlformats.org/officeDocument/2006/relationships/image" Target="../media/image105.wmf"/><Relationship Id="rId13" Type="http://schemas.openxmlformats.org/officeDocument/2006/relationships/image" Target="../media/image102.wmf"/><Relationship Id="rId12" Type="http://schemas.openxmlformats.org/officeDocument/2006/relationships/image" Target="../media/image101.wmf"/><Relationship Id="rId11" Type="http://schemas.openxmlformats.org/officeDocument/2006/relationships/image" Target="../media/image100.wmf"/><Relationship Id="rId10" Type="http://schemas.openxmlformats.org/officeDocument/2006/relationships/image" Target="../media/image99.wmf"/><Relationship Id="rId1" Type="http://schemas.openxmlformats.org/officeDocument/2006/relationships/image" Target="../media/image78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wmf"/><Relationship Id="rId8" Type="http://schemas.openxmlformats.org/officeDocument/2006/relationships/image" Target="../media/image121.wmf"/><Relationship Id="rId7" Type="http://schemas.openxmlformats.org/officeDocument/2006/relationships/image" Target="../media/image120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5" Type="http://schemas.openxmlformats.org/officeDocument/2006/relationships/image" Target="../media/image125.wmf"/><Relationship Id="rId14" Type="http://schemas.openxmlformats.org/officeDocument/2006/relationships/image" Target="../media/image124.wmf"/><Relationship Id="rId13" Type="http://schemas.openxmlformats.org/officeDocument/2006/relationships/image" Target="../media/image101.wmf"/><Relationship Id="rId12" Type="http://schemas.openxmlformats.org/officeDocument/2006/relationships/image" Target="../media/image123.wmf"/><Relationship Id="rId11" Type="http://schemas.openxmlformats.org/officeDocument/2006/relationships/image" Target="../media/image100.wmf"/><Relationship Id="rId10" Type="http://schemas.openxmlformats.org/officeDocument/2006/relationships/image" Target="../media/image99.wmf"/><Relationship Id="rId1" Type="http://schemas.openxmlformats.org/officeDocument/2006/relationships/image" Target="../media/image114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image" Target="../media/image133.wmf"/><Relationship Id="rId7" Type="http://schemas.openxmlformats.org/officeDocument/2006/relationships/image" Target="../media/image132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9" Type="http://schemas.openxmlformats.org/officeDocument/2006/relationships/image" Target="../media/image138.wmf"/><Relationship Id="rId18" Type="http://schemas.openxmlformats.org/officeDocument/2006/relationships/image" Target="../media/image137.wmf"/><Relationship Id="rId17" Type="http://schemas.openxmlformats.org/officeDocument/2006/relationships/image" Target="../media/image125.wmf"/><Relationship Id="rId16" Type="http://schemas.openxmlformats.org/officeDocument/2006/relationships/image" Target="../media/image124.wmf"/><Relationship Id="rId15" Type="http://schemas.openxmlformats.org/officeDocument/2006/relationships/image" Target="../media/image101.wmf"/><Relationship Id="rId14" Type="http://schemas.openxmlformats.org/officeDocument/2006/relationships/image" Target="../media/image123.wmf"/><Relationship Id="rId13" Type="http://schemas.openxmlformats.org/officeDocument/2006/relationships/image" Target="../media/image100.wmf"/><Relationship Id="rId12" Type="http://schemas.openxmlformats.org/officeDocument/2006/relationships/image" Target="../media/image99.wmf"/><Relationship Id="rId11" Type="http://schemas.openxmlformats.org/officeDocument/2006/relationships/image" Target="../media/image136.wmf"/><Relationship Id="rId10" Type="http://schemas.openxmlformats.org/officeDocument/2006/relationships/image" Target="../media/image135.wmf"/><Relationship Id="rId1" Type="http://schemas.openxmlformats.org/officeDocument/2006/relationships/image" Target="../media/image12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wmf"/><Relationship Id="rId8" Type="http://schemas.openxmlformats.org/officeDocument/2006/relationships/image" Target="../media/image146.wmf"/><Relationship Id="rId7" Type="http://schemas.openxmlformats.org/officeDocument/2006/relationships/image" Target="../media/image145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2" Type="http://schemas.openxmlformats.org/officeDocument/2006/relationships/image" Target="../media/image157.wmf"/><Relationship Id="rId21" Type="http://schemas.openxmlformats.org/officeDocument/2006/relationships/image" Target="../media/image156.wmf"/><Relationship Id="rId20" Type="http://schemas.openxmlformats.org/officeDocument/2006/relationships/image" Target="../media/image155.wmf"/><Relationship Id="rId2" Type="http://schemas.openxmlformats.org/officeDocument/2006/relationships/image" Target="../media/image140.wmf"/><Relationship Id="rId19" Type="http://schemas.openxmlformats.org/officeDocument/2006/relationships/image" Target="../media/image154.wmf"/><Relationship Id="rId18" Type="http://schemas.openxmlformats.org/officeDocument/2006/relationships/image" Target="../media/image153.wmf"/><Relationship Id="rId17" Type="http://schemas.openxmlformats.org/officeDocument/2006/relationships/image" Target="../media/image152.wmf"/><Relationship Id="rId16" Type="http://schemas.openxmlformats.org/officeDocument/2006/relationships/image" Target="../media/image151.wmf"/><Relationship Id="rId15" Type="http://schemas.openxmlformats.org/officeDocument/2006/relationships/image" Target="../media/image150.wmf"/><Relationship Id="rId14" Type="http://schemas.openxmlformats.org/officeDocument/2006/relationships/image" Target="../media/image123.wmf"/><Relationship Id="rId13" Type="http://schemas.openxmlformats.org/officeDocument/2006/relationships/image" Target="../media/image100.wmf"/><Relationship Id="rId12" Type="http://schemas.openxmlformats.org/officeDocument/2006/relationships/image" Target="../media/image99.wmf"/><Relationship Id="rId11" Type="http://schemas.openxmlformats.org/officeDocument/2006/relationships/image" Target="../media/image149.wmf"/><Relationship Id="rId10" Type="http://schemas.openxmlformats.org/officeDocument/2006/relationships/image" Target="../media/image148.wmf"/><Relationship Id="rId1" Type="http://schemas.openxmlformats.org/officeDocument/2006/relationships/image" Target="../media/image139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0.wmf"/><Relationship Id="rId8" Type="http://schemas.openxmlformats.org/officeDocument/2006/relationships/image" Target="../media/image124.wmf"/><Relationship Id="rId7" Type="http://schemas.openxmlformats.org/officeDocument/2006/relationships/image" Target="../media/image159.wmf"/><Relationship Id="rId6" Type="http://schemas.openxmlformats.org/officeDocument/2006/relationships/image" Target="../media/image158.wmf"/><Relationship Id="rId5" Type="http://schemas.openxmlformats.org/officeDocument/2006/relationships/image" Target="../media/image101.wmf"/><Relationship Id="rId4" Type="http://schemas.openxmlformats.org/officeDocument/2006/relationships/image" Target="../media/image123.wmf"/><Relationship Id="rId3" Type="http://schemas.openxmlformats.org/officeDocument/2006/relationships/image" Target="../media/image100.wmf"/><Relationship Id="rId22" Type="http://schemas.openxmlformats.org/officeDocument/2006/relationships/image" Target="../media/image173.wmf"/><Relationship Id="rId21" Type="http://schemas.openxmlformats.org/officeDocument/2006/relationships/image" Target="../media/image172.wmf"/><Relationship Id="rId20" Type="http://schemas.openxmlformats.org/officeDocument/2006/relationships/image" Target="../media/image171.wmf"/><Relationship Id="rId2" Type="http://schemas.openxmlformats.org/officeDocument/2006/relationships/image" Target="../media/image99.wmf"/><Relationship Id="rId19" Type="http://schemas.openxmlformats.org/officeDocument/2006/relationships/image" Target="../media/image170.wmf"/><Relationship Id="rId18" Type="http://schemas.openxmlformats.org/officeDocument/2006/relationships/image" Target="../media/image169.wmf"/><Relationship Id="rId17" Type="http://schemas.openxmlformats.org/officeDocument/2006/relationships/image" Target="../media/image168.wmf"/><Relationship Id="rId16" Type="http://schemas.openxmlformats.org/officeDocument/2006/relationships/image" Target="../media/image167.wmf"/><Relationship Id="rId15" Type="http://schemas.openxmlformats.org/officeDocument/2006/relationships/image" Target="../media/image166.wmf"/><Relationship Id="rId14" Type="http://schemas.openxmlformats.org/officeDocument/2006/relationships/image" Target="../media/image165.wmf"/><Relationship Id="rId13" Type="http://schemas.openxmlformats.org/officeDocument/2006/relationships/image" Target="../media/image164.wmf"/><Relationship Id="rId12" Type="http://schemas.openxmlformats.org/officeDocument/2006/relationships/image" Target="../media/image163.wmf"/><Relationship Id="rId11" Type="http://schemas.openxmlformats.org/officeDocument/2006/relationships/image" Target="../media/image162.wmf"/><Relationship Id="rId10" Type="http://schemas.openxmlformats.org/officeDocument/2006/relationships/image" Target="../media/image161.wmf"/><Relationship Id="rId1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wmf"/><Relationship Id="rId8" Type="http://schemas.openxmlformats.org/officeDocument/2006/relationships/image" Target="../media/image179.wmf"/><Relationship Id="rId7" Type="http://schemas.openxmlformats.org/officeDocument/2006/relationships/image" Target="../media/image178.wmf"/><Relationship Id="rId6" Type="http://schemas.openxmlformats.org/officeDocument/2006/relationships/image" Target="../media/image177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6" Type="http://schemas.openxmlformats.org/officeDocument/2006/relationships/image" Target="../media/image184.wmf"/><Relationship Id="rId15" Type="http://schemas.openxmlformats.org/officeDocument/2006/relationships/image" Target="../media/image123.wmf"/><Relationship Id="rId14" Type="http://schemas.openxmlformats.org/officeDocument/2006/relationships/image" Target="../media/image100.wmf"/><Relationship Id="rId13" Type="http://schemas.openxmlformats.org/officeDocument/2006/relationships/image" Target="../media/image99.wmf"/><Relationship Id="rId12" Type="http://schemas.openxmlformats.org/officeDocument/2006/relationships/image" Target="../media/image183.wmf"/><Relationship Id="rId11" Type="http://schemas.openxmlformats.org/officeDocument/2006/relationships/image" Target="../media/image182.wmf"/><Relationship Id="rId10" Type="http://schemas.openxmlformats.org/officeDocument/2006/relationships/image" Target="../media/image181.wmf"/><Relationship Id="rId1" Type="http://schemas.openxmlformats.org/officeDocument/2006/relationships/image" Target="../media/image174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wmf"/><Relationship Id="rId8" Type="http://schemas.openxmlformats.org/officeDocument/2006/relationships/image" Target="../media/image191.wmf"/><Relationship Id="rId7" Type="http://schemas.openxmlformats.org/officeDocument/2006/relationships/image" Target="../media/image190.wmf"/><Relationship Id="rId6" Type="http://schemas.openxmlformats.org/officeDocument/2006/relationships/image" Target="../media/image189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Relationship Id="rId3" Type="http://schemas.openxmlformats.org/officeDocument/2006/relationships/image" Target="../media/image178.wmf"/><Relationship Id="rId2" Type="http://schemas.openxmlformats.org/officeDocument/2006/relationships/image" Target="../media/image186.wmf"/><Relationship Id="rId17" Type="http://schemas.openxmlformats.org/officeDocument/2006/relationships/image" Target="../media/image184.wmf"/><Relationship Id="rId16" Type="http://schemas.openxmlformats.org/officeDocument/2006/relationships/image" Target="../media/image196.wmf"/><Relationship Id="rId15" Type="http://schemas.openxmlformats.org/officeDocument/2006/relationships/image" Target="../media/image195.wmf"/><Relationship Id="rId14" Type="http://schemas.openxmlformats.org/officeDocument/2006/relationships/image" Target="../media/image123.wmf"/><Relationship Id="rId13" Type="http://schemas.openxmlformats.org/officeDocument/2006/relationships/image" Target="../media/image100.wmf"/><Relationship Id="rId12" Type="http://schemas.openxmlformats.org/officeDocument/2006/relationships/image" Target="../media/image99.wmf"/><Relationship Id="rId11" Type="http://schemas.openxmlformats.org/officeDocument/2006/relationships/image" Target="../media/image194.wmf"/><Relationship Id="rId10" Type="http://schemas.openxmlformats.org/officeDocument/2006/relationships/image" Target="../media/image193.wmf"/><Relationship Id="rId1" Type="http://schemas.openxmlformats.org/officeDocument/2006/relationships/image" Target="../media/image185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5.wmf"/><Relationship Id="rId8" Type="http://schemas.openxmlformats.org/officeDocument/2006/relationships/image" Target="../media/image204.wmf"/><Relationship Id="rId7" Type="http://schemas.openxmlformats.org/officeDocument/2006/relationships/image" Target="../media/image203.wmf"/><Relationship Id="rId6" Type="http://schemas.openxmlformats.org/officeDocument/2006/relationships/image" Target="../media/image202.w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5" Type="http://schemas.openxmlformats.org/officeDocument/2006/relationships/image" Target="../media/image211.wmf"/><Relationship Id="rId14" Type="http://schemas.openxmlformats.org/officeDocument/2006/relationships/image" Target="../media/image210.wmf"/><Relationship Id="rId13" Type="http://schemas.openxmlformats.org/officeDocument/2006/relationships/image" Target="../media/image209.wmf"/><Relationship Id="rId12" Type="http://schemas.openxmlformats.org/officeDocument/2006/relationships/image" Target="../media/image208.wmf"/><Relationship Id="rId11" Type="http://schemas.openxmlformats.org/officeDocument/2006/relationships/image" Target="../media/image207.wmf"/><Relationship Id="rId10" Type="http://schemas.openxmlformats.org/officeDocument/2006/relationships/image" Target="../media/image206.wmf"/><Relationship Id="rId1" Type="http://schemas.openxmlformats.org/officeDocument/2006/relationships/image" Target="../media/image19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43000"/>
            <a:ext cx="458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292763" y="5108088"/>
            <a:ext cx="514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367369" y="1179656"/>
            <a:ext cx="381953" cy="44687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5860199" y="-6"/>
            <a:ext cx="6331801" cy="820865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162834" y="3683040"/>
            <a:ext cx="6718424" cy="13610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646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177348" y="5138291"/>
            <a:ext cx="6718424" cy="758603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35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547370" indent="0" algn="ctr">
              <a:buNone/>
              <a:defRPr sz="2395"/>
            </a:lvl2pPr>
            <a:lvl3pPr marL="1094740" indent="0" algn="ctr">
              <a:buNone/>
              <a:defRPr sz="2155"/>
            </a:lvl3pPr>
            <a:lvl4pPr marL="1641475" indent="0" algn="ctr">
              <a:buNone/>
              <a:defRPr sz="1915"/>
            </a:lvl4pPr>
            <a:lvl5pPr marL="2188845" indent="0" algn="ctr">
              <a:buNone/>
              <a:defRPr sz="1915"/>
            </a:lvl5pPr>
            <a:lvl6pPr marL="2736215" indent="0" algn="ctr">
              <a:buNone/>
              <a:defRPr sz="1915"/>
            </a:lvl6pPr>
            <a:lvl7pPr marL="3283585" indent="0" algn="ctr">
              <a:buNone/>
              <a:defRPr sz="1915"/>
            </a:lvl7pPr>
            <a:lvl8pPr marL="3830955" indent="0" algn="ctr">
              <a:buNone/>
              <a:defRPr sz="1915"/>
            </a:lvl8pPr>
            <a:lvl9pPr marL="4377690" indent="0" algn="ctr">
              <a:buNone/>
              <a:defRPr sz="191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140099"/>
            <a:ext cx="10852237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3414833" y="4104322"/>
            <a:ext cx="2916968" cy="4104321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2806700" y="4104322"/>
            <a:ext cx="2916968" cy="4104321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5723668" cy="8208645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4557486" cy="8208645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6"/>
            <a:ext cx="3391305" cy="8208646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443489" y="1954112"/>
            <a:ext cx="486583" cy="56928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0457187" y="6156484"/>
            <a:ext cx="486583" cy="56928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4581013" y="3753175"/>
            <a:ext cx="5467288" cy="920978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526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4581013" y="4736991"/>
            <a:ext cx="5467288" cy="1290288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39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2pPr>
            <a:lvl3pPr marL="109474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3pPr>
            <a:lvl4pPr marL="164147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4pPr>
            <a:lvl5pPr marL="218884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5pPr>
            <a:lvl6pPr marL="273621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6pPr>
            <a:lvl7pPr marL="328358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7pPr>
            <a:lvl8pPr marL="3830955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8pPr>
            <a:lvl9pPr marL="437769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140099"/>
            <a:ext cx="5283242" cy="6450222"/>
          </a:xfrm>
        </p:spPr>
        <p:txBody>
          <a:bodyPr>
            <a:normAutofit/>
          </a:bodyPr>
          <a:lstStyle>
            <a:lvl1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915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140099"/>
            <a:ext cx="5283242" cy="456039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395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1475" indent="0">
              <a:buNone/>
              <a:defRPr sz="1915" b="1"/>
            </a:lvl4pPr>
            <a:lvl5pPr marL="2188845" indent="0">
              <a:buNone/>
              <a:defRPr sz="1915" b="1"/>
            </a:lvl5pPr>
            <a:lvl6pPr marL="2736215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7690" indent="0">
              <a:buNone/>
              <a:defRPr sz="191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683532"/>
            <a:ext cx="5283200" cy="5906624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140099"/>
            <a:ext cx="5283242" cy="45603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95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>
              <a:buNone/>
              <a:defRPr sz="2395" b="1"/>
            </a:lvl2pPr>
            <a:lvl3pPr marL="1094740" indent="0">
              <a:buNone/>
              <a:defRPr sz="2155" b="1"/>
            </a:lvl3pPr>
            <a:lvl4pPr marL="1641475" indent="0">
              <a:buNone/>
              <a:defRPr sz="1915" b="1"/>
            </a:lvl4pPr>
            <a:lvl5pPr marL="2188845" indent="0">
              <a:buNone/>
              <a:defRPr sz="1915" b="1"/>
            </a:lvl5pPr>
            <a:lvl6pPr marL="2736215" indent="0">
              <a:buNone/>
              <a:defRPr sz="1915" b="1"/>
            </a:lvl6pPr>
            <a:lvl7pPr marL="3283585" indent="0">
              <a:buNone/>
              <a:defRPr sz="1915" b="1"/>
            </a:lvl7pPr>
            <a:lvl8pPr marL="3830955" indent="0">
              <a:buNone/>
              <a:defRPr sz="1915" b="1"/>
            </a:lvl8pPr>
            <a:lvl9pPr marL="4377690" indent="0">
              <a:buNone/>
              <a:defRPr sz="191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683532"/>
            <a:ext cx="5283242" cy="5906624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7708" y="-6"/>
            <a:ext cx="12199708" cy="820865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530526"/>
            <a:ext cx="10852237" cy="52900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821055" marR="0" lvl="1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368425" marR="0" lvl="2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915160" marR="0" lvl="3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462530" marR="0" lvl="4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1140099"/>
            <a:ext cx="5283242" cy="6450222"/>
          </a:xfrm>
        </p:spPr>
        <p:txBody>
          <a:bodyPr vert="horz" lIns="101600" tIns="0" rIns="82550" bIns="0" rtlCol="0">
            <a:normAutofit/>
          </a:bodyPr>
          <a:lstStyle>
            <a:lvl1pPr marL="273685" marR="0" lvl="0" indent="-27368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915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1140099"/>
            <a:ext cx="950984" cy="6450222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7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1140090"/>
            <a:ext cx="9828101" cy="6450222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1140099"/>
            <a:ext cx="10852237" cy="6450222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4334" y="4839661"/>
            <a:ext cx="2394358" cy="3368983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5259613"/>
            <a:ext cx="2095895" cy="2949031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3465166" cy="8208645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2916968" cy="820864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390024" cy="672576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443489" y="1954112"/>
            <a:ext cx="486583" cy="56928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0457187" y="6156484"/>
            <a:ext cx="486583" cy="56928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365974" y="4805858"/>
            <a:ext cx="55943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226833" y="3488683"/>
            <a:ext cx="6374368" cy="1271847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6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227388" y="4839681"/>
            <a:ext cx="6374335" cy="116289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7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226833" y="2442911"/>
            <a:ext cx="3330721" cy="976836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526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0488168" y="6169253"/>
            <a:ext cx="1016888" cy="2861625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64111"/>
            <a:ext cx="11606400" cy="74804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589709"/>
            <a:ext cx="9626600" cy="412371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1211736" y="7059613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184410" y="240457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821852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922126"/>
            <a:ext cx="3960000" cy="1055705"/>
          </a:xfrm>
        </p:spPr>
        <p:txBody>
          <a:bodyPr anchor="ctr"/>
          <a:lstStyle>
            <a:lvl1pPr>
              <a:defRPr sz="431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2111410"/>
            <a:ext cx="3956400" cy="489933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921573"/>
            <a:ext cx="6480000" cy="60899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184410" y="7001503"/>
            <a:ext cx="786329" cy="91997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318866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128151" y="-1351679"/>
            <a:ext cx="1181103" cy="4117074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12000" y="935053"/>
            <a:ext cx="10976400" cy="749766"/>
          </a:xfrm>
        </p:spPr>
        <p:txBody>
          <a:bodyPr anchor="ctr"/>
          <a:lstStyle>
            <a:lvl1pPr algn="ctr">
              <a:defRPr sz="431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612000" y="1986449"/>
            <a:ext cx="10975975" cy="99107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12775" y="3361020"/>
            <a:ext cx="10965600" cy="410647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128151" y="-1351679"/>
            <a:ext cx="1181103" cy="4117074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6019674"/>
            <a:ext cx="12192000" cy="218897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4800" y="801474"/>
            <a:ext cx="10976400" cy="676513"/>
          </a:xfrm>
        </p:spPr>
        <p:txBody>
          <a:bodyPr anchor="ctr"/>
          <a:lstStyle>
            <a:lvl1pPr algn="ctr">
              <a:defRPr sz="383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04837" y="2012303"/>
            <a:ext cx="10990800" cy="384362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594000" y="6200651"/>
            <a:ext cx="11001600" cy="121082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109448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84394"/>
            <a:ext cx="11037600" cy="529006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990758"/>
            <a:ext cx="5342400" cy="3464436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990758"/>
            <a:ext cx="5367600" cy="3464436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5765442"/>
            <a:ext cx="5342400" cy="93505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5761133"/>
            <a:ext cx="5367600" cy="93505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1463247" y="7376961"/>
            <a:ext cx="381953" cy="44687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148138"/>
            <a:ext cx="12192000" cy="591237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818075" y="-2179010"/>
            <a:ext cx="2266950" cy="707142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8104574" y="3316223"/>
            <a:ext cx="2266950" cy="707142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522800" y="1602948"/>
            <a:ext cx="9144000" cy="2856867"/>
          </a:xfrm>
        </p:spPr>
        <p:txBody>
          <a:bodyPr anchor="b"/>
          <a:lstStyle>
            <a:lvl1pPr algn="ctr">
              <a:defRPr sz="718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522413" y="4623557"/>
            <a:ext cx="9144000" cy="198214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tags" Target="../tags/tag19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95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530522"/>
            <a:ext cx="10852237" cy="529006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1140099"/>
            <a:ext cx="10852237" cy="6450222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7600397"/>
            <a:ext cx="270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7600397"/>
            <a:ext cx="396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7600397"/>
            <a:ext cx="2700000" cy="379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3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1094740" rtl="0" eaLnBrk="1" fontAlgn="auto" latinLnBrk="0" hangingPunct="1">
        <a:lnSpc>
          <a:spcPct val="100000"/>
        </a:lnSpc>
        <a:spcBef>
          <a:spcPct val="0"/>
        </a:spcBef>
        <a:buNone/>
        <a:defRPr sz="287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7368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82105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926590" algn="l"/>
        </a:tabLst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368425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915160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462530" indent="-273685" algn="l" defTabSz="109474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915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00990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55727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4104640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651375" indent="-273685" algn="l" defTabSz="1094740" rtl="0" eaLnBrk="1" latinLnBrk="0" hangingPunct="1">
        <a:lnSpc>
          <a:spcPct val="90000"/>
        </a:lnSpc>
        <a:spcBef>
          <a:spcPct val="120000"/>
        </a:spcBef>
        <a:buFont typeface="Arial" panose="020B0604020202020204" pitchFamily="34" charset="0"/>
        <a:buChar char="•"/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1pPr>
      <a:lvl2pPr marL="54737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2pPr>
      <a:lvl3pPr marL="109474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3pPr>
      <a:lvl4pPr marL="164147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4pPr>
      <a:lvl5pPr marL="218884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5pPr>
      <a:lvl6pPr marL="273621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6pPr>
      <a:lvl7pPr marL="328358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7pPr>
      <a:lvl8pPr marL="3830955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8pPr>
      <a:lvl9pPr marL="4377690" algn="l" defTabSz="1094740" rtl="0" eaLnBrk="1" latinLnBrk="0" hangingPunct="1">
        <a:defRPr sz="2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221.xml"/><Relationship Id="rId2" Type="http://schemas.openxmlformats.org/officeDocument/2006/relationships/tags" Target="../tags/tag203.xml"/><Relationship Id="rId19" Type="http://schemas.openxmlformats.org/officeDocument/2006/relationships/tags" Target="../tags/tag220.xml"/><Relationship Id="rId18" Type="http://schemas.openxmlformats.org/officeDocument/2006/relationships/tags" Target="../tags/tag219.xml"/><Relationship Id="rId17" Type="http://schemas.openxmlformats.org/officeDocument/2006/relationships/tags" Target="../tags/tag218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tags" Target="../tags/tag211.xml"/><Relationship Id="rId1" Type="http://schemas.openxmlformats.org/officeDocument/2006/relationships/tags" Target="../tags/tag20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236.xml"/><Relationship Id="rId14" Type="http://schemas.openxmlformats.org/officeDocument/2006/relationships/tags" Target="../tags/tag235.xml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tags" Target="../tags/tag2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13.xml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7.wmf"/><Relationship Id="rId56" Type="http://schemas.openxmlformats.org/officeDocument/2006/relationships/vmlDrawing" Target="../drawings/vmlDrawing2.vml"/><Relationship Id="rId55" Type="http://schemas.openxmlformats.org/officeDocument/2006/relationships/slideLayout" Target="../slideLayouts/slideLayout13.xml"/><Relationship Id="rId54" Type="http://schemas.openxmlformats.org/officeDocument/2006/relationships/tags" Target="../tags/tag257.xml"/><Relationship Id="rId53" Type="http://schemas.openxmlformats.org/officeDocument/2006/relationships/image" Target="../media/image30.wmf"/><Relationship Id="rId52" Type="http://schemas.openxmlformats.org/officeDocument/2006/relationships/oleObject" Target="../embeddings/oleObject31.bin"/><Relationship Id="rId51" Type="http://schemas.openxmlformats.org/officeDocument/2006/relationships/image" Target="../media/image29.wmf"/><Relationship Id="rId50" Type="http://schemas.openxmlformats.org/officeDocument/2006/relationships/oleObject" Target="../embeddings/oleObject30.bin"/><Relationship Id="rId5" Type="http://schemas.openxmlformats.org/officeDocument/2006/relationships/oleObject" Target="../embeddings/oleObject7.bin"/><Relationship Id="rId49" Type="http://schemas.openxmlformats.org/officeDocument/2006/relationships/image" Target="../media/image28.wmf"/><Relationship Id="rId48" Type="http://schemas.openxmlformats.org/officeDocument/2006/relationships/oleObject" Target="../embeddings/oleObject29.bin"/><Relationship Id="rId47" Type="http://schemas.openxmlformats.org/officeDocument/2006/relationships/image" Target="../media/image27.wmf"/><Relationship Id="rId46" Type="http://schemas.openxmlformats.org/officeDocument/2006/relationships/oleObject" Target="../embeddings/oleObject28.bin"/><Relationship Id="rId45" Type="http://schemas.openxmlformats.org/officeDocument/2006/relationships/image" Target="../media/image26.wmf"/><Relationship Id="rId44" Type="http://schemas.openxmlformats.org/officeDocument/2006/relationships/oleObject" Target="../embeddings/oleObject27.bin"/><Relationship Id="rId43" Type="http://schemas.openxmlformats.org/officeDocument/2006/relationships/image" Target="../media/image25.wmf"/><Relationship Id="rId42" Type="http://schemas.openxmlformats.org/officeDocument/2006/relationships/oleObject" Target="../embeddings/oleObject26.bin"/><Relationship Id="rId41" Type="http://schemas.openxmlformats.org/officeDocument/2006/relationships/oleObject" Target="../embeddings/oleObject25.bin"/><Relationship Id="rId40" Type="http://schemas.openxmlformats.org/officeDocument/2006/relationships/image" Target="../media/image24.wmf"/><Relationship Id="rId4" Type="http://schemas.openxmlformats.org/officeDocument/2006/relationships/image" Target="../media/image6.wmf"/><Relationship Id="rId39" Type="http://schemas.openxmlformats.org/officeDocument/2006/relationships/oleObject" Target="../embeddings/oleObject24.bin"/><Relationship Id="rId38" Type="http://schemas.openxmlformats.org/officeDocument/2006/relationships/image" Target="../media/image23.wmf"/><Relationship Id="rId37" Type="http://schemas.openxmlformats.org/officeDocument/2006/relationships/oleObject" Target="../embeddings/oleObject23.bin"/><Relationship Id="rId36" Type="http://schemas.openxmlformats.org/officeDocument/2006/relationships/image" Target="../media/image22.wmf"/><Relationship Id="rId35" Type="http://schemas.openxmlformats.org/officeDocument/2006/relationships/oleObject" Target="../embeddings/oleObject22.bin"/><Relationship Id="rId34" Type="http://schemas.openxmlformats.org/officeDocument/2006/relationships/image" Target="../media/image21.wmf"/><Relationship Id="rId33" Type="http://schemas.openxmlformats.org/officeDocument/2006/relationships/oleObject" Target="../embeddings/oleObject21.bin"/><Relationship Id="rId32" Type="http://schemas.openxmlformats.org/officeDocument/2006/relationships/image" Target="../media/image20.wmf"/><Relationship Id="rId31" Type="http://schemas.openxmlformats.org/officeDocument/2006/relationships/oleObject" Target="../embeddings/oleObject20.bin"/><Relationship Id="rId30" Type="http://schemas.openxmlformats.org/officeDocument/2006/relationships/image" Target="../media/image19.wmf"/><Relationship Id="rId3" Type="http://schemas.openxmlformats.org/officeDocument/2006/relationships/oleObject" Target="../embeddings/oleObject6.bin"/><Relationship Id="rId29" Type="http://schemas.openxmlformats.org/officeDocument/2006/relationships/oleObject" Target="../embeddings/oleObject19.bin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18.bin"/><Relationship Id="rId26" Type="http://schemas.openxmlformats.org/officeDocument/2006/relationships/image" Target="../media/image17.wmf"/><Relationship Id="rId25" Type="http://schemas.openxmlformats.org/officeDocument/2006/relationships/oleObject" Target="../embeddings/oleObject17.bin"/><Relationship Id="rId24" Type="http://schemas.openxmlformats.org/officeDocument/2006/relationships/image" Target="../media/image16.wmf"/><Relationship Id="rId23" Type="http://schemas.openxmlformats.org/officeDocument/2006/relationships/oleObject" Target="../embeddings/oleObject16.bin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15.bin"/><Relationship Id="rId20" Type="http://schemas.openxmlformats.org/officeDocument/2006/relationships/image" Target="../media/image14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14.bin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13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12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2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0.wmf"/><Relationship Id="rId30" Type="http://schemas.openxmlformats.org/officeDocument/2006/relationships/vmlDrawing" Target="../drawings/vmlDrawing3.vml"/><Relationship Id="rId3" Type="http://schemas.openxmlformats.org/officeDocument/2006/relationships/oleObject" Target="../embeddings/oleObject33.bin"/><Relationship Id="rId29" Type="http://schemas.openxmlformats.org/officeDocument/2006/relationships/slideLayout" Target="../slideLayouts/slideLayout13.xml"/><Relationship Id="rId28" Type="http://schemas.openxmlformats.org/officeDocument/2006/relationships/tags" Target="../tags/tag259.xml"/><Relationship Id="rId27" Type="http://schemas.openxmlformats.org/officeDocument/2006/relationships/tags" Target="../tags/tag258.xml"/><Relationship Id="rId26" Type="http://schemas.openxmlformats.org/officeDocument/2006/relationships/image" Target="../media/image39.wmf"/><Relationship Id="rId25" Type="http://schemas.openxmlformats.org/officeDocument/2006/relationships/oleObject" Target="../embeddings/oleObject45.bin"/><Relationship Id="rId24" Type="http://schemas.openxmlformats.org/officeDocument/2006/relationships/oleObject" Target="../embeddings/oleObject44.bin"/><Relationship Id="rId23" Type="http://schemas.openxmlformats.org/officeDocument/2006/relationships/image" Target="../media/image38.wmf"/><Relationship Id="rId22" Type="http://schemas.openxmlformats.org/officeDocument/2006/relationships/oleObject" Target="../embeddings/oleObject43.bin"/><Relationship Id="rId21" Type="http://schemas.openxmlformats.org/officeDocument/2006/relationships/image" Target="../media/image37.wmf"/><Relationship Id="rId20" Type="http://schemas.openxmlformats.org/officeDocument/2006/relationships/oleObject" Target="../embeddings/oleObject42.bin"/><Relationship Id="rId2" Type="http://schemas.openxmlformats.org/officeDocument/2006/relationships/image" Target="../media/image29.wmf"/><Relationship Id="rId19" Type="http://schemas.openxmlformats.org/officeDocument/2006/relationships/oleObject" Target="../embeddings/oleObject41.bin"/><Relationship Id="rId18" Type="http://schemas.openxmlformats.org/officeDocument/2006/relationships/image" Target="../media/image36.wmf"/><Relationship Id="rId17" Type="http://schemas.openxmlformats.org/officeDocument/2006/relationships/oleObject" Target="../embeddings/oleObject40.bin"/><Relationship Id="rId16" Type="http://schemas.openxmlformats.org/officeDocument/2006/relationships/image" Target="../media/image35.wmf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3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0.wmf"/><Relationship Id="rId17" Type="http://schemas.openxmlformats.org/officeDocument/2006/relationships/vmlDrawing" Target="../drawings/vmlDrawing4.v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260.xml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52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46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48.wmf"/><Relationship Id="rId59" Type="http://schemas.openxmlformats.org/officeDocument/2006/relationships/vmlDrawing" Target="../drawings/vmlDrawing5.vml"/><Relationship Id="rId58" Type="http://schemas.openxmlformats.org/officeDocument/2006/relationships/slideLayout" Target="../slideLayouts/slideLayout13.xml"/><Relationship Id="rId57" Type="http://schemas.openxmlformats.org/officeDocument/2006/relationships/tags" Target="../tags/tag265.xml"/><Relationship Id="rId56" Type="http://schemas.openxmlformats.org/officeDocument/2006/relationships/image" Target="../media/image54.wmf"/><Relationship Id="rId55" Type="http://schemas.openxmlformats.org/officeDocument/2006/relationships/oleObject" Target="../embeddings/oleObject87.bin"/><Relationship Id="rId54" Type="http://schemas.openxmlformats.org/officeDocument/2006/relationships/image" Target="../media/image53.wmf"/><Relationship Id="rId53" Type="http://schemas.openxmlformats.org/officeDocument/2006/relationships/oleObject" Target="../embeddings/oleObject86.bin"/><Relationship Id="rId52" Type="http://schemas.openxmlformats.org/officeDocument/2006/relationships/oleObject" Target="../embeddings/oleObject85.bin"/><Relationship Id="rId51" Type="http://schemas.openxmlformats.org/officeDocument/2006/relationships/oleObject" Target="../embeddings/oleObject84.bin"/><Relationship Id="rId50" Type="http://schemas.openxmlformats.org/officeDocument/2006/relationships/oleObject" Target="../embeddings/oleObject83.bin"/><Relationship Id="rId5" Type="http://schemas.openxmlformats.org/officeDocument/2006/relationships/oleObject" Target="../embeddings/oleObject55.bin"/><Relationship Id="rId49" Type="http://schemas.openxmlformats.org/officeDocument/2006/relationships/oleObject" Target="../embeddings/oleObject82.bin"/><Relationship Id="rId48" Type="http://schemas.openxmlformats.org/officeDocument/2006/relationships/oleObject" Target="../embeddings/oleObject81.bin"/><Relationship Id="rId47" Type="http://schemas.openxmlformats.org/officeDocument/2006/relationships/oleObject" Target="../embeddings/oleObject80.bin"/><Relationship Id="rId46" Type="http://schemas.openxmlformats.org/officeDocument/2006/relationships/oleObject" Target="../embeddings/oleObject79.bin"/><Relationship Id="rId45" Type="http://schemas.openxmlformats.org/officeDocument/2006/relationships/oleObject" Target="../embeddings/oleObject78.bin"/><Relationship Id="rId44" Type="http://schemas.openxmlformats.org/officeDocument/2006/relationships/oleObject" Target="../embeddings/oleObject77.bin"/><Relationship Id="rId43" Type="http://schemas.openxmlformats.org/officeDocument/2006/relationships/oleObject" Target="../embeddings/oleObject76.bin"/><Relationship Id="rId42" Type="http://schemas.openxmlformats.org/officeDocument/2006/relationships/oleObject" Target="../embeddings/oleObject75.bin"/><Relationship Id="rId41" Type="http://schemas.openxmlformats.org/officeDocument/2006/relationships/oleObject" Target="../embeddings/oleObject74.bin"/><Relationship Id="rId40" Type="http://schemas.openxmlformats.org/officeDocument/2006/relationships/oleObject" Target="../embeddings/oleObject73.bin"/><Relationship Id="rId4" Type="http://schemas.openxmlformats.org/officeDocument/2006/relationships/image" Target="../media/image41.wmf"/><Relationship Id="rId39" Type="http://schemas.openxmlformats.org/officeDocument/2006/relationships/image" Target="../media/image52.wmf"/><Relationship Id="rId38" Type="http://schemas.openxmlformats.org/officeDocument/2006/relationships/oleObject" Target="../embeddings/oleObject72.bin"/><Relationship Id="rId37" Type="http://schemas.openxmlformats.org/officeDocument/2006/relationships/image" Target="../media/image51.wmf"/><Relationship Id="rId36" Type="http://schemas.openxmlformats.org/officeDocument/2006/relationships/oleObject" Target="../embeddings/oleObject71.bin"/><Relationship Id="rId35" Type="http://schemas.openxmlformats.org/officeDocument/2006/relationships/oleObject" Target="../embeddings/oleObject70.bin"/><Relationship Id="rId34" Type="http://schemas.openxmlformats.org/officeDocument/2006/relationships/image" Target="../media/image28.wmf"/><Relationship Id="rId33" Type="http://schemas.openxmlformats.org/officeDocument/2006/relationships/oleObject" Target="../embeddings/oleObject69.bin"/><Relationship Id="rId32" Type="http://schemas.openxmlformats.org/officeDocument/2006/relationships/image" Target="../media/image19.wmf"/><Relationship Id="rId31" Type="http://schemas.openxmlformats.org/officeDocument/2006/relationships/oleObject" Target="../embeddings/oleObject68.bin"/><Relationship Id="rId30" Type="http://schemas.openxmlformats.org/officeDocument/2006/relationships/image" Target="../media/image18.wmf"/><Relationship Id="rId3" Type="http://schemas.openxmlformats.org/officeDocument/2006/relationships/oleObject" Target="../embeddings/oleObject54.bin"/><Relationship Id="rId29" Type="http://schemas.openxmlformats.org/officeDocument/2006/relationships/oleObject" Target="../embeddings/oleObject67.bin"/><Relationship Id="rId28" Type="http://schemas.openxmlformats.org/officeDocument/2006/relationships/image" Target="../media/image17.wmf"/><Relationship Id="rId27" Type="http://schemas.openxmlformats.org/officeDocument/2006/relationships/oleObject" Target="../embeddings/oleObject66.bin"/><Relationship Id="rId26" Type="http://schemas.openxmlformats.org/officeDocument/2006/relationships/image" Target="../media/image16.wmf"/><Relationship Id="rId25" Type="http://schemas.openxmlformats.org/officeDocument/2006/relationships/oleObject" Target="../embeddings/oleObject65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64.bin"/><Relationship Id="rId22" Type="http://schemas.openxmlformats.org/officeDocument/2006/relationships/image" Target="../media/image14.wmf"/><Relationship Id="rId21" Type="http://schemas.openxmlformats.org/officeDocument/2006/relationships/oleObject" Target="../embeddings/oleObject63.bin"/><Relationship Id="rId20" Type="http://schemas.openxmlformats.org/officeDocument/2006/relationships/image" Target="../media/image13.wmf"/><Relationship Id="rId2" Type="http://schemas.openxmlformats.org/officeDocument/2006/relationships/image" Target="../media/image47.wmf"/><Relationship Id="rId19" Type="http://schemas.openxmlformats.org/officeDocument/2006/relationships/oleObject" Target="../embeddings/oleObject62.bin"/><Relationship Id="rId18" Type="http://schemas.openxmlformats.org/officeDocument/2006/relationships/image" Target="../media/image12.wmf"/><Relationship Id="rId17" Type="http://schemas.openxmlformats.org/officeDocument/2006/relationships/oleObject" Target="../embeddings/oleObject61.bin"/><Relationship Id="rId16" Type="http://schemas.openxmlformats.org/officeDocument/2006/relationships/image" Target="../media/image11.wmf"/><Relationship Id="rId15" Type="http://schemas.openxmlformats.org/officeDocument/2006/relationships/oleObject" Target="../embeddings/oleObject60.bin"/><Relationship Id="rId14" Type="http://schemas.openxmlformats.org/officeDocument/2006/relationships/image" Target="../media/image10.wmf"/><Relationship Id="rId13" Type="http://schemas.openxmlformats.org/officeDocument/2006/relationships/oleObject" Target="../embeddings/oleObject59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5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89.bin"/><Relationship Id="rId43" Type="http://schemas.openxmlformats.org/officeDocument/2006/relationships/vmlDrawing" Target="../drawings/vmlDrawing6.vml"/><Relationship Id="rId42" Type="http://schemas.openxmlformats.org/officeDocument/2006/relationships/slideLayout" Target="../slideLayouts/slideLayout13.xml"/><Relationship Id="rId41" Type="http://schemas.openxmlformats.org/officeDocument/2006/relationships/tags" Target="../tags/tag271.xml"/><Relationship Id="rId40" Type="http://schemas.openxmlformats.org/officeDocument/2006/relationships/oleObject" Target="../embeddings/oleObject105.bin"/><Relationship Id="rId4" Type="http://schemas.openxmlformats.org/officeDocument/2006/relationships/image" Target="../media/image47.wmf"/><Relationship Id="rId39" Type="http://schemas.openxmlformats.org/officeDocument/2006/relationships/image" Target="../media/image69.wmf"/><Relationship Id="rId38" Type="http://schemas.openxmlformats.org/officeDocument/2006/relationships/oleObject" Target="../embeddings/oleObject104.bin"/><Relationship Id="rId37" Type="http://schemas.openxmlformats.org/officeDocument/2006/relationships/image" Target="../media/image68.wmf"/><Relationship Id="rId36" Type="http://schemas.openxmlformats.org/officeDocument/2006/relationships/oleObject" Target="../embeddings/oleObject103.bin"/><Relationship Id="rId35" Type="http://schemas.openxmlformats.org/officeDocument/2006/relationships/image" Target="../media/image67.wmf"/><Relationship Id="rId34" Type="http://schemas.openxmlformats.org/officeDocument/2006/relationships/oleObject" Target="../embeddings/oleObject102.bin"/><Relationship Id="rId33" Type="http://schemas.openxmlformats.org/officeDocument/2006/relationships/image" Target="../media/image66.wmf"/><Relationship Id="rId32" Type="http://schemas.openxmlformats.org/officeDocument/2006/relationships/oleObject" Target="../embeddings/oleObject101.bin"/><Relationship Id="rId31" Type="http://schemas.openxmlformats.org/officeDocument/2006/relationships/oleObject" Target="../embeddings/oleObject100.bin"/><Relationship Id="rId30" Type="http://schemas.openxmlformats.org/officeDocument/2006/relationships/image" Target="../media/image65.wmf"/><Relationship Id="rId3" Type="http://schemas.openxmlformats.org/officeDocument/2006/relationships/oleObject" Target="../embeddings/oleObject88.bin"/><Relationship Id="rId29" Type="http://schemas.openxmlformats.org/officeDocument/2006/relationships/oleObject" Target="../embeddings/oleObject99.bin"/><Relationship Id="rId28" Type="http://schemas.openxmlformats.org/officeDocument/2006/relationships/image" Target="../media/image64.wmf"/><Relationship Id="rId27" Type="http://schemas.openxmlformats.org/officeDocument/2006/relationships/oleObject" Target="../embeddings/oleObject98.bin"/><Relationship Id="rId26" Type="http://schemas.openxmlformats.org/officeDocument/2006/relationships/image" Target="../media/image41.wmf"/><Relationship Id="rId25" Type="http://schemas.openxmlformats.org/officeDocument/2006/relationships/oleObject" Target="../embeddings/oleObject97.bin"/><Relationship Id="rId24" Type="http://schemas.openxmlformats.org/officeDocument/2006/relationships/image" Target="../media/image63.wmf"/><Relationship Id="rId23" Type="http://schemas.openxmlformats.org/officeDocument/2006/relationships/oleObject" Target="../embeddings/oleObject96.bin"/><Relationship Id="rId22" Type="http://schemas.openxmlformats.org/officeDocument/2006/relationships/tags" Target="../tags/tag270.xml"/><Relationship Id="rId21" Type="http://schemas.openxmlformats.org/officeDocument/2006/relationships/tags" Target="../tags/tag269.xml"/><Relationship Id="rId20" Type="http://schemas.openxmlformats.org/officeDocument/2006/relationships/image" Target="../media/image62.jpeg"/><Relationship Id="rId2" Type="http://schemas.openxmlformats.org/officeDocument/2006/relationships/tags" Target="../tags/tag267.xml"/><Relationship Id="rId19" Type="http://schemas.openxmlformats.org/officeDocument/2006/relationships/tags" Target="../tags/tag268.xml"/><Relationship Id="rId18" Type="http://schemas.openxmlformats.org/officeDocument/2006/relationships/image" Target="../media/image61.wmf"/><Relationship Id="rId17" Type="http://schemas.openxmlformats.org/officeDocument/2006/relationships/oleObject" Target="../embeddings/oleObject95.bin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94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93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57.wmf"/><Relationship Id="rId1" Type="http://schemas.openxmlformats.org/officeDocument/2006/relationships/tags" Target="../tags/tag26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wmf"/><Relationship Id="rId8" Type="http://schemas.openxmlformats.org/officeDocument/2006/relationships/oleObject" Target="../embeddings/oleObject110.bin"/><Relationship Id="rId7" Type="http://schemas.openxmlformats.org/officeDocument/2006/relationships/image" Target="../media/image72.wmf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108.bin"/><Relationship Id="rId33" Type="http://schemas.openxmlformats.org/officeDocument/2006/relationships/vmlDrawing" Target="../drawings/vmlDrawing7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288.xml"/><Relationship Id="rId30" Type="http://schemas.openxmlformats.org/officeDocument/2006/relationships/tags" Target="../tags/tag287.xml"/><Relationship Id="rId3" Type="http://schemas.openxmlformats.org/officeDocument/2006/relationships/oleObject" Target="../embeddings/oleObject107.bin"/><Relationship Id="rId29" Type="http://schemas.openxmlformats.org/officeDocument/2006/relationships/tags" Target="../tags/tag286.xml"/><Relationship Id="rId28" Type="http://schemas.openxmlformats.org/officeDocument/2006/relationships/tags" Target="../tags/tag285.xml"/><Relationship Id="rId27" Type="http://schemas.openxmlformats.org/officeDocument/2006/relationships/tags" Target="../tags/tag284.xml"/><Relationship Id="rId26" Type="http://schemas.openxmlformats.org/officeDocument/2006/relationships/image" Target="../media/image77.wmf"/><Relationship Id="rId25" Type="http://schemas.openxmlformats.org/officeDocument/2006/relationships/oleObject" Target="../embeddings/oleObject115.bin"/><Relationship Id="rId24" Type="http://schemas.openxmlformats.org/officeDocument/2006/relationships/tags" Target="../tags/tag283.xml"/><Relationship Id="rId23" Type="http://schemas.openxmlformats.org/officeDocument/2006/relationships/tags" Target="../tags/tag282.xml"/><Relationship Id="rId22" Type="http://schemas.openxmlformats.org/officeDocument/2006/relationships/image" Target="../media/image76.wmf"/><Relationship Id="rId21" Type="http://schemas.openxmlformats.org/officeDocument/2006/relationships/oleObject" Target="../embeddings/oleObject114.bin"/><Relationship Id="rId20" Type="http://schemas.openxmlformats.org/officeDocument/2006/relationships/tags" Target="../tags/tag281.xml"/><Relationship Id="rId2" Type="http://schemas.openxmlformats.org/officeDocument/2006/relationships/image" Target="../media/image70.wmf"/><Relationship Id="rId19" Type="http://schemas.openxmlformats.org/officeDocument/2006/relationships/tags" Target="../tags/tag280.xml"/><Relationship Id="rId18" Type="http://schemas.openxmlformats.org/officeDocument/2006/relationships/tags" Target="../tags/tag279.xml"/><Relationship Id="rId17" Type="http://schemas.openxmlformats.org/officeDocument/2006/relationships/image" Target="../media/image75.wmf"/><Relationship Id="rId16" Type="http://schemas.openxmlformats.org/officeDocument/2006/relationships/oleObject" Target="../embeddings/oleObject113.bin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image" Target="../media/image74.wmf"/><Relationship Id="rId12" Type="http://schemas.openxmlformats.org/officeDocument/2006/relationships/oleObject" Target="../embeddings/oleObject112.bin"/><Relationship Id="rId11" Type="http://schemas.openxmlformats.org/officeDocument/2006/relationships/image" Target="../media/image73.wmf"/><Relationship Id="rId10" Type="http://schemas.openxmlformats.org/officeDocument/2006/relationships/oleObject" Target="../embeddings/oleObject111.bin"/><Relationship Id="rId1" Type="http://schemas.openxmlformats.org/officeDocument/2006/relationships/oleObject" Target="../embeddings/oleObject10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0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80.wmf"/><Relationship Id="rId53" Type="http://schemas.openxmlformats.org/officeDocument/2006/relationships/vmlDrawing" Target="../drawings/vmlDrawing8.vml"/><Relationship Id="rId52" Type="http://schemas.openxmlformats.org/officeDocument/2006/relationships/slideLayout" Target="../slideLayouts/slideLayout13.xml"/><Relationship Id="rId51" Type="http://schemas.openxmlformats.org/officeDocument/2006/relationships/tags" Target="../tags/tag289.xml"/><Relationship Id="rId50" Type="http://schemas.openxmlformats.org/officeDocument/2006/relationships/image" Target="../media/image102.wmf"/><Relationship Id="rId5" Type="http://schemas.openxmlformats.org/officeDocument/2006/relationships/oleObject" Target="../embeddings/oleObject118.bin"/><Relationship Id="rId49" Type="http://schemas.openxmlformats.org/officeDocument/2006/relationships/oleObject" Target="../embeddings/oleObject140.bin"/><Relationship Id="rId48" Type="http://schemas.openxmlformats.org/officeDocument/2006/relationships/image" Target="../media/image101.wmf"/><Relationship Id="rId47" Type="http://schemas.openxmlformats.org/officeDocument/2006/relationships/oleObject" Target="../embeddings/oleObject139.bin"/><Relationship Id="rId46" Type="http://schemas.openxmlformats.org/officeDocument/2006/relationships/image" Target="../media/image100.wmf"/><Relationship Id="rId45" Type="http://schemas.openxmlformats.org/officeDocument/2006/relationships/oleObject" Target="../embeddings/oleObject138.bin"/><Relationship Id="rId44" Type="http://schemas.openxmlformats.org/officeDocument/2006/relationships/image" Target="../media/image99.wmf"/><Relationship Id="rId43" Type="http://schemas.openxmlformats.org/officeDocument/2006/relationships/oleObject" Target="../embeddings/oleObject137.bin"/><Relationship Id="rId42" Type="http://schemas.openxmlformats.org/officeDocument/2006/relationships/image" Target="../media/image98.wmf"/><Relationship Id="rId41" Type="http://schemas.openxmlformats.org/officeDocument/2006/relationships/oleObject" Target="../embeddings/oleObject136.bin"/><Relationship Id="rId40" Type="http://schemas.openxmlformats.org/officeDocument/2006/relationships/image" Target="../media/image97.wmf"/><Relationship Id="rId4" Type="http://schemas.openxmlformats.org/officeDocument/2006/relationships/image" Target="../media/image79.wmf"/><Relationship Id="rId39" Type="http://schemas.openxmlformats.org/officeDocument/2006/relationships/oleObject" Target="../embeddings/oleObject135.bin"/><Relationship Id="rId38" Type="http://schemas.openxmlformats.org/officeDocument/2006/relationships/image" Target="../media/image96.wmf"/><Relationship Id="rId37" Type="http://schemas.openxmlformats.org/officeDocument/2006/relationships/oleObject" Target="../embeddings/oleObject134.bin"/><Relationship Id="rId36" Type="http://schemas.openxmlformats.org/officeDocument/2006/relationships/image" Target="../media/image95.wmf"/><Relationship Id="rId35" Type="http://schemas.openxmlformats.org/officeDocument/2006/relationships/oleObject" Target="../embeddings/oleObject133.bin"/><Relationship Id="rId34" Type="http://schemas.openxmlformats.org/officeDocument/2006/relationships/image" Target="../media/image94.wmf"/><Relationship Id="rId33" Type="http://schemas.openxmlformats.org/officeDocument/2006/relationships/oleObject" Target="../embeddings/oleObject132.bin"/><Relationship Id="rId32" Type="http://schemas.openxmlformats.org/officeDocument/2006/relationships/image" Target="../media/image93.wmf"/><Relationship Id="rId31" Type="http://schemas.openxmlformats.org/officeDocument/2006/relationships/oleObject" Target="../embeddings/oleObject131.bin"/><Relationship Id="rId30" Type="http://schemas.openxmlformats.org/officeDocument/2006/relationships/image" Target="../media/image92.wmf"/><Relationship Id="rId3" Type="http://schemas.openxmlformats.org/officeDocument/2006/relationships/oleObject" Target="../embeddings/oleObject117.bin"/><Relationship Id="rId29" Type="http://schemas.openxmlformats.org/officeDocument/2006/relationships/oleObject" Target="../embeddings/oleObject130.bin"/><Relationship Id="rId28" Type="http://schemas.openxmlformats.org/officeDocument/2006/relationships/image" Target="../media/image91.wmf"/><Relationship Id="rId27" Type="http://schemas.openxmlformats.org/officeDocument/2006/relationships/oleObject" Target="../embeddings/oleObject129.bin"/><Relationship Id="rId26" Type="http://schemas.openxmlformats.org/officeDocument/2006/relationships/image" Target="../media/image90.wmf"/><Relationship Id="rId25" Type="http://schemas.openxmlformats.org/officeDocument/2006/relationships/oleObject" Target="../embeddings/oleObject128.bin"/><Relationship Id="rId24" Type="http://schemas.openxmlformats.org/officeDocument/2006/relationships/image" Target="../media/image89.wmf"/><Relationship Id="rId23" Type="http://schemas.openxmlformats.org/officeDocument/2006/relationships/oleObject" Target="../embeddings/oleObject127.bin"/><Relationship Id="rId22" Type="http://schemas.openxmlformats.org/officeDocument/2006/relationships/image" Target="../media/image88.wmf"/><Relationship Id="rId21" Type="http://schemas.openxmlformats.org/officeDocument/2006/relationships/oleObject" Target="../embeddings/oleObject126.bin"/><Relationship Id="rId20" Type="http://schemas.openxmlformats.org/officeDocument/2006/relationships/image" Target="../media/image87.wmf"/><Relationship Id="rId2" Type="http://schemas.openxmlformats.org/officeDocument/2006/relationships/image" Target="../media/image78.wmf"/><Relationship Id="rId19" Type="http://schemas.openxmlformats.org/officeDocument/2006/relationships/oleObject" Target="../embeddings/oleObject125.bin"/><Relationship Id="rId18" Type="http://schemas.openxmlformats.org/officeDocument/2006/relationships/image" Target="../media/image86.wmf"/><Relationship Id="rId17" Type="http://schemas.openxmlformats.org/officeDocument/2006/relationships/oleObject" Target="../embeddings/oleObject124.bin"/><Relationship Id="rId16" Type="http://schemas.openxmlformats.org/officeDocument/2006/relationships/image" Target="../media/image85.wmf"/><Relationship Id="rId15" Type="http://schemas.openxmlformats.org/officeDocument/2006/relationships/oleObject" Target="../embeddings/oleObject123.bin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122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121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116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143.bin"/><Relationship Id="rId47" Type="http://schemas.openxmlformats.org/officeDocument/2006/relationships/vmlDrawing" Target="../drawings/vmlDrawing9.vml"/><Relationship Id="rId46" Type="http://schemas.openxmlformats.org/officeDocument/2006/relationships/slideLayout" Target="../slideLayouts/slideLayout13.xml"/><Relationship Id="rId45" Type="http://schemas.openxmlformats.org/officeDocument/2006/relationships/tags" Target="../tags/tag290.xml"/><Relationship Id="rId44" Type="http://schemas.openxmlformats.org/officeDocument/2006/relationships/image" Target="../media/image113.wmf"/><Relationship Id="rId43" Type="http://schemas.openxmlformats.org/officeDocument/2006/relationships/oleObject" Target="../embeddings/oleObject162.bin"/><Relationship Id="rId42" Type="http://schemas.openxmlformats.org/officeDocument/2006/relationships/image" Target="../media/image112.wmf"/><Relationship Id="rId41" Type="http://schemas.openxmlformats.org/officeDocument/2006/relationships/oleObject" Target="../embeddings/oleObject161.bin"/><Relationship Id="rId40" Type="http://schemas.openxmlformats.org/officeDocument/2006/relationships/image" Target="../media/image111.wmf"/><Relationship Id="rId4" Type="http://schemas.openxmlformats.org/officeDocument/2006/relationships/image" Target="../media/image103.wmf"/><Relationship Id="rId39" Type="http://schemas.openxmlformats.org/officeDocument/2006/relationships/oleObject" Target="../embeddings/oleObject160.bin"/><Relationship Id="rId38" Type="http://schemas.openxmlformats.org/officeDocument/2006/relationships/image" Target="../media/image110.wmf"/><Relationship Id="rId37" Type="http://schemas.openxmlformats.org/officeDocument/2006/relationships/oleObject" Target="../embeddings/oleObject159.bin"/><Relationship Id="rId36" Type="http://schemas.openxmlformats.org/officeDocument/2006/relationships/image" Target="../media/image109.wmf"/><Relationship Id="rId35" Type="http://schemas.openxmlformats.org/officeDocument/2006/relationships/oleObject" Target="../embeddings/oleObject158.bin"/><Relationship Id="rId34" Type="http://schemas.openxmlformats.org/officeDocument/2006/relationships/image" Target="../media/image108.wmf"/><Relationship Id="rId33" Type="http://schemas.openxmlformats.org/officeDocument/2006/relationships/oleObject" Target="../embeddings/oleObject157.bin"/><Relationship Id="rId32" Type="http://schemas.openxmlformats.org/officeDocument/2006/relationships/image" Target="../media/image107.wmf"/><Relationship Id="rId31" Type="http://schemas.openxmlformats.org/officeDocument/2006/relationships/oleObject" Target="../embeddings/oleObject156.bin"/><Relationship Id="rId30" Type="http://schemas.openxmlformats.org/officeDocument/2006/relationships/image" Target="../media/image106.wmf"/><Relationship Id="rId3" Type="http://schemas.openxmlformats.org/officeDocument/2006/relationships/oleObject" Target="../embeddings/oleObject142.bin"/><Relationship Id="rId29" Type="http://schemas.openxmlformats.org/officeDocument/2006/relationships/oleObject" Target="../embeddings/oleObject155.bin"/><Relationship Id="rId28" Type="http://schemas.openxmlformats.org/officeDocument/2006/relationships/image" Target="../media/image105.wmf"/><Relationship Id="rId27" Type="http://schemas.openxmlformats.org/officeDocument/2006/relationships/oleObject" Target="../embeddings/oleObject154.bin"/><Relationship Id="rId26" Type="http://schemas.openxmlformats.org/officeDocument/2006/relationships/image" Target="../media/image102.wmf"/><Relationship Id="rId25" Type="http://schemas.openxmlformats.org/officeDocument/2006/relationships/oleObject" Target="../embeddings/oleObject153.bin"/><Relationship Id="rId24" Type="http://schemas.openxmlformats.org/officeDocument/2006/relationships/image" Target="../media/image101.wmf"/><Relationship Id="rId23" Type="http://schemas.openxmlformats.org/officeDocument/2006/relationships/oleObject" Target="../embeddings/oleObject152.bin"/><Relationship Id="rId22" Type="http://schemas.openxmlformats.org/officeDocument/2006/relationships/image" Target="../media/image100.wmf"/><Relationship Id="rId21" Type="http://schemas.openxmlformats.org/officeDocument/2006/relationships/oleObject" Target="../embeddings/oleObject151.bin"/><Relationship Id="rId20" Type="http://schemas.openxmlformats.org/officeDocument/2006/relationships/image" Target="../media/image99.wmf"/><Relationship Id="rId2" Type="http://schemas.openxmlformats.org/officeDocument/2006/relationships/image" Target="../media/image78.wmf"/><Relationship Id="rId19" Type="http://schemas.openxmlformats.org/officeDocument/2006/relationships/oleObject" Target="../embeddings/oleObject150.bin"/><Relationship Id="rId18" Type="http://schemas.openxmlformats.org/officeDocument/2006/relationships/image" Target="../media/image94.wmf"/><Relationship Id="rId17" Type="http://schemas.openxmlformats.org/officeDocument/2006/relationships/oleObject" Target="../embeddings/oleObject149.bin"/><Relationship Id="rId16" Type="http://schemas.openxmlformats.org/officeDocument/2006/relationships/image" Target="../media/image104.wmf"/><Relationship Id="rId15" Type="http://schemas.openxmlformats.org/officeDocument/2006/relationships/oleObject" Target="../embeddings/oleObject148.bin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147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146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141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7.bin"/><Relationship Id="rId8" Type="http://schemas.openxmlformats.org/officeDocument/2006/relationships/image" Target="../media/image117.wmf"/><Relationship Id="rId7" Type="http://schemas.openxmlformats.org/officeDocument/2006/relationships/oleObject" Target="../embeddings/oleObject166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15.wmf"/><Relationship Id="rId33" Type="http://schemas.openxmlformats.org/officeDocument/2006/relationships/vmlDrawing" Target="../drawings/vmlDrawing10.vml"/><Relationship Id="rId32" Type="http://schemas.openxmlformats.org/officeDocument/2006/relationships/slideLayout" Target="../slideLayouts/slideLayout13.xml"/><Relationship Id="rId31" Type="http://schemas.openxmlformats.org/officeDocument/2006/relationships/tags" Target="../tags/tag291.xml"/><Relationship Id="rId30" Type="http://schemas.openxmlformats.org/officeDocument/2006/relationships/image" Target="../media/image125.wmf"/><Relationship Id="rId3" Type="http://schemas.openxmlformats.org/officeDocument/2006/relationships/oleObject" Target="../embeddings/oleObject164.bin"/><Relationship Id="rId29" Type="http://schemas.openxmlformats.org/officeDocument/2006/relationships/oleObject" Target="../embeddings/oleObject177.bin"/><Relationship Id="rId28" Type="http://schemas.openxmlformats.org/officeDocument/2006/relationships/image" Target="../media/image124.wmf"/><Relationship Id="rId27" Type="http://schemas.openxmlformats.org/officeDocument/2006/relationships/oleObject" Target="../embeddings/oleObject176.bin"/><Relationship Id="rId26" Type="http://schemas.openxmlformats.org/officeDocument/2006/relationships/image" Target="../media/image101.wmf"/><Relationship Id="rId25" Type="http://schemas.openxmlformats.org/officeDocument/2006/relationships/oleObject" Target="../embeddings/oleObject175.bin"/><Relationship Id="rId24" Type="http://schemas.openxmlformats.org/officeDocument/2006/relationships/image" Target="../media/image123.wmf"/><Relationship Id="rId23" Type="http://schemas.openxmlformats.org/officeDocument/2006/relationships/oleObject" Target="../embeddings/oleObject174.bin"/><Relationship Id="rId22" Type="http://schemas.openxmlformats.org/officeDocument/2006/relationships/image" Target="../media/image100.wmf"/><Relationship Id="rId21" Type="http://schemas.openxmlformats.org/officeDocument/2006/relationships/oleObject" Target="../embeddings/oleObject173.bin"/><Relationship Id="rId20" Type="http://schemas.openxmlformats.org/officeDocument/2006/relationships/image" Target="../media/image99.wmf"/><Relationship Id="rId2" Type="http://schemas.openxmlformats.org/officeDocument/2006/relationships/image" Target="../media/image114.wmf"/><Relationship Id="rId19" Type="http://schemas.openxmlformats.org/officeDocument/2006/relationships/oleObject" Target="../embeddings/oleObject172.bin"/><Relationship Id="rId18" Type="http://schemas.openxmlformats.org/officeDocument/2006/relationships/image" Target="../media/image122.wmf"/><Relationship Id="rId17" Type="http://schemas.openxmlformats.org/officeDocument/2006/relationships/oleObject" Target="../embeddings/oleObject171.bin"/><Relationship Id="rId16" Type="http://schemas.openxmlformats.org/officeDocument/2006/relationships/image" Target="../media/image121.wmf"/><Relationship Id="rId15" Type="http://schemas.openxmlformats.org/officeDocument/2006/relationships/oleObject" Target="../embeddings/oleObject170.bin"/><Relationship Id="rId14" Type="http://schemas.openxmlformats.org/officeDocument/2006/relationships/image" Target="../media/image120.wmf"/><Relationship Id="rId13" Type="http://schemas.openxmlformats.org/officeDocument/2006/relationships/oleObject" Target="../embeddings/oleObject169.bin"/><Relationship Id="rId12" Type="http://schemas.openxmlformats.org/officeDocument/2006/relationships/image" Target="../media/image119.wmf"/><Relationship Id="rId11" Type="http://schemas.openxmlformats.org/officeDocument/2006/relationships/oleObject" Target="../embeddings/oleObject168.bin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163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80.bin"/><Relationship Id="rId41" Type="http://schemas.openxmlformats.org/officeDocument/2006/relationships/vmlDrawing" Target="../drawings/vmlDrawing11.vml"/><Relationship Id="rId40" Type="http://schemas.openxmlformats.org/officeDocument/2006/relationships/slideLayout" Target="../slideLayouts/slideLayout13.xml"/><Relationship Id="rId4" Type="http://schemas.openxmlformats.org/officeDocument/2006/relationships/image" Target="../media/image127.wmf"/><Relationship Id="rId39" Type="http://schemas.openxmlformats.org/officeDocument/2006/relationships/tags" Target="../tags/tag292.xml"/><Relationship Id="rId38" Type="http://schemas.openxmlformats.org/officeDocument/2006/relationships/image" Target="../media/image138.wmf"/><Relationship Id="rId37" Type="http://schemas.openxmlformats.org/officeDocument/2006/relationships/oleObject" Target="../embeddings/oleObject196.bin"/><Relationship Id="rId36" Type="http://schemas.openxmlformats.org/officeDocument/2006/relationships/image" Target="../media/image137.wmf"/><Relationship Id="rId35" Type="http://schemas.openxmlformats.org/officeDocument/2006/relationships/oleObject" Target="../embeddings/oleObject195.bin"/><Relationship Id="rId34" Type="http://schemas.openxmlformats.org/officeDocument/2006/relationships/image" Target="../media/image125.wmf"/><Relationship Id="rId33" Type="http://schemas.openxmlformats.org/officeDocument/2006/relationships/oleObject" Target="../embeddings/oleObject194.bin"/><Relationship Id="rId32" Type="http://schemas.openxmlformats.org/officeDocument/2006/relationships/image" Target="../media/image124.wmf"/><Relationship Id="rId31" Type="http://schemas.openxmlformats.org/officeDocument/2006/relationships/oleObject" Target="../embeddings/oleObject193.bin"/><Relationship Id="rId30" Type="http://schemas.openxmlformats.org/officeDocument/2006/relationships/image" Target="../media/image101.wmf"/><Relationship Id="rId3" Type="http://schemas.openxmlformats.org/officeDocument/2006/relationships/oleObject" Target="../embeddings/oleObject179.bin"/><Relationship Id="rId29" Type="http://schemas.openxmlformats.org/officeDocument/2006/relationships/oleObject" Target="../embeddings/oleObject192.bin"/><Relationship Id="rId28" Type="http://schemas.openxmlformats.org/officeDocument/2006/relationships/image" Target="../media/image123.wmf"/><Relationship Id="rId27" Type="http://schemas.openxmlformats.org/officeDocument/2006/relationships/oleObject" Target="../embeddings/oleObject191.bin"/><Relationship Id="rId26" Type="http://schemas.openxmlformats.org/officeDocument/2006/relationships/image" Target="../media/image100.wmf"/><Relationship Id="rId25" Type="http://schemas.openxmlformats.org/officeDocument/2006/relationships/oleObject" Target="../embeddings/oleObject190.bin"/><Relationship Id="rId24" Type="http://schemas.openxmlformats.org/officeDocument/2006/relationships/image" Target="../media/image99.wmf"/><Relationship Id="rId23" Type="http://schemas.openxmlformats.org/officeDocument/2006/relationships/oleObject" Target="../embeddings/oleObject189.bin"/><Relationship Id="rId22" Type="http://schemas.openxmlformats.org/officeDocument/2006/relationships/image" Target="../media/image136.wmf"/><Relationship Id="rId21" Type="http://schemas.openxmlformats.org/officeDocument/2006/relationships/oleObject" Target="../embeddings/oleObject188.bin"/><Relationship Id="rId20" Type="http://schemas.openxmlformats.org/officeDocument/2006/relationships/image" Target="../media/image135.wmf"/><Relationship Id="rId2" Type="http://schemas.openxmlformats.org/officeDocument/2006/relationships/image" Target="../media/image126.wmf"/><Relationship Id="rId19" Type="http://schemas.openxmlformats.org/officeDocument/2006/relationships/oleObject" Target="../embeddings/oleObject187.bin"/><Relationship Id="rId18" Type="http://schemas.openxmlformats.org/officeDocument/2006/relationships/image" Target="../media/image134.wmf"/><Relationship Id="rId17" Type="http://schemas.openxmlformats.org/officeDocument/2006/relationships/oleObject" Target="../embeddings/oleObject186.bin"/><Relationship Id="rId16" Type="http://schemas.openxmlformats.org/officeDocument/2006/relationships/image" Target="../media/image133.wmf"/><Relationship Id="rId15" Type="http://schemas.openxmlformats.org/officeDocument/2006/relationships/oleObject" Target="../embeddings/oleObject185.bin"/><Relationship Id="rId14" Type="http://schemas.openxmlformats.org/officeDocument/2006/relationships/image" Target="../media/image132.wmf"/><Relationship Id="rId13" Type="http://schemas.openxmlformats.org/officeDocument/2006/relationships/oleObject" Target="../embeddings/oleObject184.bin"/><Relationship Id="rId12" Type="http://schemas.openxmlformats.org/officeDocument/2006/relationships/image" Target="../media/image131.wmf"/><Relationship Id="rId11" Type="http://schemas.openxmlformats.org/officeDocument/2006/relationships/oleObject" Target="../embeddings/oleObject183.bin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78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1.bin"/><Relationship Id="rId8" Type="http://schemas.openxmlformats.org/officeDocument/2006/relationships/image" Target="../media/image142.wmf"/><Relationship Id="rId7" Type="http://schemas.openxmlformats.org/officeDocument/2006/relationships/oleObject" Target="../embeddings/oleObject200.bin"/><Relationship Id="rId6" Type="http://schemas.openxmlformats.org/officeDocument/2006/relationships/image" Target="../media/image141.wmf"/><Relationship Id="rId50" Type="http://schemas.openxmlformats.org/officeDocument/2006/relationships/vmlDrawing" Target="../drawings/vmlDrawing12.vml"/><Relationship Id="rId5" Type="http://schemas.openxmlformats.org/officeDocument/2006/relationships/oleObject" Target="../embeddings/oleObject199.bin"/><Relationship Id="rId49" Type="http://schemas.openxmlformats.org/officeDocument/2006/relationships/slideLayout" Target="../slideLayouts/slideLayout13.xml"/><Relationship Id="rId48" Type="http://schemas.openxmlformats.org/officeDocument/2006/relationships/tags" Target="../tags/tag296.xml"/><Relationship Id="rId47" Type="http://schemas.openxmlformats.org/officeDocument/2006/relationships/image" Target="../media/image157.wmf"/><Relationship Id="rId46" Type="http://schemas.openxmlformats.org/officeDocument/2006/relationships/oleObject" Target="../embeddings/oleObject218.bin"/><Relationship Id="rId45" Type="http://schemas.openxmlformats.org/officeDocument/2006/relationships/tags" Target="../tags/tag295.xml"/><Relationship Id="rId44" Type="http://schemas.openxmlformats.org/officeDocument/2006/relationships/image" Target="../media/image156.wmf"/><Relationship Id="rId43" Type="http://schemas.openxmlformats.org/officeDocument/2006/relationships/oleObject" Target="../embeddings/oleObject217.bin"/><Relationship Id="rId42" Type="http://schemas.openxmlformats.org/officeDocument/2006/relationships/tags" Target="../tags/tag294.xml"/><Relationship Id="rId41" Type="http://schemas.openxmlformats.org/officeDocument/2006/relationships/tags" Target="../tags/tag293.xml"/><Relationship Id="rId40" Type="http://schemas.openxmlformats.org/officeDocument/2006/relationships/image" Target="../media/image155.wmf"/><Relationship Id="rId4" Type="http://schemas.openxmlformats.org/officeDocument/2006/relationships/image" Target="../media/image140.wmf"/><Relationship Id="rId39" Type="http://schemas.openxmlformats.org/officeDocument/2006/relationships/oleObject" Target="../embeddings/oleObject216.bin"/><Relationship Id="rId38" Type="http://schemas.openxmlformats.org/officeDocument/2006/relationships/image" Target="../media/image154.wmf"/><Relationship Id="rId37" Type="http://schemas.openxmlformats.org/officeDocument/2006/relationships/oleObject" Target="../embeddings/oleObject215.bin"/><Relationship Id="rId36" Type="http://schemas.openxmlformats.org/officeDocument/2006/relationships/image" Target="../media/image153.wmf"/><Relationship Id="rId35" Type="http://schemas.openxmlformats.org/officeDocument/2006/relationships/oleObject" Target="../embeddings/oleObject214.bin"/><Relationship Id="rId34" Type="http://schemas.openxmlformats.org/officeDocument/2006/relationships/image" Target="../media/image152.wmf"/><Relationship Id="rId33" Type="http://schemas.openxmlformats.org/officeDocument/2006/relationships/oleObject" Target="../embeddings/oleObject213.bin"/><Relationship Id="rId32" Type="http://schemas.openxmlformats.org/officeDocument/2006/relationships/image" Target="../media/image151.wmf"/><Relationship Id="rId31" Type="http://schemas.openxmlformats.org/officeDocument/2006/relationships/oleObject" Target="../embeddings/oleObject212.bin"/><Relationship Id="rId30" Type="http://schemas.openxmlformats.org/officeDocument/2006/relationships/image" Target="../media/image150.wmf"/><Relationship Id="rId3" Type="http://schemas.openxmlformats.org/officeDocument/2006/relationships/oleObject" Target="../embeddings/oleObject198.bin"/><Relationship Id="rId29" Type="http://schemas.openxmlformats.org/officeDocument/2006/relationships/oleObject" Target="../embeddings/oleObject211.bin"/><Relationship Id="rId28" Type="http://schemas.openxmlformats.org/officeDocument/2006/relationships/image" Target="../media/image123.wmf"/><Relationship Id="rId27" Type="http://schemas.openxmlformats.org/officeDocument/2006/relationships/oleObject" Target="../embeddings/oleObject210.bin"/><Relationship Id="rId26" Type="http://schemas.openxmlformats.org/officeDocument/2006/relationships/image" Target="../media/image100.wmf"/><Relationship Id="rId25" Type="http://schemas.openxmlformats.org/officeDocument/2006/relationships/oleObject" Target="../embeddings/oleObject209.bin"/><Relationship Id="rId24" Type="http://schemas.openxmlformats.org/officeDocument/2006/relationships/image" Target="../media/image99.wmf"/><Relationship Id="rId23" Type="http://schemas.openxmlformats.org/officeDocument/2006/relationships/oleObject" Target="../embeddings/oleObject208.bin"/><Relationship Id="rId22" Type="http://schemas.openxmlformats.org/officeDocument/2006/relationships/image" Target="../media/image149.wmf"/><Relationship Id="rId21" Type="http://schemas.openxmlformats.org/officeDocument/2006/relationships/oleObject" Target="../embeddings/oleObject207.bin"/><Relationship Id="rId20" Type="http://schemas.openxmlformats.org/officeDocument/2006/relationships/image" Target="../media/image148.wmf"/><Relationship Id="rId2" Type="http://schemas.openxmlformats.org/officeDocument/2006/relationships/image" Target="../media/image139.wmf"/><Relationship Id="rId19" Type="http://schemas.openxmlformats.org/officeDocument/2006/relationships/oleObject" Target="../embeddings/oleObject206.bin"/><Relationship Id="rId18" Type="http://schemas.openxmlformats.org/officeDocument/2006/relationships/image" Target="../media/image147.wmf"/><Relationship Id="rId17" Type="http://schemas.openxmlformats.org/officeDocument/2006/relationships/oleObject" Target="../embeddings/oleObject205.bin"/><Relationship Id="rId16" Type="http://schemas.openxmlformats.org/officeDocument/2006/relationships/image" Target="../media/image146.wmf"/><Relationship Id="rId15" Type="http://schemas.openxmlformats.org/officeDocument/2006/relationships/oleObject" Target="../embeddings/oleObject204.bin"/><Relationship Id="rId14" Type="http://schemas.openxmlformats.org/officeDocument/2006/relationships/image" Target="../media/image145.wmf"/><Relationship Id="rId13" Type="http://schemas.openxmlformats.org/officeDocument/2006/relationships/oleObject" Target="../embeddings/oleObject203.bin"/><Relationship Id="rId12" Type="http://schemas.openxmlformats.org/officeDocument/2006/relationships/image" Target="../media/image144.wmf"/><Relationship Id="rId11" Type="http://schemas.openxmlformats.org/officeDocument/2006/relationships/oleObject" Target="../embeddings/oleObject202.bin"/><Relationship Id="rId10" Type="http://schemas.openxmlformats.org/officeDocument/2006/relationships/image" Target="../media/image143.wmf"/><Relationship Id="rId1" Type="http://schemas.openxmlformats.org/officeDocument/2006/relationships/oleObject" Target="../embeddings/oleObject197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3.bin"/><Relationship Id="rId8" Type="http://schemas.openxmlformats.org/officeDocument/2006/relationships/image" Target="../media/image123.wmf"/><Relationship Id="rId7" Type="http://schemas.openxmlformats.org/officeDocument/2006/relationships/oleObject" Target="../embeddings/oleObject222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221.bin"/><Relationship Id="rId47" Type="http://schemas.openxmlformats.org/officeDocument/2006/relationships/vmlDrawing" Target="../drawings/vmlDrawing13.vml"/><Relationship Id="rId46" Type="http://schemas.openxmlformats.org/officeDocument/2006/relationships/slideLayout" Target="../slideLayouts/slideLayout13.xml"/><Relationship Id="rId45" Type="http://schemas.openxmlformats.org/officeDocument/2006/relationships/tags" Target="../tags/tag297.xml"/><Relationship Id="rId44" Type="http://schemas.openxmlformats.org/officeDocument/2006/relationships/image" Target="../media/image173.wmf"/><Relationship Id="rId43" Type="http://schemas.openxmlformats.org/officeDocument/2006/relationships/oleObject" Target="../embeddings/oleObject240.bin"/><Relationship Id="rId42" Type="http://schemas.openxmlformats.org/officeDocument/2006/relationships/image" Target="../media/image172.wmf"/><Relationship Id="rId41" Type="http://schemas.openxmlformats.org/officeDocument/2006/relationships/oleObject" Target="../embeddings/oleObject239.bin"/><Relationship Id="rId40" Type="http://schemas.openxmlformats.org/officeDocument/2006/relationships/image" Target="../media/image171.wmf"/><Relationship Id="rId4" Type="http://schemas.openxmlformats.org/officeDocument/2006/relationships/image" Target="../media/image99.wmf"/><Relationship Id="rId39" Type="http://schemas.openxmlformats.org/officeDocument/2006/relationships/oleObject" Target="../embeddings/oleObject238.bin"/><Relationship Id="rId38" Type="http://schemas.openxmlformats.org/officeDocument/2006/relationships/image" Target="../media/image170.wmf"/><Relationship Id="rId37" Type="http://schemas.openxmlformats.org/officeDocument/2006/relationships/oleObject" Target="../embeddings/oleObject237.bin"/><Relationship Id="rId36" Type="http://schemas.openxmlformats.org/officeDocument/2006/relationships/image" Target="../media/image169.wmf"/><Relationship Id="rId35" Type="http://schemas.openxmlformats.org/officeDocument/2006/relationships/oleObject" Target="../embeddings/oleObject236.bin"/><Relationship Id="rId34" Type="http://schemas.openxmlformats.org/officeDocument/2006/relationships/image" Target="../media/image168.wmf"/><Relationship Id="rId33" Type="http://schemas.openxmlformats.org/officeDocument/2006/relationships/oleObject" Target="../embeddings/oleObject235.bin"/><Relationship Id="rId32" Type="http://schemas.openxmlformats.org/officeDocument/2006/relationships/image" Target="../media/image167.wmf"/><Relationship Id="rId31" Type="http://schemas.openxmlformats.org/officeDocument/2006/relationships/oleObject" Target="../embeddings/oleObject234.bin"/><Relationship Id="rId30" Type="http://schemas.openxmlformats.org/officeDocument/2006/relationships/image" Target="../media/image166.wmf"/><Relationship Id="rId3" Type="http://schemas.openxmlformats.org/officeDocument/2006/relationships/oleObject" Target="../embeddings/oleObject220.bin"/><Relationship Id="rId29" Type="http://schemas.openxmlformats.org/officeDocument/2006/relationships/oleObject" Target="../embeddings/oleObject233.bin"/><Relationship Id="rId28" Type="http://schemas.openxmlformats.org/officeDocument/2006/relationships/image" Target="../media/image165.wmf"/><Relationship Id="rId27" Type="http://schemas.openxmlformats.org/officeDocument/2006/relationships/oleObject" Target="../embeddings/oleObject232.bin"/><Relationship Id="rId26" Type="http://schemas.openxmlformats.org/officeDocument/2006/relationships/image" Target="../media/image164.wmf"/><Relationship Id="rId25" Type="http://schemas.openxmlformats.org/officeDocument/2006/relationships/oleObject" Target="../embeddings/oleObject231.bin"/><Relationship Id="rId24" Type="http://schemas.openxmlformats.org/officeDocument/2006/relationships/image" Target="../media/image163.wmf"/><Relationship Id="rId23" Type="http://schemas.openxmlformats.org/officeDocument/2006/relationships/oleObject" Target="../embeddings/oleObject230.bin"/><Relationship Id="rId22" Type="http://schemas.openxmlformats.org/officeDocument/2006/relationships/image" Target="../media/image162.wmf"/><Relationship Id="rId21" Type="http://schemas.openxmlformats.org/officeDocument/2006/relationships/oleObject" Target="../embeddings/oleObject229.bin"/><Relationship Id="rId20" Type="http://schemas.openxmlformats.org/officeDocument/2006/relationships/image" Target="../media/image161.wmf"/><Relationship Id="rId2" Type="http://schemas.openxmlformats.org/officeDocument/2006/relationships/image" Target="../media/image78.wmf"/><Relationship Id="rId19" Type="http://schemas.openxmlformats.org/officeDocument/2006/relationships/oleObject" Target="../embeddings/oleObject228.bin"/><Relationship Id="rId18" Type="http://schemas.openxmlformats.org/officeDocument/2006/relationships/image" Target="../media/image160.wmf"/><Relationship Id="rId17" Type="http://schemas.openxmlformats.org/officeDocument/2006/relationships/oleObject" Target="../embeddings/oleObject227.bin"/><Relationship Id="rId16" Type="http://schemas.openxmlformats.org/officeDocument/2006/relationships/image" Target="../media/image124.wmf"/><Relationship Id="rId15" Type="http://schemas.openxmlformats.org/officeDocument/2006/relationships/oleObject" Target="../embeddings/oleObject226.bin"/><Relationship Id="rId14" Type="http://schemas.openxmlformats.org/officeDocument/2006/relationships/image" Target="../media/image159.wmf"/><Relationship Id="rId13" Type="http://schemas.openxmlformats.org/officeDocument/2006/relationships/oleObject" Target="../embeddings/oleObject225.bin"/><Relationship Id="rId12" Type="http://schemas.openxmlformats.org/officeDocument/2006/relationships/image" Target="../media/image158.wmf"/><Relationship Id="rId11" Type="http://schemas.openxmlformats.org/officeDocument/2006/relationships/oleObject" Target="../embeddings/oleObject224.bin"/><Relationship Id="rId10" Type="http://schemas.openxmlformats.org/officeDocument/2006/relationships/image" Target="../media/image101.wmf"/><Relationship Id="rId1" Type="http://schemas.openxmlformats.org/officeDocument/2006/relationships/oleObject" Target="../embeddings/oleObject21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5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244.bin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175.wmf"/><Relationship Id="rId35" Type="http://schemas.openxmlformats.org/officeDocument/2006/relationships/vmlDrawing" Target="../drawings/vmlDrawing14.vml"/><Relationship Id="rId34" Type="http://schemas.openxmlformats.org/officeDocument/2006/relationships/slideLayout" Target="../slideLayouts/slideLayout13.xml"/><Relationship Id="rId33" Type="http://schemas.openxmlformats.org/officeDocument/2006/relationships/tags" Target="../tags/tag298.xml"/><Relationship Id="rId32" Type="http://schemas.openxmlformats.org/officeDocument/2006/relationships/image" Target="../media/image184.wmf"/><Relationship Id="rId31" Type="http://schemas.openxmlformats.org/officeDocument/2006/relationships/oleObject" Target="../embeddings/oleObject256.bin"/><Relationship Id="rId30" Type="http://schemas.openxmlformats.org/officeDocument/2006/relationships/image" Target="../media/image123.wmf"/><Relationship Id="rId3" Type="http://schemas.openxmlformats.org/officeDocument/2006/relationships/oleObject" Target="../embeddings/oleObject242.bin"/><Relationship Id="rId29" Type="http://schemas.openxmlformats.org/officeDocument/2006/relationships/oleObject" Target="../embeddings/oleObject255.bin"/><Relationship Id="rId28" Type="http://schemas.openxmlformats.org/officeDocument/2006/relationships/image" Target="../media/image100.wmf"/><Relationship Id="rId27" Type="http://schemas.openxmlformats.org/officeDocument/2006/relationships/oleObject" Target="../embeddings/oleObject254.bin"/><Relationship Id="rId26" Type="http://schemas.openxmlformats.org/officeDocument/2006/relationships/image" Target="../media/image99.wmf"/><Relationship Id="rId25" Type="http://schemas.openxmlformats.org/officeDocument/2006/relationships/oleObject" Target="../embeddings/oleObject253.bin"/><Relationship Id="rId24" Type="http://schemas.openxmlformats.org/officeDocument/2006/relationships/image" Target="../media/image183.wmf"/><Relationship Id="rId23" Type="http://schemas.openxmlformats.org/officeDocument/2006/relationships/oleObject" Target="../embeddings/oleObject252.bin"/><Relationship Id="rId22" Type="http://schemas.openxmlformats.org/officeDocument/2006/relationships/image" Target="../media/image182.wmf"/><Relationship Id="rId21" Type="http://schemas.openxmlformats.org/officeDocument/2006/relationships/oleObject" Target="../embeddings/oleObject251.bin"/><Relationship Id="rId20" Type="http://schemas.openxmlformats.org/officeDocument/2006/relationships/image" Target="../media/image181.wmf"/><Relationship Id="rId2" Type="http://schemas.openxmlformats.org/officeDocument/2006/relationships/image" Target="../media/image174.wmf"/><Relationship Id="rId19" Type="http://schemas.openxmlformats.org/officeDocument/2006/relationships/oleObject" Target="../embeddings/oleObject250.bin"/><Relationship Id="rId18" Type="http://schemas.openxmlformats.org/officeDocument/2006/relationships/image" Target="../media/image180.wmf"/><Relationship Id="rId17" Type="http://schemas.openxmlformats.org/officeDocument/2006/relationships/oleObject" Target="../embeddings/oleObject249.bin"/><Relationship Id="rId16" Type="http://schemas.openxmlformats.org/officeDocument/2006/relationships/image" Target="../media/image179.wmf"/><Relationship Id="rId15" Type="http://schemas.openxmlformats.org/officeDocument/2006/relationships/oleObject" Target="../embeddings/oleObject248.bin"/><Relationship Id="rId14" Type="http://schemas.openxmlformats.org/officeDocument/2006/relationships/image" Target="../media/image178.wmf"/><Relationship Id="rId13" Type="http://schemas.openxmlformats.org/officeDocument/2006/relationships/oleObject" Target="../embeddings/oleObject247.bin"/><Relationship Id="rId12" Type="http://schemas.openxmlformats.org/officeDocument/2006/relationships/image" Target="../media/image177.wmf"/><Relationship Id="rId11" Type="http://schemas.openxmlformats.org/officeDocument/2006/relationships/oleObject" Target="../embeddings/oleObject246.bin"/><Relationship Id="rId10" Type="http://schemas.openxmlformats.org/officeDocument/2006/relationships/image" Target="../media/image145.wmf"/><Relationship Id="rId1" Type="http://schemas.openxmlformats.org/officeDocument/2006/relationships/oleObject" Target="../embeddings/oleObject241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1.bin"/><Relationship Id="rId8" Type="http://schemas.openxmlformats.org/officeDocument/2006/relationships/image" Target="../media/image187.wmf"/><Relationship Id="rId7" Type="http://schemas.openxmlformats.org/officeDocument/2006/relationships/oleObject" Target="../embeddings/oleObject260.bin"/><Relationship Id="rId6" Type="http://schemas.openxmlformats.org/officeDocument/2006/relationships/image" Target="../media/image178.wmf"/><Relationship Id="rId5" Type="http://schemas.openxmlformats.org/officeDocument/2006/relationships/oleObject" Target="../embeddings/oleObject259.bin"/><Relationship Id="rId4" Type="http://schemas.openxmlformats.org/officeDocument/2006/relationships/image" Target="../media/image186.wmf"/><Relationship Id="rId37" Type="http://schemas.openxmlformats.org/officeDocument/2006/relationships/vmlDrawing" Target="../drawings/vmlDrawing15.vml"/><Relationship Id="rId36" Type="http://schemas.openxmlformats.org/officeDocument/2006/relationships/slideLayout" Target="../slideLayouts/slideLayout13.xml"/><Relationship Id="rId35" Type="http://schemas.openxmlformats.org/officeDocument/2006/relationships/tags" Target="../tags/tag299.xml"/><Relationship Id="rId34" Type="http://schemas.openxmlformats.org/officeDocument/2006/relationships/image" Target="../media/image184.wmf"/><Relationship Id="rId33" Type="http://schemas.openxmlformats.org/officeDocument/2006/relationships/oleObject" Target="../embeddings/oleObject273.bin"/><Relationship Id="rId32" Type="http://schemas.openxmlformats.org/officeDocument/2006/relationships/image" Target="../media/image196.wmf"/><Relationship Id="rId31" Type="http://schemas.openxmlformats.org/officeDocument/2006/relationships/oleObject" Target="../embeddings/oleObject272.bin"/><Relationship Id="rId30" Type="http://schemas.openxmlformats.org/officeDocument/2006/relationships/image" Target="../media/image195.wmf"/><Relationship Id="rId3" Type="http://schemas.openxmlformats.org/officeDocument/2006/relationships/oleObject" Target="../embeddings/oleObject258.bin"/><Relationship Id="rId29" Type="http://schemas.openxmlformats.org/officeDocument/2006/relationships/oleObject" Target="../embeddings/oleObject271.bin"/><Relationship Id="rId28" Type="http://schemas.openxmlformats.org/officeDocument/2006/relationships/image" Target="../media/image123.wmf"/><Relationship Id="rId27" Type="http://schemas.openxmlformats.org/officeDocument/2006/relationships/oleObject" Target="../embeddings/oleObject270.bin"/><Relationship Id="rId26" Type="http://schemas.openxmlformats.org/officeDocument/2006/relationships/image" Target="../media/image100.wmf"/><Relationship Id="rId25" Type="http://schemas.openxmlformats.org/officeDocument/2006/relationships/oleObject" Target="../embeddings/oleObject269.bin"/><Relationship Id="rId24" Type="http://schemas.openxmlformats.org/officeDocument/2006/relationships/image" Target="../media/image99.wmf"/><Relationship Id="rId23" Type="http://schemas.openxmlformats.org/officeDocument/2006/relationships/oleObject" Target="../embeddings/oleObject268.bin"/><Relationship Id="rId22" Type="http://schemas.openxmlformats.org/officeDocument/2006/relationships/image" Target="../media/image194.wmf"/><Relationship Id="rId21" Type="http://schemas.openxmlformats.org/officeDocument/2006/relationships/oleObject" Target="../embeddings/oleObject267.bin"/><Relationship Id="rId20" Type="http://schemas.openxmlformats.org/officeDocument/2006/relationships/image" Target="../media/image193.wmf"/><Relationship Id="rId2" Type="http://schemas.openxmlformats.org/officeDocument/2006/relationships/image" Target="../media/image185.wmf"/><Relationship Id="rId19" Type="http://schemas.openxmlformats.org/officeDocument/2006/relationships/oleObject" Target="../embeddings/oleObject266.bin"/><Relationship Id="rId18" Type="http://schemas.openxmlformats.org/officeDocument/2006/relationships/image" Target="../media/image192.wmf"/><Relationship Id="rId17" Type="http://schemas.openxmlformats.org/officeDocument/2006/relationships/oleObject" Target="../embeddings/oleObject265.bin"/><Relationship Id="rId16" Type="http://schemas.openxmlformats.org/officeDocument/2006/relationships/image" Target="../media/image191.wmf"/><Relationship Id="rId15" Type="http://schemas.openxmlformats.org/officeDocument/2006/relationships/oleObject" Target="../embeddings/oleObject264.bin"/><Relationship Id="rId14" Type="http://schemas.openxmlformats.org/officeDocument/2006/relationships/image" Target="../media/image190.wmf"/><Relationship Id="rId13" Type="http://schemas.openxmlformats.org/officeDocument/2006/relationships/oleObject" Target="../embeddings/oleObject263.bin"/><Relationship Id="rId12" Type="http://schemas.openxmlformats.org/officeDocument/2006/relationships/image" Target="../media/image189.wmf"/><Relationship Id="rId11" Type="http://schemas.openxmlformats.org/officeDocument/2006/relationships/oleObject" Target="../embeddings/oleObject262.bin"/><Relationship Id="rId10" Type="http://schemas.openxmlformats.org/officeDocument/2006/relationships/image" Target="../media/image188.wmf"/><Relationship Id="rId1" Type="http://schemas.openxmlformats.org/officeDocument/2006/relationships/oleObject" Target="../embeddings/oleObject257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8.bin"/><Relationship Id="rId8" Type="http://schemas.openxmlformats.org/officeDocument/2006/relationships/image" Target="../media/image200.wmf"/><Relationship Id="rId7" Type="http://schemas.openxmlformats.org/officeDocument/2006/relationships/oleObject" Target="../embeddings/oleObject277.bin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76.bin"/><Relationship Id="rId4" Type="http://schemas.openxmlformats.org/officeDocument/2006/relationships/image" Target="../media/image198.wmf"/><Relationship Id="rId35" Type="http://schemas.openxmlformats.org/officeDocument/2006/relationships/vmlDrawing" Target="../drawings/vmlDrawing16.vml"/><Relationship Id="rId34" Type="http://schemas.openxmlformats.org/officeDocument/2006/relationships/slideLayout" Target="../slideLayouts/slideLayout13.xml"/><Relationship Id="rId33" Type="http://schemas.openxmlformats.org/officeDocument/2006/relationships/tags" Target="../tags/tag300.xml"/><Relationship Id="rId32" Type="http://schemas.openxmlformats.org/officeDocument/2006/relationships/image" Target="../media/image211.wmf"/><Relationship Id="rId31" Type="http://schemas.openxmlformats.org/officeDocument/2006/relationships/oleObject" Target="../embeddings/oleObject290.bin"/><Relationship Id="rId30" Type="http://schemas.openxmlformats.org/officeDocument/2006/relationships/image" Target="../media/image210.wmf"/><Relationship Id="rId3" Type="http://schemas.openxmlformats.org/officeDocument/2006/relationships/oleObject" Target="../embeddings/oleObject275.bin"/><Relationship Id="rId29" Type="http://schemas.openxmlformats.org/officeDocument/2006/relationships/oleObject" Target="../embeddings/oleObject289.bin"/><Relationship Id="rId28" Type="http://schemas.openxmlformats.org/officeDocument/2006/relationships/image" Target="../media/image209.wmf"/><Relationship Id="rId27" Type="http://schemas.openxmlformats.org/officeDocument/2006/relationships/oleObject" Target="../embeddings/oleObject288.bin"/><Relationship Id="rId26" Type="http://schemas.openxmlformats.org/officeDocument/2006/relationships/image" Target="../media/image208.wmf"/><Relationship Id="rId25" Type="http://schemas.openxmlformats.org/officeDocument/2006/relationships/oleObject" Target="../embeddings/oleObject287.bin"/><Relationship Id="rId24" Type="http://schemas.openxmlformats.org/officeDocument/2006/relationships/image" Target="../media/image207.wmf"/><Relationship Id="rId23" Type="http://schemas.openxmlformats.org/officeDocument/2006/relationships/oleObject" Target="../embeddings/oleObject286.bin"/><Relationship Id="rId22" Type="http://schemas.openxmlformats.org/officeDocument/2006/relationships/image" Target="../media/image206.wmf"/><Relationship Id="rId21" Type="http://schemas.openxmlformats.org/officeDocument/2006/relationships/oleObject" Target="../embeddings/oleObject285.bin"/><Relationship Id="rId20" Type="http://schemas.openxmlformats.org/officeDocument/2006/relationships/oleObject" Target="../embeddings/oleObject284.bin"/><Relationship Id="rId2" Type="http://schemas.openxmlformats.org/officeDocument/2006/relationships/image" Target="../media/image197.wmf"/><Relationship Id="rId19" Type="http://schemas.openxmlformats.org/officeDocument/2006/relationships/image" Target="../media/image205.wmf"/><Relationship Id="rId18" Type="http://schemas.openxmlformats.org/officeDocument/2006/relationships/oleObject" Target="../embeddings/oleObject283.bin"/><Relationship Id="rId17" Type="http://schemas.openxmlformats.org/officeDocument/2006/relationships/oleObject" Target="../embeddings/oleObject282.bin"/><Relationship Id="rId16" Type="http://schemas.openxmlformats.org/officeDocument/2006/relationships/image" Target="../media/image204.wmf"/><Relationship Id="rId15" Type="http://schemas.openxmlformats.org/officeDocument/2006/relationships/oleObject" Target="../embeddings/oleObject281.bin"/><Relationship Id="rId14" Type="http://schemas.openxmlformats.org/officeDocument/2006/relationships/image" Target="../media/image203.wmf"/><Relationship Id="rId13" Type="http://schemas.openxmlformats.org/officeDocument/2006/relationships/oleObject" Target="../embeddings/oleObject280.bin"/><Relationship Id="rId12" Type="http://schemas.openxmlformats.org/officeDocument/2006/relationships/image" Target="../media/image202.wmf"/><Relationship Id="rId11" Type="http://schemas.openxmlformats.org/officeDocument/2006/relationships/oleObject" Target="../embeddings/oleObject279.bin"/><Relationship Id="rId10" Type="http://schemas.openxmlformats.org/officeDocument/2006/relationships/image" Target="../media/image201.wmf"/><Relationship Id="rId1" Type="http://schemas.openxmlformats.org/officeDocument/2006/relationships/oleObject" Target="../embeddings/oleObject27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09.xml"/><Relationship Id="rId8" Type="http://schemas.openxmlformats.org/officeDocument/2006/relationships/tags" Target="../tags/tag308.xml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2" Type="http://schemas.openxmlformats.org/officeDocument/2006/relationships/vmlDrawing" Target="../drawings/vmlDrawing17.vml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318.xml"/><Relationship Id="rId2" Type="http://schemas.openxmlformats.org/officeDocument/2006/relationships/tags" Target="../tags/tag302.xml"/><Relationship Id="rId19" Type="http://schemas.openxmlformats.org/officeDocument/2006/relationships/image" Target="../media/image198.wmf"/><Relationship Id="rId18" Type="http://schemas.openxmlformats.org/officeDocument/2006/relationships/oleObject" Target="../embeddings/oleObject291.bin"/><Relationship Id="rId17" Type="http://schemas.openxmlformats.org/officeDocument/2006/relationships/tags" Target="../tags/tag317.xml"/><Relationship Id="rId16" Type="http://schemas.openxmlformats.org/officeDocument/2006/relationships/tags" Target="../tags/tag316.xml"/><Relationship Id="rId15" Type="http://schemas.openxmlformats.org/officeDocument/2006/relationships/tags" Target="../tags/tag315.xml"/><Relationship Id="rId14" Type="http://schemas.openxmlformats.org/officeDocument/2006/relationships/tags" Target="../tags/tag314.xml"/><Relationship Id="rId13" Type="http://schemas.openxmlformats.org/officeDocument/2006/relationships/tags" Target="../tags/tag313.xml"/><Relationship Id="rId12" Type="http://schemas.openxmlformats.org/officeDocument/2006/relationships/tags" Target="../tags/tag312.xml"/><Relationship Id="rId11" Type="http://schemas.openxmlformats.org/officeDocument/2006/relationships/tags" Target="../tags/tag311.xml"/><Relationship Id="rId10" Type="http://schemas.openxmlformats.org/officeDocument/2006/relationships/tags" Target="../tags/tag310.xml"/><Relationship Id="rId1" Type="http://schemas.openxmlformats.org/officeDocument/2006/relationships/tags" Target="../tags/tag30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319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tags" Target="../tags/tag3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393825" y="3719830"/>
            <a:ext cx="53257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复 变 函 数 的 积 分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466166" y="1359006"/>
            <a:ext cx="0" cy="5217946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5144135" y="1280408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7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3.1.</a:t>
            </a:r>
            <a:endParaRPr lang="en-US" altLang="zh-CN" sz="32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5894705" y="1280408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复变函数积分的概念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5894705" y="1720215"/>
            <a:ext cx="5080635" cy="762635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介绍复变函数积分的概念，性质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第一种计算方法。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5894705" y="2696000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柯西</a:t>
            </a:r>
            <a:r>
              <a:rPr lang="en-US" altLang="zh-CN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古萨定理及其推广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0"/>
            </p:custDataLst>
          </p:nvPr>
        </p:nvSpPr>
        <p:spPr>
          <a:xfrm>
            <a:off x="5894705" y="3136265"/>
            <a:ext cx="5080635" cy="762635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单连通域与多连通域上的柯西积分定理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牛顿</a:t>
            </a:r>
            <a:r>
              <a:rPr lang="en-US" altLang="zh-CN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-</a:t>
            </a: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莱布尼兹公式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11"/>
            </p:custDataLst>
          </p:nvPr>
        </p:nvSpPr>
        <p:spPr>
          <a:xfrm>
            <a:off x="5894705" y="4111592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柯西积分公式及其推论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>
            <a:off x="5894705" y="4551680"/>
            <a:ext cx="4885690" cy="762635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柯西积分公式以及柯西积分求导公式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相关推论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3"/>
            </p:custDataLst>
          </p:nvPr>
        </p:nvSpPr>
        <p:spPr>
          <a:xfrm>
            <a:off x="5894705" y="5527183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调和函数与解析函数的关系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>
            <p:custDataLst>
              <p:tags r:id="rId14"/>
            </p:custDataLst>
          </p:nvPr>
        </p:nvSpPr>
        <p:spPr>
          <a:xfrm>
            <a:off x="5894705" y="5967095"/>
            <a:ext cx="5080635" cy="762635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调和函数与共轭调和函数间的关系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函数解析的充要条件及应用</a:t>
            </a:r>
            <a:endParaRPr lang="zh-CN" altLang="en-US" sz="20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5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1666250" y="4170998"/>
            <a:ext cx="2604770" cy="76835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lstStyle/>
          <a:p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Contents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框 5"/>
          <p:cNvSpPr txBox="1"/>
          <p:nvPr>
            <p:custDataLst>
              <p:tags r:id="rId17"/>
            </p:custDataLst>
          </p:nvPr>
        </p:nvSpPr>
        <p:spPr>
          <a:xfrm>
            <a:off x="5133975" y="2744718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70000"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3.2.</a:t>
            </a:r>
            <a:endParaRPr lang="en-US" altLang="zh-CN" sz="32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5"/>
          <p:cNvSpPr txBox="1"/>
          <p:nvPr>
            <p:custDataLst>
              <p:tags r:id="rId18"/>
            </p:custDataLst>
          </p:nvPr>
        </p:nvSpPr>
        <p:spPr>
          <a:xfrm>
            <a:off x="5175250" y="4123303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70000"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3.3.</a:t>
            </a:r>
            <a:endParaRPr lang="en-US" altLang="zh-CN" sz="32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5"/>
          <p:cNvSpPr txBox="1"/>
          <p:nvPr>
            <p:custDataLst>
              <p:tags r:id="rId19"/>
            </p:custDataLst>
          </p:nvPr>
        </p:nvSpPr>
        <p:spPr>
          <a:xfrm>
            <a:off x="5185410" y="5589518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70000"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3.4.</a:t>
            </a:r>
            <a:endParaRPr lang="en-US" altLang="zh-CN" sz="3200" b="1" dirty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132487" y="2929573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466166" y="1359006"/>
            <a:ext cx="0" cy="5217946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4786630" y="1637913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01.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5537200" y="1637665"/>
            <a:ext cx="420687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用定积分计算复积分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4786630" y="3053505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02.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5537200" y="3053505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用柯西积分定理计算复积分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2" name="文本框 5"/>
          <p:cNvSpPr txBox="1"/>
          <p:nvPr>
            <p:custDataLst>
              <p:tags r:id="rId10"/>
            </p:custDataLst>
          </p:nvPr>
        </p:nvSpPr>
        <p:spPr>
          <a:xfrm>
            <a:off x="4786630" y="4469097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03.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11"/>
            </p:custDataLst>
          </p:nvPr>
        </p:nvSpPr>
        <p:spPr>
          <a:xfrm>
            <a:off x="5537200" y="4469130"/>
            <a:ext cx="472249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用柯西积分公式及其推论计算复积分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9" name="文本框 5"/>
          <p:cNvSpPr txBox="1"/>
          <p:nvPr>
            <p:custDataLst>
              <p:tags r:id="rId12"/>
            </p:custDataLst>
          </p:nvPr>
        </p:nvSpPr>
        <p:spPr>
          <a:xfrm>
            <a:off x="4786630" y="5884688"/>
            <a:ext cx="687705" cy="583565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04.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3"/>
            </p:custDataLst>
          </p:nvPr>
        </p:nvSpPr>
        <p:spPr>
          <a:xfrm>
            <a:off x="5537200" y="5884688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求解析函数族</a:t>
            </a:r>
            <a:endParaRPr lang="zh-CN" altLang="en-US" sz="2000" b="1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1132214" y="3583306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 fontScale="700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本章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知识要点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169025" y="3802380"/>
            <a:ext cx="480187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复 变 函 数 积 分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4400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的 概 念</a:t>
            </a:r>
            <a:endParaRPr lang="zh-CN" altLang="en-US" sz="4400" dirty="0" smtClean="0"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4466166" y="1359006"/>
            <a:ext cx="0" cy="5217946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4311124" y="2106543"/>
            <a:ext cx="730930" cy="620244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1.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5108575" y="2106295"/>
            <a:ext cx="5242560" cy="62039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复变函数积分的定义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6" name="文本框 5"/>
          <p:cNvSpPr txBox="1"/>
          <p:nvPr>
            <p:custDataLst>
              <p:tags r:id="rId8"/>
            </p:custDataLst>
          </p:nvPr>
        </p:nvSpPr>
        <p:spPr>
          <a:xfrm>
            <a:off x="4311124" y="3611110"/>
            <a:ext cx="730930" cy="620244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2.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5108575" y="3611245"/>
            <a:ext cx="5588635" cy="44894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复变函数积分的性质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2" name="文本框 5"/>
          <p:cNvSpPr txBox="1"/>
          <p:nvPr>
            <p:custDataLst>
              <p:tags r:id="rId10"/>
            </p:custDataLst>
          </p:nvPr>
        </p:nvSpPr>
        <p:spPr>
          <a:xfrm>
            <a:off x="4311124" y="5115678"/>
            <a:ext cx="730930" cy="620244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3.</a:t>
            </a:r>
            <a:endParaRPr lang="en-US" altLang="zh-CN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11"/>
            </p:custDataLst>
          </p:nvPr>
        </p:nvSpPr>
        <p:spPr>
          <a:xfrm>
            <a:off x="5108575" y="5115560"/>
            <a:ext cx="5951855" cy="44894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复变函数积分的存在性定理与计算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1666250" y="4170998"/>
            <a:ext cx="2604770" cy="76835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lstStyle/>
          <a:p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Contents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355080" y="4242435"/>
            <a:ext cx="4476115" cy="579755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复变函数积分的定义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同心圆 2"/>
          <p:cNvSpPr/>
          <p:nvPr/>
        </p:nvSpPr>
        <p:spPr>
          <a:xfrm>
            <a:off x="9269095" y="5195570"/>
            <a:ext cx="1812290" cy="1670050"/>
          </a:xfrm>
          <a:prstGeom prst="donut">
            <a:avLst>
              <a:gd name="adj" fmla="val 26996"/>
            </a:avLst>
          </a:prstGeom>
          <a:solidFill>
            <a:schemeClr val="bg1"/>
          </a:solidFill>
          <a:ln w="285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六角星 1"/>
          <p:cNvSpPr/>
          <p:nvPr/>
        </p:nvSpPr>
        <p:spPr>
          <a:xfrm>
            <a:off x="6327775" y="4994910"/>
            <a:ext cx="2246630" cy="2070100"/>
          </a:xfrm>
          <a:prstGeom prst="star6">
            <a:avLst/>
          </a:prstGeom>
          <a:solidFill>
            <a:schemeClr val="bg1"/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46717" y="427757"/>
            <a:ext cx="360870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、曲线正方向的规定</a:t>
            </a:r>
            <a:endParaRPr lang="zh-CN" altLang="en-US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2111090" y="1163685"/>
            <a:ext cx="35953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为非闭合简单曲线：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5800406" y="1163878"/>
            <a:ext cx="37376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正方向从起点指向终点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3020087" y="1793915"/>
            <a:ext cx="25285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简单闭曲线：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5800191" y="1794096"/>
            <a:ext cx="33820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正方向为逆时针方向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2644680" y="2470282"/>
            <a:ext cx="28841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为区域边界线：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5800071" y="2436916"/>
            <a:ext cx="33820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正方向符合左手法则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2" name="文本框 2"/>
          <p:cNvSpPr txBox="1"/>
          <p:nvPr/>
        </p:nvSpPr>
        <p:spPr>
          <a:xfrm>
            <a:off x="1597542" y="3133869"/>
            <a:ext cx="39509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是以参数方程给出的：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5800171" y="3123158"/>
            <a:ext cx="4093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正方向为参数增加的方向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5" name="文本框 2"/>
          <p:cNvSpPr txBox="1"/>
          <p:nvPr/>
        </p:nvSpPr>
        <p:spPr>
          <a:xfrm>
            <a:off x="2887826" y="3913001"/>
            <a:ext cx="640905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与曲线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方程相同，方向相反的曲线记为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7674" name="Object 26"/>
          <p:cNvGraphicFramePr>
            <a:graphicFrameLocks noChangeAspect="1"/>
          </p:cNvGraphicFramePr>
          <p:nvPr/>
        </p:nvGraphicFramePr>
        <p:xfrm>
          <a:off x="9264178" y="3930834"/>
          <a:ext cx="5143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4876800" imgH="5486400" progId="Equation.DSMT4">
                  <p:embed/>
                </p:oleObj>
              </mc:Choice>
              <mc:Fallback>
                <p:oleObj name="Equation" r:id="rId1" imgW="4876800" imgH="5486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64178" y="3930834"/>
                        <a:ext cx="514350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七角星 14"/>
          <p:cNvSpPr/>
          <p:nvPr/>
        </p:nvSpPr>
        <p:spPr>
          <a:xfrm>
            <a:off x="1993840" y="3717374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27380" y="597027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588260" y="533781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615950" y="5359400"/>
            <a:ext cx="2026920" cy="792480"/>
          </a:xfrm>
          <a:custGeom>
            <a:avLst/>
            <a:gdLst>
              <a:gd name="connisteX0" fmla="*/ 44712 w 2027182"/>
              <a:gd name="connsiteY0" fmla="*/ 627380 h 792490"/>
              <a:gd name="connisteX1" fmla="*/ 176792 w 2027182"/>
              <a:gd name="connsiteY1" fmla="*/ 16510 h 792490"/>
              <a:gd name="connisteX2" fmla="*/ 1515372 w 2027182"/>
              <a:gd name="connsiteY2" fmla="*/ 792480 h 792490"/>
              <a:gd name="connisteX3" fmla="*/ 2027182 w 2027182"/>
              <a:gd name="connsiteY3" fmla="*/ 0 h 79249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027183" h="792490">
                <a:moveTo>
                  <a:pt x="44713" y="627380"/>
                </a:moveTo>
                <a:cubicBezTo>
                  <a:pt x="44078" y="489585"/>
                  <a:pt x="-117212" y="-16510"/>
                  <a:pt x="176793" y="16510"/>
                </a:cubicBezTo>
                <a:cubicBezTo>
                  <a:pt x="470798" y="49530"/>
                  <a:pt x="1145168" y="795655"/>
                  <a:pt x="1515373" y="792480"/>
                </a:cubicBezTo>
                <a:cubicBezTo>
                  <a:pt x="1885578" y="789305"/>
                  <a:pt x="1951618" y="173990"/>
                  <a:pt x="2027183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6" name="Object 26"/>
          <p:cNvGraphicFramePr>
            <a:graphicFrameLocks noChangeAspect="1"/>
          </p:cNvGraphicFramePr>
          <p:nvPr/>
        </p:nvGraphicFramePr>
        <p:xfrm>
          <a:off x="2450465" y="4857750"/>
          <a:ext cx="35179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" imgW="152400" imgH="165100" progId="Equation.DSMT4">
                  <p:embed/>
                </p:oleObj>
              </mc:Choice>
              <mc:Fallback>
                <p:oleObj name="Equation" r:id="rId3" imgW="152400" imgH="1651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0465" y="4857750"/>
                        <a:ext cx="351790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任意多边形 17"/>
          <p:cNvSpPr/>
          <p:nvPr/>
        </p:nvSpPr>
        <p:spPr>
          <a:xfrm>
            <a:off x="2279650" y="5904865"/>
            <a:ext cx="181610" cy="197485"/>
          </a:xfrm>
          <a:custGeom>
            <a:avLst/>
            <a:gdLst>
              <a:gd name="connisteX0" fmla="*/ 0 w 181610"/>
              <a:gd name="connsiteY0" fmla="*/ 16086 h 197696"/>
              <a:gd name="connisteX1" fmla="*/ 132080 w 181610"/>
              <a:gd name="connsiteY1" fmla="*/ 16086 h 197696"/>
              <a:gd name="connisteX2" fmla="*/ 165100 w 181610"/>
              <a:gd name="connsiteY2" fmla="*/ 16086 h 197696"/>
              <a:gd name="connisteX3" fmla="*/ 181610 w 181610"/>
              <a:gd name="connsiteY3" fmla="*/ 197696 h 1976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81610" h="197697">
                <a:moveTo>
                  <a:pt x="0" y="16087"/>
                </a:moveTo>
                <a:cubicBezTo>
                  <a:pt x="26035" y="16087"/>
                  <a:pt x="99060" y="16087"/>
                  <a:pt x="132080" y="16087"/>
                </a:cubicBezTo>
                <a:cubicBezTo>
                  <a:pt x="165100" y="16087"/>
                  <a:pt x="154940" y="-20108"/>
                  <a:pt x="165100" y="16087"/>
                </a:cubicBezTo>
                <a:cubicBezTo>
                  <a:pt x="175260" y="52282"/>
                  <a:pt x="179070" y="161502"/>
                  <a:pt x="181610" y="197697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心形 18"/>
          <p:cNvSpPr/>
          <p:nvPr/>
        </p:nvSpPr>
        <p:spPr>
          <a:xfrm>
            <a:off x="3370580" y="5237480"/>
            <a:ext cx="2146935" cy="1585595"/>
          </a:xfrm>
          <a:prstGeom prst="heart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>
            <a:off x="5203825" y="6032500"/>
            <a:ext cx="219710" cy="251460"/>
          </a:xfrm>
          <a:custGeom>
            <a:avLst/>
            <a:gdLst>
              <a:gd name="connisteX0" fmla="*/ 0 w 235482"/>
              <a:gd name="connsiteY0" fmla="*/ 53652 h 152712"/>
              <a:gd name="connisteX1" fmla="*/ 215265 w 235482"/>
              <a:gd name="connsiteY1" fmla="*/ 4122 h 152712"/>
              <a:gd name="connisteX2" fmla="*/ 215265 w 235482"/>
              <a:gd name="connsiteY2" fmla="*/ 152712 h 1527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35483" h="152713">
                <a:moveTo>
                  <a:pt x="0" y="53653"/>
                </a:moveTo>
                <a:cubicBezTo>
                  <a:pt x="43180" y="40953"/>
                  <a:pt x="172085" y="-15562"/>
                  <a:pt x="215265" y="4123"/>
                </a:cubicBezTo>
                <a:cubicBezTo>
                  <a:pt x="258445" y="23808"/>
                  <a:pt x="219710" y="122233"/>
                  <a:pt x="215265" y="15271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六角星 20"/>
          <p:cNvSpPr/>
          <p:nvPr/>
        </p:nvSpPr>
        <p:spPr>
          <a:xfrm>
            <a:off x="6377305" y="5096510"/>
            <a:ext cx="2164080" cy="1866900"/>
          </a:xfrm>
          <a:prstGeom prst="star6">
            <a:avLst/>
          </a:prstGeom>
          <a:gradFill>
            <a:gsLst>
              <a:gs pos="100000">
                <a:srgbClr val="E37E82"/>
              </a:gs>
              <a:gs pos="0">
                <a:srgbClr val="FFC4C1"/>
              </a:gs>
            </a:gsLst>
            <a:lin scaled="1"/>
          </a:gradFill>
          <a:ln w="28575">
            <a:solidFill>
              <a:srgbClr val="FFCC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Object 26"/>
          <p:cNvGraphicFramePr>
            <a:graphicFrameLocks noChangeAspect="1"/>
          </p:cNvGraphicFramePr>
          <p:nvPr/>
        </p:nvGraphicFramePr>
        <p:xfrm>
          <a:off x="7292023" y="5770245"/>
          <a:ext cx="38163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5" imgW="165100" imgH="165100" progId="Equation.DSMT4">
                  <p:embed/>
                </p:oleObj>
              </mc:Choice>
              <mc:Fallback>
                <p:oleObj name="Equation" r:id="rId5" imgW="165100" imgH="1651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92023" y="5770245"/>
                        <a:ext cx="381635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任意多边形 23"/>
          <p:cNvSpPr/>
          <p:nvPr/>
        </p:nvSpPr>
        <p:spPr>
          <a:xfrm>
            <a:off x="8061325" y="5392420"/>
            <a:ext cx="115570" cy="214630"/>
          </a:xfrm>
          <a:custGeom>
            <a:avLst/>
            <a:gdLst>
              <a:gd name="connisteX0" fmla="*/ 115570 w 115570"/>
              <a:gd name="connsiteY0" fmla="*/ 0 h 214630"/>
              <a:gd name="connisteX1" fmla="*/ 0 w 115570"/>
              <a:gd name="connsiteY1" fmla="*/ 132080 h 214630"/>
              <a:gd name="connisteX2" fmla="*/ 115570 w 115570"/>
              <a:gd name="connsiteY2" fmla="*/ 214630 h 2146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15570" h="214630">
                <a:moveTo>
                  <a:pt x="115570" y="0"/>
                </a:moveTo>
                <a:cubicBezTo>
                  <a:pt x="90170" y="24765"/>
                  <a:pt x="0" y="88900"/>
                  <a:pt x="0" y="132080"/>
                </a:cubicBezTo>
                <a:cubicBezTo>
                  <a:pt x="0" y="175260"/>
                  <a:pt x="90170" y="200660"/>
                  <a:pt x="115570" y="214630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同心圆 24"/>
          <p:cNvSpPr/>
          <p:nvPr/>
        </p:nvSpPr>
        <p:spPr>
          <a:xfrm>
            <a:off x="9297035" y="5227320"/>
            <a:ext cx="1767840" cy="1604645"/>
          </a:xfrm>
          <a:prstGeom prst="donut">
            <a:avLst/>
          </a:prstGeom>
          <a:solidFill>
            <a:srgbClr val="FFC000"/>
          </a:solidFill>
          <a:ln w="28575">
            <a:solidFill>
              <a:srgbClr val="FF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10483850" y="5245735"/>
            <a:ext cx="286385" cy="212725"/>
          </a:xfrm>
          <a:custGeom>
            <a:avLst/>
            <a:gdLst>
              <a:gd name="connisteX0" fmla="*/ 286368 w 286368"/>
              <a:gd name="connsiteY0" fmla="*/ 30296 h 212541"/>
              <a:gd name="connisteX1" fmla="*/ 5698 w 286368"/>
              <a:gd name="connsiteY1" fmla="*/ 13786 h 212541"/>
              <a:gd name="connisteX2" fmla="*/ 121268 w 286368"/>
              <a:gd name="connsiteY2" fmla="*/ 212541 h 2125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86369" h="212542">
                <a:moveTo>
                  <a:pt x="286369" y="30297"/>
                </a:moveTo>
                <a:cubicBezTo>
                  <a:pt x="227949" y="23312"/>
                  <a:pt x="38719" y="-22408"/>
                  <a:pt x="5699" y="13787"/>
                </a:cubicBezTo>
                <a:cubicBezTo>
                  <a:pt x="-27321" y="49982"/>
                  <a:pt x="92694" y="172537"/>
                  <a:pt x="121269" y="212542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>
            <a:off x="10541000" y="6118860"/>
            <a:ext cx="190500" cy="145415"/>
          </a:xfrm>
          <a:custGeom>
            <a:avLst/>
            <a:gdLst>
              <a:gd name="connisteX0" fmla="*/ 14675 w 190713"/>
              <a:gd name="connsiteY0" fmla="*/ 0 h 145474"/>
              <a:gd name="connisteX1" fmla="*/ 14675 w 190713"/>
              <a:gd name="connsiteY1" fmla="*/ 132080 h 145474"/>
              <a:gd name="connisteX2" fmla="*/ 14675 w 190713"/>
              <a:gd name="connsiteY2" fmla="*/ 132080 h 145474"/>
              <a:gd name="connisteX3" fmla="*/ 179775 w 190713"/>
              <a:gd name="connsiteY3" fmla="*/ 99060 h 145474"/>
              <a:gd name="connisteX4" fmla="*/ 163265 w 190713"/>
              <a:gd name="connsiteY4" fmla="*/ 99060 h 14547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90713" h="145475">
                <a:moveTo>
                  <a:pt x="14676" y="0"/>
                </a:moveTo>
                <a:cubicBezTo>
                  <a:pt x="14676" y="26670"/>
                  <a:pt x="14676" y="105410"/>
                  <a:pt x="14676" y="132080"/>
                </a:cubicBezTo>
                <a:cubicBezTo>
                  <a:pt x="14676" y="158750"/>
                  <a:pt x="-18344" y="138430"/>
                  <a:pt x="14676" y="132080"/>
                </a:cubicBezTo>
                <a:cubicBezTo>
                  <a:pt x="47696" y="125730"/>
                  <a:pt x="149931" y="105410"/>
                  <a:pt x="179776" y="99060"/>
                </a:cubicBezTo>
                <a:cubicBezTo>
                  <a:pt x="209621" y="92710"/>
                  <a:pt x="169616" y="98425"/>
                  <a:pt x="163266" y="9906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" name="Object 26"/>
          <p:cNvGraphicFramePr>
            <a:graphicFrameLocks noChangeAspect="1"/>
          </p:cNvGraphicFramePr>
          <p:nvPr/>
        </p:nvGraphicFramePr>
        <p:xfrm>
          <a:off x="351155" y="6151880"/>
          <a:ext cx="35179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52400" imgH="165100" progId="Equation.DSMT4">
                  <p:embed/>
                </p:oleObj>
              </mc:Choice>
              <mc:Fallback>
                <p:oleObj name="Equation" r:id="rId7" imgW="152400" imgH="1651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1155" y="6151880"/>
                        <a:ext cx="351790" cy="365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5" grpId="0" bldLvl="0" animBg="1"/>
      <p:bldP spid="19" grpId="0" bldLvl="0" animBg="1"/>
      <p:bldP spid="20" grpId="0" animBg="1"/>
      <p:bldP spid="21" grpId="0" animBg="1"/>
      <p:bldP spid="2" grpId="0" animBg="1"/>
      <p:bldP spid="24" grpId="0" animBg="1"/>
      <p:bldP spid="25" grpId="0" animBg="1"/>
      <p:bldP spid="3" grpId="0" animBg="1"/>
      <p:bldP spid="38" grpId="0" animBg="1"/>
      <p:bldP spid="39" grpId="0" animBg="1"/>
      <p:bldP spid="7" grpId="0" animBg="1"/>
      <p:bldP spid="8" grpId="0" animBg="1"/>
      <p:bldP spid="12" grpId="0" animBg="1"/>
      <p:bldP spid="18" grpId="0" animBg="1"/>
      <p:bldP spid="26" grpId="0"/>
      <p:bldP spid="28" grpId="0"/>
      <p:bldP spid="30" grpId="0"/>
      <p:bldP spid="32" grpId="0"/>
      <p:bldP spid="27" grpId="0"/>
      <p:bldP spid="29" grpId="0"/>
      <p:bldP spid="31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任意多边形 51"/>
          <p:cNvSpPr/>
          <p:nvPr/>
        </p:nvSpPr>
        <p:spPr>
          <a:xfrm>
            <a:off x="7907655" y="3714750"/>
            <a:ext cx="2940685" cy="2792095"/>
          </a:xfrm>
          <a:custGeom>
            <a:avLst/>
            <a:gdLst>
              <a:gd name="connisteX0" fmla="*/ 0 w 2940685"/>
              <a:gd name="connsiteY0" fmla="*/ 2792095 h 2792095"/>
              <a:gd name="connisteX1" fmla="*/ 280670 w 2940685"/>
              <a:gd name="connsiteY1" fmla="*/ 1866900 h 2792095"/>
              <a:gd name="connisteX2" fmla="*/ 1040765 w 2940685"/>
              <a:gd name="connsiteY2" fmla="*/ 1602740 h 2792095"/>
              <a:gd name="connisteX3" fmla="*/ 2378710 w 2940685"/>
              <a:gd name="connsiteY3" fmla="*/ 1503680 h 2792095"/>
              <a:gd name="connisteX4" fmla="*/ 2940685 w 2940685"/>
              <a:gd name="connsiteY4" fmla="*/ 0 h 27920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940685" h="2792095">
                <a:moveTo>
                  <a:pt x="0" y="2792095"/>
                </a:moveTo>
                <a:cubicBezTo>
                  <a:pt x="40640" y="2612390"/>
                  <a:pt x="72390" y="2105025"/>
                  <a:pt x="280670" y="1866900"/>
                </a:cubicBezTo>
                <a:cubicBezTo>
                  <a:pt x="488950" y="1628775"/>
                  <a:pt x="621030" y="1675130"/>
                  <a:pt x="1040765" y="1602740"/>
                </a:cubicBezTo>
                <a:cubicBezTo>
                  <a:pt x="1460500" y="1530350"/>
                  <a:pt x="1998980" y="1824355"/>
                  <a:pt x="2378710" y="1503680"/>
                </a:cubicBezTo>
                <a:cubicBezTo>
                  <a:pt x="2758440" y="1183005"/>
                  <a:pt x="2854960" y="298450"/>
                  <a:pt x="294068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94594" y="963675"/>
            <a:ext cx="396494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、复变函数积分的定义</a:t>
            </a:r>
            <a:endParaRPr lang="zh-CN" altLang="en-US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1427045" y="1641832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设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1926674" y="1691209"/>
          <a:ext cx="33416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31699200" imgH="4876800" progId="Equation.DSMT4">
                  <p:embed/>
                </p:oleObj>
              </mc:Choice>
              <mc:Fallback>
                <p:oleObj name="Equation" r:id="rId1" imgW="31699200" imgH="4876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26674" y="1691209"/>
                        <a:ext cx="3341687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5202555" y="1656080"/>
            <a:ext cx="5214620" cy="570230"/>
            <a:chOff x="8193" y="2608"/>
            <a:chExt cx="8212" cy="898"/>
          </a:xfrm>
        </p:grpSpPr>
        <p:sp>
          <p:nvSpPr>
            <p:cNvPr id="4" name="文本框 2"/>
            <p:cNvSpPr txBox="1"/>
            <p:nvPr/>
          </p:nvSpPr>
          <p:spPr>
            <a:xfrm>
              <a:off x="8193" y="2608"/>
              <a:ext cx="8213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是复平面上以             为起点，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0419" name="Object 3"/>
            <p:cNvGraphicFramePr>
              <a:graphicFrameLocks noChangeAspect="1"/>
            </p:cNvGraphicFramePr>
            <p:nvPr/>
          </p:nvGraphicFramePr>
          <p:xfrm>
            <a:off x="11793" y="2732"/>
            <a:ext cx="2328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3" imgW="14020800" imgH="4876800" progId="Equation.DSMT4">
                    <p:embed/>
                  </p:oleObj>
                </mc:Choice>
                <mc:Fallback>
                  <p:oleObj name="Equation" r:id="rId3" imgW="14020800" imgH="4876800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793" y="2732"/>
                          <a:ext cx="2328" cy="7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2"/>
          <p:cNvSpPr txBox="1"/>
          <p:nvPr/>
        </p:nvSpPr>
        <p:spPr>
          <a:xfrm>
            <a:off x="910441" y="2177400"/>
            <a:ext cx="60845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为终点的光滑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或分段光滑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有向曲线，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10180301" y="1680367"/>
          <a:ext cx="14779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14020800" imgH="4876800" progId="Equation.DSMT4">
                  <p:embed/>
                </p:oleObj>
              </mc:Choice>
              <mc:Fallback>
                <p:oleObj name="Equation" r:id="rId5" imgW="14020800" imgH="48768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80301" y="1680367"/>
                        <a:ext cx="1477963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6911554" y="2157273"/>
            <a:ext cx="249936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有定义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6843968" y="2218271"/>
          <a:ext cx="8350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7924800" imgH="4876800" progId="Equation.DSMT4">
                  <p:embed/>
                </p:oleObj>
              </mc:Choice>
              <mc:Fallback>
                <p:oleObj name="Equation" r:id="rId7" imgW="7924800" imgH="48768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43968" y="2218271"/>
                        <a:ext cx="835025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直接箭头连接符 35"/>
          <p:cNvCxnSpPr/>
          <p:nvPr/>
        </p:nvCxnSpPr>
        <p:spPr>
          <a:xfrm rot="16200000" flipV="1">
            <a:off x="5300741" y="5099242"/>
            <a:ext cx="4123426" cy="517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6767231" y="6651996"/>
            <a:ext cx="4566249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11011218" y="6849513"/>
          <a:ext cx="3222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3048000" imgH="3352800" progId="Equation.DSMT4">
                  <p:embed/>
                </p:oleObj>
              </mc:Choice>
              <mc:Fallback>
                <p:oleObj name="Equation" r:id="rId9" imgW="3048000" imgH="3352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11218" y="6849513"/>
                        <a:ext cx="322262" cy="338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7506946" y="3117958"/>
          <a:ext cx="355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3352800" imgH="3962400" progId="Equation.DSMT4">
                  <p:embed/>
                </p:oleObj>
              </mc:Choice>
              <mc:Fallback>
                <p:oleObj name="Equation" r:id="rId11" imgW="3352800" imgH="39624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06946" y="3117958"/>
                        <a:ext cx="3556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6996430" y="6745605"/>
          <a:ext cx="3238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3048000" imgH="3352800" progId="Equation.DSMT4">
                  <p:embed/>
                </p:oleObj>
              </mc:Choice>
              <mc:Fallback>
                <p:oleObj name="Equation" r:id="rId13" imgW="3048000" imgH="3352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96430" y="6745605"/>
                        <a:ext cx="323850" cy="338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流程图: 联系 39"/>
          <p:cNvSpPr/>
          <p:nvPr/>
        </p:nvSpPr>
        <p:spPr>
          <a:xfrm>
            <a:off x="7871435" y="6461482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" name="流程图: 联系 40"/>
          <p:cNvSpPr/>
          <p:nvPr/>
        </p:nvSpPr>
        <p:spPr>
          <a:xfrm>
            <a:off x="10818821" y="3680872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2" name="流程图: 联系 41"/>
          <p:cNvSpPr/>
          <p:nvPr/>
        </p:nvSpPr>
        <p:spPr>
          <a:xfrm>
            <a:off x="8213618" y="5466520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" name="流程图: 联系 42"/>
          <p:cNvSpPr/>
          <p:nvPr/>
        </p:nvSpPr>
        <p:spPr>
          <a:xfrm>
            <a:off x="8831849" y="5306879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9553598" y="5332729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" name="流程图: 联系 44"/>
          <p:cNvSpPr/>
          <p:nvPr/>
        </p:nvSpPr>
        <p:spPr>
          <a:xfrm>
            <a:off x="10694060" y="4149266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7388651" y="6202778"/>
          <a:ext cx="388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3657600" imgH="3962400" progId="Equation.DSMT4">
                  <p:embed/>
                </p:oleObj>
              </mc:Choice>
              <mc:Fallback>
                <p:oleObj name="Equation" r:id="rId15" imgW="3657600" imgH="39624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88651" y="6202778"/>
                        <a:ext cx="3889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10657656" y="2884003"/>
          <a:ext cx="388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3657600" imgH="3962400" progId="Equation.DSMT4">
                  <p:embed/>
                </p:oleObj>
              </mc:Choice>
              <mc:Fallback>
                <p:oleObj name="Equation" r:id="rId17" imgW="3657600" imgH="39624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657656" y="2884003"/>
                        <a:ext cx="3889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11046454" y="3980822"/>
          <a:ext cx="6477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6096000" imgH="5486400" progId="Equation.DSMT4">
                  <p:embed/>
                </p:oleObj>
              </mc:Choice>
              <mc:Fallback>
                <p:oleObj name="Equation" r:id="rId19" imgW="6096000" imgH="54864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046454" y="3980822"/>
                        <a:ext cx="64770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9377980" y="4741031"/>
          <a:ext cx="4206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3962400" imgH="5486400" progId="Equation.DSMT4">
                  <p:embed/>
                </p:oleObj>
              </mc:Choice>
              <mc:Fallback>
                <p:oleObj name="Equation" r:id="rId21" imgW="3962400" imgH="5486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377980" y="4741031"/>
                        <a:ext cx="420688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8542656" y="4695825"/>
          <a:ext cx="6461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3" imgW="6096000" imgH="5486400" progId="Equation.DSMT4">
                  <p:embed/>
                </p:oleObj>
              </mc:Choice>
              <mc:Fallback>
                <p:oleObj name="Equation" r:id="rId23" imgW="6096000" imgH="54864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542656" y="4695825"/>
                        <a:ext cx="646113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0" name="Object 14"/>
          <p:cNvGraphicFramePr>
            <a:graphicFrameLocks noChangeAspect="1"/>
          </p:cNvGraphicFramePr>
          <p:nvPr/>
        </p:nvGraphicFramePr>
        <p:xfrm>
          <a:off x="7895590" y="4779125"/>
          <a:ext cx="3873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5" imgW="3657600" imgH="5486400" progId="Equation.DSMT4">
                  <p:embed/>
                </p:oleObj>
              </mc:Choice>
              <mc:Fallback>
                <p:oleObj name="Equation" r:id="rId25" imgW="3657600" imgH="54864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895590" y="4779125"/>
                        <a:ext cx="38735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1" name="Object 15"/>
          <p:cNvGraphicFramePr>
            <a:graphicFrameLocks noChangeAspect="1"/>
          </p:cNvGraphicFramePr>
          <p:nvPr/>
        </p:nvGraphicFramePr>
        <p:xfrm>
          <a:off x="7950854" y="6191785"/>
          <a:ext cx="4206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27" imgW="3962400" imgH="5486400" progId="Equation.DSMT4">
                  <p:embed/>
                </p:oleObj>
              </mc:Choice>
              <mc:Fallback>
                <p:oleObj name="Equation" r:id="rId27" imgW="3962400" imgH="5486400" progId="Equation.DSMT4">
                  <p:embed/>
                  <p:pic>
                    <p:nvPicPr>
                      <p:cNvPr id="0" name="图片 410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950854" y="6191785"/>
                        <a:ext cx="4206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2" name="Object 16"/>
          <p:cNvGraphicFramePr>
            <a:graphicFrameLocks noChangeAspect="1"/>
          </p:cNvGraphicFramePr>
          <p:nvPr/>
        </p:nvGraphicFramePr>
        <p:xfrm>
          <a:off x="11160347" y="3284395"/>
          <a:ext cx="4206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29" imgW="3962400" imgH="5486400" progId="Equation.DSMT4">
                  <p:embed/>
                </p:oleObj>
              </mc:Choice>
              <mc:Fallback>
                <p:oleObj name="Equation" r:id="rId29" imgW="3962400" imgH="5486400" progId="Equation.DSMT4">
                  <p:embed/>
                  <p:pic>
                    <p:nvPicPr>
                      <p:cNvPr id="0" name="图片 411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160347" y="3284395"/>
                        <a:ext cx="4206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2"/>
          <p:cNvSpPr txBox="1"/>
          <p:nvPr/>
        </p:nvSpPr>
        <p:spPr>
          <a:xfrm>
            <a:off x="990116" y="2818172"/>
            <a:ext cx="61531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1642847" y="2815294"/>
            <a:ext cx="502475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顺着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的方向在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上插点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434" name="Object 18"/>
          <p:cNvGraphicFramePr>
            <a:graphicFrameLocks noChangeAspect="1"/>
          </p:cNvGraphicFramePr>
          <p:nvPr/>
        </p:nvGraphicFramePr>
        <p:xfrm>
          <a:off x="1382280" y="3382168"/>
          <a:ext cx="118903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31" imgW="11277600" imgH="5486400" progId="Equation.DSMT4">
                  <p:embed/>
                </p:oleObj>
              </mc:Choice>
              <mc:Fallback>
                <p:oleObj name="Equation" r:id="rId31" imgW="11277600" imgH="5486400" progId="Equation.DSMT4">
                  <p:embed/>
                  <p:pic>
                    <p:nvPicPr>
                      <p:cNvPr id="0" name="图片 411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82280" y="3382168"/>
                        <a:ext cx="118903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5" name="Object 19"/>
          <p:cNvGraphicFramePr>
            <a:graphicFrameLocks noChangeAspect="1"/>
          </p:cNvGraphicFramePr>
          <p:nvPr/>
        </p:nvGraphicFramePr>
        <p:xfrm>
          <a:off x="2694122" y="3374441"/>
          <a:ext cx="5143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33" imgW="4876800" imgH="5486400" progId="Equation.DSMT4">
                  <p:embed/>
                </p:oleObj>
              </mc:Choice>
              <mc:Fallback>
                <p:oleObj name="Equation" r:id="rId33" imgW="4876800" imgH="5486400" progId="Equation.DSMT4">
                  <p:embed/>
                  <p:pic>
                    <p:nvPicPr>
                      <p:cNvPr id="0" name="图片 4112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694122" y="3374441"/>
                        <a:ext cx="51435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0"/>
          <p:cNvGraphicFramePr>
            <a:graphicFrameLocks noChangeAspect="1"/>
          </p:cNvGraphicFramePr>
          <p:nvPr/>
        </p:nvGraphicFramePr>
        <p:xfrm>
          <a:off x="3309473" y="3560388"/>
          <a:ext cx="5778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35" imgW="5486400" imgH="3352800" progId="Equation.DSMT4">
                  <p:embed/>
                </p:oleObj>
              </mc:Choice>
              <mc:Fallback>
                <p:oleObj name="Equation" r:id="rId35" imgW="5486400" imgH="3352800" progId="Equation.DSMT4">
                  <p:embed/>
                  <p:pic>
                    <p:nvPicPr>
                      <p:cNvPr id="0" name="图片 411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309473" y="3560388"/>
                        <a:ext cx="577850" cy="338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7" name="Object 21"/>
          <p:cNvGraphicFramePr>
            <a:graphicFrameLocks noChangeAspect="1"/>
          </p:cNvGraphicFramePr>
          <p:nvPr/>
        </p:nvGraphicFramePr>
        <p:xfrm>
          <a:off x="3763498" y="3400049"/>
          <a:ext cx="7715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37" imgW="7315200" imgH="5486400" progId="Equation.DSMT4">
                  <p:embed/>
                </p:oleObj>
              </mc:Choice>
              <mc:Fallback>
                <p:oleObj name="Equation" r:id="rId37" imgW="7315200" imgH="5486400" progId="Equation.DSMT4">
                  <p:embed/>
                  <p:pic>
                    <p:nvPicPr>
                      <p:cNvPr id="0" name="图片 4114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763498" y="3400049"/>
                        <a:ext cx="771525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8" name="Object 22"/>
          <p:cNvGraphicFramePr>
            <a:graphicFrameLocks noChangeAspect="1"/>
          </p:cNvGraphicFramePr>
          <p:nvPr/>
        </p:nvGraphicFramePr>
        <p:xfrm>
          <a:off x="4642973" y="3409574"/>
          <a:ext cx="5476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39" imgW="5181600" imgH="5486400" progId="Equation.DSMT4">
                  <p:embed/>
                </p:oleObj>
              </mc:Choice>
              <mc:Fallback>
                <p:oleObj name="Equation" r:id="rId39" imgW="5181600" imgH="5486400" progId="Equation.DSMT4">
                  <p:embed/>
                  <p:pic>
                    <p:nvPicPr>
                      <p:cNvPr id="0" name="图片 4115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642973" y="3409574"/>
                        <a:ext cx="547688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9" name="Object 23"/>
          <p:cNvGraphicFramePr>
            <a:graphicFrameLocks noChangeAspect="1"/>
          </p:cNvGraphicFramePr>
          <p:nvPr/>
        </p:nvGraphicFramePr>
        <p:xfrm>
          <a:off x="5302416" y="3552001"/>
          <a:ext cx="57785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41" imgW="5486400" imgH="3352800" progId="Equation.DSMT4">
                  <p:embed/>
                </p:oleObj>
              </mc:Choice>
              <mc:Fallback>
                <p:oleObj name="Equation" r:id="rId41" imgW="5486400" imgH="3352800" progId="Equation.DSMT4">
                  <p:embed/>
                  <p:pic>
                    <p:nvPicPr>
                      <p:cNvPr id="0" name="图片 41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302416" y="3552001"/>
                        <a:ext cx="577850" cy="338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0" name="Object 24"/>
          <p:cNvGraphicFramePr>
            <a:graphicFrameLocks noChangeAspect="1"/>
          </p:cNvGraphicFramePr>
          <p:nvPr/>
        </p:nvGraphicFramePr>
        <p:xfrm>
          <a:off x="6044736" y="3392113"/>
          <a:ext cx="10922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42" imgW="10363200" imgH="5486400" progId="Equation.DSMT4">
                  <p:embed/>
                </p:oleObj>
              </mc:Choice>
              <mc:Fallback>
                <p:oleObj name="Equation" r:id="rId42" imgW="10363200" imgH="5486400" progId="Equation.DSMT4">
                  <p:embed/>
                  <p:pic>
                    <p:nvPicPr>
                      <p:cNvPr id="0" name="图片 4117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044736" y="3392113"/>
                        <a:ext cx="109220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2"/>
          <p:cNvSpPr txBox="1"/>
          <p:nvPr/>
        </p:nvSpPr>
        <p:spPr>
          <a:xfrm>
            <a:off x="1346673" y="3985608"/>
            <a:ext cx="34747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分成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段小弧段，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8" name="文本框 2"/>
          <p:cNvSpPr txBox="1"/>
          <p:nvPr/>
        </p:nvSpPr>
        <p:spPr>
          <a:xfrm>
            <a:off x="1004492" y="4678596"/>
            <a:ext cx="61531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657350" y="4506595"/>
            <a:ext cx="5661660" cy="720090"/>
            <a:chOff x="2610" y="7097"/>
            <a:chExt cx="8916" cy="1134"/>
          </a:xfrm>
        </p:grpSpPr>
        <p:sp>
          <p:nvSpPr>
            <p:cNvPr id="59" name="文本框 2"/>
            <p:cNvSpPr txBox="1"/>
            <p:nvPr/>
          </p:nvSpPr>
          <p:spPr>
            <a:xfrm>
              <a:off x="2610" y="7363"/>
              <a:ext cx="8917" cy="820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在每个小弧段            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(k=1,2,…,n)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0" name="Object 18"/>
            <p:cNvGraphicFramePr>
              <a:graphicFrameLocks noChangeAspect="1"/>
            </p:cNvGraphicFramePr>
            <p:nvPr/>
          </p:nvGraphicFramePr>
          <p:xfrm>
            <a:off x="6135" y="7097"/>
            <a:ext cx="2040" cy="1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" name="Equation" r:id="rId44" imgW="480060" imgH="277495" progId="Equation.DSMT4">
                    <p:embed/>
                  </p:oleObj>
                </mc:Choice>
                <mc:Fallback>
                  <p:oleObj name="Equation" r:id="rId44" imgW="480060" imgH="277495" progId="Equation.DSMT4">
                    <p:embed/>
                    <p:pic>
                      <p:nvPicPr>
                        <p:cNvPr id="0" name="图片 41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6135" y="7097"/>
                          <a:ext cx="2040" cy="113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文本框 2"/>
          <p:cNvSpPr txBox="1"/>
          <p:nvPr/>
        </p:nvSpPr>
        <p:spPr>
          <a:xfrm>
            <a:off x="1223028" y="5224933"/>
            <a:ext cx="19596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上任取一点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43" name="Object 27"/>
          <p:cNvGraphicFramePr>
            <a:graphicFrameLocks noChangeAspect="1"/>
          </p:cNvGraphicFramePr>
          <p:nvPr/>
        </p:nvGraphicFramePr>
        <p:xfrm>
          <a:off x="3230640" y="5219921"/>
          <a:ext cx="5461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Equation" r:id="rId46" imgW="5181600" imgH="5486400" progId="Equation.DSMT4">
                  <p:embed/>
                </p:oleObj>
              </mc:Choice>
              <mc:Fallback>
                <p:oleObj name="Equation" r:id="rId46" imgW="5181600" imgH="5486400" progId="Equation.DSMT4">
                  <p:embed/>
                  <p:pic>
                    <p:nvPicPr>
                      <p:cNvPr id="0" name="图片 4119"/>
                      <p:cNvPicPr>
                        <a:picLocks noChangeAspect="1"/>
                      </p:cNvPicPr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3230640" y="5219921"/>
                        <a:ext cx="546100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流程图: 联系 48"/>
          <p:cNvSpPr/>
          <p:nvPr/>
        </p:nvSpPr>
        <p:spPr>
          <a:xfrm>
            <a:off x="9277550" y="5295086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44" name="Object 28"/>
          <p:cNvGraphicFramePr>
            <a:graphicFrameLocks noChangeAspect="1"/>
          </p:cNvGraphicFramePr>
          <p:nvPr/>
        </p:nvGraphicFramePr>
        <p:xfrm>
          <a:off x="9102725" y="5518785"/>
          <a:ext cx="4175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48" imgW="3962400" imgH="5486400" progId="Equation.DSMT4">
                  <p:embed/>
                </p:oleObj>
              </mc:Choice>
              <mc:Fallback>
                <p:oleObj name="Equation" r:id="rId48" imgW="3962400" imgH="5486400" progId="Equation.DSMT4">
                  <p:embed/>
                  <p:pic>
                    <p:nvPicPr>
                      <p:cNvPr id="0" name="图片 4120"/>
                      <p:cNvPicPr>
                        <a:picLocks noChangeAspect="1"/>
                      </p:cNvPicPr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9102725" y="5518785"/>
                        <a:ext cx="417513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10247630" y="5064125"/>
            <a:ext cx="168910" cy="1879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2"/>
          <p:cNvSpPr txBox="1"/>
          <p:nvPr/>
        </p:nvSpPr>
        <p:spPr>
          <a:xfrm>
            <a:off x="955920" y="5892739"/>
            <a:ext cx="6273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1608652" y="5889861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作和式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12" name="Object 27"/>
          <p:cNvGraphicFramePr>
            <a:graphicFrameLocks noChangeAspect="1"/>
          </p:cNvGraphicFramePr>
          <p:nvPr/>
        </p:nvGraphicFramePr>
        <p:xfrm>
          <a:off x="1657262" y="6461774"/>
          <a:ext cx="21193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50" imgW="20116800" imgH="10363200" progId="Equation.DSMT4">
                  <p:embed/>
                </p:oleObj>
              </mc:Choice>
              <mc:Fallback>
                <p:oleObj name="Equation" r:id="rId50" imgW="20116800" imgH="10363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657262" y="6461774"/>
                        <a:ext cx="2119313" cy="1046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6" name="Object 26"/>
          <p:cNvGraphicFramePr>
            <a:graphicFrameLocks noChangeAspect="1"/>
          </p:cNvGraphicFramePr>
          <p:nvPr/>
        </p:nvGraphicFramePr>
        <p:xfrm>
          <a:off x="3887388" y="6653909"/>
          <a:ext cx="23764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52" imgW="22555200" imgH="5486400" progId="Equation.DSMT4">
                  <p:embed/>
                </p:oleObj>
              </mc:Choice>
              <mc:Fallback>
                <p:oleObj name="Equation" r:id="rId52" imgW="22555200" imgH="54864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3887388" y="6653909"/>
                        <a:ext cx="23764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6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7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8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8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90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5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0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6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41" grpId="0" animBg="1"/>
      <p:bldP spid="40" grpId="0" animBg="1"/>
      <p:bldP spid="52" grpId="0" animBg="1"/>
      <p:bldP spid="10" grpId="0"/>
      <p:bldP spid="46" grpId="0"/>
      <p:bldP spid="47" grpId="0"/>
      <p:bldP spid="44" grpId="0" animBg="1"/>
      <p:bldP spid="43" grpId="0" animBg="1"/>
      <p:bldP spid="42" grpId="0" animBg="1"/>
      <p:bldP spid="45" grpId="0" animBg="1"/>
      <p:bldP spid="56" grpId="0"/>
      <p:bldP spid="58" grpId="0"/>
      <p:bldP spid="65" grpId="0"/>
      <p:bldP spid="49" grpId="0" animBg="1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45369" y="1087500"/>
            <a:ext cx="396494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、复变函数积分的定义</a:t>
            </a:r>
            <a:endParaRPr lang="zh-CN" altLang="en-US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8" name="文本框 2"/>
          <p:cNvSpPr txBox="1"/>
          <p:nvPr/>
        </p:nvSpPr>
        <p:spPr>
          <a:xfrm>
            <a:off x="708905" y="1871284"/>
            <a:ext cx="6273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9" name="文本框 2"/>
          <p:cNvSpPr txBox="1"/>
          <p:nvPr/>
        </p:nvSpPr>
        <p:spPr>
          <a:xfrm>
            <a:off x="1361637" y="1868406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作和式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43" name="Object 27"/>
          <p:cNvGraphicFramePr>
            <a:graphicFrameLocks noChangeAspect="1"/>
          </p:cNvGraphicFramePr>
          <p:nvPr/>
        </p:nvGraphicFramePr>
        <p:xfrm>
          <a:off x="2804072" y="1605294"/>
          <a:ext cx="211931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0116800" imgH="10363200" progId="Equation.DSMT4">
                  <p:embed/>
                </p:oleObj>
              </mc:Choice>
              <mc:Fallback>
                <p:oleObj name="Equation" r:id="rId1" imgW="20116800" imgH="10363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4072" y="1605294"/>
                        <a:ext cx="2119313" cy="1046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6" name="Object 26"/>
          <p:cNvGraphicFramePr>
            <a:graphicFrameLocks noChangeAspect="1"/>
          </p:cNvGraphicFramePr>
          <p:nvPr/>
        </p:nvGraphicFramePr>
        <p:xfrm>
          <a:off x="5040548" y="1838069"/>
          <a:ext cx="23764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2555200" imgH="5486400" progId="Equation.DSMT4">
                  <p:embed/>
                </p:oleObj>
              </mc:Choice>
              <mc:Fallback>
                <p:oleObj name="Equation" r:id="rId3" imgW="22555200" imgH="54864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0548" y="1838069"/>
                        <a:ext cx="23764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734821" y="3264614"/>
            <a:ext cx="6273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(4)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" name="文本框 2"/>
          <p:cNvSpPr txBox="1"/>
          <p:nvPr/>
        </p:nvSpPr>
        <p:spPr>
          <a:xfrm>
            <a:off x="1432637" y="3272532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求极限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1470" name="Object 30"/>
          <p:cNvGraphicFramePr>
            <a:graphicFrameLocks noChangeAspect="1"/>
          </p:cNvGraphicFramePr>
          <p:nvPr/>
        </p:nvGraphicFramePr>
        <p:xfrm>
          <a:off x="6521451" y="2571693"/>
          <a:ext cx="50101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5" imgW="47548800" imgH="5486400" progId="Equation.DSMT4">
                  <p:embed/>
                </p:oleObj>
              </mc:Choice>
              <mc:Fallback>
                <p:oleObj name="Equation" r:id="rId5" imgW="47548800" imgH="54864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1451" y="2571693"/>
                        <a:ext cx="501015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1" name="Object 31"/>
          <p:cNvGraphicFramePr>
            <a:graphicFrameLocks noChangeAspect="1"/>
          </p:cNvGraphicFramePr>
          <p:nvPr/>
        </p:nvGraphicFramePr>
        <p:xfrm>
          <a:off x="2804119" y="3009607"/>
          <a:ext cx="2568575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7" imgW="24384000" imgH="10363200" progId="Equation.DSMT4">
                  <p:embed/>
                </p:oleObj>
              </mc:Choice>
              <mc:Fallback>
                <p:oleObj name="Equation" r:id="rId7" imgW="24384000" imgH="103632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4119" y="3009607"/>
                        <a:ext cx="2568575" cy="1046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734695" y="4055745"/>
            <a:ext cx="6678930" cy="520700"/>
            <a:chOff x="1157" y="6387"/>
            <a:chExt cx="10518" cy="820"/>
          </a:xfrm>
        </p:grpSpPr>
        <p:sp>
          <p:nvSpPr>
            <p:cNvPr id="64" name="文本框 2"/>
            <p:cNvSpPr txBox="1"/>
            <p:nvPr/>
          </p:nvSpPr>
          <p:spPr>
            <a:xfrm>
              <a:off x="1157" y="6387"/>
              <a:ext cx="10518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若极限存在，则称       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沿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从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A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到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B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可积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1472" name="Object 32"/>
            <p:cNvGraphicFramePr>
              <a:graphicFrameLocks noChangeAspect="1"/>
            </p:cNvGraphicFramePr>
            <p:nvPr/>
          </p:nvGraphicFramePr>
          <p:xfrm>
            <a:off x="5635" y="6387"/>
            <a:ext cx="1315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" name="Equation" r:id="rId9" imgW="7924800" imgH="4876800" progId="Equation.DSMT4">
                    <p:embed/>
                  </p:oleObj>
                </mc:Choice>
                <mc:Fallback>
                  <p:oleObj name="Equation" r:id="rId9" imgW="7924800" imgH="4876800" progId="Equation.DSMT4">
                    <p:embed/>
                    <p:pic>
                      <p:nvPicPr>
                        <p:cNvPr id="0" name="图片 5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635" y="6387"/>
                          <a:ext cx="1315" cy="7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73" name="Object 33"/>
          <p:cNvGraphicFramePr>
            <a:graphicFrameLocks noChangeAspect="1"/>
          </p:cNvGraphicFramePr>
          <p:nvPr/>
        </p:nvGraphicFramePr>
        <p:xfrm>
          <a:off x="5372759" y="3315289"/>
          <a:ext cx="675137" cy="469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1" imgW="7010400" imgH="4876800" progId="Equation.DSMT4">
                  <p:embed/>
                </p:oleObj>
              </mc:Choice>
              <mc:Fallback>
                <p:oleObj name="Equation" r:id="rId11" imgW="7010400" imgH="48768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2759" y="3315289"/>
                        <a:ext cx="675137" cy="4696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文本框 2"/>
          <p:cNvSpPr txBox="1"/>
          <p:nvPr/>
        </p:nvSpPr>
        <p:spPr>
          <a:xfrm>
            <a:off x="768033" y="4712448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记作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1475" name="Object 35"/>
          <p:cNvGraphicFramePr>
            <a:graphicFrameLocks noChangeAspect="1"/>
          </p:cNvGraphicFramePr>
          <p:nvPr/>
        </p:nvGraphicFramePr>
        <p:xfrm>
          <a:off x="1800225" y="4859020"/>
          <a:ext cx="1635760" cy="75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13" imgW="609600" imgH="292100" progId="Equation.DSMT4">
                  <p:embed/>
                </p:oleObj>
              </mc:Choice>
              <mc:Fallback>
                <p:oleObj name="Equation" r:id="rId13" imgW="609600" imgH="2921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00225" y="4859020"/>
                        <a:ext cx="1635760" cy="7537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070610" y="2447290"/>
            <a:ext cx="5768340" cy="678180"/>
            <a:chOff x="1686" y="3854"/>
            <a:chExt cx="9084" cy="1068"/>
          </a:xfrm>
        </p:grpSpPr>
        <p:sp>
          <p:nvSpPr>
            <p:cNvPr id="54" name="文本框 2"/>
            <p:cNvSpPr txBox="1"/>
            <p:nvPr/>
          </p:nvSpPr>
          <p:spPr>
            <a:xfrm>
              <a:off x="1686" y="4050"/>
              <a:ext cx="9085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记            为小弧段         的弧长，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3" name="Object 26"/>
            <p:cNvGraphicFramePr>
              <a:graphicFrameLocks noChangeAspect="1"/>
            </p:cNvGraphicFramePr>
            <p:nvPr/>
          </p:nvGraphicFramePr>
          <p:xfrm>
            <a:off x="2616" y="3968"/>
            <a:ext cx="1972" cy="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" name="Equation" r:id="rId15" imgW="11887200" imgH="5486400" progId="Equation.DSMT4">
                    <p:embed/>
                  </p:oleObj>
                </mc:Choice>
                <mc:Fallback>
                  <p:oleObj name="Equation" r:id="rId15" imgW="11887200" imgH="54864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16" y="3968"/>
                          <a:ext cx="1972" cy="8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Object 26"/>
            <p:cNvGraphicFramePr>
              <a:graphicFrameLocks noChangeAspect="1"/>
            </p:cNvGraphicFramePr>
            <p:nvPr/>
          </p:nvGraphicFramePr>
          <p:xfrm>
            <a:off x="6864" y="3854"/>
            <a:ext cx="1627" cy="10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17" imgW="393700" imgH="266700" progId="Equation.DSMT4">
                    <p:embed/>
                  </p:oleObj>
                </mc:Choice>
                <mc:Fallback>
                  <p:oleObj name="Equation" r:id="rId17" imgW="393700" imgH="2667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864" y="3854"/>
                          <a:ext cx="1627" cy="10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7103110" y="4018915"/>
            <a:ext cx="4895850" cy="520700"/>
            <a:chOff x="11186" y="6329"/>
            <a:chExt cx="7710" cy="820"/>
          </a:xfrm>
        </p:grpSpPr>
        <p:sp>
          <p:nvSpPr>
            <p:cNvPr id="34" name="文本框 2"/>
            <p:cNvSpPr txBox="1"/>
            <p:nvPr/>
          </p:nvSpPr>
          <p:spPr>
            <a:xfrm>
              <a:off x="11558" y="6329"/>
              <a:ext cx="7339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为       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沿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从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A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到</a:t>
              </a:r>
              <a:r>
                <a:rPr lang="en-US" altLang="zh-CN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B</a:t>
              </a:r>
              <a:r>
                <a:rPr lang="zh-CN" altLang="en-US" sz="2800" b="1" i="1" u="sng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的积分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61474" name="Object 34"/>
            <p:cNvGraphicFramePr>
              <a:graphicFrameLocks noChangeAspect="1"/>
            </p:cNvGraphicFramePr>
            <p:nvPr/>
          </p:nvGraphicFramePr>
          <p:xfrm>
            <a:off x="12231" y="6351"/>
            <a:ext cx="1315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name="Equation" r:id="rId19" imgW="7924800" imgH="4876800" progId="Equation.DSMT4">
                    <p:embed/>
                  </p:oleObj>
                </mc:Choice>
                <mc:Fallback>
                  <p:oleObj name="Equation" r:id="rId19" imgW="7924800" imgH="4876800" progId="Equation.DSMT4">
                    <p:embed/>
                    <p:pic>
                      <p:nvPicPr>
                        <p:cNvPr id="0" name="图片 512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231" y="6351"/>
                          <a:ext cx="1315" cy="7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33"/>
            <p:cNvGraphicFramePr>
              <a:graphicFrameLocks noChangeAspect="1"/>
            </p:cNvGraphicFramePr>
            <p:nvPr/>
          </p:nvGraphicFramePr>
          <p:xfrm>
            <a:off x="11186" y="6329"/>
            <a:ext cx="606" cy="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Equation" r:id="rId20" imgW="139700" imgH="177165" progId="Equation.DSMT4">
                    <p:embed/>
                  </p:oleObj>
                </mc:Choice>
                <mc:Fallback>
                  <p:oleObj name="Equation" r:id="rId20" imgW="139700" imgH="177165" progId="Equation.DSMT4">
                    <p:embed/>
                    <p:pic>
                      <p:nvPicPr>
                        <p:cNvPr id="0" name="图片 512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186" y="6329"/>
                          <a:ext cx="606" cy="77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27"/>
          <p:cNvGraphicFramePr>
            <a:graphicFrameLocks noChangeAspect="1"/>
          </p:cNvGraphicFramePr>
          <p:nvPr/>
        </p:nvGraphicFramePr>
        <p:xfrm>
          <a:off x="3435985" y="4712335"/>
          <a:ext cx="2955925" cy="1046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22" imgW="28346400" imgH="10363200" progId="Equation.DSMT4">
                  <p:embed/>
                </p:oleObj>
              </mc:Choice>
              <mc:Fallback>
                <p:oleObj name="Equation" r:id="rId22" imgW="28346400" imgH="10363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35985" y="4712335"/>
                        <a:ext cx="2955925" cy="1046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768350" y="5781040"/>
            <a:ext cx="523684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其中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称作积分曲线或积分路径，       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0" name="Object 32"/>
          <p:cNvGraphicFramePr>
            <a:graphicFrameLocks noChangeAspect="1"/>
          </p:cNvGraphicFramePr>
          <p:nvPr/>
        </p:nvGraphicFramePr>
        <p:xfrm>
          <a:off x="6004753" y="5809807"/>
          <a:ext cx="8350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4" imgW="7924800" imgH="4876800" progId="Equation.DSMT4">
                  <p:embed/>
                </p:oleObj>
              </mc:Choice>
              <mc:Fallback>
                <p:oleObj name="Equation" r:id="rId24" imgW="7924800" imgH="48768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04753" y="5809807"/>
                        <a:ext cx="835025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2"/>
          <p:cNvSpPr txBox="1"/>
          <p:nvPr/>
        </p:nvSpPr>
        <p:spPr>
          <a:xfrm>
            <a:off x="1528865" y="6471360"/>
            <a:ext cx="335343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是简单闭曲线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2488" name="Object 24"/>
          <p:cNvGraphicFramePr>
            <a:graphicFrameLocks noChangeAspect="1"/>
          </p:cNvGraphicFramePr>
          <p:nvPr/>
        </p:nvGraphicFramePr>
        <p:xfrm>
          <a:off x="5040630" y="6339205"/>
          <a:ext cx="1798320" cy="83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25" imgW="647700" imgH="292100" progId="Equation.DSMT4">
                  <p:embed/>
                </p:oleObj>
              </mc:Choice>
              <mc:Fallback>
                <p:oleObj name="Equation" r:id="rId25" imgW="647700" imgH="2921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40630" y="6339205"/>
                        <a:ext cx="1798320" cy="8312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七角星 42"/>
          <p:cNvSpPr/>
          <p:nvPr/>
        </p:nvSpPr>
        <p:spPr>
          <a:xfrm>
            <a:off x="645100" y="6264359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注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文本框 2"/>
          <p:cNvSpPr txBox="1"/>
          <p:nvPr>
            <p:custDataLst>
              <p:tags r:id="rId27"/>
            </p:custDataLst>
          </p:nvPr>
        </p:nvSpPr>
        <p:spPr>
          <a:xfrm>
            <a:off x="6839585" y="5809615"/>
            <a:ext cx="227266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为被积函数。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 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2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67" grpId="0"/>
      <p:bldP spid="37" grpId="0"/>
      <p:bldP spid="42" grpId="0"/>
      <p:bldP spid="43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260725" y="4810125"/>
            <a:ext cx="1823720" cy="7156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23840" y="4792345"/>
            <a:ext cx="1823720" cy="71564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2490" name="Object 26"/>
          <p:cNvGraphicFramePr>
            <a:graphicFrameLocks noChangeAspect="1"/>
          </p:cNvGraphicFramePr>
          <p:nvPr/>
        </p:nvGraphicFramePr>
        <p:xfrm>
          <a:off x="3014663" y="4803140"/>
          <a:ext cx="409733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1" imgW="42976800" imgH="7010400" progId="Equation.DSMT4">
                  <p:embed/>
                </p:oleObj>
              </mc:Choice>
              <mc:Fallback>
                <p:oleObj name="Equation" r:id="rId1" imgW="42976800" imgH="70104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14663" y="4803140"/>
                        <a:ext cx="4097337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9" name="Object 25"/>
          <p:cNvGraphicFramePr>
            <a:graphicFrameLocks noChangeAspect="1"/>
          </p:cNvGraphicFramePr>
          <p:nvPr/>
        </p:nvGraphicFramePr>
        <p:xfrm>
          <a:off x="1503440" y="3076240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15849600" imgH="7010400" progId="Equation.DSMT4">
                  <p:embed/>
                </p:oleObj>
              </mc:Choice>
              <mc:Fallback>
                <p:oleObj name="Equation" r:id="rId3" imgW="15849600" imgH="70104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3440" y="3076240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1344655" y="975950"/>
            <a:ext cx="89281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假设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2491" name="Object 27"/>
          <p:cNvGraphicFramePr>
            <a:graphicFrameLocks noChangeAspect="1"/>
          </p:cNvGraphicFramePr>
          <p:nvPr/>
        </p:nvGraphicFramePr>
        <p:xfrm>
          <a:off x="2237740" y="975995"/>
          <a:ext cx="3978910" cy="58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5" imgW="35966400" imgH="4876800" progId="Equation.DSMT4">
                  <p:embed/>
                </p:oleObj>
              </mc:Choice>
              <mc:Fallback>
                <p:oleObj name="Equation" r:id="rId5" imgW="35966400" imgH="48768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7740" y="975995"/>
                        <a:ext cx="3978910" cy="582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2" name="Object 28"/>
          <p:cNvGraphicFramePr>
            <a:graphicFrameLocks noChangeAspect="1"/>
          </p:cNvGraphicFramePr>
          <p:nvPr/>
        </p:nvGraphicFramePr>
        <p:xfrm>
          <a:off x="6237605" y="1040130"/>
          <a:ext cx="17462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7" imgW="15240000" imgH="4572000" progId="Equation.DSMT4">
                  <p:embed/>
                </p:oleObj>
              </mc:Choice>
              <mc:Fallback>
                <p:oleObj name="Equation" r:id="rId7" imgW="15240000" imgH="45720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37605" y="1040130"/>
                        <a:ext cx="1746250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169383" y="105150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" name="Object 28"/>
          <p:cNvGraphicFramePr>
            <a:graphicFrameLocks noChangeAspect="1"/>
          </p:cNvGraphicFramePr>
          <p:nvPr/>
        </p:nvGraphicFramePr>
        <p:xfrm>
          <a:off x="2065020" y="1604963"/>
          <a:ext cx="3642360" cy="937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803400" imgH="419100" progId="Equation.DSMT4">
                  <p:embed/>
                </p:oleObj>
              </mc:Choice>
              <mc:Fallback>
                <p:oleObj name="Equation" r:id="rId9" imgW="1803400" imgH="4191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65020" y="1604963"/>
                        <a:ext cx="3642360" cy="9378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5"/>
          <p:cNvGraphicFramePr>
            <a:graphicFrameLocks noChangeAspect="1"/>
          </p:cNvGraphicFramePr>
          <p:nvPr/>
        </p:nvGraphicFramePr>
        <p:xfrm>
          <a:off x="3014980" y="3075940"/>
          <a:ext cx="445389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1955800" imgH="292100" progId="Equation.DSMT4">
                  <p:embed/>
                </p:oleObj>
              </mc:Choice>
              <mc:Fallback>
                <p:oleObj name="Equation" r:id="rId11" imgW="1955800" imgH="2921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14980" y="3075940"/>
                        <a:ext cx="445389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5"/>
          <p:cNvGraphicFramePr>
            <a:graphicFrameLocks noChangeAspect="1"/>
          </p:cNvGraphicFramePr>
          <p:nvPr/>
        </p:nvGraphicFramePr>
        <p:xfrm>
          <a:off x="3014980" y="3850640"/>
          <a:ext cx="71437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13" imgW="3136900" imgH="292100" progId="Equation.DSMT4">
                  <p:embed/>
                </p:oleObj>
              </mc:Choice>
              <mc:Fallback>
                <p:oleObj name="Equation" r:id="rId13" imgW="3136900" imgH="2921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14980" y="3850640"/>
                        <a:ext cx="714375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876925" y="5862955"/>
            <a:ext cx="2468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第二类曲线积分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70990" y="6555105"/>
            <a:ext cx="932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2">
                    <a:lumMod val="50000"/>
                  </a:schemeClr>
                </a:solidFill>
              </a:rPr>
              <a:t>复变函数的积分可转化为两个第二类曲线积分的计算</a:t>
            </a:r>
            <a:r>
              <a:rPr lang="en-US" altLang="zh-CN" sz="280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en-US" altLang="zh-CN" sz="2800">
              <a:solidFill>
                <a:schemeClr val="tx2">
                  <a:lumMod val="50000"/>
                </a:schemeClr>
              </a:solidFill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  <p:bldP spid="8" grpId="0" animBg="1"/>
      <p:bldP spid="12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355080" y="4242435"/>
            <a:ext cx="4476115" cy="579755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复变函数积分的性质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/>
        </p:nvSpPr>
        <p:spPr>
          <a:xfrm>
            <a:off x="7049770" y="3065145"/>
            <a:ext cx="2336800" cy="2357755"/>
          </a:xfrm>
          <a:custGeom>
            <a:avLst/>
            <a:gdLst>
              <a:gd name="connisteX0" fmla="*/ 0 w 2940685"/>
              <a:gd name="connsiteY0" fmla="*/ 2792095 h 2792095"/>
              <a:gd name="connisteX1" fmla="*/ 280670 w 2940685"/>
              <a:gd name="connsiteY1" fmla="*/ 1866900 h 2792095"/>
              <a:gd name="connisteX2" fmla="*/ 1040765 w 2940685"/>
              <a:gd name="connsiteY2" fmla="*/ 1602740 h 2792095"/>
              <a:gd name="connisteX3" fmla="*/ 2378710 w 2940685"/>
              <a:gd name="connsiteY3" fmla="*/ 1503680 h 2792095"/>
              <a:gd name="connisteX4" fmla="*/ 2940685 w 2940685"/>
              <a:gd name="connsiteY4" fmla="*/ 0 h 27920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940685" h="2792095">
                <a:moveTo>
                  <a:pt x="0" y="2792095"/>
                </a:moveTo>
                <a:cubicBezTo>
                  <a:pt x="40640" y="2612390"/>
                  <a:pt x="72390" y="2105025"/>
                  <a:pt x="280670" y="1866900"/>
                </a:cubicBezTo>
                <a:cubicBezTo>
                  <a:pt x="488950" y="1628775"/>
                  <a:pt x="621030" y="1675130"/>
                  <a:pt x="1040765" y="1602740"/>
                </a:cubicBezTo>
                <a:cubicBezTo>
                  <a:pt x="1460500" y="1530350"/>
                  <a:pt x="1998980" y="1824355"/>
                  <a:pt x="2378710" y="1503680"/>
                </a:cubicBezTo>
                <a:cubicBezTo>
                  <a:pt x="2758440" y="1183005"/>
                  <a:pt x="2854960" y="298450"/>
                  <a:pt x="294068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/>
        </p:nvSpPr>
        <p:spPr>
          <a:xfrm>
            <a:off x="1777365" y="2891155"/>
            <a:ext cx="2336800" cy="2357755"/>
          </a:xfrm>
          <a:custGeom>
            <a:avLst/>
            <a:gdLst>
              <a:gd name="connisteX0" fmla="*/ 0 w 2940685"/>
              <a:gd name="connsiteY0" fmla="*/ 2792095 h 2792095"/>
              <a:gd name="connisteX1" fmla="*/ 280670 w 2940685"/>
              <a:gd name="connsiteY1" fmla="*/ 1866900 h 2792095"/>
              <a:gd name="connisteX2" fmla="*/ 1040765 w 2940685"/>
              <a:gd name="connsiteY2" fmla="*/ 1602740 h 2792095"/>
              <a:gd name="connisteX3" fmla="*/ 2378710 w 2940685"/>
              <a:gd name="connsiteY3" fmla="*/ 1503680 h 2792095"/>
              <a:gd name="connisteX4" fmla="*/ 2940685 w 2940685"/>
              <a:gd name="connsiteY4" fmla="*/ 0 h 27920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2940685" h="2792095">
                <a:moveTo>
                  <a:pt x="0" y="2792095"/>
                </a:moveTo>
                <a:cubicBezTo>
                  <a:pt x="40640" y="2612390"/>
                  <a:pt x="72390" y="2105025"/>
                  <a:pt x="280670" y="1866900"/>
                </a:cubicBezTo>
                <a:cubicBezTo>
                  <a:pt x="488950" y="1628775"/>
                  <a:pt x="621030" y="1675130"/>
                  <a:pt x="1040765" y="1602740"/>
                </a:cubicBezTo>
                <a:cubicBezTo>
                  <a:pt x="1460500" y="1530350"/>
                  <a:pt x="1998980" y="1824355"/>
                  <a:pt x="2378710" y="1503680"/>
                </a:cubicBezTo>
                <a:cubicBezTo>
                  <a:pt x="2758440" y="1183005"/>
                  <a:pt x="2854960" y="298450"/>
                  <a:pt x="294068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"/>
          <p:cNvSpPr txBox="1"/>
          <p:nvPr/>
        </p:nvSpPr>
        <p:spPr>
          <a:xfrm>
            <a:off x="1037685" y="855881"/>
            <a:ext cx="7253726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为光滑或分段光滑的简单闭曲线，   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7383070" y="901426"/>
          <a:ext cx="16700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15849600" imgH="4876800" progId="Equation.DSMT4">
                  <p:embed/>
                </p:oleObj>
              </mc:Choice>
              <mc:Fallback>
                <p:oleObj name="Equation" r:id="rId1" imgW="15849600" imgH="4876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83070" y="901426"/>
                        <a:ext cx="167005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1368321" y="1677885"/>
            <a:ext cx="190944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 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方向性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5" name="Object 29"/>
          <p:cNvGraphicFramePr>
            <a:graphicFrameLocks noChangeAspect="1"/>
          </p:cNvGraphicFramePr>
          <p:nvPr/>
        </p:nvGraphicFramePr>
        <p:xfrm>
          <a:off x="3591842" y="1677442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5849600" imgH="7010400" progId="Equation.DSMT4">
                  <p:embed/>
                </p:oleObj>
              </mc:Choice>
              <mc:Fallback>
                <p:oleObj name="Equation" r:id="rId3" imgW="15849600" imgH="70104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1842" y="1677442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5976113" y="1677442"/>
          <a:ext cx="162718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17068800" imgH="7010400" progId="Equation.DSMT4">
                  <p:embed/>
                </p:oleObj>
              </mc:Choice>
              <mc:Fallback>
                <p:oleObj name="Equation" r:id="rId5" imgW="17068800" imgH="7010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76113" y="1677442"/>
                        <a:ext cx="1627187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2"/>
          <p:cNvGraphicFramePr>
            <a:graphicFrameLocks noChangeAspect="1"/>
          </p:cNvGraphicFramePr>
          <p:nvPr/>
        </p:nvGraphicFramePr>
        <p:xfrm>
          <a:off x="5177090" y="1892548"/>
          <a:ext cx="44399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3048000" imgH="2743200" progId="Equation.DSMT4">
                  <p:embed/>
                </p:oleObj>
              </mc:Choice>
              <mc:Fallback>
                <p:oleObj name="Equation" r:id="rId7" imgW="3048000" imgH="27432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77090" y="1892548"/>
                        <a:ext cx="443990" cy="274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9" name="Object 13"/>
          <p:cNvGraphicFramePr>
            <a:graphicFrameLocks noChangeAspect="1"/>
          </p:cNvGraphicFramePr>
          <p:nvPr/>
        </p:nvGraphicFramePr>
        <p:xfrm>
          <a:off x="5489893" y="1892389"/>
          <a:ext cx="4445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3048000" imgH="2438400" progId="Equation.DSMT4">
                  <p:embed/>
                </p:oleObj>
              </mc:Choice>
              <mc:Fallback>
                <p:oleObj name="Equation" r:id="rId9" imgW="3048000" imgH="2438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89893" y="1892389"/>
                        <a:ext cx="444500" cy="269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9202444" y="856033"/>
            <a:ext cx="1400787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可积，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 flipV="1">
            <a:off x="1433195" y="2712085"/>
            <a:ext cx="34290" cy="3303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846455" y="5464810"/>
            <a:ext cx="3255645" cy="158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4150678" y="5342023"/>
          <a:ext cx="3222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11" imgW="3048000" imgH="3352800" progId="Equation.DSMT4">
                  <p:embed/>
                </p:oleObj>
              </mc:Choice>
              <mc:Fallback>
                <p:oleObj name="Equation" r:id="rId11" imgW="3048000" imgH="3352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50678" y="5342023"/>
                        <a:ext cx="322262" cy="338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1272516" y="2346433"/>
          <a:ext cx="355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3" imgW="3352800" imgH="3962400" progId="Equation.DSMT4">
                  <p:embed/>
                </p:oleObj>
              </mc:Choice>
              <mc:Fallback>
                <p:oleObj name="Equation" r:id="rId13" imgW="3352800" imgH="39624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72516" y="2346433"/>
                        <a:ext cx="3556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1075690" y="5574030"/>
          <a:ext cx="3238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5" imgW="3048000" imgH="3352800" progId="Equation.DSMT4">
                  <p:embed/>
                </p:oleObj>
              </mc:Choice>
              <mc:Fallback>
                <p:oleObj name="Equation" r:id="rId15" imgW="3048000" imgH="3352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75690" y="5574030"/>
                        <a:ext cx="323850" cy="338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流程图: 联系 6"/>
          <p:cNvSpPr/>
          <p:nvPr/>
        </p:nvSpPr>
        <p:spPr>
          <a:xfrm>
            <a:off x="1744320" y="5196562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" name="流程图: 联系 40"/>
          <p:cNvSpPr/>
          <p:nvPr/>
        </p:nvSpPr>
        <p:spPr>
          <a:xfrm>
            <a:off x="4089091" y="2872517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2" name="流程图: 联系 41"/>
          <p:cNvSpPr/>
          <p:nvPr/>
        </p:nvSpPr>
        <p:spPr>
          <a:xfrm>
            <a:off x="1854093" y="4715315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3" name="流程图: 联系 42"/>
          <p:cNvSpPr/>
          <p:nvPr/>
        </p:nvSpPr>
        <p:spPr>
          <a:xfrm>
            <a:off x="2911109" y="4217854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流程图: 联系 7"/>
          <p:cNvSpPr/>
          <p:nvPr/>
        </p:nvSpPr>
        <p:spPr>
          <a:xfrm>
            <a:off x="3632858" y="4161154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" name="流程图: 联系 11"/>
          <p:cNvSpPr/>
          <p:nvPr/>
        </p:nvSpPr>
        <p:spPr>
          <a:xfrm>
            <a:off x="3983380" y="3393616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1467276" y="5342353"/>
          <a:ext cx="388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7" imgW="3657600" imgH="3962400" progId="Equation.DSMT4">
                  <p:embed/>
                </p:oleObj>
              </mc:Choice>
              <mc:Fallback>
                <p:oleObj name="Equation" r:id="rId17" imgW="3657600" imgH="39624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67276" y="5342353"/>
                        <a:ext cx="3889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3777431" y="2490938"/>
          <a:ext cx="388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9" imgW="3657600" imgH="3962400" progId="Equation.DSMT4">
                  <p:embed/>
                </p:oleObj>
              </mc:Choice>
              <mc:Fallback>
                <p:oleObj name="Equation" r:id="rId19" imgW="3657600" imgH="39624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77431" y="2490938"/>
                        <a:ext cx="3889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3277864" y="3105157"/>
          <a:ext cx="6477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21" imgW="6096000" imgH="5486400" progId="Equation.DSMT4">
                  <p:embed/>
                </p:oleObj>
              </mc:Choice>
              <mc:Fallback>
                <p:oleObj name="Equation" r:id="rId21" imgW="6096000" imgH="54864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77864" y="3105157"/>
                        <a:ext cx="64770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3356910" y="3658991"/>
          <a:ext cx="4206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3" imgW="3962400" imgH="5486400" progId="Equation.DSMT4">
                  <p:embed/>
                </p:oleObj>
              </mc:Choice>
              <mc:Fallback>
                <p:oleObj name="Equation" r:id="rId23" imgW="3962400" imgH="5486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56910" y="3658991"/>
                        <a:ext cx="420688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2621916" y="3524250"/>
          <a:ext cx="6461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5" imgW="6096000" imgH="5486400" progId="Equation.DSMT4">
                  <p:embed/>
                </p:oleObj>
              </mc:Choice>
              <mc:Fallback>
                <p:oleObj name="Equation" r:id="rId25" imgW="6096000" imgH="54864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21916" y="3524250"/>
                        <a:ext cx="646113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0" name="Object 14"/>
          <p:cNvGraphicFramePr>
            <a:graphicFrameLocks noChangeAspect="1"/>
          </p:cNvGraphicFramePr>
          <p:nvPr/>
        </p:nvGraphicFramePr>
        <p:xfrm>
          <a:off x="1941830" y="4464800"/>
          <a:ext cx="3873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7" imgW="3657600" imgH="5486400" progId="Equation.DSMT4">
                  <p:embed/>
                </p:oleObj>
              </mc:Choice>
              <mc:Fallback>
                <p:oleObj name="Equation" r:id="rId27" imgW="3657600" imgH="54864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941830" y="4464800"/>
                        <a:ext cx="38735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1" name="Object 15"/>
          <p:cNvGraphicFramePr>
            <a:graphicFrameLocks noChangeAspect="1"/>
          </p:cNvGraphicFramePr>
          <p:nvPr/>
        </p:nvGraphicFramePr>
        <p:xfrm>
          <a:off x="1777384" y="5265320"/>
          <a:ext cx="4206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29" imgW="3962400" imgH="5486400" progId="Equation.DSMT4">
                  <p:embed/>
                </p:oleObj>
              </mc:Choice>
              <mc:Fallback>
                <p:oleObj name="Equation" r:id="rId29" imgW="3962400" imgH="5486400" progId="Equation.DSMT4">
                  <p:embed/>
                  <p:pic>
                    <p:nvPicPr>
                      <p:cNvPr id="0" name="图片 4109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777384" y="5265320"/>
                        <a:ext cx="4206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2" name="Object 16"/>
          <p:cNvGraphicFramePr>
            <a:graphicFrameLocks noChangeAspect="1"/>
          </p:cNvGraphicFramePr>
          <p:nvPr/>
        </p:nvGraphicFramePr>
        <p:xfrm>
          <a:off x="4052792" y="2319195"/>
          <a:ext cx="4206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31" imgW="3962400" imgH="5486400" progId="Equation.DSMT4">
                  <p:embed/>
                </p:oleObj>
              </mc:Choice>
              <mc:Fallback>
                <p:oleObj name="Equation" r:id="rId31" imgW="3962400" imgH="5486400" progId="Equation.DSMT4">
                  <p:embed/>
                  <p:pic>
                    <p:nvPicPr>
                      <p:cNvPr id="0" name="图片 4110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052792" y="2319195"/>
                        <a:ext cx="4206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流程图: 联系 48"/>
          <p:cNvSpPr/>
          <p:nvPr/>
        </p:nvSpPr>
        <p:spPr>
          <a:xfrm>
            <a:off x="3356810" y="4255591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0444" name="Object 28"/>
          <p:cNvGraphicFramePr>
            <a:graphicFrameLocks noChangeAspect="1"/>
          </p:cNvGraphicFramePr>
          <p:nvPr/>
        </p:nvGraphicFramePr>
        <p:xfrm>
          <a:off x="3182620" y="4161155"/>
          <a:ext cx="4175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33" imgW="3962400" imgH="5486400" progId="Equation.DSMT4">
                  <p:embed/>
                </p:oleObj>
              </mc:Choice>
              <mc:Fallback>
                <p:oleObj name="Equation" r:id="rId33" imgW="3962400" imgH="5486400" progId="Equation.DSMT4">
                  <p:embed/>
                  <p:pic>
                    <p:nvPicPr>
                      <p:cNvPr id="0" name="图片 412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82620" y="4161155"/>
                        <a:ext cx="417513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2311400" y="4265930"/>
            <a:ext cx="264160" cy="381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29"/>
          <p:cNvGraphicFramePr>
            <a:graphicFrameLocks noChangeAspect="1"/>
          </p:cNvGraphicFramePr>
          <p:nvPr/>
        </p:nvGraphicFramePr>
        <p:xfrm>
          <a:off x="482247" y="6189117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35" imgW="15849600" imgH="7010400" progId="Equation.DSMT4">
                  <p:embed/>
                </p:oleObj>
              </mc:Choice>
              <mc:Fallback>
                <p:oleObj name="Equation" r:id="rId35" imgW="15849600" imgH="70104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247" y="6189117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1" name="Object 31"/>
          <p:cNvGraphicFramePr>
            <a:graphicFrameLocks noChangeAspect="1"/>
          </p:cNvGraphicFramePr>
          <p:nvPr/>
        </p:nvGraphicFramePr>
        <p:xfrm>
          <a:off x="1993265" y="6058535"/>
          <a:ext cx="2617470" cy="95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36" imgW="1130300" imgH="431800" progId="Equation.DSMT4">
                  <p:embed/>
                </p:oleObj>
              </mc:Choice>
              <mc:Fallback>
                <p:oleObj name="Equation" r:id="rId36" imgW="1130300" imgH="431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993265" y="6058535"/>
                        <a:ext cx="2617470" cy="955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3447415" y="7148830"/>
          <a:ext cx="1630680" cy="54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8" imgW="889000" imgH="228600" progId="Equation.DSMT4">
                  <p:embed/>
                </p:oleObj>
              </mc:Choice>
              <mc:Fallback>
                <p:oleObj name="Equation" r:id="rId38" imgW="889000" imgH="2286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447415" y="7148830"/>
                        <a:ext cx="1630680" cy="541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 flipH="1" flipV="1">
            <a:off x="6705600" y="2886075"/>
            <a:ext cx="34290" cy="3303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6118860" y="5638800"/>
            <a:ext cx="3255645" cy="158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9423083" y="5516013"/>
          <a:ext cx="32226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40" imgW="3048000" imgH="3352800" progId="Equation.DSMT4">
                  <p:embed/>
                </p:oleObj>
              </mc:Choice>
              <mc:Fallback>
                <p:oleObj name="Equation" r:id="rId40" imgW="3048000" imgH="3352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23083" y="5516013"/>
                        <a:ext cx="322262" cy="338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/>
          <p:cNvGraphicFramePr>
            <a:graphicFrameLocks noChangeAspect="1"/>
          </p:cNvGraphicFramePr>
          <p:nvPr/>
        </p:nvGraphicFramePr>
        <p:xfrm>
          <a:off x="6544921" y="2520423"/>
          <a:ext cx="355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41" imgW="3352800" imgH="3962400" progId="Equation.DSMT4">
                  <p:embed/>
                </p:oleObj>
              </mc:Choice>
              <mc:Fallback>
                <p:oleObj name="Equation" r:id="rId41" imgW="3352800" imgH="39624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44921" y="2520423"/>
                        <a:ext cx="3556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/>
        </p:nvGraphicFramePr>
        <p:xfrm>
          <a:off x="6348095" y="5748020"/>
          <a:ext cx="323850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42" imgW="3048000" imgH="3352800" progId="Equation.DSMT4">
                  <p:embed/>
                </p:oleObj>
              </mc:Choice>
              <mc:Fallback>
                <p:oleObj name="Equation" r:id="rId42" imgW="3048000" imgH="3352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48095" y="5748020"/>
                        <a:ext cx="323850" cy="338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流程图: 联系 34"/>
          <p:cNvSpPr/>
          <p:nvPr/>
        </p:nvSpPr>
        <p:spPr>
          <a:xfrm>
            <a:off x="7016725" y="5370552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8" name="流程图: 联系 37"/>
          <p:cNvSpPr/>
          <p:nvPr/>
        </p:nvSpPr>
        <p:spPr>
          <a:xfrm>
            <a:off x="9361496" y="3046507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6" name="流程图: 联系 45"/>
          <p:cNvSpPr/>
          <p:nvPr/>
        </p:nvSpPr>
        <p:spPr>
          <a:xfrm>
            <a:off x="7109988" y="4889305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1" name="流程图: 联系 50"/>
          <p:cNvSpPr/>
          <p:nvPr/>
        </p:nvSpPr>
        <p:spPr>
          <a:xfrm>
            <a:off x="8183514" y="4391844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3" name="流程图: 联系 52"/>
          <p:cNvSpPr/>
          <p:nvPr/>
        </p:nvSpPr>
        <p:spPr>
          <a:xfrm>
            <a:off x="8905263" y="4335144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4" name="流程图: 联系 53"/>
          <p:cNvSpPr/>
          <p:nvPr/>
        </p:nvSpPr>
        <p:spPr>
          <a:xfrm>
            <a:off x="9255785" y="3567606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7" name="Object 9"/>
          <p:cNvGraphicFramePr>
            <a:graphicFrameLocks noChangeAspect="1"/>
          </p:cNvGraphicFramePr>
          <p:nvPr/>
        </p:nvGraphicFramePr>
        <p:xfrm>
          <a:off x="6739681" y="5516343"/>
          <a:ext cx="388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43" imgW="3657600" imgH="3962400" progId="Equation.DSMT4">
                  <p:embed/>
                </p:oleObj>
              </mc:Choice>
              <mc:Fallback>
                <p:oleObj name="Equation" r:id="rId43" imgW="3657600" imgH="39624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39681" y="5516343"/>
                        <a:ext cx="3889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0"/>
          <p:cNvGraphicFramePr>
            <a:graphicFrameLocks noChangeAspect="1"/>
          </p:cNvGraphicFramePr>
          <p:nvPr/>
        </p:nvGraphicFramePr>
        <p:xfrm>
          <a:off x="9049836" y="2664928"/>
          <a:ext cx="3889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44" imgW="3657600" imgH="3962400" progId="Equation.DSMT4">
                  <p:embed/>
                </p:oleObj>
              </mc:Choice>
              <mc:Fallback>
                <p:oleObj name="Equation" r:id="rId44" imgW="3657600" imgH="39624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049836" y="2664928"/>
                        <a:ext cx="3889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1"/>
          <p:cNvGraphicFramePr>
            <a:graphicFrameLocks noChangeAspect="1"/>
          </p:cNvGraphicFramePr>
          <p:nvPr/>
        </p:nvGraphicFramePr>
        <p:xfrm>
          <a:off x="8550269" y="3279147"/>
          <a:ext cx="6477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Equation" r:id="rId45" imgW="6096000" imgH="5486400" progId="Equation.DSMT4">
                  <p:embed/>
                </p:oleObj>
              </mc:Choice>
              <mc:Fallback>
                <p:oleObj name="Equation" r:id="rId45" imgW="6096000" imgH="54864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550269" y="3279147"/>
                        <a:ext cx="64770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12"/>
          <p:cNvGraphicFramePr>
            <a:graphicFrameLocks noChangeAspect="1"/>
          </p:cNvGraphicFramePr>
          <p:nvPr/>
        </p:nvGraphicFramePr>
        <p:xfrm>
          <a:off x="8629315" y="3832981"/>
          <a:ext cx="4206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" name="Equation" r:id="rId46" imgW="3962400" imgH="5486400" progId="Equation.DSMT4">
                  <p:embed/>
                </p:oleObj>
              </mc:Choice>
              <mc:Fallback>
                <p:oleObj name="Equation" r:id="rId46" imgW="3962400" imgH="5486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629315" y="3832981"/>
                        <a:ext cx="420688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13"/>
          <p:cNvGraphicFramePr>
            <a:graphicFrameLocks noChangeAspect="1"/>
          </p:cNvGraphicFramePr>
          <p:nvPr/>
        </p:nvGraphicFramePr>
        <p:xfrm>
          <a:off x="7894321" y="3698240"/>
          <a:ext cx="6461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47" imgW="6096000" imgH="5486400" progId="Equation.DSMT4">
                  <p:embed/>
                </p:oleObj>
              </mc:Choice>
              <mc:Fallback>
                <p:oleObj name="Equation" r:id="rId47" imgW="6096000" imgH="54864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894321" y="3698240"/>
                        <a:ext cx="646113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14"/>
          <p:cNvGraphicFramePr>
            <a:graphicFrameLocks noChangeAspect="1"/>
          </p:cNvGraphicFramePr>
          <p:nvPr/>
        </p:nvGraphicFramePr>
        <p:xfrm>
          <a:off x="7214235" y="4638790"/>
          <a:ext cx="3873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48" imgW="3657600" imgH="5486400" progId="Equation.DSMT4">
                  <p:embed/>
                </p:oleObj>
              </mc:Choice>
              <mc:Fallback>
                <p:oleObj name="Equation" r:id="rId48" imgW="3657600" imgH="54864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214235" y="4638790"/>
                        <a:ext cx="387350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5"/>
          <p:cNvGraphicFramePr>
            <a:graphicFrameLocks noChangeAspect="1"/>
          </p:cNvGraphicFramePr>
          <p:nvPr/>
        </p:nvGraphicFramePr>
        <p:xfrm>
          <a:off x="7049789" y="5439310"/>
          <a:ext cx="4206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49" imgW="3962400" imgH="5486400" progId="Equation.DSMT4">
                  <p:embed/>
                </p:oleObj>
              </mc:Choice>
              <mc:Fallback>
                <p:oleObj name="Equation" r:id="rId49" imgW="3962400" imgH="5486400" progId="Equation.DSMT4">
                  <p:embed/>
                  <p:pic>
                    <p:nvPicPr>
                      <p:cNvPr id="0" name="图片 4109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049789" y="5439310"/>
                        <a:ext cx="4206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16"/>
          <p:cNvGraphicFramePr>
            <a:graphicFrameLocks noChangeAspect="1"/>
          </p:cNvGraphicFramePr>
          <p:nvPr/>
        </p:nvGraphicFramePr>
        <p:xfrm>
          <a:off x="9325197" y="2493185"/>
          <a:ext cx="4206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50" imgW="3962400" imgH="5486400" progId="Equation.DSMT4">
                  <p:embed/>
                </p:oleObj>
              </mc:Choice>
              <mc:Fallback>
                <p:oleObj name="Equation" r:id="rId50" imgW="3962400" imgH="5486400" progId="Equation.DSMT4">
                  <p:embed/>
                  <p:pic>
                    <p:nvPicPr>
                      <p:cNvPr id="0" name="图片 4110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325197" y="2493185"/>
                        <a:ext cx="420687" cy="554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流程图: 联系 72"/>
          <p:cNvSpPr/>
          <p:nvPr/>
        </p:nvSpPr>
        <p:spPr>
          <a:xfrm>
            <a:off x="8629215" y="4429581"/>
            <a:ext cx="69011" cy="5175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endParaRPr lang="zh-CN" altLang="en-US" sz="280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74" name="Object 28"/>
          <p:cNvGraphicFramePr>
            <a:graphicFrameLocks noChangeAspect="1"/>
          </p:cNvGraphicFramePr>
          <p:nvPr/>
        </p:nvGraphicFramePr>
        <p:xfrm>
          <a:off x="8455025" y="4335145"/>
          <a:ext cx="4175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51" imgW="3962400" imgH="5486400" progId="Equation.DSMT4">
                  <p:embed/>
                </p:oleObj>
              </mc:Choice>
              <mc:Fallback>
                <p:oleObj name="Equation" r:id="rId51" imgW="3962400" imgH="5486400" progId="Equation.DSMT4">
                  <p:embed/>
                  <p:pic>
                    <p:nvPicPr>
                      <p:cNvPr id="0" name="图片 412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455025" y="4335145"/>
                        <a:ext cx="417513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7" name="直接箭头连接符 76"/>
          <p:cNvCxnSpPr/>
          <p:nvPr/>
        </p:nvCxnSpPr>
        <p:spPr>
          <a:xfrm flipH="1">
            <a:off x="9135110" y="3926840"/>
            <a:ext cx="33020" cy="1600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Object 11"/>
          <p:cNvGraphicFramePr>
            <a:graphicFrameLocks noChangeAspect="1"/>
          </p:cNvGraphicFramePr>
          <p:nvPr/>
        </p:nvGraphicFramePr>
        <p:xfrm>
          <a:off x="5552568" y="6189117"/>
          <a:ext cx="162718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" name="Equation" r:id="rId52" imgW="17068800" imgH="7010400" progId="Equation.DSMT4">
                  <p:embed/>
                </p:oleObj>
              </mc:Choice>
              <mc:Fallback>
                <p:oleObj name="Equation" r:id="rId52" imgW="17068800" imgH="7010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52568" y="6189117"/>
                        <a:ext cx="1627187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31"/>
          <p:cNvGraphicFramePr>
            <a:graphicFrameLocks noChangeAspect="1"/>
          </p:cNvGraphicFramePr>
          <p:nvPr/>
        </p:nvGraphicFramePr>
        <p:xfrm>
          <a:off x="7170103" y="6064250"/>
          <a:ext cx="2705735" cy="95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" name="Equation" r:id="rId53" imgW="1168400" imgH="431800" progId="Equation.DSMT4">
                  <p:embed/>
                </p:oleObj>
              </mc:Choice>
              <mc:Fallback>
                <p:oleObj name="Equation" r:id="rId53" imgW="1168400" imgH="431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7170103" y="6064250"/>
                        <a:ext cx="2705735" cy="955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4"/>
          <p:cNvGraphicFramePr>
            <a:graphicFrameLocks noChangeAspect="1"/>
          </p:cNvGraphicFramePr>
          <p:nvPr/>
        </p:nvGraphicFramePr>
        <p:xfrm>
          <a:off x="8733473" y="7019290"/>
          <a:ext cx="1701165" cy="54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" name="Equation" r:id="rId55" imgW="927100" imgH="228600" progId="Equation.DSMT4">
                  <p:embed/>
                </p:oleObj>
              </mc:Choice>
              <mc:Fallback>
                <p:oleObj name="Equation" r:id="rId55" imgW="927100" imgH="2286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8733473" y="7019290"/>
                        <a:ext cx="1701165" cy="541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2" grpId="0" animBg="1"/>
      <p:bldP spid="7" grpId="0" animBg="1"/>
      <p:bldP spid="41" grpId="0" animBg="1"/>
      <p:bldP spid="42" grpId="0" animBg="1"/>
      <p:bldP spid="43" grpId="0" animBg="1"/>
      <p:bldP spid="8" grpId="0" animBg="1"/>
      <p:bldP spid="12" grpId="0" animBg="1"/>
      <p:bldP spid="49" grpId="0" animBg="1"/>
      <p:bldP spid="24" grpId="0"/>
      <p:bldP spid="6" grpId="0"/>
      <p:bldP spid="18" grpId="0" animBg="1"/>
      <p:bldP spid="35" grpId="0" animBg="1"/>
      <p:bldP spid="38" grpId="0" animBg="1"/>
      <p:bldP spid="46" grpId="0" animBg="1"/>
      <p:bldP spid="51" grpId="0" animBg="1"/>
      <p:bldP spid="53" grpId="0" animBg="1"/>
      <p:bldP spid="54" grpId="0" animBg="1"/>
      <p:bldP spid="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形标注 7"/>
          <p:cNvSpPr/>
          <p:nvPr/>
        </p:nvSpPr>
        <p:spPr>
          <a:xfrm>
            <a:off x="4595495" y="6579870"/>
            <a:ext cx="227330" cy="311785"/>
          </a:xfrm>
          <a:prstGeom prst="wedgeEllipseCallout">
            <a:avLst>
              <a:gd name="adj1" fmla="val 477932"/>
              <a:gd name="adj2" fmla="val 17627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"/>
          <p:cNvSpPr txBox="1"/>
          <p:nvPr>
            <p:custDataLst>
              <p:tags r:id="rId1"/>
            </p:custDataLst>
          </p:nvPr>
        </p:nvSpPr>
        <p:spPr>
          <a:xfrm>
            <a:off x="1037685" y="855881"/>
            <a:ext cx="7253726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为光滑或分段光滑的简单闭曲线，   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7383070" y="901426"/>
          <a:ext cx="16700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3" imgW="15849600" imgH="4876800" progId="Equation.DSMT4">
                  <p:embed/>
                </p:oleObj>
              </mc:Choice>
              <mc:Fallback>
                <p:oleObj name="Equation" r:id="rId3" imgW="15849600" imgH="4876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83070" y="901426"/>
                        <a:ext cx="167005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1440265" y="2238468"/>
            <a:ext cx="6273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2271148" y="2234939"/>
          <a:ext cx="3109912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5" imgW="32613600" imgH="7010400" progId="Equation.DSMT4">
                  <p:embed/>
                </p:oleObj>
              </mc:Choice>
              <mc:Fallback>
                <p:oleObj name="Equation" r:id="rId5" imgW="32613600" imgH="70104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1148" y="2234939"/>
                        <a:ext cx="3109912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/>
          <p:cNvGraphicFramePr>
            <a:graphicFrameLocks noChangeAspect="1"/>
          </p:cNvGraphicFramePr>
          <p:nvPr/>
        </p:nvGraphicFramePr>
        <p:xfrm>
          <a:off x="6066021" y="2242667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7" imgW="15849600" imgH="7010400" progId="Equation.DSMT4">
                  <p:embed/>
                </p:oleObj>
              </mc:Choice>
              <mc:Fallback>
                <p:oleObj name="Equation" r:id="rId7" imgW="15849600" imgH="70104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66021" y="2242667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2"/>
          <p:cNvGraphicFramePr>
            <a:graphicFrameLocks noChangeAspect="1"/>
          </p:cNvGraphicFramePr>
          <p:nvPr/>
        </p:nvGraphicFramePr>
        <p:xfrm>
          <a:off x="5345626" y="2423523"/>
          <a:ext cx="44399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9" imgW="3048000" imgH="2743200" progId="Equation.DSMT4">
                  <p:embed/>
                </p:oleObj>
              </mc:Choice>
              <mc:Fallback>
                <p:oleObj name="Equation" r:id="rId9" imgW="3048000" imgH="27432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45626" y="2423523"/>
                        <a:ext cx="443990" cy="274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3"/>
          <p:cNvGraphicFramePr>
            <a:graphicFrameLocks noChangeAspect="1"/>
          </p:cNvGraphicFramePr>
          <p:nvPr/>
        </p:nvGraphicFramePr>
        <p:xfrm>
          <a:off x="7556772" y="2414118"/>
          <a:ext cx="488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1" imgW="3352800" imgH="3352800" progId="Equation.DSMT4">
                  <p:embed/>
                </p:oleObj>
              </mc:Choice>
              <mc:Fallback>
                <p:oleObj name="Equation" r:id="rId11" imgW="3352800" imgH="33528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56772" y="2414118"/>
                        <a:ext cx="488950" cy="371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Object 18"/>
          <p:cNvGraphicFramePr>
            <a:graphicFrameLocks noChangeAspect="1"/>
          </p:cNvGraphicFramePr>
          <p:nvPr/>
        </p:nvGraphicFramePr>
        <p:xfrm>
          <a:off x="8298046" y="2268067"/>
          <a:ext cx="14811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3" imgW="15544800" imgH="7010400" progId="Equation.DSMT4">
                  <p:embed/>
                </p:oleObj>
              </mc:Choice>
              <mc:Fallback>
                <p:oleObj name="Equation" r:id="rId13" imgW="15544800" imgH="70104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98046" y="2268067"/>
                        <a:ext cx="1481138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5" name="Object 19"/>
          <p:cNvGraphicFramePr>
            <a:graphicFrameLocks noChangeAspect="1"/>
          </p:cNvGraphicFramePr>
          <p:nvPr/>
        </p:nvGraphicFramePr>
        <p:xfrm>
          <a:off x="5766015" y="2440296"/>
          <a:ext cx="533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15" imgW="3657600" imgH="3352800" progId="Equation.DSMT4">
                  <p:embed/>
                </p:oleObj>
              </mc:Choice>
              <mc:Fallback>
                <p:oleObj name="Equation" r:id="rId15" imgW="3657600" imgH="33528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66015" y="2440296"/>
                        <a:ext cx="533400" cy="371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6" name="Object 20"/>
          <p:cNvGraphicFramePr>
            <a:graphicFrameLocks noChangeAspect="1"/>
          </p:cNvGraphicFramePr>
          <p:nvPr/>
        </p:nvGraphicFramePr>
        <p:xfrm>
          <a:off x="7982883" y="2380779"/>
          <a:ext cx="5334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17" imgW="3657600" imgH="4876800" progId="Equation.DSMT4">
                  <p:embed/>
                </p:oleObj>
              </mc:Choice>
              <mc:Fallback>
                <p:oleObj name="Equation" r:id="rId17" imgW="3657600" imgH="48768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982883" y="2380779"/>
                        <a:ext cx="53340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圆角矩形标注 54"/>
          <p:cNvSpPr/>
          <p:nvPr>
            <p:custDataLst>
              <p:tags r:id="rId19"/>
            </p:custDataLst>
          </p:nvPr>
        </p:nvSpPr>
        <p:spPr>
          <a:xfrm>
            <a:off x="9779839" y="1376742"/>
            <a:ext cx="1708030" cy="724619"/>
          </a:xfrm>
          <a:prstGeom prst="wedgeRoundRectCallout">
            <a:avLst>
              <a:gd name="adj1" fmla="val -89520"/>
              <a:gd name="adj2" fmla="val 79167"/>
              <a:gd name="adj3" fmla="val 16667"/>
            </a:avLst>
          </a:prstGeom>
          <a:blipFill>
            <a:blip r:embed="rId20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线性性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2"/>
          <p:cNvSpPr txBox="1"/>
          <p:nvPr>
            <p:custDataLst>
              <p:tags r:id="rId21"/>
            </p:custDataLst>
          </p:nvPr>
        </p:nvSpPr>
        <p:spPr>
          <a:xfrm>
            <a:off x="9202444" y="856033"/>
            <a:ext cx="1400787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可积，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文本框 2"/>
          <p:cNvSpPr txBox="1"/>
          <p:nvPr>
            <p:custDataLst>
              <p:tags r:id="rId22"/>
            </p:custDataLst>
          </p:nvPr>
        </p:nvSpPr>
        <p:spPr>
          <a:xfrm>
            <a:off x="1130300" y="1478915"/>
            <a:ext cx="658368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由复积分的定义以及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极限运算的运算法则：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      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1440265" y="3030503"/>
            <a:ext cx="6273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71395" y="3042920"/>
            <a:ext cx="6896100" cy="551180"/>
            <a:chOff x="3390" y="2554"/>
            <a:chExt cx="10860" cy="868"/>
          </a:xfrm>
        </p:grpSpPr>
        <p:sp>
          <p:nvSpPr>
            <p:cNvPr id="25" name="文本框 2"/>
            <p:cNvSpPr txBox="1"/>
            <p:nvPr/>
          </p:nvSpPr>
          <p:spPr>
            <a:xfrm>
              <a:off x="3390" y="2554"/>
              <a:ext cx="10861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假设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由两条有向光滑曲线段        组成，则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26" name="Object 21"/>
            <p:cNvGraphicFramePr>
              <a:graphicFrameLocks noChangeAspect="1"/>
            </p:cNvGraphicFramePr>
            <p:nvPr/>
          </p:nvGraphicFramePr>
          <p:xfrm>
            <a:off x="10556" y="2554"/>
            <a:ext cx="1417" cy="8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" name="Equation" r:id="rId23" imgW="8534400" imgH="5486400" progId="Equation.DSMT4">
                    <p:embed/>
                  </p:oleObj>
                </mc:Choice>
                <mc:Fallback>
                  <p:oleObj name="Equation" r:id="rId23" imgW="8534400" imgH="5486400" progId="Equation.DSMT4">
                    <p:embed/>
                    <p:pic>
                      <p:nvPicPr>
                        <p:cNvPr id="0" name="图片 71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556" y="2554"/>
                          <a:ext cx="1417" cy="8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Object 22"/>
          <p:cNvGraphicFramePr>
            <a:graphicFrameLocks noChangeAspect="1"/>
          </p:cNvGraphicFramePr>
          <p:nvPr/>
        </p:nvGraphicFramePr>
        <p:xfrm>
          <a:off x="2180552" y="3802848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5" imgW="15849600" imgH="7010400" progId="Equation.DSMT4">
                  <p:embed/>
                </p:oleObj>
              </mc:Choice>
              <mc:Fallback>
                <p:oleObj name="Equation" r:id="rId25" imgW="15849600" imgH="7010400" progId="Equation.DSMT4">
                  <p:embed/>
                  <p:pic>
                    <p:nvPicPr>
                      <p:cNvPr id="0" name="图片 718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80552" y="3802848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3"/>
          <p:cNvGraphicFramePr>
            <a:graphicFrameLocks noChangeAspect="1"/>
          </p:cNvGraphicFramePr>
          <p:nvPr/>
        </p:nvGraphicFramePr>
        <p:xfrm>
          <a:off x="4174907" y="3798717"/>
          <a:ext cx="15700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27" imgW="16459200" imgH="7620000" progId="Equation.DSMT4">
                  <p:embed/>
                </p:oleObj>
              </mc:Choice>
              <mc:Fallback>
                <p:oleObj name="Equation" r:id="rId27" imgW="16459200" imgH="7620000" progId="Equation.DSMT4">
                  <p:embed/>
                  <p:pic>
                    <p:nvPicPr>
                      <p:cNvPr id="0" name="图片 7182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74907" y="3798717"/>
                        <a:ext cx="1570038" cy="765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/>
          <p:cNvGraphicFramePr>
            <a:graphicFrameLocks noChangeAspect="1"/>
          </p:cNvGraphicFramePr>
          <p:nvPr/>
        </p:nvGraphicFramePr>
        <p:xfrm>
          <a:off x="6318152" y="3781464"/>
          <a:ext cx="15986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29" imgW="16764000" imgH="7620000" progId="Equation.DSMT4">
                  <p:embed/>
                </p:oleObj>
              </mc:Choice>
              <mc:Fallback>
                <p:oleObj name="Equation" r:id="rId29" imgW="16764000" imgH="7620000" progId="Equation.DSMT4">
                  <p:embed/>
                  <p:pic>
                    <p:nvPicPr>
                      <p:cNvPr id="0" name="图片 7183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318152" y="3781464"/>
                        <a:ext cx="1598613" cy="765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5"/>
          <p:cNvGraphicFramePr>
            <a:graphicFrameLocks noChangeAspect="1"/>
          </p:cNvGraphicFramePr>
          <p:nvPr/>
        </p:nvGraphicFramePr>
        <p:xfrm>
          <a:off x="3691949" y="3992180"/>
          <a:ext cx="44450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31" imgW="3048000" imgH="2743200" progId="Equation.DSMT4">
                  <p:embed/>
                </p:oleObj>
              </mc:Choice>
              <mc:Fallback>
                <p:oleObj name="Equation" r:id="rId31" imgW="3048000" imgH="2743200" progId="Equation.DSMT4">
                  <p:embed/>
                  <p:pic>
                    <p:nvPicPr>
                      <p:cNvPr id="0" name="图片 71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91949" y="3992180"/>
                        <a:ext cx="444500" cy="274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6"/>
          <p:cNvGraphicFramePr>
            <a:graphicFrameLocks noChangeAspect="1"/>
          </p:cNvGraphicFramePr>
          <p:nvPr/>
        </p:nvGraphicFramePr>
        <p:xfrm>
          <a:off x="5814346" y="3910980"/>
          <a:ext cx="4889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32" imgW="3352800" imgH="3352800" progId="Equation.DSMT4">
                  <p:embed/>
                </p:oleObj>
              </mc:Choice>
              <mc:Fallback>
                <p:oleObj name="Equation" r:id="rId32" imgW="3352800" imgH="3352800" progId="Equation.DSMT4">
                  <p:embed/>
                  <p:pic>
                    <p:nvPicPr>
                      <p:cNvPr id="0" name="图片 7185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814346" y="3910980"/>
                        <a:ext cx="488950" cy="371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圆角矩形标注 44"/>
          <p:cNvSpPr/>
          <p:nvPr/>
        </p:nvSpPr>
        <p:spPr>
          <a:xfrm>
            <a:off x="8644890" y="3853815"/>
            <a:ext cx="3230245" cy="551815"/>
          </a:xfrm>
          <a:prstGeom prst="wedgeRoundRectCallout">
            <a:avLst>
              <a:gd name="adj1" fmla="val -85174"/>
              <a:gd name="adj2" fmla="val -18750"/>
              <a:gd name="adj3" fmla="val 16667"/>
            </a:avLst>
          </a:prstGeom>
          <a:blipFill>
            <a:blip r:embed="rId20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对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积分曲线可加性</a:t>
            </a:r>
            <a:endParaRPr lang="zh-CN" altLang="en-US" sz="2800" dirty="0" smtClean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7" name="文本框 2"/>
          <p:cNvSpPr txBox="1"/>
          <p:nvPr/>
        </p:nvSpPr>
        <p:spPr>
          <a:xfrm>
            <a:off x="1494875" y="4674208"/>
            <a:ext cx="26238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(4)  </a:t>
            </a:r>
            <a:r>
              <a:rPr lang="zh-CN" altLang="en-US" sz="2800" b="1" dirty="0" smtClean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</a:rPr>
              <a:t>积分不等式</a:t>
            </a:r>
            <a:endParaRPr lang="zh-CN" altLang="en-US" sz="2800" b="1" dirty="0" smtClean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207510" y="4690110"/>
            <a:ext cx="6395720" cy="520700"/>
            <a:chOff x="5780" y="2433"/>
            <a:chExt cx="10072" cy="820"/>
          </a:xfrm>
        </p:grpSpPr>
        <p:sp>
          <p:nvSpPr>
            <p:cNvPr id="48" name="文本框 2"/>
            <p:cNvSpPr txBox="1"/>
            <p:nvPr/>
          </p:nvSpPr>
          <p:spPr>
            <a:xfrm>
              <a:off x="5780" y="2433"/>
              <a:ext cx="10073" cy="820"/>
            </a:xfrm>
            <a:prstGeom prst="rect">
              <a:avLst/>
            </a:prstGeom>
            <a:noFill/>
          </p:spPr>
          <p:txBody>
            <a:bodyPr wrap="squar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假设                        且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华文中宋" panose="02010600040101010101" charset="-122"/>
                  <a:cs typeface="Times New Roman" panose="02020603050405020304" pitchFamily="18" charset="0"/>
                </a:rPr>
                <a:t>L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的长度为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华文中宋" panose="02010600040101010101" charset="-122"/>
                  <a:cs typeface="Times New Roman" panose="02020603050405020304" pitchFamily="18" charset="0"/>
                </a:rPr>
                <a:t>l,</a:t>
              </a:r>
              <a:r>
                <a:rPr lang="en-US" altLang="zh-CN" sz="2800" i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则                       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50" name="Object 22"/>
            <p:cNvGraphicFramePr>
              <a:graphicFrameLocks noChangeAspect="1"/>
            </p:cNvGraphicFramePr>
            <p:nvPr/>
          </p:nvGraphicFramePr>
          <p:xfrm>
            <a:off x="7219" y="2483"/>
            <a:ext cx="2700" cy="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7" name="Equation" r:id="rId34" imgW="17983200" imgH="4876800" progId="Equation.DSMT4">
                    <p:embed/>
                  </p:oleObj>
                </mc:Choice>
                <mc:Fallback>
                  <p:oleObj name="Equation" r:id="rId34" imgW="17983200" imgH="4876800" progId="Equation.DSMT4">
                    <p:embed/>
                    <p:pic>
                      <p:nvPicPr>
                        <p:cNvPr id="0" name="图片 71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7219" y="2483"/>
                          <a:ext cx="2700" cy="77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69" name="Object 33"/>
            <p:cNvGraphicFramePr>
              <a:graphicFrameLocks noChangeAspect="1"/>
            </p:cNvGraphicFramePr>
            <p:nvPr/>
          </p:nvGraphicFramePr>
          <p:xfrm>
            <a:off x="9919" y="2486"/>
            <a:ext cx="1420" cy="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8" name="Equation" r:id="rId36" imgW="9448800" imgH="4876800" progId="Equation.DSMT4">
                    <p:embed/>
                  </p:oleObj>
                </mc:Choice>
                <mc:Fallback>
                  <p:oleObj name="Equation" r:id="rId36" imgW="9448800" imgH="4876800" progId="Equation.DSMT4">
                    <p:embed/>
                    <p:pic>
                      <p:nvPicPr>
                        <p:cNvPr id="0" name="图片 71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9919" y="2486"/>
                          <a:ext cx="1420" cy="7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70" name="Object 34"/>
          <p:cNvGraphicFramePr>
            <a:graphicFrameLocks noChangeAspect="1"/>
          </p:cNvGraphicFramePr>
          <p:nvPr/>
        </p:nvGraphicFramePr>
        <p:xfrm>
          <a:off x="4595495" y="5367655"/>
          <a:ext cx="2463800" cy="702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38" imgW="1091565" imgH="292100" progId="Equation.DSMT4">
                  <p:embed/>
                </p:oleObj>
              </mc:Choice>
              <mc:Fallback>
                <p:oleObj name="Equation" r:id="rId38" imgW="1091565" imgH="292100" progId="Equation.DSMT4">
                  <p:embed/>
                  <p:pic>
                    <p:nvPicPr>
                      <p:cNvPr id="0" name="图片 7188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595495" y="5367655"/>
                        <a:ext cx="2463800" cy="7023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546945" y="6490943"/>
            <a:ext cx="191135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(5)  </a:t>
            </a:r>
            <a:r>
              <a:rPr lang="zh-CN" altLang="en-US" sz="2800" b="1" dirty="0" smtClean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</a:rPr>
              <a:t>代入性</a:t>
            </a:r>
            <a:endParaRPr lang="zh-CN" altLang="en-US" sz="2800" b="1" dirty="0" smtClean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4" name="Object 22"/>
          <p:cNvGraphicFramePr>
            <a:graphicFrameLocks noChangeAspect="1"/>
          </p:cNvGraphicFramePr>
          <p:nvPr/>
        </p:nvGraphicFramePr>
        <p:xfrm>
          <a:off x="3869652" y="6416508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0" imgW="15849600" imgH="7010400" progId="Equation.DSMT4">
                  <p:embed/>
                </p:oleObj>
              </mc:Choice>
              <mc:Fallback>
                <p:oleObj name="Equation" r:id="rId40" imgW="15849600" imgH="7010400" progId="Equation.DSMT4">
                  <p:embed/>
                  <p:pic>
                    <p:nvPicPr>
                      <p:cNvPr id="0" name="图片 718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869652" y="6416508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869940" y="6490970"/>
            <a:ext cx="5180965" cy="953135"/>
          </a:xfrm>
          <a:prstGeom prst="rect">
            <a:avLst/>
          </a:prstGeom>
          <a:blipFill rotWithShape="1">
            <a:blip r:embed="rId20"/>
            <a:tile tx="0" ty="0" sx="100000" sy="100000" flip="none" algn="tl"/>
          </a:blipFill>
        </p:spPr>
        <p:txBody>
          <a:bodyPr wrap="square" rtlCol="0">
            <a:spAutoFit/>
          </a:bodyPr>
          <a:p>
            <a:r>
              <a:rPr lang="zh-CN" altLang="en-US" sz="2800"/>
              <a:t>满足积分曲线</a:t>
            </a:r>
            <a:r>
              <a:rPr lang="en-US" altLang="zh-CN" sz="2800"/>
              <a:t>L</a:t>
            </a:r>
            <a:r>
              <a:rPr lang="zh-CN" altLang="en-US" sz="2800"/>
              <a:t>的方程</a:t>
            </a:r>
            <a:r>
              <a:rPr lang="en-US" altLang="zh-CN" sz="2800"/>
              <a:t>,</a:t>
            </a:r>
            <a:r>
              <a:rPr lang="zh-CN" altLang="en-US" sz="2800"/>
              <a:t>可将曲线方程先行代入</a:t>
            </a:r>
            <a:endParaRPr lang="zh-CN" altLang="en-US" sz="2800"/>
          </a:p>
        </p:txBody>
      </p:sp>
    </p:spTree>
    <p:custDataLst>
      <p:tags r:id="rId4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  <p:bldP spid="55" grpId="0" bldLvl="0" animBg="1"/>
      <p:bldP spid="22" grpId="0"/>
      <p:bldP spid="45" grpId="0" bldLvl="0" animBg="1"/>
      <p:bldP spid="47" grpId="0"/>
      <p:bldP spid="3" grpId="0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7502071" y="205050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6668899" y="338480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108065" y="4601210"/>
            <a:ext cx="4476115" cy="579755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存在性定理与计算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2" name="文本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827395" y="4021455"/>
            <a:ext cx="4476115" cy="579755"/>
          </a:xfrm>
          <a:prstGeom prst="rect">
            <a:avLst/>
          </a:prstGeom>
        </p:spPr>
        <p:txBody>
          <a:bodyPr vert="horz" lIns="101600" tIns="38100" rIns="76200" bIns="38100" rtlCol="0">
            <a:noAutofit/>
          </a:bodyPr>
          <a:lstStyle>
            <a:lvl1pPr marL="0" indent="0" algn="r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39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4737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926590" algn="l"/>
              </a:tabLst>
              <a:defRPr sz="239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094740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15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4147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188845" indent="0" algn="l" defTabSz="109474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915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73621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8358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830955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377690" indent="0" algn="l" defTabSz="1094740" rtl="0" eaLnBrk="1" latinLnBrk="0" hangingPunct="1">
              <a:lnSpc>
                <a:spcPct val="90000"/>
              </a:lnSpc>
              <a:spcBef>
                <a:spcPct val="120000"/>
              </a:spcBef>
              <a:buFont typeface="Arial" panose="020B0604020202020204" pitchFamily="34" charset="0"/>
              <a:buNone/>
              <a:defRPr sz="191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复变函数积分的</a:t>
            </a:r>
            <a:endParaRPr lang="zh-CN" altLang="en-US" sz="36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22937" y="493679"/>
            <a:ext cx="254000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、存在性定理</a:t>
            </a:r>
            <a:endParaRPr lang="zh-CN" altLang="en-US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225675" y="1061085"/>
            <a:ext cx="4034790" cy="520700"/>
            <a:chOff x="3505" y="3211"/>
            <a:chExt cx="6354" cy="820"/>
          </a:xfrm>
        </p:grpSpPr>
        <p:sp>
          <p:nvSpPr>
            <p:cNvPr id="2" name="文本框 2"/>
            <p:cNvSpPr txBox="1"/>
            <p:nvPr/>
          </p:nvSpPr>
          <p:spPr>
            <a:xfrm>
              <a:off x="3505" y="3211"/>
              <a:ext cx="6355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若       在曲线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上连续，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4269" y="3258"/>
            <a:ext cx="1315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3" name="Equation" r:id="rId1" imgW="7924800" imgH="4876800" progId="Equation.DSMT4">
                    <p:embed/>
                  </p:oleObj>
                </mc:Choice>
                <mc:Fallback>
                  <p:oleObj name="Equation" r:id="rId1" imgW="7924800" imgH="4876800" progId="Equation.DSMT4">
                    <p:embed/>
                    <p:pic>
                      <p:nvPicPr>
                        <p:cNvPr id="0" name="图片 81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269" y="3258"/>
                          <a:ext cx="1315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"/>
          <p:cNvSpPr txBox="1"/>
          <p:nvPr/>
        </p:nvSpPr>
        <p:spPr>
          <a:xfrm>
            <a:off x="1010524" y="1063838"/>
            <a:ext cx="145669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6048110" y="1028685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461125" y="1008380"/>
            <a:ext cx="2892425" cy="549275"/>
            <a:chOff x="10175" y="3128"/>
            <a:chExt cx="4555" cy="865"/>
          </a:xfrm>
        </p:grpSpPr>
        <p:graphicFrame>
          <p:nvGraphicFramePr>
            <p:cNvPr id="51225" name="Object 25"/>
            <p:cNvGraphicFramePr>
              <a:graphicFrameLocks noChangeAspect="1"/>
            </p:cNvGraphicFramePr>
            <p:nvPr/>
          </p:nvGraphicFramePr>
          <p:xfrm>
            <a:off x="10175" y="3221"/>
            <a:ext cx="1315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4" name="Equation" r:id="rId3" imgW="7924800" imgH="4876800" progId="Equation.DSMT4">
                    <p:embed/>
                  </p:oleObj>
                </mc:Choice>
                <mc:Fallback>
                  <p:oleObj name="Equation" r:id="rId3" imgW="7924800" imgH="4876800" progId="Equation.DSMT4">
                    <p:embed/>
                    <p:pic>
                      <p:nvPicPr>
                        <p:cNvPr id="0" name="图片 81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175" y="3221"/>
                          <a:ext cx="1315" cy="77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文本框 2"/>
            <p:cNvSpPr txBox="1"/>
            <p:nvPr/>
          </p:nvSpPr>
          <p:spPr>
            <a:xfrm>
              <a:off x="11334" y="3128"/>
              <a:ext cx="3397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在</a:t>
              </a:r>
              <a:r>
                <a:rPr lang="en-US" altLang="zh-CN" sz="2800" i="1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上可积。</a:t>
              </a:r>
              <a:endPara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sp>
        <p:nvSpPr>
          <p:cNvPr id="5" name="文本框 2"/>
          <p:cNvSpPr txBox="1"/>
          <p:nvPr/>
        </p:nvSpPr>
        <p:spPr>
          <a:xfrm>
            <a:off x="2327130" y="2281266"/>
            <a:ext cx="2670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假设有向曲线段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857012" y="1743719"/>
            <a:ext cx="147129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、计算</a:t>
            </a:r>
            <a:endParaRPr lang="zh-CN" altLang="en-US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1044597" y="2314623"/>
            <a:ext cx="145669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定理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0277681" y="2297849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若函数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1" name="Object 25"/>
          <p:cNvGraphicFramePr>
            <a:graphicFrameLocks noChangeAspect="1"/>
          </p:cNvGraphicFramePr>
          <p:nvPr/>
        </p:nvGraphicFramePr>
        <p:xfrm>
          <a:off x="5463540" y="2306955"/>
          <a:ext cx="331406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4" imgW="1320165" imgH="203200" progId="Equation.DSMT4">
                  <p:embed/>
                </p:oleObj>
              </mc:Choice>
              <mc:Fallback>
                <p:oleObj name="Equation" r:id="rId4" imgW="1320165" imgH="203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63540" y="2306955"/>
                        <a:ext cx="3314065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5035362" y="2295595"/>
            <a:ext cx="4648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i="1" dirty="0" smtClean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</a:rPr>
              <a:t>L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: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51228" name="Object 28"/>
          <p:cNvGraphicFramePr>
            <a:graphicFrameLocks noChangeAspect="1"/>
          </p:cNvGraphicFramePr>
          <p:nvPr/>
        </p:nvGraphicFramePr>
        <p:xfrm>
          <a:off x="8777288" y="2331085"/>
          <a:ext cx="1633855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6" imgW="660400" imgH="203200" progId="Equation.DSMT4">
                  <p:embed/>
                </p:oleObj>
              </mc:Choice>
              <mc:Fallback>
                <p:oleObj name="Equation" r:id="rId6" imgW="660400" imgH="2032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77288" y="2331085"/>
                        <a:ext cx="1633855" cy="487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9"/>
          <p:cNvGraphicFramePr>
            <a:graphicFrameLocks noChangeAspect="1"/>
          </p:cNvGraphicFramePr>
          <p:nvPr/>
        </p:nvGraphicFramePr>
        <p:xfrm>
          <a:off x="3346736" y="3559573"/>
          <a:ext cx="15113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8" imgW="15849600" imgH="7010400" progId="Equation.DSMT4">
                  <p:embed/>
                </p:oleObj>
              </mc:Choice>
              <mc:Fallback>
                <p:oleObj name="Equation" r:id="rId8" imgW="15849600" imgH="70104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346736" y="3559573"/>
                        <a:ext cx="151130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0"/>
          <p:cNvGraphicFramePr>
            <a:graphicFrameLocks noChangeAspect="1"/>
          </p:cNvGraphicFramePr>
          <p:nvPr/>
        </p:nvGraphicFramePr>
        <p:xfrm>
          <a:off x="4869417" y="3513621"/>
          <a:ext cx="26162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0" imgW="27432000" imgH="7924800" progId="Equation.DSMT4">
                  <p:embed/>
                </p:oleObj>
              </mc:Choice>
              <mc:Fallback>
                <p:oleObj name="Equation" r:id="rId10" imgW="27432000" imgH="7924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69417" y="3513621"/>
                        <a:ext cx="2616200" cy="796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5"/>
          <p:cNvGraphicFramePr>
            <a:graphicFrameLocks noChangeAspect="1"/>
          </p:cNvGraphicFramePr>
          <p:nvPr/>
        </p:nvGraphicFramePr>
        <p:xfrm>
          <a:off x="1098550" y="2957830"/>
          <a:ext cx="4143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2" imgW="1473200" imgH="203200" progId="Equation.DSMT4">
                  <p:embed/>
                </p:oleObj>
              </mc:Choice>
              <mc:Fallback>
                <p:oleObj name="Equation" r:id="rId12" imgW="1473200" imgH="2032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98550" y="2957830"/>
                        <a:ext cx="4143375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5241780" y="2992466"/>
            <a:ext cx="32397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在曲线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上连续，则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文本框 2"/>
          <p:cNvSpPr txBox="1"/>
          <p:nvPr>
            <p:custDataLst>
              <p:tags r:id="rId14"/>
            </p:custDataLst>
          </p:nvPr>
        </p:nvSpPr>
        <p:spPr>
          <a:xfrm>
            <a:off x="3006026" y="6123999"/>
            <a:ext cx="49961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(2)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写出积分曲线的参数方程，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63499" name="Object 11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1787597" y="4408970"/>
          <a:ext cx="9017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6" imgW="9448800" imgH="4876800" progId="Equation.DSMT4">
                  <p:embed/>
                </p:oleObj>
              </mc:Choice>
              <mc:Fallback>
                <p:oleObj name="Equation" r:id="rId16" imgW="9448800" imgH="48768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87597" y="4408970"/>
                        <a:ext cx="90170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>
            <p:custDataLst>
              <p:tags r:id="rId18"/>
            </p:custDataLst>
          </p:nvPr>
        </p:nvSpPr>
        <p:spPr>
          <a:xfrm>
            <a:off x="2689008" y="4408996"/>
            <a:ext cx="527367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分别是起点与终点对应的参数值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8" name="七角星 27"/>
          <p:cNvSpPr/>
          <p:nvPr>
            <p:custDataLst>
              <p:tags r:id="rId19"/>
            </p:custDataLst>
          </p:nvPr>
        </p:nvSpPr>
        <p:spPr>
          <a:xfrm>
            <a:off x="872898" y="4131636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19" name="Object 11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2319020" y="4991735"/>
          <a:ext cx="37020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1" imgW="152400" imgH="203200" progId="Equation.DSMT4">
                  <p:embed/>
                </p:oleObj>
              </mc:Choice>
              <mc:Fallback>
                <p:oleObj name="Equation" r:id="rId21" imgW="152400" imgH="2032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319020" y="4991735"/>
                        <a:ext cx="370205" cy="508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2689202" y="4993924"/>
            <a:ext cx="19596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不一定大于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4600575" y="5086350"/>
          <a:ext cx="462915" cy="41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5" imgW="190500" imgH="165100" progId="Equation.DSMT4">
                  <p:embed/>
                </p:oleObj>
              </mc:Choice>
              <mc:Fallback>
                <p:oleObj name="Equation" r:id="rId25" imgW="190500" imgH="1651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00575" y="5086350"/>
                        <a:ext cx="462915" cy="413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>
            <p:custDataLst>
              <p:tags r:id="rId27"/>
            </p:custDataLst>
          </p:nvPr>
        </p:nvSpPr>
        <p:spPr>
          <a:xfrm>
            <a:off x="1707912" y="5514349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步骤：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>
            <p:custDataLst>
              <p:tags r:id="rId28"/>
            </p:custDataLst>
          </p:nvPr>
        </p:nvSpPr>
        <p:spPr>
          <a:xfrm>
            <a:off x="3828986" y="6619934"/>
            <a:ext cx="6582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并找出积分曲线起点终点对应的参数值；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"/>
          <p:cNvSpPr txBox="1"/>
          <p:nvPr>
            <p:custDataLst>
              <p:tags r:id="rId29"/>
            </p:custDataLst>
          </p:nvPr>
        </p:nvSpPr>
        <p:spPr>
          <a:xfrm>
            <a:off x="3031426" y="7168574"/>
            <a:ext cx="701611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(3)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将复变函数的积分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化为定积分计算即可。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文本框 2"/>
          <p:cNvSpPr txBox="1"/>
          <p:nvPr>
            <p:custDataLst>
              <p:tags r:id="rId30"/>
            </p:custDataLst>
          </p:nvPr>
        </p:nvSpPr>
        <p:spPr>
          <a:xfrm>
            <a:off x="3023806" y="5603299"/>
            <a:ext cx="60629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</a:rPr>
              <a:t>(1) 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画图，即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在平面中找到积分曲线；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14" grpId="0"/>
      <p:bldP spid="7" grpId="0"/>
      <p:bldP spid="5" grpId="0"/>
      <p:bldP spid="9" grpId="0"/>
      <p:bldP spid="12" grpId="0"/>
      <p:bldP spid="10" grpId="0"/>
      <p:bldP spid="18" grpId="0"/>
      <p:bldP spid="25" grpId="0"/>
      <p:bldP spid="26" grpId="0"/>
      <p:bldP spid="28" grpId="0" bldLvl="0" animBg="1"/>
      <p:bldP spid="29" grpId="0"/>
      <p:bldP spid="30" grpId="0"/>
      <p:bldP spid="27" grpId="0"/>
      <p:bldP spid="22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"/>
          <p:cNvSpPr txBox="1"/>
          <p:nvPr/>
        </p:nvSpPr>
        <p:spPr>
          <a:xfrm>
            <a:off x="2155597" y="1186632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97959" y="1196121"/>
            <a:ext cx="8578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1.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3007995" y="1131570"/>
          <a:ext cx="125984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482600" imgH="292100" progId="Equation.DSMT4">
                  <p:embed/>
                </p:oleObj>
              </mc:Choice>
              <mc:Fallback>
                <p:oleObj name="Equation" r:id="rId1" imgW="4826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7995" y="1131570"/>
                        <a:ext cx="125984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4267817" y="1186895"/>
            <a:ext cx="42494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从原点到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+i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的直线段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;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2834" y="357102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6522403" y="2071370"/>
          <a:ext cx="2580005" cy="554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3" imgW="1320165" imgH="228600" progId="Equation.DSMT4">
                  <p:embed/>
                </p:oleObj>
              </mc:Choice>
              <mc:Fallback>
                <p:oleObj name="Equation" r:id="rId3" imgW="1320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2403" y="2071370"/>
                        <a:ext cx="2580005" cy="554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1889760" y="2052955"/>
            <a:ext cx="482600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过        的直线的参数方程：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2426970" y="1983105"/>
          <a:ext cx="708025" cy="65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5" imgW="330200" imgH="228600" progId="Equation.DSMT4">
                  <p:embed/>
                </p:oleObj>
              </mc:Choice>
              <mc:Fallback>
                <p:oleObj name="Equation" r:id="rId5" imgW="3302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6970" y="1983105"/>
                        <a:ext cx="708025" cy="659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"/>
          <p:cNvGraphicFramePr>
            <a:graphicFrameLocks noChangeAspect="1"/>
          </p:cNvGraphicFramePr>
          <p:nvPr/>
        </p:nvGraphicFramePr>
        <p:xfrm>
          <a:off x="7497128" y="2607311"/>
          <a:ext cx="2953385" cy="589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7" imgW="1282700" imgH="228600" progId="Equation.DSMT4">
                  <p:embed/>
                </p:oleObj>
              </mc:Choice>
              <mc:Fallback>
                <p:oleObj name="Equation" r:id="rId7" imgW="12827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97128" y="2607311"/>
                        <a:ext cx="2953385" cy="589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1356995" y="2642870"/>
            <a:ext cx="651446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起点为   终点为   的直线段的参数方程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2480628" y="2573020"/>
          <a:ext cx="327660" cy="65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9" imgW="152400" imgH="228600" progId="Equation.DSMT4">
                  <p:embed/>
                </p:oleObj>
              </mc:Choice>
              <mc:Fallback>
                <p:oleObj name="Equation" r:id="rId9" imgW="1524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0628" y="2573020"/>
                        <a:ext cx="327660" cy="659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3895091" y="2553335"/>
          <a:ext cx="354965" cy="65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11" imgW="165100" imgH="228600" progId="Equation.DSMT4">
                  <p:embed/>
                </p:oleObj>
              </mc:Choice>
              <mc:Fallback>
                <p:oleObj name="Equation" r:id="rId11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95091" y="2553335"/>
                        <a:ext cx="354965" cy="659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56"/>
          <p:cNvSpPr txBox="1"/>
          <p:nvPr/>
        </p:nvSpPr>
        <p:spPr>
          <a:xfrm>
            <a:off x="961129" y="205210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solidFill>
                  <a:srgbClr val="C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回顾</a:t>
            </a:r>
            <a:endParaRPr lang="zh-CN" altLang="en-US" sz="2800" dirty="0">
              <a:solidFill>
                <a:srgbClr val="C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" name="Object 4"/>
          <p:cNvGraphicFramePr>
            <a:graphicFrameLocks noChangeAspect="1"/>
          </p:cNvGraphicFramePr>
          <p:nvPr/>
        </p:nvGraphicFramePr>
        <p:xfrm>
          <a:off x="1305878" y="3568383"/>
          <a:ext cx="286702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13" imgW="1244600" imgH="203200" progId="Equation.DSMT4">
                  <p:embed/>
                </p:oleObj>
              </mc:Choice>
              <mc:Fallback>
                <p:oleObj name="Equation" r:id="rId13" imgW="12446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05878" y="3568383"/>
                        <a:ext cx="286702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4"/>
          <p:cNvGraphicFramePr>
            <a:graphicFrameLocks noChangeAspect="1"/>
          </p:cNvGraphicFramePr>
          <p:nvPr/>
        </p:nvGraphicFramePr>
        <p:xfrm>
          <a:off x="1189038" y="4827588"/>
          <a:ext cx="1194435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15" imgW="457200" imgH="292100" progId="Equation.DSMT4">
                  <p:embed/>
                </p:oleObj>
              </mc:Choice>
              <mc:Fallback>
                <p:oleObj name="Equation" r:id="rId15" imgW="4572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89038" y="4827588"/>
                        <a:ext cx="1194435" cy="731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2"/>
          <p:cNvSpPr txBox="1"/>
          <p:nvPr/>
        </p:nvSpPr>
        <p:spPr>
          <a:xfrm>
            <a:off x="1306003" y="4240863"/>
            <a:ext cx="14617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5" name="Object 4"/>
          <p:cNvGraphicFramePr>
            <a:graphicFrameLocks noChangeAspect="1"/>
          </p:cNvGraphicFramePr>
          <p:nvPr/>
        </p:nvGraphicFramePr>
        <p:xfrm>
          <a:off x="5254944" y="4171951"/>
          <a:ext cx="2047875" cy="589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17" imgW="889000" imgH="228600" progId="Equation.DSMT4">
                  <p:embed/>
                </p:oleObj>
              </mc:Choice>
              <mc:Fallback>
                <p:oleObj name="Equation" r:id="rId17" imgW="8890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54944" y="4171951"/>
                        <a:ext cx="2047875" cy="589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"/>
          <p:cNvGraphicFramePr>
            <a:graphicFrameLocks noChangeAspect="1"/>
          </p:cNvGraphicFramePr>
          <p:nvPr/>
        </p:nvGraphicFramePr>
        <p:xfrm>
          <a:off x="3035301" y="4240848"/>
          <a:ext cx="2047240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19" imgW="889000" imgH="203200" progId="Equation.DSMT4">
                  <p:embed/>
                </p:oleObj>
              </mc:Choice>
              <mc:Fallback>
                <p:oleObj name="Equation" r:id="rId19" imgW="889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35301" y="4240848"/>
                        <a:ext cx="2047240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4"/>
          <p:cNvGraphicFramePr>
            <a:graphicFrameLocks noChangeAspect="1"/>
          </p:cNvGraphicFramePr>
          <p:nvPr/>
        </p:nvGraphicFramePr>
        <p:xfrm>
          <a:off x="5465763" y="4761548"/>
          <a:ext cx="2421255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21" imgW="927100" imgH="330200" progId="Equation.DSMT4">
                  <p:embed/>
                </p:oleObj>
              </mc:Choice>
              <mc:Fallback>
                <p:oleObj name="Equation" r:id="rId21" imgW="9271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65763" y="4761548"/>
                        <a:ext cx="2421255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4"/>
          <p:cNvGraphicFramePr>
            <a:graphicFrameLocks noChangeAspect="1"/>
          </p:cNvGraphicFramePr>
          <p:nvPr/>
        </p:nvGraphicFramePr>
        <p:xfrm>
          <a:off x="2368551" y="5588636"/>
          <a:ext cx="1526540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23" imgW="584200" imgH="419100" progId="Equation.DSMT4">
                  <p:embed/>
                </p:oleObj>
              </mc:Choice>
              <mc:Fallback>
                <p:oleObj name="Equation" r:id="rId23" imgW="5842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368551" y="5588636"/>
                        <a:ext cx="1526540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0450513" y="2642553"/>
          <a:ext cx="137477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5" imgW="596900" imgH="203200" progId="Equation.DSMT4">
                  <p:embed/>
                </p:oleObj>
              </mc:Choice>
              <mc:Fallback>
                <p:oleObj name="Equation" r:id="rId25" imgW="5969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450513" y="2642553"/>
                        <a:ext cx="137477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172903" y="3568383"/>
          <a:ext cx="143319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7" imgW="622300" imgH="203200" progId="Equation.DSMT4">
                  <p:embed/>
                </p:oleObj>
              </mc:Choice>
              <mc:Fallback>
                <p:oleObj name="Equation" r:id="rId27" imgW="6223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72903" y="3568383"/>
                        <a:ext cx="143319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606099" y="3570923"/>
          <a:ext cx="131635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9" imgW="571500" imgH="203200" progId="Equation.DSMT4">
                  <p:embed/>
                </p:oleObj>
              </mc:Choice>
              <mc:Fallback>
                <p:oleObj name="Equation" r:id="rId29" imgW="5715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606099" y="3570923"/>
                        <a:ext cx="131635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313305" y="4732338"/>
          <a:ext cx="3185160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31" imgW="1219200" imgH="330200" progId="Equation.DSMT4">
                  <p:embed/>
                </p:oleObj>
              </mc:Choice>
              <mc:Fallback>
                <p:oleObj name="Equation" r:id="rId31" imgW="12192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313305" y="4732338"/>
                        <a:ext cx="3185160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895091" y="5652136"/>
          <a:ext cx="136017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3" imgW="520700" imgH="393700" progId="Equation.DSMT4">
                  <p:embed/>
                </p:oleObj>
              </mc:Choice>
              <mc:Fallback>
                <p:oleObj name="Equation" r:id="rId33" imgW="5207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895091" y="5652136"/>
                        <a:ext cx="1360170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3171190" y="4943475"/>
          <a:ext cx="1117600" cy="50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35" imgW="1925955" imgH="557530" progId="Equation.DSMT4">
                  <p:embed/>
                </p:oleObj>
              </mc:Choice>
              <mc:Fallback>
                <p:oleObj name="" r:id="rId35" imgW="1925955" imgH="55753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171190" y="4943475"/>
                        <a:ext cx="1117600" cy="500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/>
        </p:nvGraphicFramePr>
        <p:xfrm>
          <a:off x="4310063" y="4995228"/>
          <a:ext cx="772160" cy="448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37" imgW="381000" imgH="203200" progId="Equation.DSMT4">
                  <p:embed/>
                </p:oleObj>
              </mc:Choice>
              <mc:Fallback>
                <p:oleObj name="" r:id="rId37" imgW="381000" imgH="2032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310063" y="4995228"/>
                        <a:ext cx="772160" cy="448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/>
          <p:nvPr/>
        </p:nvGraphicFramePr>
        <p:xfrm>
          <a:off x="2777490" y="5313045"/>
          <a:ext cx="156210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39" imgW="127000" imgH="177165" progId="Equation.DSMT4">
                  <p:embed/>
                </p:oleObj>
              </mc:Choice>
              <mc:Fallback>
                <p:oleObj name="" r:id="rId39" imgW="127000" imgH="177165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777490" y="5313045"/>
                        <a:ext cx="156210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/>
          <p:nvPr/>
        </p:nvGraphicFramePr>
        <p:xfrm>
          <a:off x="2850515" y="4765040"/>
          <a:ext cx="109855" cy="287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41" imgW="88265" imgH="165100" progId="Equation.DSMT4">
                  <p:embed/>
                </p:oleObj>
              </mc:Choice>
              <mc:Fallback>
                <p:oleObj name="" r:id="rId41" imgW="88265" imgH="1651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850515" y="4765040"/>
                        <a:ext cx="109855" cy="287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V="1">
            <a:off x="8292465" y="5871210"/>
            <a:ext cx="3412490" cy="501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8825230" y="3844290"/>
            <a:ext cx="33655" cy="29387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8492808" y="5921375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43" imgW="127000" imgH="139700" progId="Equation.DSMT4">
                  <p:embed/>
                </p:oleObj>
              </mc:Choice>
              <mc:Fallback>
                <p:oleObj name="Equation" r:id="rId4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492808" y="5921375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/>
        </p:nvGraphicFramePr>
        <p:xfrm>
          <a:off x="8475981" y="3747453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45" imgW="139700" imgH="165100" progId="Equation.DSMT4">
                  <p:embed/>
                </p:oleObj>
              </mc:Choice>
              <mc:Fallback>
                <p:oleObj name="Equation" r:id="rId4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8475981" y="3747453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椭圆 25"/>
          <p:cNvSpPr/>
          <p:nvPr/>
        </p:nvSpPr>
        <p:spPr>
          <a:xfrm>
            <a:off x="10504805" y="41141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10658158" y="3844290"/>
          <a:ext cx="73088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47" imgW="279400" imgH="177165" progId="Equation.DSMT4">
                  <p:embed/>
                </p:oleObj>
              </mc:Choice>
              <mc:Fallback>
                <p:oleObj name="Equation" r:id="rId47" imgW="279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0658158" y="3844290"/>
                        <a:ext cx="73088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椭圆 32"/>
          <p:cNvSpPr/>
          <p:nvPr/>
        </p:nvSpPr>
        <p:spPr>
          <a:xfrm>
            <a:off x="8825230" y="584962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9" name="直接连接符 58"/>
          <p:cNvCxnSpPr>
            <a:endCxn id="26" idx="0"/>
          </p:cNvCxnSpPr>
          <p:nvPr/>
        </p:nvCxnSpPr>
        <p:spPr>
          <a:xfrm flipV="1">
            <a:off x="8825230" y="4130675"/>
            <a:ext cx="1717675" cy="179006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9653270" y="4811395"/>
            <a:ext cx="217805" cy="21526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Object 4"/>
          <p:cNvGraphicFramePr>
            <a:graphicFrameLocks noChangeAspect="1"/>
          </p:cNvGraphicFramePr>
          <p:nvPr/>
        </p:nvGraphicFramePr>
        <p:xfrm>
          <a:off x="9301798" y="4419918"/>
          <a:ext cx="35115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Equation" r:id="rId49" imgW="152400" imgH="203200" progId="Equation.DSMT4">
                  <p:embed/>
                </p:oleObj>
              </mc:Choice>
              <mc:Fallback>
                <p:oleObj name="Equation" r:id="rId49" imgW="1524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9301798" y="4419918"/>
                        <a:ext cx="35115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38" grpId="0"/>
      <p:bldP spid="43" grpId="0"/>
      <p:bldP spid="35" grpId="0"/>
      <p:bldP spid="64" grpId="0"/>
      <p:bldP spid="26" grpId="0" bldLvl="0" animBg="1"/>
      <p:bldP spid="3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"/>
          <p:cNvSpPr txBox="1"/>
          <p:nvPr/>
        </p:nvSpPr>
        <p:spPr>
          <a:xfrm>
            <a:off x="2155597" y="872942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39234" y="882431"/>
            <a:ext cx="8578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1.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3007995" y="817880"/>
          <a:ext cx="125984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482600" imgH="292100" progId="Equation.DSMT4">
                  <p:embed/>
                </p:oleObj>
              </mc:Choice>
              <mc:Fallback>
                <p:oleObj name="Equation" r:id="rId1" imgW="4826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7995" y="817880"/>
                        <a:ext cx="125984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4267817" y="873205"/>
            <a:ext cx="42494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从原点到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+i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的直线段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;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36999" y="1779686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0" name="Object 4"/>
          <p:cNvGraphicFramePr>
            <a:graphicFrameLocks noChangeAspect="1"/>
          </p:cNvGraphicFramePr>
          <p:nvPr/>
        </p:nvGraphicFramePr>
        <p:xfrm>
          <a:off x="1826895" y="1821498"/>
          <a:ext cx="3218180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3" imgW="1397000" imgH="203200" progId="Equation.DSMT4">
                  <p:embed/>
                </p:oleObj>
              </mc:Choice>
              <mc:Fallback>
                <p:oleObj name="Equation" r:id="rId3" imgW="1397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6895" y="1821498"/>
                        <a:ext cx="3218180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4"/>
          <p:cNvGraphicFramePr>
            <a:graphicFrameLocks noChangeAspect="1"/>
          </p:cNvGraphicFramePr>
          <p:nvPr/>
        </p:nvGraphicFramePr>
        <p:xfrm>
          <a:off x="1344613" y="4753293"/>
          <a:ext cx="1194435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5" imgW="457200" imgH="292100" progId="Equation.DSMT4">
                  <p:embed/>
                </p:oleObj>
              </mc:Choice>
              <mc:Fallback>
                <p:oleObj name="Equation" r:id="rId5" imgW="4572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4613" y="4753293"/>
                        <a:ext cx="1194435" cy="731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2"/>
          <p:cNvSpPr txBox="1"/>
          <p:nvPr/>
        </p:nvSpPr>
        <p:spPr>
          <a:xfrm>
            <a:off x="1098358" y="4050998"/>
            <a:ext cx="14617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5" name="Object 4"/>
          <p:cNvGraphicFramePr>
            <a:graphicFrameLocks noChangeAspect="1"/>
          </p:cNvGraphicFramePr>
          <p:nvPr/>
        </p:nvGraphicFramePr>
        <p:xfrm>
          <a:off x="5047299" y="3982086"/>
          <a:ext cx="2047875" cy="589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" name="Equation" r:id="rId7" imgW="889000" imgH="228600" progId="Equation.DSMT4">
                  <p:embed/>
                </p:oleObj>
              </mc:Choice>
              <mc:Fallback>
                <p:oleObj name="Equation" r:id="rId7" imgW="8890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7299" y="3982086"/>
                        <a:ext cx="2047875" cy="589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4"/>
          <p:cNvGraphicFramePr>
            <a:graphicFrameLocks noChangeAspect="1"/>
          </p:cNvGraphicFramePr>
          <p:nvPr/>
        </p:nvGraphicFramePr>
        <p:xfrm>
          <a:off x="2827656" y="4050983"/>
          <a:ext cx="2047240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" name="Equation" r:id="rId9" imgW="889000" imgH="203200" progId="Equation.DSMT4">
                  <p:embed/>
                </p:oleObj>
              </mc:Choice>
              <mc:Fallback>
                <p:oleObj name="Equation" r:id="rId9" imgW="889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27656" y="4050983"/>
                        <a:ext cx="2047240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4"/>
          <p:cNvGraphicFramePr>
            <a:graphicFrameLocks noChangeAspect="1"/>
          </p:cNvGraphicFramePr>
          <p:nvPr/>
        </p:nvGraphicFramePr>
        <p:xfrm>
          <a:off x="5621338" y="4687253"/>
          <a:ext cx="2421255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" name="Equation" r:id="rId11" imgW="927100" imgH="330200" progId="Equation.DSMT4">
                  <p:embed/>
                </p:oleObj>
              </mc:Choice>
              <mc:Fallback>
                <p:oleObj name="Equation" r:id="rId11" imgW="9271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21338" y="4687253"/>
                        <a:ext cx="2421255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4"/>
          <p:cNvGraphicFramePr>
            <a:graphicFrameLocks noChangeAspect="1"/>
          </p:cNvGraphicFramePr>
          <p:nvPr/>
        </p:nvGraphicFramePr>
        <p:xfrm>
          <a:off x="2524126" y="5514341"/>
          <a:ext cx="1526540" cy="1049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" name="Equation" r:id="rId13" imgW="584200" imgH="419100" progId="Equation.DSMT4">
                  <p:embed/>
                </p:oleObj>
              </mc:Choice>
              <mc:Fallback>
                <p:oleObj name="Equation" r:id="rId13" imgW="5842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24126" y="5514341"/>
                        <a:ext cx="1526540" cy="1049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524125" y="4687570"/>
          <a:ext cx="2960370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1358900" imgH="330200" progId="Equation.DSMT4">
                  <p:embed/>
                </p:oleObj>
              </mc:Choice>
              <mc:Fallback>
                <p:oleObj name="Equation" r:id="rId15" imgW="13589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24125" y="4687570"/>
                        <a:ext cx="2960370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4050666" y="5577841"/>
          <a:ext cx="136017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7" imgW="520700" imgH="393700" progId="Equation.DSMT4">
                  <p:embed/>
                </p:oleObj>
              </mc:Choice>
              <mc:Fallback>
                <p:oleObj name="Equation" r:id="rId17" imgW="5207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50666" y="5577841"/>
                        <a:ext cx="1360170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V="1">
            <a:off x="8596630" y="4162425"/>
            <a:ext cx="3412490" cy="501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9129395" y="2135505"/>
            <a:ext cx="33655" cy="293878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8796973" y="421259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9" imgW="127000" imgH="139700" progId="Equation.DSMT4">
                  <p:embed/>
                </p:oleObj>
              </mc:Choice>
              <mc:Fallback>
                <p:oleObj name="Equation" r:id="rId1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796973" y="421259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/>
        </p:nvGraphicFramePr>
        <p:xfrm>
          <a:off x="8780146" y="203866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1" imgW="139700" imgH="165100" progId="Equation.DSMT4">
                  <p:embed/>
                </p:oleObj>
              </mc:Choice>
              <mc:Fallback>
                <p:oleObj name="Equation" r:id="rId21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780146" y="203866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椭圆 25"/>
          <p:cNvSpPr/>
          <p:nvPr/>
        </p:nvSpPr>
        <p:spPr>
          <a:xfrm>
            <a:off x="10808970" y="240538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10962323" y="2135505"/>
          <a:ext cx="73088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3" imgW="279400" imgH="177165" progId="Equation.DSMT4">
                  <p:embed/>
                </p:oleObj>
              </mc:Choice>
              <mc:Fallback>
                <p:oleObj name="Equation" r:id="rId23" imgW="279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962323" y="2135505"/>
                        <a:ext cx="73088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椭圆 32"/>
          <p:cNvSpPr/>
          <p:nvPr/>
        </p:nvSpPr>
        <p:spPr>
          <a:xfrm>
            <a:off x="9129395" y="414083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9" name="直接连接符 58"/>
          <p:cNvCxnSpPr>
            <a:endCxn id="26" idx="0"/>
          </p:cNvCxnSpPr>
          <p:nvPr/>
        </p:nvCxnSpPr>
        <p:spPr>
          <a:xfrm flipV="1">
            <a:off x="9129395" y="2405380"/>
            <a:ext cx="1717675" cy="179006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9957435" y="3102610"/>
            <a:ext cx="217805" cy="21526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9" name="Object 4"/>
          <p:cNvGraphicFramePr>
            <a:graphicFrameLocks noChangeAspect="1"/>
          </p:cNvGraphicFramePr>
          <p:nvPr/>
        </p:nvGraphicFramePr>
        <p:xfrm>
          <a:off x="9605963" y="2711133"/>
          <a:ext cx="35115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Equation" r:id="rId25" imgW="152400" imgH="203200" progId="Equation.DSMT4">
                  <p:embed/>
                </p:oleObj>
              </mc:Choice>
              <mc:Fallback>
                <p:oleObj name="Equation" r:id="rId25" imgW="1524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605963" y="2711133"/>
                        <a:ext cx="35115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1962150" y="2711133"/>
          <a:ext cx="1200150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7" imgW="520700" imgH="203200" progId="Equation.DSMT4">
                  <p:embed/>
                </p:oleObj>
              </mc:Choice>
              <mc:Fallback>
                <p:oleObj name="Equation" r:id="rId27" imgW="5207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962150" y="2711133"/>
                        <a:ext cx="1200150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1039495" y="2634615"/>
            <a:ext cx="129667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39495" y="3306445"/>
            <a:ext cx="1296670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故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0" name="Object 4"/>
          <p:cNvGraphicFramePr>
            <a:graphicFrameLocks noChangeAspect="1"/>
          </p:cNvGraphicFramePr>
          <p:nvPr/>
        </p:nvGraphicFramePr>
        <p:xfrm>
          <a:off x="1898333" y="3303588"/>
          <a:ext cx="427164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29" imgW="1854200" imgH="203200" progId="Equation.DSMT4">
                  <p:embed/>
                </p:oleObj>
              </mc:Choice>
              <mc:Fallback>
                <p:oleObj name="Equation" r:id="rId29" imgW="18542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898333" y="3303588"/>
                        <a:ext cx="427164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985520" y="6530975"/>
            <a:ext cx="7875270" cy="730250"/>
            <a:chOff x="1552" y="10285"/>
            <a:chExt cx="12402" cy="1150"/>
          </a:xfrm>
        </p:grpSpPr>
        <p:sp>
          <p:nvSpPr>
            <p:cNvPr id="73" name="文本框 2"/>
            <p:cNvSpPr txBox="1"/>
            <p:nvPr/>
          </p:nvSpPr>
          <p:spPr>
            <a:xfrm>
              <a:off x="3310" y="10441"/>
              <a:ext cx="1406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</a:rPr>
                <a:t>计算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552" y="10456"/>
              <a:ext cx="1566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zh-CN" altLang="en-US" sz="2800" b="1" dirty="0" smtClean="0">
                  <a:solidFill>
                    <a:schemeClr val="tx2">
                      <a:lumMod val="50000"/>
                    </a:schemeClr>
                  </a:solidFill>
                  <a:latin typeface="+mn-ea"/>
                  <a:cs typeface="+mn-ea"/>
                </a:rPr>
                <a:t>练习</a:t>
              </a:r>
              <a:r>
                <a:rPr lang="en-US" altLang="zh-CN" sz="2800" b="1" dirty="0" smtClean="0">
                  <a:solidFill>
                    <a:schemeClr val="tx2">
                      <a:lumMod val="50000"/>
                    </a:schemeClr>
                  </a:solidFill>
                  <a:latin typeface="+mn-ea"/>
                  <a:cs typeface="+mn-ea"/>
                </a:rPr>
                <a:t>.</a:t>
              </a:r>
              <a:endPara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endParaRPr>
            </a:p>
          </p:txBody>
        </p:sp>
        <p:graphicFrame>
          <p:nvGraphicFramePr>
            <p:cNvPr id="75" name="Object 4"/>
            <p:cNvGraphicFramePr>
              <a:graphicFrameLocks noChangeAspect="1"/>
            </p:cNvGraphicFramePr>
            <p:nvPr/>
          </p:nvGraphicFramePr>
          <p:xfrm>
            <a:off x="4453" y="10285"/>
            <a:ext cx="3029" cy="1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" name="Equation" r:id="rId31" imgW="736600" imgH="292100" progId="Equation.DSMT4">
                    <p:embed/>
                  </p:oleObj>
                </mc:Choice>
                <mc:Fallback>
                  <p:oleObj name="Equation" r:id="rId31" imgW="736600" imgH="2921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453" y="10285"/>
                          <a:ext cx="3029" cy="11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文本框 2"/>
            <p:cNvSpPr txBox="1"/>
            <p:nvPr/>
          </p:nvSpPr>
          <p:spPr>
            <a:xfrm>
              <a:off x="7262" y="10456"/>
              <a:ext cx="6692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L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为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从原点到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1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+i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的直线段</a:t>
              </a:r>
              <a:r>
                <a:rPr lang="en-US" altLang="zh-CN" sz="2800" dirty="0" smtClean="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;</a:t>
              </a:r>
              <a:endPara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</p:grp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453448" y="2752726"/>
          <a:ext cx="848995" cy="45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3" imgW="368300" imgH="177165" progId="Equation.DSMT4">
                  <p:embed/>
                </p:oleObj>
              </mc:Choice>
              <mc:Fallback>
                <p:oleObj name="Equation" r:id="rId33" imgW="368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453448" y="2752726"/>
                        <a:ext cx="848995" cy="4565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356735" y="2752408"/>
          <a:ext cx="351790" cy="3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5" imgW="152400" imgH="152400" progId="Equation.DSMT4">
                  <p:embed/>
                </p:oleObj>
              </mc:Choice>
              <mc:Fallback>
                <p:oleObj name="Equation" r:id="rId35" imgW="152400" imgH="1524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356735" y="2752408"/>
                        <a:ext cx="351790" cy="392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963795" y="2752726"/>
          <a:ext cx="293370" cy="45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37" imgW="127000" imgH="177165" progId="Equation.DSMT4">
                  <p:embed/>
                </p:oleObj>
              </mc:Choice>
              <mc:Fallback>
                <p:oleObj name="Equation" r:id="rId37" imgW="127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963795" y="2752726"/>
                        <a:ext cx="293370" cy="4565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5710556" y="2723198"/>
          <a:ext cx="293370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39" imgW="127000" imgH="203200" progId="Equation.DSMT4">
                  <p:embed/>
                </p:oleObj>
              </mc:Choice>
              <mc:Fallback>
                <p:oleObj name="Equation" r:id="rId39" imgW="127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710556" y="2723198"/>
                        <a:ext cx="293370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5271136" y="2785111"/>
          <a:ext cx="439420" cy="36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41" imgW="190500" imgH="139700" progId="Equation.DSMT4">
                  <p:embed/>
                </p:oleObj>
              </mc:Choice>
              <mc:Fallback>
                <p:oleObj name="Equation" r:id="rId41" imgW="1905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271136" y="2785111"/>
                        <a:ext cx="439420" cy="360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0447656" y="1747203"/>
          <a:ext cx="797560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43" imgW="304800" imgH="203200" progId="Equation.DSMT4">
                  <p:embed/>
                </p:oleObj>
              </mc:Choice>
              <mc:Fallback>
                <p:oleObj name="Equation" r:id="rId43" imgW="304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0447656" y="1747203"/>
                        <a:ext cx="797560" cy="50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7" grpId="0"/>
      <p:bldP spid="49" grpId="0"/>
      <p:bldP spid="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"/>
          <p:cNvSpPr txBox="1"/>
          <p:nvPr/>
        </p:nvSpPr>
        <p:spPr>
          <a:xfrm>
            <a:off x="1841907" y="1009467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25544" y="1018956"/>
            <a:ext cx="8578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ea"/>
              </a:rPr>
              <a:t>2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.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2556510" y="953135"/>
          <a:ext cx="281940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1079500" imgH="292100" progId="Equation.DSMT4">
                  <p:embed/>
                </p:oleObj>
              </mc:Choice>
              <mc:Fallback>
                <p:oleObj name="Equation" r:id="rId1" imgW="10795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6510" y="953135"/>
                        <a:ext cx="281940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999864" y="186541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4" name="文本框 2"/>
          <p:cNvSpPr txBox="1"/>
          <p:nvPr/>
        </p:nvSpPr>
        <p:spPr>
          <a:xfrm>
            <a:off x="430973" y="3967813"/>
            <a:ext cx="14617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则在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2399031" y="2064703"/>
          <a:ext cx="3218180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397000" imgH="203200" progId="Equation.DSMT4">
                  <p:embed/>
                </p:oleObj>
              </mc:Choice>
              <mc:Fallback>
                <p:oleObj name="Equation" r:id="rId3" imgW="13970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99031" y="2064703"/>
                        <a:ext cx="3218180" cy="524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>
          <a:xfrm>
            <a:off x="1466215" y="2917190"/>
            <a:ext cx="793750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441258" y="2705418"/>
          <a:ext cx="3248025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1409700" imgH="203200" progId="Equation.DSMT4">
                  <p:embed/>
                </p:oleObj>
              </mc:Choice>
              <mc:Fallback>
                <p:oleObj name="Equation" r:id="rId5" imgW="14097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41258" y="2705418"/>
                        <a:ext cx="3248025" cy="524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1597025" y="4540250"/>
          <a:ext cx="2620010" cy="572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7" imgW="1002665" imgH="228600" progId="Equation.DSMT4">
                  <p:embed/>
                </p:oleObj>
              </mc:Choice>
              <mc:Fallback>
                <p:oleObj name="Equation" r:id="rId7" imgW="10026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97025" y="4540250"/>
                        <a:ext cx="2620010" cy="5721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4217036" y="4603750"/>
          <a:ext cx="3616960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9" imgW="1384300" imgH="203200" progId="Equation.DSMT4">
                  <p:embed/>
                </p:oleObj>
              </mc:Choice>
              <mc:Fallback>
                <p:oleObj name="Equation" r:id="rId9" imgW="13843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17036" y="4603750"/>
                        <a:ext cx="3616960" cy="508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5375892" y="1058625"/>
            <a:ext cx="42494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从原点到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+i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的直线段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;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1466215" y="3547110"/>
            <a:ext cx="793750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2398713" y="3335338"/>
          <a:ext cx="5911215" cy="52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1" imgW="2565400" imgH="203200" progId="Equation.DSMT4">
                  <p:embed/>
                </p:oleObj>
              </mc:Choice>
              <mc:Fallback>
                <p:oleObj name="Equation" r:id="rId11" imgW="25654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98713" y="3335338"/>
                        <a:ext cx="5911215" cy="524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874395" y="5519103"/>
          <a:ext cx="5074920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3" imgW="1943100" imgH="330200" progId="Equation.DSMT4">
                  <p:embed/>
                </p:oleObj>
              </mc:Choice>
              <mc:Fallback>
                <p:oleObj name="Equation" r:id="rId13" imgW="19431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4395" y="5519103"/>
                        <a:ext cx="5074920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5949315" y="5486083"/>
          <a:ext cx="2254250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5" imgW="862965" imgH="330200" progId="Equation.DSMT4">
                  <p:embed/>
                </p:oleObj>
              </mc:Choice>
              <mc:Fallback>
                <p:oleObj name="Equation" r:id="rId15" imgW="862965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49315" y="5486083"/>
                        <a:ext cx="2254250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8203248" y="5327016"/>
          <a:ext cx="1095375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7" imgW="419100" imgH="393700" progId="Equation.DSMT4">
                  <p:embed/>
                </p:oleObj>
              </mc:Choice>
              <mc:Fallback>
                <p:oleObj name="Equation" r:id="rId17" imgW="4191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03248" y="5327016"/>
                        <a:ext cx="1095375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箭头连接符 10"/>
          <p:cNvCxnSpPr/>
          <p:nvPr/>
        </p:nvCxnSpPr>
        <p:spPr>
          <a:xfrm flipV="1">
            <a:off x="8292465" y="3848735"/>
            <a:ext cx="3412490" cy="501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8825230" y="1821815"/>
            <a:ext cx="32385" cy="2390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492808" y="389890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127000" imgH="139700" progId="Equation.DSMT4">
                  <p:embed/>
                </p:oleObj>
              </mc:Choice>
              <mc:Fallback>
                <p:oleObj name="Equation" r:id="rId1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492808" y="389890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8475981" y="172497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1" imgW="139700" imgH="165100" progId="Equation.DSMT4">
                  <p:embed/>
                </p:oleObj>
              </mc:Choice>
              <mc:Fallback>
                <p:oleObj name="Equation" r:id="rId21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475981" y="172497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471911" y="348456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471911" y="348456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>
          <a:xfrm>
            <a:off x="10504805" y="209169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0658158" y="1821815"/>
          <a:ext cx="73088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5" imgW="279400" imgH="177165" progId="Equation.DSMT4">
                  <p:embed/>
                </p:oleObj>
              </mc:Choice>
              <mc:Fallback>
                <p:oleObj name="Equation" r:id="rId25" imgW="279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658158" y="1821815"/>
                        <a:ext cx="73088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椭圆 36"/>
          <p:cNvSpPr/>
          <p:nvPr/>
        </p:nvSpPr>
        <p:spPr>
          <a:xfrm>
            <a:off x="8825230" y="382714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10564179" y="2557146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7" imgW="177165" imgH="228600" progId="Equation.DSMT4">
                  <p:embed/>
                </p:oleObj>
              </mc:Choice>
              <mc:Fallback>
                <p:oleObj name="Equation" r:id="rId27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564179" y="2557146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连接符 64"/>
          <p:cNvCxnSpPr/>
          <p:nvPr/>
        </p:nvCxnSpPr>
        <p:spPr>
          <a:xfrm flipV="1">
            <a:off x="8825230" y="2119630"/>
            <a:ext cx="1717675" cy="179006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9669780" y="2816860"/>
            <a:ext cx="217805" cy="21526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Object 4"/>
          <p:cNvGraphicFramePr>
            <a:graphicFrameLocks noChangeAspect="1"/>
          </p:cNvGraphicFramePr>
          <p:nvPr/>
        </p:nvGraphicFramePr>
        <p:xfrm>
          <a:off x="9221789" y="2355851"/>
          <a:ext cx="366395" cy="41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29" imgW="139700" imgH="165100" progId="Equation.DSMT4">
                  <p:embed/>
                </p:oleObj>
              </mc:Choice>
              <mc:Fallback>
                <p:oleObj name="Equation" r:id="rId29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221789" y="2355851"/>
                        <a:ext cx="366395" cy="414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" grpId="0" bldLvl="0" animBg="1"/>
      <p:bldP spid="24" grpId="0" bldLvl="0" animBg="1"/>
      <p:bldP spid="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"/>
          <p:cNvSpPr txBox="1"/>
          <p:nvPr/>
        </p:nvSpPr>
        <p:spPr>
          <a:xfrm>
            <a:off x="1775867" y="1009467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9504" y="1018956"/>
            <a:ext cx="100838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练习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2599690" y="953135"/>
          <a:ext cx="192405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736600" imgH="292100" progId="Equation.DSMT4">
                  <p:embed/>
                </p:oleObj>
              </mc:Choice>
              <mc:Fallback>
                <p:oleObj name="Equation" r:id="rId1" imgW="7366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9690" y="953135"/>
                        <a:ext cx="192405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587114" y="168380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4" name="文本框 2"/>
          <p:cNvSpPr txBox="1"/>
          <p:nvPr/>
        </p:nvSpPr>
        <p:spPr>
          <a:xfrm>
            <a:off x="676718" y="382684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913573" y="1850073"/>
          <a:ext cx="336359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459865" imgH="228600" progId="Equation.DSMT4">
                  <p:embed/>
                </p:oleObj>
              </mc:Choice>
              <mc:Fallback>
                <p:oleObj name="Equation" r:id="rId3" imgW="14598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3573" y="1850073"/>
                        <a:ext cx="3363595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>
          <a:xfrm>
            <a:off x="1053465" y="2735580"/>
            <a:ext cx="793750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050416" y="2564766"/>
          <a:ext cx="1257300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545465" imgH="203200" progId="Equation.DSMT4">
                  <p:embed/>
                </p:oleObj>
              </mc:Choice>
              <mc:Fallback>
                <p:oleObj name="Equation" r:id="rId5" imgW="545465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0416" y="2564766"/>
                        <a:ext cx="1257300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1334453" y="3795078"/>
          <a:ext cx="2689225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7" imgW="1028700" imgH="228600" progId="Equation.DSMT4">
                  <p:embed/>
                </p:oleObj>
              </mc:Choice>
              <mc:Fallback>
                <p:oleObj name="Equation" r:id="rId7" imgW="10287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4453" y="3795078"/>
                        <a:ext cx="2689225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4324668" y="3859530"/>
          <a:ext cx="394906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9" imgW="1511300" imgH="203200" progId="Equation.DSMT4">
                  <p:embed/>
                </p:oleObj>
              </mc:Choice>
              <mc:Fallback>
                <p:oleObj name="Equation" r:id="rId9" imgW="15113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24668" y="3859530"/>
                        <a:ext cx="3949065" cy="508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4523722" y="1058625"/>
            <a:ext cx="68649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为抛物线上         从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(0,0)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(1,1)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的一段。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987425" y="3365500"/>
            <a:ext cx="793750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1846581" y="3120708"/>
          <a:ext cx="60579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1" imgW="2628900" imgH="228600" progId="Equation.DSMT4">
                  <p:embed/>
                </p:oleObj>
              </mc:Choice>
              <mc:Fallback>
                <p:oleObj name="Equation" r:id="rId11" imgW="26289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46581" y="3120708"/>
                        <a:ext cx="6057900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1034415" y="4472623"/>
          <a:ext cx="5739130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3" imgW="2197100" imgH="330200" progId="Equation.DSMT4">
                  <p:embed/>
                </p:oleObj>
              </mc:Choice>
              <mc:Fallback>
                <p:oleObj name="Equation" r:id="rId13" imgW="21971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34415" y="4472623"/>
                        <a:ext cx="5739130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6667184" y="1010603"/>
          <a:ext cx="96583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15" imgW="419100" imgH="228600" progId="Equation.DSMT4">
                  <p:embed/>
                </p:oleObj>
              </mc:Choice>
              <mc:Fallback>
                <p:oleObj name="Equation" r:id="rId15" imgW="419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67184" y="1010603"/>
                        <a:ext cx="965835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2880043" y="5190173"/>
          <a:ext cx="4379595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17" imgW="1676400" imgH="330200" progId="Equation.DSMT4">
                  <p:embed/>
                </p:oleObj>
              </mc:Choice>
              <mc:Fallback>
                <p:oleObj name="Equation" r:id="rId17" imgW="16764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80043" y="5190173"/>
                        <a:ext cx="4379595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"/>
          <p:cNvGraphicFramePr>
            <a:graphicFrameLocks noChangeAspect="1"/>
          </p:cNvGraphicFramePr>
          <p:nvPr/>
        </p:nvGraphicFramePr>
        <p:xfrm>
          <a:off x="2663825" y="6017261"/>
          <a:ext cx="298704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19" imgW="1143000" imgH="393700" progId="Equation.DSMT4">
                  <p:embed/>
                </p:oleObj>
              </mc:Choice>
              <mc:Fallback>
                <p:oleObj name="Equation" r:id="rId19" imgW="11430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63825" y="6017261"/>
                        <a:ext cx="2987040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/>
          <p:cNvGraphicFramePr>
            <a:graphicFrameLocks noChangeAspect="1"/>
          </p:cNvGraphicFramePr>
          <p:nvPr/>
        </p:nvGraphicFramePr>
        <p:xfrm>
          <a:off x="5659756" y="6016309"/>
          <a:ext cx="863600" cy="988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21" imgW="330200" imgH="393700" progId="Equation.DSMT4">
                  <p:embed/>
                </p:oleObj>
              </mc:Choice>
              <mc:Fallback>
                <p:oleObj name="Equation" r:id="rId21" imgW="3302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59756" y="6016309"/>
                        <a:ext cx="863600" cy="988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箭头连接符 1"/>
          <p:cNvCxnSpPr/>
          <p:nvPr/>
        </p:nvCxnSpPr>
        <p:spPr>
          <a:xfrm flipV="1">
            <a:off x="8292465" y="4591685"/>
            <a:ext cx="3412490" cy="501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8825230" y="2564765"/>
            <a:ext cx="32385" cy="2390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8492808" y="464185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92808" y="464185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8475981" y="246792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5" imgW="139700" imgH="165100" progId="Equation.DSMT4">
                  <p:embed/>
                </p:oleObj>
              </mc:Choice>
              <mc:Fallback>
                <p:oleObj name="Equation" r:id="rId2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75981" y="246792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11471911" y="422751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27" imgW="127000" imgH="139700" progId="Equation.DSMT4">
                  <p:embed/>
                </p:oleObj>
              </mc:Choice>
              <mc:Fallback>
                <p:oleObj name="Equation" r:id="rId2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471911" y="422751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椭圆 44"/>
          <p:cNvSpPr/>
          <p:nvPr/>
        </p:nvSpPr>
        <p:spPr>
          <a:xfrm>
            <a:off x="10504805" y="283464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10658158" y="2564765"/>
          <a:ext cx="73088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9" imgW="279400" imgH="177165" progId="Equation.DSMT4">
                  <p:embed/>
                </p:oleObj>
              </mc:Choice>
              <mc:Fallback>
                <p:oleObj name="Equation" r:id="rId29" imgW="279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658158" y="2564765"/>
                        <a:ext cx="73088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椭圆 47"/>
          <p:cNvSpPr/>
          <p:nvPr/>
        </p:nvSpPr>
        <p:spPr>
          <a:xfrm>
            <a:off x="8825230" y="457009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9" name="Object 4"/>
          <p:cNvGraphicFramePr>
            <a:graphicFrameLocks noChangeAspect="1"/>
          </p:cNvGraphicFramePr>
          <p:nvPr/>
        </p:nvGraphicFramePr>
        <p:xfrm>
          <a:off x="10564179" y="3300096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31" imgW="177165" imgH="228600" progId="Equation.DSMT4">
                  <p:embed/>
                </p:oleObj>
              </mc:Choice>
              <mc:Fallback>
                <p:oleObj name="Equation" r:id="rId31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564179" y="3300096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4"/>
          <p:cNvGraphicFramePr>
            <a:graphicFrameLocks noChangeAspect="1"/>
          </p:cNvGraphicFramePr>
          <p:nvPr/>
        </p:nvGraphicFramePr>
        <p:xfrm>
          <a:off x="9221789" y="3098801"/>
          <a:ext cx="366395" cy="41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33" imgW="139700" imgH="165100" progId="Equation.DSMT4">
                  <p:embed/>
                </p:oleObj>
              </mc:Choice>
              <mc:Fallback>
                <p:oleObj name="Equation" r:id="rId33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221789" y="3098801"/>
                        <a:ext cx="366395" cy="414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任意多边形 55"/>
          <p:cNvSpPr/>
          <p:nvPr/>
        </p:nvSpPr>
        <p:spPr>
          <a:xfrm>
            <a:off x="8857615" y="2836545"/>
            <a:ext cx="1689100" cy="1793875"/>
          </a:xfrm>
          <a:custGeom>
            <a:avLst/>
            <a:gdLst>
              <a:gd name="connisteX0" fmla="*/ 0 w 1689100"/>
              <a:gd name="connsiteY0" fmla="*/ 1773555 h 1793573"/>
              <a:gd name="connisteX1" fmla="*/ 1131570 w 1689100"/>
              <a:gd name="connsiteY1" fmla="*/ 1553845 h 1793573"/>
              <a:gd name="connisteX2" fmla="*/ 1689100 w 1689100"/>
              <a:gd name="connsiteY2" fmla="*/ 0 h 179357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689100" h="1793574">
                <a:moveTo>
                  <a:pt x="0" y="1773555"/>
                </a:moveTo>
                <a:cubicBezTo>
                  <a:pt x="215265" y="1760855"/>
                  <a:pt x="793750" y="1908810"/>
                  <a:pt x="1131570" y="1553845"/>
                </a:cubicBezTo>
                <a:cubicBezTo>
                  <a:pt x="1469390" y="1198880"/>
                  <a:pt x="1600200" y="306070"/>
                  <a:pt x="16891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9984105" y="4311015"/>
            <a:ext cx="112395" cy="9652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3406141" y="2564448"/>
          <a:ext cx="99568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35" imgW="431800" imgH="228600" progId="Equation.DSMT4">
                  <p:embed/>
                </p:oleObj>
              </mc:Choice>
              <mc:Fallback>
                <p:oleObj name="Equation" r:id="rId35" imgW="4318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406141" y="2564448"/>
                        <a:ext cx="995680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4523423" y="2595881"/>
          <a:ext cx="128841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37" imgW="558800" imgH="203200" progId="Equation.DSMT4">
                  <p:embed/>
                </p:oleObj>
              </mc:Choice>
              <mc:Fallback>
                <p:oleObj name="Equation" r:id="rId37" imgW="558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523423" y="2595881"/>
                        <a:ext cx="128841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" grpId="0" animBg="1"/>
      <p:bldP spid="24" grpId="0" animBg="1"/>
      <p:bldP spid="64" grpId="0"/>
      <p:bldP spid="45" grpId="0" animBg="1"/>
      <p:bldP spid="48" grpId="0" animBg="1"/>
      <p:bldP spid="5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椭圆 27"/>
          <p:cNvSpPr/>
          <p:nvPr/>
        </p:nvSpPr>
        <p:spPr>
          <a:xfrm>
            <a:off x="9307195" y="2696210"/>
            <a:ext cx="1628140" cy="16719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0089515" y="2697480"/>
            <a:ext cx="894715" cy="16891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"/>
          <p:cNvSpPr txBox="1"/>
          <p:nvPr/>
        </p:nvSpPr>
        <p:spPr>
          <a:xfrm>
            <a:off x="2188617" y="870402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72254" y="879891"/>
            <a:ext cx="8578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3.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2930208" y="676275"/>
          <a:ext cx="1492885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571500" imgH="292100" progId="Equation.DSMT4">
                  <p:embed/>
                </p:oleObj>
              </mc:Choice>
              <mc:Fallback>
                <p:oleObj name="Equation" r:id="rId1" imgW="5715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30208" y="676275"/>
                        <a:ext cx="1492885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1295774" y="1662211"/>
            <a:ext cx="53289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回顾：圆              的参数方程：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4" name="文本框 2"/>
          <p:cNvSpPr txBox="1"/>
          <p:nvPr/>
        </p:nvSpPr>
        <p:spPr>
          <a:xfrm>
            <a:off x="1387283" y="3266773"/>
            <a:ext cx="11061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904365" y="2437766"/>
          <a:ext cx="1461770" cy="59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634365" imgH="228600" progId="Equation.DSMT4">
                  <p:embed/>
                </p:oleObj>
              </mc:Choice>
              <mc:Fallback>
                <p:oleObj name="Equation" r:id="rId3" imgW="6343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4365" y="2437766"/>
                        <a:ext cx="1461770" cy="591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2458403" y="3278188"/>
          <a:ext cx="1129665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5" imgW="431800" imgH="203200" progId="Equation.DSMT4">
                  <p:embed/>
                </p:oleObj>
              </mc:Choice>
              <mc:Fallback>
                <p:oleObj name="Equation" r:id="rId5" imgW="431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8403" y="3278188"/>
                        <a:ext cx="1129665" cy="50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3799206" y="3246438"/>
          <a:ext cx="318643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7" imgW="1219200" imgH="228600" progId="Equation.DSMT4">
                  <p:embed/>
                </p:oleObj>
              </mc:Choice>
              <mc:Fallback>
                <p:oleObj name="Equation" r:id="rId7" imgW="12192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99206" y="3246438"/>
                        <a:ext cx="318643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4456412" y="880190"/>
            <a:ext cx="51765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        的左半圆周，从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-i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到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i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。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5085399" y="880110"/>
          <a:ext cx="90741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9" imgW="393700" imgH="203200" progId="Equation.DSMT4">
                  <p:embed/>
                </p:oleObj>
              </mc:Choice>
              <mc:Fallback>
                <p:oleObj name="Equation" r:id="rId9" imgW="3937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85399" y="880110"/>
                        <a:ext cx="90741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825117" y="1626870"/>
          <a:ext cx="1551940" cy="59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673100" imgH="228600" progId="Equation.DSMT4">
                  <p:embed/>
                </p:oleObj>
              </mc:Choice>
              <mc:Fallback>
                <p:oleObj name="Equation" r:id="rId11" imgW="673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25117" y="1626870"/>
                        <a:ext cx="1551940" cy="591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6400484" y="1592898"/>
          <a:ext cx="3279775" cy="624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3" imgW="1422400" imgH="241300" progId="Equation.DSMT4">
                  <p:embed/>
                </p:oleObj>
              </mc:Choice>
              <mc:Fallback>
                <p:oleObj name="Equation" r:id="rId13" imgW="14224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00484" y="1592898"/>
                        <a:ext cx="3279775" cy="624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72254" y="242548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2121853" y="3819208"/>
          <a:ext cx="3085465" cy="1144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5" imgW="1181100" imgH="457200" progId="Equation.DSMT4">
                  <p:embed/>
                </p:oleObj>
              </mc:Choice>
              <mc:Fallback>
                <p:oleObj name="Equation" r:id="rId15" imgW="1181100" imgH="457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21853" y="3819208"/>
                        <a:ext cx="3085465" cy="1144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5207636" y="4073208"/>
          <a:ext cx="2289810" cy="890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7" imgW="876300" imgH="355600" progId="Equation.DSMT4">
                  <p:embed/>
                </p:oleObj>
              </mc:Choice>
              <mc:Fallback>
                <p:oleObj name="Equation" r:id="rId17" imgW="876300" imgH="355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07636" y="4073208"/>
                        <a:ext cx="2289810" cy="890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3381693" y="4963478"/>
          <a:ext cx="1825625" cy="763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9" imgW="698500" imgH="304800" progId="Equation.DSMT4">
                  <p:embed/>
                </p:oleObj>
              </mc:Choice>
              <mc:Fallback>
                <p:oleObj name="Equation" r:id="rId19" imgW="698500" imgH="304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81693" y="4963478"/>
                        <a:ext cx="1825625" cy="763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5207318" y="5318126"/>
          <a:ext cx="76390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1" imgW="292100" imgH="177165" progId="Equation.DSMT4">
                  <p:embed/>
                </p:oleObj>
              </mc:Choice>
              <mc:Fallback>
                <p:oleObj name="Equation" r:id="rId21" imgW="2921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07318" y="5318126"/>
                        <a:ext cx="76390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箭头连接符 1"/>
          <p:cNvCxnSpPr/>
          <p:nvPr/>
        </p:nvCxnSpPr>
        <p:spPr>
          <a:xfrm flipV="1">
            <a:off x="8526145" y="3508375"/>
            <a:ext cx="2863850" cy="4381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10088880" y="1897380"/>
            <a:ext cx="17145" cy="318643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804718" y="3532505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804718" y="3532505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0137141" y="169830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5" imgW="139700" imgH="165100" progId="Equation.DSMT4">
                  <p:embed/>
                </p:oleObj>
              </mc:Choice>
              <mc:Fallback>
                <p:oleObj name="Equation" r:id="rId2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137141" y="169830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11504931" y="408844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7" imgW="127000" imgH="139700" progId="Equation.DSMT4">
                  <p:embed/>
                </p:oleObj>
              </mc:Choice>
              <mc:Fallback>
                <p:oleObj name="Equation" r:id="rId2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504931" y="408844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/>
          <p:nvPr/>
        </p:nvCxnSpPr>
        <p:spPr>
          <a:xfrm flipV="1">
            <a:off x="9307195" y="3409950"/>
            <a:ext cx="0" cy="155575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Object 4"/>
          <p:cNvGraphicFramePr>
            <a:graphicFrameLocks noChangeAspect="1"/>
          </p:cNvGraphicFramePr>
          <p:nvPr/>
        </p:nvGraphicFramePr>
        <p:xfrm>
          <a:off x="10137141" y="4304983"/>
          <a:ext cx="408940" cy="42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29" imgW="177165" imgH="165100" progId="Equation.DSMT4">
                  <p:embed/>
                </p:oleObj>
              </mc:Choice>
              <mc:Fallback>
                <p:oleObj name="Equation" r:id="rId29" imgW="177165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137141" y="4304983"/>
                        <a:ext cx="408940" cy="426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/>
          <p:cNvGraphicFramePr>
            <a:graphicFrameLocks noChangeAspect="1"/>
          </p:cNvGraphicFramePr>
          <p:nvPr/>
        </p:nvGraphicFramePr>
        <p:xfrm>
          <a:off x="10239059" y="2519363"/>
          <a:ext cx="203835" cy="426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31" imgW="88265" imgH="165100" progId="Equation.DSMT4">
                  <p:embed/>
                </p:oleObj>
              </mc:Choice>
              <mc:Fallback>
                <p:oleObj name="Equation" r:id="rId31" imgW="88265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239059" y="2519363"/>
                        <a:ext cx="203835" cy="426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3630296" y="2560956"/>
          <a:ext cx="351790" cy="394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33" imgW="152400" imgH="152400" progId="Equation.DSMT4">
                  <p:embed/>
                </p:oleObj>
              </mc:Choice>
              <mc:Fallback>
                <p:oleObj name="Equation" r:id="rId33" imgW="152400" imgH="1524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630296" y="2560956"/>
                        <a:ext cx="351790" cy="3943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4"/>
          <p:cNvGraphicFramePr>
            <a:graphicFrameLocks noChangeAspect="1"/>
          </p:cNvGraphicFramePr>
          <p:nvPr/>
        </p:nvGraphicFramePr>
        <p:xfrm>
          <a:off x="5289869" y="2229168"/>
          <a:ext cx="498475" cy="1017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35" imgW="215900" imgH="393700" progId="Equation.DSMT4">
                  <p:embed/>
                </p:oleObj>
              </mc:Choice>
              <mc:Fallback>
                <p:oleObj name="Equation" r:id="rId35" imgW="2159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289869" y="2229168"/>
                        <a:ext cx="498475" cy="1017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/>
        </p:nvGraphicFramePr>
        <p:xfrm>
          <a:off x="4162426" y="2229168"/>
          <a:ext cx="556260" cy="1017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37" imgW="241300" imgH="393700" progId="Equation.DSMT4">
                  <p:embed/>
                </p:oleObj>
              </mc:Choice>
              <mc:Fallback>
                <p:oleObj name="Equation" r:id="rId37" imgW="2413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162426" y="2229168"/>
                        <a:ext cx="556260" cy="1017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4"/>
          <p:cNvGraphicFramePr>
            <a:graphicFrameLocks noChangeAspect="1"/>
          </p:cNvGraphicFramePr>
          <p:nvPr/>
        </p:nvGraphicFramePr>
        <p:xfrm>
          <a:off x="4767264" y="2577466"/>
          <a:ext cx="440055" cy="361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39" imgW="190500" imgH="139700" progId="Equation.DSMT4">
                  <p:embed/>
                </p:oleObj>
              </mc:Choice>
              <mc:Fallback>
                <p:oleObj name="Equation" r:id="rId39" imgW="1905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767264" y="2577466"/>
                        <a:ext cx="440055" cy="361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782955" y="6196965"/>
            <a:ext cx="10198735" cy="705485"/>
            <a:chOff x="1233" y="9759"/>
            <a:chExt cx="16061" cy="1111"/>
          </a:xfrm>
        </p:grpSpPr>
        <p:sp>
          <p:nvSpPr>
            <p:cNvPr id="27" name="文本框 2"/>
            <p:cNvSpPr txBox="1"/>
            <p:nvPr>
              <p:custDataLst>
                <p:tags r:id="rId41"/>
              </p:custDataLst>
            </p:nvPr>
          </p:nvSpPr>
          <p:spPr>
            <a:xfrm>
              <a:off x="1233" y="9895"/>
              <a:ext cx="16061" cy="820"/>
            </a:xfrm>
            <a:prstGeom prst="rect">
              <a:avLst/>
            </a:prstGeom>
            <a:noFill/>
          </p:spPr>
          <p:txBody>
            <a:bodyPr wrap="none" lIns="91429" tIns="45715" rIns="91429" bIns="45715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800" b="1" dirty="0" smtClean="0">
                  <a:solidFill>
                    <a:schemeClr val="tx2">
                      <a:lumMod val="50000"/>
                    </a:schemeClr>
                  </a:solidFill>
                  <a:latin typeface="+mn-ea"/>
                  <a:cs typeface="+mn-ea"/>
                  <a:sym typeface="+mn-ea"/>
                </a:rPr>
                <a:t>例</a:t>
              </a:r>
              <a:r>
                <a:rPr lang="en-US" altLang="zh-CN" sz="2800" b="1" dirty="0" smtClean="0">
                  <a:solidFill>
                    <a:schemeClr val="tx2">
                      <a:lumMod val="50000"/>
                    </a:schemeClr>
                  </a:solidFill>
                  <a:latin typeface="+mn-ea"/>
                  <a:cs typeface="+mn-ea"/>
                  <a:sym typeface="+mn-ea"/>
                </a:rPr>
                <a:t>4. 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计算积分               其中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C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为         上由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0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到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2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的下半圆周。</a:t>
              </a:r>
              <a:r>
                <a:rPr lang="zh-CN" altLang="en-US" sz="2800" dirty="0" smtClean="0">
                  <a:latin typeface="华文中宋" panose="02010600040101010101" charset="-122"/>
                  <a:ea typeface="华文中宋" panose="02010600040101010101" charset="-122"/>
                  <a:sym typeface="+mn-ea"/>
                </a:rPr>
                <a:t> </a:t>
              </a:r>
              <a:endParaRPr lang="zh-CN" altLang="en-US" sz="2800" dirty="0" smtClean="0">
                <a:latin typeface="华文中宋" panose="02010600040101010101" charset="-122"/>
                <a:ea typeface="华文中宋" panose="02010600040101010101" charset="-122"/>
                <a:sym typeface="+mn-ea"/>
              </a:endParaRPr>
            </a:p>
          </p:txBody>
        </p:sp>
        <p:graphicFrame>
          <p:nvGraphicFramePr>
            <p:cNvPr id="46" name="Object 13"/>
            <p:cNvGraphicFramePr>
              <a:graphicFrameLocks noChangeAspect="1"/>
            </p:cNvGraphicFramePr>
            <p:nvPr>
              <p:custDataLst>
                <p:tags r:id="rId42"/>
              </p:custDataLst>
            </p:nvPr>
          </p:nvGraphicFramePr>
          <p:xfrm>
            <a:off x="5103" y="9759"/>
            <a:ext cx="2405" cy="1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3" name="Equation" r:id="rId43" imgW="774065" imgH="292100" progId="Equation.DSMT4">
                    <p:embed/>
                  </p:oleObj>
                </mc:Choice>
                <mc:Fallback>
                  <p:oleObj name="Equation" r:id="rId43" imgW="774065" imgH="292100" progId="Equation.DSMT4">
                    <p:embed/>
                    <p:pic>
                      <p:nvPicPr>
                        <p:cNvPr id="0" name="图片 143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5103" y="9759"/>
                          <a:ext cx="2405" cy="11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17"/>
            <p:cNvGraphicFramePr>
              <a:graphicFrameLocks noChangeAspect="1"/>
            </p:cNvGraphicFramePr>
            <p:nvPr>
              <p:custDataLst>
                <p:tags r:id="rId45"/>
              </p:custDataLst>
            </p:nvPr>
          </p:nvGraphicFramePr>
          <p:xfrm>
            <a:off x="9716" y="9979"/>
            <a:ext cx="1650" cy="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4" name="Equation" r:id="rId46" imgW="13716000" imgH="4876800" progId="Equation.DSMT4">
                    <p:embed/>
                  </p:oleObj>
                </mc:Choice>
                <mc:Fallback>
                  <p:oleObj name="Equation" r:id="rId46" imgW="13716000" imgH="4876800" progId="Equation.DSMT4">
                    <p:embed/>
                    <p:pic>
                      <p:nvPicPr>
                        <p:cNvPr id="0" name="图片 143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9716" y="9979"/>
                          <a:ext cx="1650" cy="70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39" grpId="0" bldLvl="0" animBg="1"/>
      <p:bldP spid="35" grpId="0"/>
      <p:bldP spid="13" grpId="0"/>
      <p:bldP spid="6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3411855" y="1746885"/>
            <a:ext cx="5489575" cy="520700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由两条直线段         首尾相接而成，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2073047" y="1042487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01744" y="987206"/>
            <a:ext cx="8578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5.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2925445" y="987425"/>
          <a:ext cx="125984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482600" imgH="292100" progId="Equation.DSMT4">
                  <p:embed/>
                </p:oleObj>
              </mc:Choice>
              <mc:Fallback>
                <p:oleObj name="Equation" r:id="rId1" imgW="4826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5445" y="987425"/>
                        <a:ext cx="125984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2"/>
          <p:cNvSpPr txBox="1"/>
          <p:nvPr/>
        </p:nvSpPr>
        <p:spPr>
          <a:xfrm>
            <a:off x="4185267" y="1042750"/>
            <a:ext cx="553656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为从原点到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，再到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1+i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的折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线段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;</a:t>
            </a:r>
            <a:endParaRPr lang="en-US" altLang="zh-CN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7314" y="171682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8292465" y="4393565"/>
            <a:ext cx="3412490" cy="501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8825230" y="2366645"/>
            <a:ext cx="32385" cy="2390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8492808" y="444373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" imgW="127000" imgH="139700" progId="Equation.DSMT4">
                  <p:embed/>
                </p:oleObj>
              </mc:Choice>
              <mc:Fallback>
                <p:oleObj name="Equation" r:id="rId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92808" y="444373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8475981" y="226980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5" imgW="139700" imgH="165100" progId="Equation.DSMT4">
                  <p:embed/>
                </p:oleObj>
              </mc:Choice>
              <mc:Fallback>
                <p:oleObj name="Equation" r:id="rId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75981" y="226980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471911" y="4029393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7" imgW="127000" imgH="139700" progId="Equation.DSMT4">
                  <p:embed/>
                </p:oleObj>
              </mc:Choice>
              <mc:Fallback>
                <p:oleObj name="Equation" r:id="rId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71911" y="4029393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/>
          <p:cNvSpPr/>
          <p:nvPr/>
        </p:nvSpPr>
        <p:spPr>
          <a:xfrm>
            <a:off x="10504805" y="2636520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10658158" y="2366645"/>
          <a:ext cx="73088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9" imgW="279400" imgH="177165" progId="Equation.DSMT4">
                  <p:embed/>
                </p:oleObj>
              </mc:Choice>
              <mc:Fallback>
                <p:oleObj name="Equation" r:id="rId9" imgW="2794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58158" y="2366645"/>
                        <a:ext cx="73088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椭圆 22"/>
          <p:cNvSpPr/>
          <p:nvPr/>
        </p:nvSpPr>
        <p:spPr>
          <a:xfrm>
            <a:off x="10580370" y="43681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8825230" y="437197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连接符 24"/>
          <p:cNvCxnSpPr>
            <a:stCxn id="24" idx="4"/>
            <a:endCxn id="23" idx="2"/>
          </p:cNvCxnSpPr>
          <p:nvPr/>
        </p:nvCxnSpPr>
        <p:spPr>
          <a:xfrm flipV="1">
            <a:off x="8863330" y="4422775"/>
            <a:ext cx="1717040" cy="41275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9" idx="4"/>
            <a:endCxn id="23" idx="2"/>
          </p:cNvCxnSpPr>
          <p:nvPr/>
        </p:nvCxnSpPr>
        <p:spPr>
          <a:xfrm>
            <a:off x="10542905" y="2728595"/>
            <a:ext cx="37465" cy="1694180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9399905" y="4429125"/>
            <a:ext cx="372745" cy="14605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 flipV="1">
            <a:off x="10547350" y="3354070"/>
            <a:ext cx="17145" cy="321310"/>
          </a:xfrm>
          <a:prstGeom prst="straightConnector1">
            <a:avLst/>
          </a:prstGeom>
          <a:ln w="762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10655936" y="4447223"/>
          <a:ext cx="23114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1" imgW="88265" imgH="165100" progId="Equation.DSMT4">
                  <p:embed/>
                </p:oleObj>
              </mc:Choice>
              <mc:Fallback>
                <p:oleObj name="Equation" r:id="rId11" imgW="88265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655936" y="4447223"/>
                        <a:ext cx="23114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662804" y="1716186"/>
            <a:ext cx="16040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如右图，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6" name="Object 4"/>
          <p:cNvGraphicFramePr>
            <a:graphicFrameLocks noChangeAspect="1"/>
          </p:cNvGraphicFramePr>
          <p:nvPr/>
        </p:nvGraphicFramePr>
        <p:xfrm>
          <a:off x="9621204" y="4395471"/>
          <a:ext cx="43243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13" imgW="165100" imgH="228600" progId="Equation.DSMT4">
                  <p:embed/>
                </p:oleObj>
              </mc:Choice>
              <mc:Fallback>
                <p:oleObj name="Equation" r:id="rId13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621204" y="4395471"/>
                        <a:ext cx="43243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0564179" y="3101976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5" imgW="177165" imgH="228600" progId="Equation.DSMT4">
                  <p:embed/>
                </p:oleObj>
              </mc:Choice>
              <mc:Fallback>
                <p:oleObj name="Equation" r:id="rId15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564179" y="3101976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"/>
          <p:cNvGraphicFramePr>
            <a:graphicFrameLocks noChangeAspect="1"/>
          </p:cNvGraphicFramePr>
          <p:nvPr/>
        </p:nvGraphicFramePr>
        <p:xfrm>
          <a:off x="3239454" y="1802766"/>
          <a:ext cx="366395" cy="41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7" imgW="139700" imgH="165100" progId="Equation.DSMT4">
                  <p:embed/>
                </p:oleObj>
              </mc:Choice>
              <mc:Fallback>
                <p:oleObj name="Equation" r:id="rId17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39454" y="1802766"/>
                        <a:ext cx="366395" cy="414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/>
          <p:cNvGraphicFramePr>
            <a:graphicFrameLocks noChangeAspect="1"/>
          </p:cNvGraphicFramePr>
          <p:nvPr/>
        </p:nvGraphicFramePr>
        <p:xfrm>
          <a:off x="5726749" y="1720216"/>
          <a:ext cx="93154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19" imgW="355600" imgH="228600" progId="Equation.DSMT4">
                  <p:embed/>
                </p:oleObj>
              </mc:Choice>
              <mc:Fallback>
                <p:oleObj name="Equation" r:id="rId19" imgW="3556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26749" y="1720216"/>
                        <a:ext cx="93154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/>
          <p:cNvSpPr txBox="1"/>
          <p:nvPr/>
        </p:nvSpPr>
        <p:spPr>
          <a:xfrm>
            <a:off x="1290694" y="2283876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且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1871347" y="2301876"/>
          <a:ext cx="4824730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1" imgW="1841500" imgH="228600" progId="Equation.DSMT4">
                  <p:embed/>
                </p:oleObj>
              </mc:Choice>
              <mc:Fallback>
                <p:oleObj name="Equation" r:id="rId21" imgW="18415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71347" y="2301876"/>
                        <a:ext cx="4824730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"/>
          <p:cNvGraphicFramePr>
            <a:graphicFrameLocks noChangeAspect="1"/>
          </p:cNvGraphicFramePr>
          <p:nvPr/>
        </p:nvGraphicFramePr>
        <p:xfrm>
          <a:off x="1810069" y="2821306"/>
          <a:ext cx="578929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23" imgW="2209800" imgH="228600" progId="Equation.DSMT4">
                  <p:embed/>
                </p:oleObj>
              </mc:Choice>
              <mc:Fallback>
                <p:oleObj name="Equation" r:id="rId23" imgW="22098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10069" y="2821306"/>
                        <a:ext cx="578929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1290694" y="3381156"/>
            <a:ext cx="4804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由对积分路径的可加性，可知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52" name="Object 4"/>
          <p:cNvGraphicFramePr>
            <a:graphicFrameLocks noChangeAspect="1"/>
          </p:cNvGraphicFramePr>
          <p:nvPr/>
        </p:nvGraphicFramePr>
        <p:xfrm>
          <a:off x="2182178" y="3856355"/>
          <a:ext cx="4210685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25" imgW="1612900" imgH="316865" progId="Equation.DSMT4">
                  <p:embed/>
                </p:oleObj>
              </mc:Choice>
              <mc:Fallback>
                <p:oleObj name="Equation" r:id="rId25" imgW="16129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82178" y="3856355"/>
                        <a:ext cx="4210685" cy="793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4"/>
          <p:cNvGraphicFramePr>
            <a:graphicFrameLocks noChangeAspect="1"/>
          </p:cNvGraphicFramePr>
          <p:nvPr/>
        </p:nvGraphicFramePr>
        <p:xfrm>
          <a:off x="3239136" y="4533583"/>
          <a:ext cx="1393190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27" imgW="533400" imgH="330200" progId="Equation.DSMT4">
                  <p:embed/>
                </p:oleObj>
              </mc:Choice>
              <mc:Fallback>
                <p:oleObj name="Equation" r:id="rId27" imgW="5334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39136" y="4533583"/>
                        <a:ext cx="1393190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4"/>
          <p:cNvGraphicFramePr>
            <a:graphicFrameLocks noChangeAspect="1"/>
          </p:cNvGraphicFramePr>
          <p:nvPr/>
        </p:nvGraphicFramePr>
        <p:xfrm>
          <a:off x="4007168" y="5274946"/>
          <a:ext cx="2818765" cy="827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29" imgW="1079500" imgH="330200" progId="Equation.DSMT4">
                  <p:embed/>
                </p:oleObj>
              </mc:Choice>
              <mc:Fallback>
                <p:oleObj name="Equation" r:id="rId29" imgW="10795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007168" y="5274946"/>
                        <a:ext cx="2818765" cy="827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/>
        </p:nvGraphicFramePr>
        <p:xfrm>
          <a:off x="6825933" y="5195571"/>
          <a:ext cx="2454275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31" imgW="939800" imgH="393700" progId="Equation.DSMT4">
                  <p:embed/>
                </p:oleObj>
              </mc:Choice>
              <mc:Fallback>
                <p:oleObj name="Equation" r:id="rId31" imgW="9398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825933" y="5195571"/>
                        <a:ext cx="2454275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4"/>
          <p:cNvGraphicFramePr>
            <a:graphicFrameLocks noChangeAspect="1"/>
          </p:cNvGraphicFramePr>
          <p:nvPr/>
        </p:nvGraphicFramePr>
        <p:xfrm>
          <a:off x="9221471" y="5195571"/>
          <a:ext cx="136017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33" imgW="520700" imgH="393700" progId="Equation.DSMT4">
                  <p:embed/>
                </p:oleObj>
              </mc:Choice>
              <mc:Fallback>
                <p:oleObj name="Equation" r:id="rId33" imgW="5207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221471" y="5195571"/>
                        <a:ext cx="1360170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连接符 64"/>
          <p:cNvCxnSpPr/>
          <p:nvPr/>
        </p:nvCxnSpPr>
        <p:spPr>
          <a:xfrm flipV="1">
            <a:off x="8825230" y="2664460"/>
            <a:ext cx="1717675" cy="179006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9669780" y="3361690"/>
            <a:ext cx="217805" cy="215265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七角星 66"/>
          <p:cNvSpPr/>
          <p:nvPr/>
        </p:nvSpPr>
        <p:spPr>
          <a:xfrm>
            <a:off x="758598" y="5892491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68" name="Object 4"/>
          <p:cNvGraphicFramePr>
            <a:graphicFrameLocks noChangeAspect="1"/>
          </p:cNvGraphicFramePr>
          <p:nvPr/>
        </p:nvGraphicFramePr>
        <p:xfrm>
          <a:off x="4653280" y="6543675"/>
          <a:ext cx="1193800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35" imgW="457200" imgH="292100" progId="Equation.DSMT4">
                  <p:embed/>
                </p:oleObj>
              </mc:Choice>
              <mc:Fallback>
                <p:oleObj name="Equation" r:id="rId35" imgW="457200" imgH="292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653280" y="6543675"/>
                        <a:ext cx="1193800" cy="730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文本框 69"/>
          <p:cNvSpPr txBox="1"/>
          <p:nvPr/>
        </p:nvSpPr>
        <p:spPr>
          <a:xfrm>
            <a:off x="5874124" y="6648866"/>
            <a:ext cx="3026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与积分路径无关。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4582479" y="4512628"/>
          <a:ext cx="2287905" cy="826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7" imgW="876300" imgH="330200" progId="Equation.DSMT4">
                  <p:embed/>
                </p:oleObj>
              </mc:Choice>
              <mc:Fallback>
                <p:oleObj name="Equation" r:id="rId37" imgW="876300" imgH="330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582479" y="4512628"/>
                        <a:ext cx="2287905" cy="826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38818" y="5195571"/>
          <a:ext cx="663575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9" imgW="254000" imgH="393700" progId="Equation.DSMT4">
                  <p:embed/>
                </p:oleObj>
              </mc:Choice>
              <mc:Fallback>
                <p:oleObj name="Equation" r:id="rId39" imgW="2540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238818" y="5195571"/>
                        <a:ext cx="663575" cy="9861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9172894" y="2821306"/>
          <a:ext cx="464185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1" imgW="177165" imgH="228600" progId="Equation.DSMT4">
                  <p:embed/>
                </p:oleObj>
              </mc:Choice>
              <mc:Fallback>
                <p:oleObj name="Equation" r:id="rId41" imgW="177165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9172894" y="2821306"/>
                        <a:ext cx="464185" cy="5734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592773" y="3835400"/>
          <a:ext cx="1591945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43" imgW="609600" imgH="316865" progId="Equation.DSMT4">
                  <p:embed/>
                </p:oleObj>
              </mc:Choice>
              <mc:Fallback>
                <p:oleObj name="Equation" r:id="rId43" imgW="609600" imgH="3168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92773" y="3835400"/>
                        <a:ext cx="1591945" cy="793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000624" y="6648866"/>
            <a:ext cx="251396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，例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表明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:</a:t>
            </a:r>
            <a:endParaRPr lang="en-US" altLang="zh-CN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4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4" grpId="0"/>
      <p:bldP spid="42" grpId="0"/>
      <p:bldP spid="19" grpId="0" bldLvl="0" animBg="1"/>
      <p:bldP spid="23" grpId="0" bldLvl="0" animBg="1"/>
      <p:bldP spid="24" grpId="0" bldLvl="0" animBg="1"/>
      <p:bldP spid="45" grpId="0"/>
      <p:bldP spid="51" grpId="0"/>
      <p:bldP spid="67" grpId="0" bldLvl="0" animBg="1"/>
      <p:bldP spid="70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494404" y="721776"/>
            <a:ext cx="75628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例</a:t>
            </a:r>
            <a:r>
              <a:rPr lang="en-US" altLang="zh-CN" sz="2800" b="1" dirty="0" smtClean="0">
                <a:solidFill>
                  <a:schemeClr val="tx2">
                    <a:lumMod val="50000"/>
                  </a:schemeClr>
                </a:solidFill>
                <a:latin typeface="+mn-ea"/>
                <a:cs typeface="+mn-ea"/>
              </a:rPr>
              <a:t>6</a:t>
            </a:r>
            <a:endParaRPr lang="en-US" altLang="zh-CN" sz="2800" b="1" dirty="0" smtClean="0">
              <a:solidFill>
                <a:schemeClr val="tx2">
                  <a:lumMod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17924" y="1504096"/>
            <a:ext cx="53289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回顾：圆              的参数方程：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4" name="文本框 2"/>
          <p:cNvSpPr txBox="1"/>
          <p:nvPr/>
        </p:nvSpPr>
        <p:spPr>
          <a:xfrm>
            <a:off x="829753" y="3088338"/>
            <a:ext cx="110617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365885" y="2238058"/>
          <a:ext cx="2195830" cy="62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952500" imgH="241300" progId="Equation.DSMT4">
                  <p:embed/>
                </p:oleObj>
              </mc:Choice>
              <mc:Fallback>
                <p:oleObj name="Equation" r:id="rId1" imgW="9525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65885" y="2238058"/>
                        <a:ext cx="2195830" cy="623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1904048" y="2807971"/>
          <a:ext cx="38195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" imgW="1459865" imgH="431800" progId="Equation.DSMT4">
                  <p:embed/>
                </p:oleObj>
              </mc:Choice>
              <mc:Fallback>
                <p:oleObj name="Equation" r:id="rId3" imgW="1459865" imgH="431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4048" y="2807971"/>
                        <a:ext cx="3819525" cy="1082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1904366" y="3890328"/>
          <a:ext cx="33528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5" imgW="1282700" imgH="228600" progId="Equation.DSMT4">
                  <p:embed/>
                </p:oleObj>
              </mc:Choice>
              <mc:Fallback>
                <p:oleObj name="Equation" r:id="rId5" imgW="12827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4366" y="3890328"/>
                        <a:ext cx="335280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247267" y="1468755"/>
          <a:ext cx="1551940" cy="59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673100" imgH="228600" progId="Equation.DSMT4">
                  <p:embed/>
                </p:oleObj>
              </mc:Choice>
              <mc:Fallback>
                <p:oleObj name="Equation" r:id="rId7" imgW="673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47267" y="1468755"/>
                        <a:ext cx="1551940" cy="591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5822634" y="1434783"/>
          <a:ext cx="3279775" cy="624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1422400" imgH="241300" progId="Equation.DSMT4">
                  <p:embed/>
                </p:oleObj>
              </mc:Choice>
              <mc:Fallback>
                <p:oleObj name="Equation" r:id="rId9" imgW="14224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22634" y="1434783"/>
                        <a:ext cx="3279775" cy="624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94404" y="2267366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432811" y="660700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247265" y="558165"/>
          <a:ext cx="3133090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11" imgW="30784800" imgH="10363200" progId="Equation.DSMT4">
                  <p:embed/>
                </p:oleObj>
              </mc:Choice>
              <mc:Fallback>
                <p:oleObj name="Equation" r:id="rId11" imgW="30784800" imgH="10363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47265" y="558165"/>
                        <a:ext cx="3133090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5515796" y="700368"/>
            <a:ext cx="214185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为正向圆周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7657362" y="722137"/>
          <a:ext cx="17668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13" imgW="16764000" imgH="5486400" progId="Equation.DSMT4">
                  <p:embed/>
                </p:oleObj>
              </mc:Choice>
              <mc:Fallback>
                <p:oleObj name="Equation" r:id="rId13" imgW="16764000" imgH="5486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57362" y="722137"/>
                        <a:ext cx="1766887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60755" y="4498975"/>
          <a:ext cx="50863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5" imgW="2120900" imgH="431800" progId="Equation.DSMT4">
                  <p:embed/>
                </p:oleObj>
              </mc:Choice>
              <mc:Fallback>
                <p:oleObj name="Equation" r:id="rId15" imgW="21209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60755" y="4498975"/>
                        <a:ext cx="508635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788285" y="5450840"/>
          <a:ext cx="205105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7" imgW="825500" imgH="393700" progId="Equation.DSMT4">
                  <p:embed/>
                </p:oleObj>
              </mc:Choice>
              <mc:Fallback>
                <p:oleObj name="Equation" r:id="rId17" imgW="8255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88285" y="5450840"/>
                        <a:ext cx="205105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2787968" y="6668770"/>
          <a:ext cx="2177415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9" imgW="876300" imgH="393700" progId="Equation.DSMT4">
                  <p:embed/>
                </p:oleObj>
              </mc:Choice>
              <mc:Fallback>
                <p:oleObj name="Equation" r:id="rId19" imgW="8763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87968" y="6668770"/>
                        <a:ext cx="2177415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5148263" y="6668770"/>
          <a:ext cx="2272665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1" imgW="914400" imgH="393700" progId="Equation.DSMT4">
                  <p:embed/>
                </p:oleObj>
              </mc:Choice>
              <mc:Fallback>
                <p:oleObj name="Equation" r:id="rId21" imgW="9144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48263" y="6668770"/>
                        <a:ext cx="2272665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3676333" y="2343151"/>
          <a:ext cx="158051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23" imgW="685800" imgH="203200" progId="Equation.DSMT4">
                  <p:embed/>
                </p:oleObj>
              </mc:Choice>
              <mc:Fallback>
                <p:oleObj name="Equation" r:id="rId23" imgW="6858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676333" y="2343151"/>
                        <a:ext cx="158051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椭圆 37"/>
          <p:cNvSpPr/>
          <p:nvPr/>
        </p:nvSpPr>
        <p:spPr>
          <a:xfrm>
            <a:off x="9102725" y="3154680"/>
            <a:ext cx="1628140" cy="1671955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7199630" y="4946015"/>
            <a:ext cx="3862705" cy="977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8779510" y="2682875"/>
            <a:ext cx="3175" cy="38925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8478203" y="502412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25" imgW="127000" imgH="139700" progId="Equation.DSMT4">
                  <p:embed/>
                </p:oleObj>
              </mc:Choice>
              <mc:Fallback>
                <p:oleObj name="Equation" r:id="rId25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78203" y="502412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8357871" y="263937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7" imgW="139700" imgH="165100" progId="Equation.DSMT4">
                  <p:embed/>
                </p:oleObj>
              </mc:Choice>
              <mc:Fallback>
                <p:oleObj name="Equation" r:id="rId27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357871" y="263937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11445241" y="504348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29" imgW="127000" imgH="139700" progId="Equation.DSMT4">
                  <p:embed/>
                </p:oleObj>
              </mc:Choice>
              <mc:Fallback>
                <p:oleObj name="Equation" r:id="rId29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445241" y="504348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9" name="直接箭头连接符 48"/>
          <p:cNvCxnSpPr/>
          <p:nvPr/>
        </p:nvCxnSpPr>
        <p:spPr>
          <a:xfrm flipH="1">
            <a:off x="9102725" y="3512185"/>
            <a:ext cx="148590" cy="356235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10687050" y="3966845"/>
            <a:ext cx="60325" cy="22098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椭圆 50"/>
          <p:cNvSpPr/>
          <p:nvPr/>
        </p:nvSpPr>
        <p:spPr>
          <a:xfrm>
            <a:off x="10688320" y="394144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9879330" y="39744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9373871" y="3938588"/>
          <a:ext cx="4318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31" imgW="165100" imgH="228600" progId="Equation.DSMT4">
                  <p:embed/>
                </p:oleObj>
              </mc:Choice>
              <mc:Fallback>
                <p:oleObj name="Equation" r:id="rId31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373871" y="3938588"/>
                        <a:ext cx="43180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3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494404" y="721776"/>
            <a:ext cx="87122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.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4" name="文本框 2"/>
          <p:cNvSpPr txBox="1"/>
          <p:nvPr/>
        </p:nvSpPr>
        <p:spPr>
          <a:xfrm>
            <a:off x="1032953" y="231173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则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635443" y="1439228"/>
          <a:ext cx="3716655" cy="623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" imgW="1612900" imgH="241300" progId="Equation.DSMT4">
                  <p:embed/>
                </p:oleObj>
              </mc:Choice>
              <mc:Fallback>
                <p:oleObj name="Equation" r:id="rId1" imgW="1612900" imgH="2413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5443" y="1439228"/>
                        <a:ext cx="3716655" cy="623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97604" y="1490761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解：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1432811" y="660700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</a:rPr>
              <a:t>计算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385695" y="558165"/>
          <a:ext cx="3129915" cy="881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282700" imgH="431800" progId="Equation.DSMT4">
                  <p:embed/>
                </p:oleObj>
              </mc:Choice>
              <mc:Fallback>
                <p:oleObj name="Equation" r:id="rId3" imgW="12827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5695" y="558165"/>
                        <a:ext cx="3129915" cy="881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5515796" y="700368"/>
            <a:ext cx="2141855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en-US" altLang="zh-CN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</a:t>
            </a:r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为正向圆周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7657362" y="722137"/>
          <a:ext cx="17668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16764000" imgH="5486400" progId="Equation.DSMT4">
                  <p:embed/>
                </p:oleObj>
              </mc:Choice>
              <mc:Fallback>
                <p:oleObj name="Equation" r:id="rId5" imgW="16764000" imgH="5486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57362" y="722137"/>
                        <a:ext cx="1766887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569085" y="1988185"/>
          <a:ext cx="219329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914400" imgH="431800" progId="Equation.DSMT4">
                  <p:embed/>
                </p:oleObj>
              </mc:Choice>
              <mc:Fallback>
                <p:oleObj name="Equation" r:id="rId7" imgW="9144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69085" y="1988185"/>
                        <a:ext cx="219329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3762376" y="1988185"/>
          <a:ext cx="198882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9" imgW="800100" imgH="393700" progId="Equation.DSMT4">
                  <p:embed/>
                </p:oleObj>
              </mc:Choice>
              <mc:Fallback>
                <p:oleObj name="Equation" r:id="rId9" imgW="8001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62376" y="1988185"/>
                        <a:ext cx="198882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3287396" y="2951480"/>
          <a:ext cx="3915410" cy="106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1574800" imgH="393700" progId="Equation.DSMT4">
                  <p:embed/>
                </p:oleObj>
              </mc:Choice>
              <mc:Fallback>
                <p:oleObj name="Equation" r:id="rId11" imgW="1574800" imgH="3937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7396" y="2951480"/>
                        <a:ext cx="3915410" cy="1065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911035" y="3210878"/>
          <a:ext cx="90868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3" imgW="393700" imgH="203200" progId="Equation.DSMT4">
                  <p:embed/>
                </p:oleObj>
              </mc:Choice>
              <mc:Fallback>
                <p:oleObj name="Equation" r:id="rId13" imgW="3937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11035" y="3210878"/>
                        <a:ext cx="908685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1416493" y="318295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1911035" y="4233228"/>
          <a:ext cx="90868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5" imgW="393700" imgH="203200" progId="Equation.DSMT4">
                  <p:embed/>
                </p:oleObj>
              </mc:Choice>
              <mc:Fallback>
                <p:oleObj name="Equation" r:id="rId15" imgW="393700" imgH="203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11035" y="4233228"/>
                        <a:ext cx="908685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2"/>
          <p:cNvSpPr txBox="1"/>
          <p:nvPr/>
        </p:nvSpPr>
        <p:spPr>
          <a:xfrm>
            <a:off x="1416493" y="4205303"/>
            <a:ext cx="5372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若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3262313" y="4050030"/>
          <a:ext cx="1452245" cy="89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17" imgW="584200" imgH="330200" progId="Equation.DSMT4">
                  <p:embed/>
                </p:oleObj>
              </mc:Choice>
              <mc:Fallback>
                <p:oleObj name="Equation" r:id="rId17" imgW="584200" imgH="330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62313" y="4050030"/>
                        <a:ext cx="1452245" cy="894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"/>
          <p:cNvGraphicFramePr>
            <a:graphicFrameLocks noChangeAspect="1"/>
          </p:cNvGraphicFramePr>
          <p:nvPr/>
        </p:nvGraphicFramePr>
        <p:xfrm>
          <a:off x="4771391" y="4280535"/>
          <a:ext cx="947420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9" imgW="381000" imgH="177165" progId="Equation.DSMT4">
                  <p:embed/>
                </p:oleObj>
              </mc:Choice>
              <mc:Fallback>
                <p:oleObj name="Equation" r:id="rId19" imgW="381000" imgH="177165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71391" y="4280535"/>
                        <a:ext cx="947420" cy="480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2"/>
          <p:cNvSpPr txBox="1"/>
          <p:nvPr/>
        </p:nvSpPr>
        <p:spPr>
          <a:xfrm>
            <a:off x="697673" y="5242893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综上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635443" y="5541963"/>
          <a:ext cx="3346450" cy="103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1" imgW="1168400" imgH="431800" progId="Equation.DSMT4">
                  <p:embed/>
                </p:oleObj>
              </mc:Choice>
              <mc:Fallback>
                <p:oleObj name="Equation" r:id="rId21" imgW="1168400" imgH="431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635443" y="5541963"/>
                        <a:ext cx="3346450" cy="1033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椭圆 6"/>
          <p:cNvSpPr/>
          <p:nvPr/>
        </p:nvSpPr>
        <p:spPr>
          <a:xfrm>
            <a:off x="9102725" y="3154680"/>
            <a:ext cx="1628140" cy="1671955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8063230" y="4946015"/>
            <a:ext cx="2999105" cy="69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8764905" y="2682875"/>
            <a:ext cx="17780" cy="30695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8478203" y="5024120"/>
          <a:ext cx="332105" cy="34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478203" y="5024120"/>
                        <a:ext cx="332105" cy="349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8357871" y="2639378"/>
          <a:ext cx="365760" cy="414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5" imgW="139700" imgH="165100" progId="Equation.DSMT4">
                  <p:embed/>
                </p:oleObj>
              </mc:Choice>
              <mc:Fallback>
                <p:oleObj name="Equation" r:id="rId25" imgW="139700" imgH="165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57871" y="2639378"/>
                        <a:ext cx="365760" cy="414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/>
        </p:nvGraphicFramePr>
        <p:xfrm>
          <a:off x="11062336" y="5131118"/>
          <a:ext cx="332740" cy="35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27" imgW="127000" imgH="139700" progId="Equation.DSMT4">
                  <p:embed/>
                </p:oleObj>
              </mc:Choice>
              <mc:Fallback>
                <p:oleObj name="Equation" r:id="rId27" imgW="127000" imgH="139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062336" y="5131118"/>
                        <a:ext cx="332740" cy="350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箭头连接符 40"/>
          <p:cNvCxnSpPr/>
          <p:nvPr/>
        </p:nvCxnSpPr>
        <p:spPr>
          <a:xfrm flipH="1">
            <a:off x="9102725" y="3512185"/>
            <a:ext cx="148590" cy="356235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10687050" y="3966845"/>
            <a:ext cx="60325" cy="22098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10688320" y="394144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7202489" y="3258185"/>
          <a:ext cx="600075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9" imgW="241300" imgH="177165" progId="Equation.DSMT4">
                  <p:embed/>
                </p:oleObj>
              </mc:Choice>
              <mc:Fallback>
                <p:oleObj name="Equation" r:id="rId29" imgW="241300" imgH="177165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202489" y="3258185"/>
                        <a:ext cx="600075" cy="480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4981893" y="5481955"/>
          <a:ext cx="2547620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31" imgW="889000" imgH="457200" progId="Equation.DSMT4">
                  <p:embed/>
                </p:oleObj>
              </mc:Choice>
              <mc:Fallback>
                <p:oleObj name="Equation" r:id="rId31" imgW="8890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981893" y="5481955"/>
                        <a:ext cx="2547620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椭圆 8"/>
          <p:cNvSpPr/>
          <p:nvPr/>
        </p:nvSpPr>
        <p:spPr>
          <a:xfrm>
            <a:off x="9879330" y="3974465"/>
            <a:ext cx="75565" cy="7556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9373871" y="3938588"/>
          <a:ext cx="43180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3" imgW="165100" imgH="228600" progId="Equation.DSMT4">
                  <p:embed/>
                </p:oleObj>
              </mc:Choice>
              <mc:Fallback>
                <p:oleObj name="Equation" r:id="rId33" imgW="165100" imgH="2286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373871" y="3938588"/>
                        <a:ext cx="431800" cy="5727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1" grpId="0"/>
      <p:bldP spid="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2"/>
          <p:cNvSpPr txBox="1"/>
          <p:nvPr/>
        </p:nvSpPr>
        <p:spPr>
          <a:xfrm>
            <a:off x="1072323" y="1907238"/>
            <a:ext cx="8928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或者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1965325" y="691515"/>
          <a:ext cx="5819775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1" imgW="2032000" imgH="457200" progId="Equation.DSMT4">
                  <p:embed/>
                </p:oleObj>
              </mc:Choice>
              <mc:Fallback>
                <p:oleObj name="Equation" r:id="rId1" imgW="20320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5325" y="691515"/>
                        <a:ext cx="5819775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965325" y="2310130"/>
          <a:ext cx="5528945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" imgW="1930400" imgH="457200" progId="Equation.DSMT4">
                  <p:embed/>
                </p:oleObj>
              </mc:Choice>
              <mc:Fallback>
                <p:oleObj name="Equation" r:id="rId3" imgW="19304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325" y="2310130"/>
                        <a:ext cx="5528945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987868" y="3474418"/>
            <a:ext cx="1248410" cy="520700"/>
          </a:xfrm>
          <a:prstGeom prst="rect">
            <a:avLst/>
          </a:prstGeom>
          <a:noFill/>
        </p:spPr>
        <p:txBody>
          <a:bodyPr wrap="none" lIns="91429" tIns="45715" rIns="91429" bIns="45715" rtlCol="0">
            <a:spAutoFit/>
          </a:bodyPr>
          <a:p>
            <a:r>
              <a:rPr lang="zh-CN" altLang="en-US" sz="2800" dirty="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例如，</a:t>
            </a:r>
            <a:endParaRPr lang="zh-CN" altLang="en-US" sz="2800" dirty="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2134870" y="3584893"/>
          <a:ext cx="2952750" cy="1049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5" imgW="1130300" imgH="419100" progId="Equation.DSMT4">
                  <p:embed/>
                </p:oleObj>
              </mc:Choice>
              <mc:Fallback>
                <p:oleObj name="Equation" r:id="rId5" imgW="11303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4870" y="3584893"/>
                        <a:ext cx="2952750" cy="10490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6029325" y="3648393"/>
          <a:ext cx="3285490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7" imgW="1257300" imgH="393700" progId="Equation.DSMT4">
                  <p:embed/>
                </p:oleObj>
              </mc:Choice>
              <mc:Fallback>
                <p:oleObj name="Equation" r:id="rId7" imgW="12573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29325" y="3648393"/>
                        <a:ext cx="3285490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1527175" y="4806633"/>
          <a:ext cx="1925320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9" imgW="736600" imgH="393700" progId="Equation.DSMT4">
                  <p:embed/>
                </p:oleObj>
              </mc:Choice>
              <mc:Fallback>
                <p:oleObj name="Equation" r:id="rId9" imgW="7366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7175" y="4806633"/>
                        <a:ext cx="1925320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4"/>
          <p:cNvGraphicFramePr>
            <a:graphicFrameLocks noChangeAspect="1"/>
          </p:cNvGraphicFramePr>
          <p:nvPr/>
        </p:nvGraphicFramePr>
        <p:xfrm>
          <a:off x="4771708" y="4806633"/>
          <a:ext cx="2722245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11" imgW="1041400" imgH="393700" progId="Equation.DSMT4">
                  <p:embed/>
                </p:oleObj>
              </mc:Choice>
              <mc:Fallback>
                <p:oleObj name="Equation" r:id="rId11" imgW="10414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71708" y="4806633"/>
                        <a:ext cx="2722245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"/>
          <p:cNvGraphicFramePr>
            <a:graphicFrameLocks noChangeAspect="1"/>
          </p:cNvGraphicFramePr>
          <p:nvPr/>
        </p:nvGraphicFramePr>
        <p:xfrm>
          <a:off x="8809356" y="4839018"/>
          <a:ext cx="2091690" cy="98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13" imgW="800100" imgH="393700" progId="Equation.DSMT4">
                  <p:embed/>
                </p:oleObj>
              </mc:Choice>
              <mc:Fallback>
                <p:oleObj name="Equation" r:id="rId13" imgW="8001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809356" y="4839018"/>
                        <a:ext cx="2091690" cy="985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"/>
          <p:cNvGraphicFramePr>
            <a:graphicFrameLocks noChangeAspect="1"/>
          </p:cNvGraphicFramePr>
          <p:nvPr/>
        </p:nvGraphicFramePr>
        <p:xfrm>
          <a:off x="5087303" y="3888106"/>
          <a:ext cx="63055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15" imgW="241300" imgH="177165" progId="Equation.DSMT4">
                  <p:embed/>
                </p:oleObj>
              </mc:Choice>
              <mc:Fallback>
                <p:oleObj name="Equation" r:id="rId15" imgW="241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87303" y="3888106"/>
                        <a:ext cx="63055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"/>
          <p:cNvGraphicFramePr>
            <a:graphicFrameLocks noChangeAspect="1"/>
          </p:cNvGraphicFramePr>
          <p:nvPr/>
        </p:nvGraphicFramePr>
        <p:xfrm>
          <a:off x="10900728" y="5110481"/>
          <a:ext cx="630555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17" imgW="241300" imgH="177165" progId="Equation.DSMT4">
                  <p:embed/>
                </p:oleObj>
              </mc:Choice>
              <mc:Fallback>
                <p:oleObj name="Equation" r:id="rId17" imgW="241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900728" y="5110481"/>
                        <a:ext cx="630555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"/>
          <p:cNvGraphicFramePr>
            <a:graphicFrameLocks noChangeAspect="1"/>
          </p:cNvGraphicFramePr>
          <p:nvPr/>
        </p:nvGraphicFramePr>
        <p:xfrm>
          <a:off x="9148446" y="3919856"/>
          <a:ext cx="99568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18" imgW="381000" imgH="177165" progId="Equation.DSMT4">
                  <p:embed/>
                </p:oleObj>
              </mc:Choice>
              <mc:Fallback>
                <p:oleObj name="Equation" r:id="rId18" imgW="381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148446" y="3919856"/>
                        <a:ext cx="995680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4"/>
          <p:cNvGraphicFramePr>
            <a:graphicFrameLocks noChangeAspect="1"/>
          </p:cNvGraphicFramePr>
          <p:nvPr/>
        </p:nvGraphicFramePr>
        <p:xfrm>
          <a:off x="3540126" y="5078096"/>
          <a:ext cx="99568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20" imgW="381000" imgH="177165" progId="Equation.DSMT4">
                  <p:embed/>
                </p:oleObj>
              </mc:Choice>
              <mc:Fallback>
                <p:oleObj name="Equation" r:id="rId20" imgW="3810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40126" y="5078096"/>
                        <a:ext cx="995680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4"/>
          <p:cNvGraphicFramePr>
            <a:graphicFrameLocks noChangeAspect="1"/>
          </p:cNvGraphicFramePr>
          <p:nvPr/>
        </p:nvGraphicFramePr>
        <p:xfrm>
          <a:off x="7510781" y="5109846"/>
          <a:ext cx="962660" cy="443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21" imgW="368300" imgH="177165" progId="Equation.DSMT4">
                  <p:embed/>
                </p:oleObj>
              </mc:Choice>
              <mc:Fallback>
                <p:oleObj name="Equation" r:id="rId21" imgW="368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510781" y="5109846"/>
                        <a:ext cx="962660" cy="443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527176" y="6200776"/>
          <a:ext cx="2125980" cy="763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3" imgW="812800" imgH="304800" progId="Equation.DSMT4">
                  <p:embed/>
                </p:oleObj>
              </mc:Choice>
              <mc:Fallback>
                <p:oleObj name="Equation" r:id="rId23" imgW="812800" imgH="304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27176" y="6200776"/>
                        <a:ext cx="2125980" cy="7639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494271" y="6120448"/>
          <a:ext cx="1993900" cy="98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5" imgW="762000" imgH="393700" progId="Equation.DSMT4">
                  <p:embed/>
                </p:oleObj>
              </mc:Choice>
              <mc:Fallback>
                <p:oleObj name="Equation" r:id="rId25" imgW="762000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494271" y="6120448"/>
                        <a:ext cx="1993900" cy="986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652838" y="6010593"/>
          <a:ext cx="1659255" cy="98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7" imgW="634365" imgH="393700" progId="Equation.DSMT4">
                  <p:embed/>
                </p:oleObj>
              </mc:Choice>
              <mc:Fallback>
                <p:oleObj name="Equation" r:id="rId27" imgW="634365" imgH="3937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652838" y="6010593"/>
                        <a:ext cx="1659255" cy="9867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5301298" y="6056948"/>
          <a:ext cx="2192655" cy="105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9" imgW="838200" imgH="419100" progId="Equation.DSMT4">
                  <p:embed/>
                </p:oleObj>
              </mc:Choice>
              <mc:Fallback>
                <p:oleObj name="Equation" r:id="rId29" imgW="838200" imgH="4191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301298" y="6056948"/>
                        <a:ext cx="2192655" cy="10502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9488171" y="6391593"/>
          <a:ext cx="96393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31" imgW="368300" imgH="177165" progId="Equation.DSMT4">
                  <p:embed/>
                </p:oleObj>
              </mc:Choice>
              <mc:Fallback>
                <p:oleObj name="Equation" r:id="rId31" imgW="368300" imgH="177165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488171" y="6391593"/>
                        <a:ext cx="96393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4498975" y="787400"/>
            <a:ext cx="487362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1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复变函数积分的性质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7"/>
            </p:custDataLst>
          </p:nvPr>
        </p:nvSpPr>
        <p:spPr>
          <a:xfrm>
            <a:off x="5281930" y="1298575"/>
            <a:ext cx="182118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方向性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>
            <a:off x="5281930" y="2143125"/>
            <a:ext cx="4678045" cy="492760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对积分路径的有限可加性</a:t>
            </a:r>
            <a:endParaRPr lang="zh-CN" altLang="en-US" sz="28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4582160" y="2938780"/>
            <a:ext cx="51714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将复积分化为定积分计算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10"/>
            </p:custDataLst>
          </p:nvPr>
        </p:nvSpPr>
        <p:spPr>
          <a:xfrm>
            <a:off x="5213985" y="3361055"/>
            <a:ext cx="1224280" cy="521335"/>
          </a:xfrm>
          <a:prstGeom prst="rect">
            <a:avLst/>
          </a:prstGeom>
          <a:noFill/>
        </p:spPr>
        <p:txBody>
          <a:bodyPr wrap="square" lIns="91440" tIns="0" rIns="91440" bIns="45720">
            <a:no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spc="15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步骤：</a:t>
            </a:r>
            <a:endParaRPr lang="zh-CN" altLang="en-US" sz="2800" spc="15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>
            <p:custDataLst>
              <p:tags r:id="rId11"/>
            </p:custDataLst>
          </p:nvPr>
        </p:nvSpPr>
        <p:spPr>
          <a:xfrm>
            <a:off x="6329045" y="3410728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画图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6200140" y="3882390"/>
            <a:ext cx="502158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写出积分曲线的参数方程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6200140" y="4304665"/>
            <a:ext cx="558419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找到起点与终点对应的参数值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6200140" y="4727083"/>
            <a:ext cx="3992245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化为定积分计算即可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6"/>
            </p:custDataLst>
          </p:nvPr>
        </p:nvSpPr>
        <p:spPr>
          <a:xfrm>
            <a:off x="5287010" y="1720850"/>
            <a:ext cx="230378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Arial" panose="020B0604020202020204" pitchFamily="34" charset="0"/>
              </a:rPr>
              <a:t>线性性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4582160" y="5300980"/>
            <a:ext cx="5171440" cy="42227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p>
            <a:pPr>
              <a:lnSpc>
                <a:spcPct val="110000"/>
              </a:lnSpc>
            </a:pPr>
            <a:r>
              <a:rPr lang="en-US" altLang="zh-CN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、重要积分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5213985" y="5973445"/>
          <a:ext cx="5528945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8" imgW="1930400" imgH="457200" progId="Equation.DSMT4">
                  <p:embed/>
                </p:oleObj>
              </mc:Choice>
              <mc:Fallback>
                <p:oleObj name="Equation" r:id="rId18" imgW="1930400" imgH="4572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13985" y="5973445"/>
                        <a:ext cx="5528945" cy="10934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总结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4271010" y="1673860"/>
            <a:ext cx="5603875" cy="1470025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p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重点： 复积分的性质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          用定积分计算复积分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4271010" y="4138930"/>
            <a:ext cx="6814185" cy="10096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p>
            <a:pPr algn="ctr"/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易错点：将复积分化为定积分时，积分路径                     起点与终点对应的参数值易错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034697" y="362870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3989705" y="819150"/>
            <a:ext cx="14605" cy="613664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666249" y="337058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作业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4415790" y="2996565"/>
            <a:ext cx="5603875" cy="1470025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p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习题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： 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2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，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3</a:t>
            </a:r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  <a:p>
            <a:endParaRPr lang="zh-CN" altLang="en-US" sz="2700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0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1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2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3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4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4973_4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Contents"/>
  <p:tag name="KSO_WM_UNIT_TEXT_FILL_FORE_SCHEMECOLOR_INDEX" val="13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3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3_1"/>
  <p:tag name="KSO_WM_UNIT_TEXT_FILL_FORE_SCHEMECOLOR_INDEX" val="5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4_1"/>
  <p:tag name="KSO_WM_UNIT_TEXT_FILL_FORE_SCHEMECOLOR_INDEX" val="5"/>
  <p:tag name="KSO_WM_UNIT_TEXT_FILL_TYPE" val="1"/>
  <p:tag name="KSO_WM_UNIT_USESOURCEFORMAT_APPLY" val="1"/>
</p:tagLst>
</file>

<file path=ppt/tags/tag23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</p:tagLst>
</file>

<file path=ppt/tags/tag24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2_1"/>
  <p:tag name="KSO_WM_UNIT_TEXT_FILL_FORE_SCHEMECOLOR_INDEX" val="5"/>
  <p:tag name="KSO_WM_UNIT_TEXT_FILL_TYPE" val="1"/>
  <p:tag name="KSO_WM_UNIT_USESOURCEFORMAT_APPLY" val="1"/>
</p:tagLst>
</file>

<file path=ppt/tags/tag24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3_1"/>
  <p:tag name="KSO_WM_UNIT_TEXT_FILL_FORE_SCHEMECOLOR_INDEX" val="5"/>
  <p:tag name="KSO_WM_UNIT_TEXT_FILL_TYPE" val="1"/>
  <p:tag name="KSO_WM_UNIT_USESOURCEFORMAT_APPLY" val="1"/>
</p:tagLst>
</file>

<file path=ppt/tags/tag248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24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4973_4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Contents"/>
  <p:tag name="KSO_WM_UNIT_TEXT_FILL_FORE_SCHEMECOLOR_INDEX" val="13"/>
  <p:tag name="KSO_WM_UNIT_TEXT_FILL_TYPE" val="1"/>
  <p:tag name="KSO_WM_UNIT_USESOURCEFORMAT_APPLY" val="1"/>
</p:tagLst>
</file>

<file path=ppt/tags/tag25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25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5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25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5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6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6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64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26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66.xml><?xml version="1.0" encoding="utf-8"?>
<p:tagLst xmlns:p="http://schemas.openxmlformats.org/presentationml/2006/main">
  <p:tag name="KSO_WM_DIAGRAM_VIRTUALLY_FRAME" val="{&quot;height&quot;:98.06929133858269,&quot;left&quot;:81.70748031496063,&quot;top&quot;:67.39220472440945,&quot;width&quot;:822.8491338582678}"/>
</p:tagLst>
</file>

<file path=ppt/tags/tag267.xml><?xml version="1.0" encoding="utf-8"?>
<p:tagLst xmlns:p="http://schemas.openxmlformats.org/presentationml/2006/main">
  <p:tag name="KSO_WM_DIAGRAM_VIRTUALLY_FRAME" val="{&quot;height&quot;:98.06929133858269,&quot;left&quot;:81.70748031496063,&quot;top&quot;:67.39220472440945,&quot;width&quot;:822.8491338582678}"/>
</p:tagLst>
</file>

<file path=ppt/tags/tag268.xml><?xml version="1.0" encoding="utf-8"?>
<p:tagLst xmlns:p="http://schemas.openxmlformats.org/presentationml/2006/main">
  <p:tag name="KSO_WM_DIAGRAM_VIRTUALLY_FRAME" val="{&quot;height&quot;:98.06929133858269,&quot;left&quot;:81.70748031496063,&quot;top&quot;:67.39220472440945,&quot;width&quot;:822.8491338582678}"/>
</p:tagLst>
</file>

<file path=ppt/tags/tag269.xml><?xml version="1.0" encoding="utf-8"?>
<p:tagLst xmlns:p="http://schemas.openxmlformats.org/presentationml/2006/main">
  <p:tag name="KSO_WM_DIAGRAM_VIRTUALLY_FRAME" val="{&quot;height&quot;:98.06929133858269,&quot;left&quot;:81.70748031496063,&quot;top&quot;:67.39220472440945,&quot;width&quot;:822.8491338582678}"/>
</p:tagLst>
</file>

<file path=ppt/tags/tag270.xml><?xml version="1.0" encoding="utf-8"?>
<p:tagLst xmlns:p="http://schemas.openxmlformats.org/presentationml/2006/main">
  <p:tag name="KSO_WM_DIAGRAM_VIRTUALLY_FRAME" val="{&quot;height&quot;:98.06929133858269,&quot;left&quot;:81.70748031496063,&quot;top&quot;:67.39220472440945,&quot;width&quot;:822.8491338582678}"/>
</p:tagLst>
</file>

<file path=ppt/tags/tag27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7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7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8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9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91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92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97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98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29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30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0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0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08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2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309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0.xml><?xml version="1.0" encoding="utf-8"?>
<p:tagLst xmlns:p="http://schemas.openxmlformats.org/presentationml/2006/main">
  <p:tag name="KSO_WM_UNIT_COLOR_SCHEME_SHAPE_ID" val="132"/>
  <p:tag name="KSO_WM_UNIT_COLOR_SCHEME_PARENT_PAGE" val="0_4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f*1_3_1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311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13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4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5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4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6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2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7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</p:tagLst>
</file>

<file path=ppt/tags/tag31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2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26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33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34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3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336.xml><?xml version="1.0" encoding="utf-8"?>
<p:tagLst xmlns:p="http://schemas.openxmlformats.org/presentationml/2006/main">
  <p:tag name="KSO_WPP_MARK_KEY" val="932fc507-8ab4-4e60-8ba1-c9f32f57106e"/>
  <p:tag name="COMMONDATA" val="eyJoZGlkIjoiODhmYTA1NjM5YWEwNjQ3NGRiYzA4ZTE2MjZhY2Q1NzkifQ==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1778</Words>
  <Application>WPS 演示</Application>
  <PresentationFormat>自定义</PresentationFormat>
  <Paragraphs>402</Paragraphs>
  <Slides>27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291</vt:i4>
      </vt:variant>
      <vt:variant>
        <vt:lpstr>幻灯片标题</vt:lpstr>
      </vt:variant>
      <vt:variant>
        <vt:i4>27</vt:i4>
      </vt:variant>
    </vt:vector>
  </HeadingPairs>
  <TitlesOfParts>
    <vt:vector size="329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Arial Unicode MS</vt:lpstr>
      <vt:lpstr>Calibri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269</cp:revision>
  <dcterms:created xsi:type="dcterms:W3CDTF">2018-03-03T11:57:00Z</dcterms:created>
  <dcterms:modified xsi:type="dcterms:W3CDTF">2025-04-17T13:04:48Z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49220506AE894BAEB4691801A22A58F2</vt:lpwstr>
  </property>
</Properties>
</file>