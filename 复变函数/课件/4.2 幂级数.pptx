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795" r:id="rId3"/>
    <p:sldId id="797" r:id="rId4"/>
    <p:sldId id="418" r:id="rId5"/>
    <p:sldId id="843" r:id="rId6"/>
    <p:sldId id="844" r:id="rId7"/>
    <p:sldId id="825" r:id="rId8"/>
    <p:sldId id="845" r:id="rId9"/>
    <p:sldId id="846" r:id="rId10"/>
    <p:sldId id="799" r:id="rId11"/>
    <p:sldId id="826" r:id="rId12"/>
    <p:sldId id="847" r:id="rId13"/>
    <p:sldId id="748" r:id="rId14"/>
    <p:sldId id="841" r:id="rId15"/>
    <p:sldId id="746" r:id="rId16"/>
    <p:sldId id="615" r:id="rId17"/>
    <p:sldId id="827" r:id="rId18"/>
    <p:sldId id="828" r:id="rId19"/>
    <p:sldId id="487" r:id="rId20"/>
    <p:sldId id="848" r:id="rId21"/>
    <p:sldId id="867" r:id="rId22"/>
    <p:sldId id="849" r:id="rId23"/>
    <p:sldId id="850" r:id="rId24"/>
    <p:sldId id="851" r:id="rId25"/>
    <p:sldId id="852" r:id="rId26"/>
    <p:sldId id="854" r:id="rId27"/>
    <p:sldId id="855" r:id="rId28"/>
    <p:sldId id="856" r:id="rId29"/>
    <p:sldId id="857" r:id="rId30"/>
    <p:sldId id="858" r:id="rId31"/>
    <p:sldId id="859" r:id="rId32"/>
    <p:sldId id="860" r:id="rId33"/>
    <p:sldId id="861" r:id="rId34"/>
    <p:sldId id="862" r:id="rId35"/>
    <p:sldId id="863" r:id="rId36"/>
    <p:sldId id="864" r:id="rId37"/>
    <p:sldId id="865" r:id="rId38"/>
    <p:sldId id="866" r:id="rId39"/>
  </p:sldIdLst>
  <p:sldSz cx="14389100" cy="9719945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1" userDrawn="1">
          <p15:clr>
            <a:srgbClr val="A4A3A4"/>
          </p15:clr>
        </p15:guide>
        <p15:guide id="2" pos="452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3331"/>
        <p:guide pos="45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326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image" Target="../media/image21.wmf"/><Relationship Id="rId7" Type="http://schemas.openxmlformats.org/officeDocument/2006/relationships/image" Target="../media/image20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1" Type="http://schemas.openxmlformats.org/officeDocument/2006/relationships/image" Target="../media/image24.wmf"/><Relationship Id="rId10" Type="http://schemas.openxmlformats.org/officeDocument/2006/relationships/image" Target="../media/image23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3" Type="http://schemas.openxmlformats.org/officeDocument/2006/relationships/image" Target="../media/image37.wmf"/><Relationship Id="rId12" Type="http://schemas.openxmlformats.org/officeDocument/2006/relationships/image" Target="../media/image36.wmf"/><Relationship Id="rId11" Type="http://schemas.openxmlformats.org/officeDocument/2006/relationships/image" Target="../media/image35.wmf"/><Relationship Id="rId10" Type="http://schemas.openxmlformats.org/officeDocument/2006/relationships/image" Target="../media/image34.wmf"/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.wmf"/><Relationship Id="rId8" Type="http://schemas.openxmlformats.org/officeDocument/2006/relationships/image" Target="../media/image40.wmf"/><Relationship Id="rId7" Type="http://schemas.openxmlformats.org/officeDocument/2006/relationships/image" Target="../media/image39.wmf"/><Relationship Id="rId6" Type="http://schemas.openxmlformats.org/officeDocument/2006/relationships/image" Target="../media/image25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.wmf"/><Relationship Id="rId8" Type="http://schemas.openxmlformats.org/officeDocument/2006/relationships/image" Target="../media/image45.wmf"/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28.wmf"/><Relationship Id="rId15" Type="http://schemas.openxmlformats.org/officeDocument/2006/relationships/image" Target="../media/image52.wmf"/><Relationship Id="rId14" Type="http://schemas.openxmlformats.org/officeDocument/2006/relationships/image" Target="../media/image51.wmf"/><Relationship Id="rId13" Type="http://schemas.openxmlformats.org/officeDocument/2006/relationships/image" Target="../media/image50.wmf"/><Relationship Id="rId12" Type="http://schemas.openxmlformats.org/officeDocument/2006/relationships/image" Target="../media/image49.wmf"/><Relationship Id="rId11" Type="http://schemas.openxmlformats.org/officeDocument/2006/relationships/image" Target="../media/image48.wmf"/><Relationship Id="rId10" Type="http://schemas.openxmlformats.org/officeDocument/2006/relationships/image" Target="../media/image47.wmf"/><Relationship Id="rId1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2" Type="http://schemas.openxmlformats.org/officeDocument/2006/relationships/image" Target="../media/image63.wmf"/><Relationship Id="rId11" Type="http://schemas.openxmlformats.org/officeDocument/2006/relationships/image" Target="../media/image62.wmf"/><Relationship Id="rId10" Type="http://schemas.openxmlformats.org/officeDocument/2006/relationships/image" Target="../media/image61.wmf"/><Relationship Id="rId1" Type="http://schemas.openxmlformats.org/officeDocument/2006/relationships/image" Target="../media/image53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3" Type="http://schemas.openxmlformats.org/officeDocument/2006/relationships/image" Target="../media/image76.wmf"/><Relationship Id="rId12" Type="http://schemas.openxmlformats.org/officeDocument/2006/relationships/image" Target="../media/image75.wmf"/><Relationship Id="rId11" Type="http://schemas.openxmlformats.org/officeDocument/2006/relationships/image" Target="../media/image74.wmf"/><Relationship Id="rId10" Type="http://schemas.openxmlformats.org/officeDocument/2006/relationships/image" Target="../media/image73.wmf"/><Relationship Id="rId1" Type="http://schemas.openxmlformats.org/officeDocument/2006/relationships/image" Target="../media/image6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7" Type="http://schemas.openxmlformats.org/officeDocument/2006/relationships/image" Target="../media/image84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image" Target="../media/image93.wmf"/><Relationship Id="rId7" Type="http://schemas.openxmlformats.org/officeDocument/2006/relationships/image" Target="../media/image92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4" Type="http://schemas.openxmlformats.org/officeDocument/2006/relationships/image" Target="../media/image99.wmf"/><Relationship Id="rId13" Type="http://schemas.openxmlformats.org/officeDocument/2006/relationships/image" Target="../media/image98.wmf"/><Relationship Id="rId12" Type="http://schemas.openxmlformats.org/officeDocument/2006/relationships/image" Target="../media/image97.wmf"/><Relationship Id="rId11" Type="http://schemas.openxmlformats.org/officeDocument/2006/relationships/image" Target="../media/image96.wmf"/><Relationship Id="rId10" Type="http://schemas.openxmlformats.org/officeDocument/2006/relationships/image" Target="../media/image95.wmf"/><Relationship Id="rId1" Type="http://schemas.openxmlformats.org/officeDocument/2006/relationships/image" Target="../media/image86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wmf"/><Relationship Id="rId8" Type="http://schemas.openxmlformats.org/officeDocument/2006/relationships/image" Target="../media/image107.wmf"/><Relationship Id="rId7" Type="http://schemas.openxmlformats.org/officeDocument/2006/relationships/image" Target="../media/image106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0" Type="http://schemas.openxmlformats.org/officeDocument/2006/relationships/image" Target="../media/image109.wmf"/><Relationship Id="rId1" Type="http://schemas.openxmlformats.org/officeDocument/2006/relationships/image" Target="../media/image100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wmf"/><Relationship Id="rId8" Type="http://schemas.openxmlformats.org/officeDocument/2006/relationships/image" Target="../media/image117.wmf"/><Relationship Id="rId7" Type="http://schemas.openxmlformats.org/officeDocument/2006/relationships/image" Target="../media/image116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2" Type="http://schemas.openxmlformats.org/officeDocument/2006/relationships/image" Target="../media/image121.wmf"/><Relationship Id="rId11" Type="http://schemas.openxmlformats.org/officeDocument/2006/relationships/image" Target="../media/image120.wmf"/><Relationship Id="rId10" Type="http://schemas.openxmlformats.org/officeDocument/2006/relationships/image" Target="../media/image119.wmf"/><Relationship Id="rId1" Type="http://schemas.openxmlformats.org/officeDocument/2006/relationships/image" Target="../media/image110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wmf"/><Relationship Id="rId8" Type="http://schemas.openxmlformats.org/officeDocument/2006/relationships/image" Target="../media/image109.wmf"/><Relationship Id="rId7" Type="http://schemas.openxmlformats.org/officeDocument/2006/relationships/image" Target="../media/image106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4" Type="http://schemas.openxmlformats.org/officeDocument/2006/relationships/image" Target="../media/image128.wmf"/><Relationship Id="rId13" Type="http://schemas.openxmlformats.org/officeDocument/2006/relationships/image" Target="../media/image127.wmf"/><Relationship Id="rId12" Type="http://schemas.openxmlformats.org/officeDocument/2006/relationships/image" Target="../media/image126.wmf"/><Relationship Id="rId11" Type="http://schemas.openxmlformats.org/officeDocument/2006/relationships/image" Target="../media/image125.wmf"/><Relationship Id="rId10" Type="http://schemas.openxmlformats.org/officeDocument/2006/relationships/image" Target="../media/image124.wmf"/><Relationship Id="rId1" Type="http://schemas.openxmlformats.org/officeDocument/2006/relationships/image" Target="../media/image100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image" Target="../media/image137.wmf"/><Relationship Id="rId7" Type="http://schemas.openxmlformats.org/officeDocument/2006/relationships/image" Target="../media/image136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2" Type="http://schemas.openxmlformats.org/officeDocument/2006/relationships/image" Target="../media/image141.wmf"/><Relationship Id="rId11" Type="http://schemas.openxmlformats.org/officeDocument/2006/relationships/image" Target="../media/image140.wmf"/><Relationship Id="rId10" Type="http://schemas.openxmlformats.org/officeDocument/2006/relationships/image" Target="../media/image139.wmf"/><Relationship Id="rId1" Type="http://schemas.openxmlformats.org/officeDocument/2006/relationships/image" Target="../media/image130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0.wmf"/><Relationship Id="rId8" Type="http://schemas.openxmlformats.org/officeDocument/2006/relationships/image" Target="../media/image149.wmf"/><Relationship Id="rId7" Type="http://schemas.openxmlformats.org/officeDocument/2006/relationships/image" Target="../media/image148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8" Type="http://schemas.openxmlformats.org/officeDocument/2006/relationships/image" Target="../media/image159.wmf"/><Relationship Id="rId17" Type="http://schemas.openxmlformats.org/officeDocument/2006/relationships/image" Target="../media/image158.wmf"/><Relationship Id="rId16" Type="http://schemas.openxmlformats.org/officeDocument/2006/relationships/image" Target="../media/image157.wmf"/><Relationship Id="rId15" Type="http://schemas.openxmlformats.org/officeDocument/2006/relationships/image" Target="../media/image156.wmf"/><Relationship Id="rId14" Type="http://schemas.openxmlformats.org/officeDocument/2006/relationships/image" Target="../media/image155.wmf"/><Relationship Id="rId13" Type="http://schemas.openxmlformats.org/officeDocument/2006/relationships/image" Target="../media/image154.wmf"/><Relationship Id="rId12" Type="http://schemas.openxmlformats.org/officeDocument/2006/relationships/image" Target="../media/image153.wmf"/><Relationship Id="rId11" Type="http://schemas.openxmlformats.org/officeDocument/2006/relationships/image" Target="../media/image152.wmf"/><Relationship Id="rId10" Type="http://schemas.openxmlformats.org/officeDocument/2006/relationships/image" Target="../media/image151.wmf"/><Relationship Id="rId1" Type="http://schemas.openxmlformats.org/officeDocument/2006/relationships/image" Target="../media/image142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8.wmf"/><Relationship Id="rId8" Type="http://schemas.openxmlformats.org/officeDocument/2006/relationships/image" Target="../media/image167.wmf"/><Relationship Id="rId7" Type="http://schemas.openxmlformats.org/officeDocument/2006/relationships/image" Target="../media/image166.w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Relationship Id="rId3" Type="http://schemas.openxmlformats.org/officeDocument/2006/relationships/image" Target="../media/image143.wmf"/><Relationship Id="rId23" Type="http://schemas.openxmlformats.org/officeDocument/2006/relationships/image" Target="../media/image158.wmf"/><Relationship Id="rId22" Type="http://schemas.openxmlformats.org/officeDocument/2006/relationships/image" Target="../media/image179.wmf"/><Relationship Id="rId21" Type="http://schemas.openxmlformats.org/officeDocument/2006/relationships/image" Target="../media/image155.wmf"/><Relationship Id="rId20" Type="http://schemas.openxmlformats.org/officeDocument/2006/relationships/image" Target="../media/image178.wmf"/><Relationship Id="rId2" Type="http://schemas.openxmlformats.org/officeDocument/2006/relationships/image" Target="../media/image162.wmf"/><Relationship Id="rId19" Type="http://schemas.openxmlformats.org/officeDocument/2006/relationships/image" Target="../media/image142.wmf"/><Relationship Id="rId18" Type="http://schemas.openxmlformats.org/officeDocument/2006/relationships/image" Target="../media/image177.wmf"/><Relationship Id="rId17" Type="http://schemas.openxmlformats.org/officeDocument/2006/relationships/image" Target="../media/image176.wmf"/><Relationship Id="rId16" Type="http://schemas.openxmlformats.org/officeDocument/2006/relationships/image" Target="../media/image175.wmf"/><Relationship Id="rId15" Type="http://schemas.openxmlformats.org/officeDocument/2006/relationships/image" Target="../media/image174.wmf"/><Relationship Id="rId14" Type="http://schemas.openxmlformats.org/officeDocument/2006/relationships/image" Target="../media/image173.wmf"/><Relationship Id="rId13" Type="http://schemas.openxmlformats.org/officeDocument/2006/relationships/image" Target="../media/image172.wmf"/><Relationship Id="rId12" Type="http://schemas.openxmlformats.org/officeDocument/2006/relationships/image" Target="../media/image171.wmf"/><Relationship Id="rId11" Type="http://schemas.openxmlformats.org/officeDocument/2006/relationships/image" Target="../media/image170.wmf"/><Relationship Id="rId10" Type="http://schemas.openxmlformats.org/officeDocument/2006/relationships/image" Target="../media/image169.wmf"/><Relationship Id="rId1" Type="http://schemas.openxmlformats.org/officeDocument/2006/relationships/image" Target="../media/image161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wmf"/><Relationship Id="rId8" Type="http://schemas.openxmlformats.org/officeDocument/2006/relationships/image" Target="../media/image176.wmf"/><Relationship Id="rId7" Type="http://schemas.openxmlformats.org/officeDocument/2006/relationships/image" Target="../media/image175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65.wmf"/><Relationship Id="rId3" Type="http://schemas.openxmlformats.org/officeDocument/2006/relationships/image" Target="../media/image182.wmf"/><Relationship Id="rId20" Type="http://schemas.openxmlformats.org/officeDocument/2006/relationships/image" Target="../media/image193.wmf"/><Relationship Id="rId2" Type="http://schemas.openxmlformats.org/officeDocument/2006/relationships/image" Target="../media/image181.wmf"/><Relationship Id="rId19" Type="http://schemas.openxmlformats.org/officeDocument/2006/relationships/image" Target="../media/image192.wmf"/><Relationship Id="rId18" Type="http://schemas.openxmlformats.org/officeDocument/2006/relationships/image" Target="../media/image191.wmf"/><Relationship Id="rId17" Type="http://schemas.openxmlformats.org/officeDocument/2006/relationships/image" Target="../media/image190.wmf"/><Relationship Id="rId16" Type="http://schemas.openxmlformats.org/officeDocument/2006/relationships/image" Target="../media/image189.wmf"/><Relationship Id="rId15" Type="http://schemas.openxmlformats.org/officeDocument/2006/relationships/image" Target="../media/image188.wmf"/><Relationship Id="rId14" Type="http://schemas.openxmlformats.org/officeDocument/2006/relationships/image" Target="../media/image187.wmf"/><Relationship Id="rId13" Type="http://schemas.openxmlformats.org/officeDocument/2006/relationships/image" Target="../media/image186.wmf"/><Relationship Id="rId12" Type="http://schemas.openxmlformats.org/officeDocument/2006/relationships/image" Target="../media/image143.wmf"/><Relationship Id="rId11" Type="http://schemas.openxmlformats.org/officeDocument/2006/relationships/image" Target="../media/image163.wmf"/><Relationship Id="rId10" Type="http://schemas.openxmlformats.org/officeDocument/2006/relationships/image" Target="../media/image185.wmf"/><Relationship Id="rId1" Type="http://schemas.openxmlformats.org/officeDocument/2006/relationships/image" Target="../media/image180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8.wmf"/><Relationship Id="rId8" Type="http://schemas.openxmlformats.org/officeDocument/2006/relationships/image" Target="../media/image197.wmf"/><Relationship Id="rId7" Type="http://schemas.openxmlformats.org/officeDocument/2006/relationships/image" Target="../media/image196.wmf"/><Relationship Id="rId6" Type="http://schemas.openxmlformats.org/officeDocument/2006/relationships/image" Target="../media/image195.wmf"/><Relationship Id="rId5" Type="http://schemas.openxmlformats.org/officeDocument/2006/relationships/image" Target="../media/image155.wmf"/><Relationship Id="rId4" Type="http://schemas.openxmlformats.org/officeDocument/2006/relationships/image" Target="../media/image145.wmf"/><Relationship Id="rId3" Type="http://schemas.openxmlformats.org/officeDocument/2006/relationships/image" Target="../media/image194.wmf"/><Relationship Id="rId2" Type="http://schemas.openxmlformats.org/officeDocument/2006/relationships/image" Target="../media/image143.wmf"/><Relationship Id="rId17" Type="http://schemas.openxmlformats.org/officeDocument/2006/relationships/image" Target="../media/image200.wmf"/><Relationship Id="rId16" Type="http://schemas.openxmlformats.org/officeDocument/2006/relationships/image" Target="../media/image182.wmf"/><Relationship Id="rId15" Type="http://schemas.openxmlformats.org/officeDocument/2006/relationships/image" Target="../media/image165.wmf"/><Relationship Id="rId14" Type="http://schemas.openxmlformats.org/officeDocument/2006/relationships/image" Target="../media/image177.wmf"/><Relationship Id="rId13" Type="http://schemas.openxmlformats.org/officeDocument/2006/relationships/image" Target="../media/image176.wmf"/><Relationship Id="rId12" Type="http://schemas.openxmlformats.org/officeDocument/2006/relationships/image" Target="../media/image175.wmf"/><Relationship Id="rId11" Type="http://schemas.openxmlformats.org/officeDocument/2006/relationships/image" Target="../media/image199.wmf"/><Relationship Id="rId10" Type="http://schemas.openxmlformats.org/officeDocument/2006/relationships/image" Target="../media/image163.wmf"/><Relationship Id="rId1" Type="http://schemas.openxmlformats.org/officeDocument/2006/relationships/image" Target="../media/image142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2.wmf"/><Relationship Id="rId8" Type="http://schemas.openxmlformats.org/officeDocument/2006/relationships/image" Target="../media/image208.wmf"/><Relationship Id="rId7" Type="http://schemas.openxmlformats.org/officeDocument/2006/relationships/image" Target="../media/image207.wmf"/><Relationship Id="rId6" Type="http://schemas.openxmlformats.org/officeDocument/2006/relationships/image" Target="../media/image206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1" Type="http://schemas.openxmlformats.org/officeDocument/2006/relationships/image" Target="../media/image178.wmf"/><Relationship Id="rId10" Type="http://schemas.openxmlformats.org/officeDocument/2006/relationships/image" Target="../media/image143.wmf"/><Relationship Id="rId1" Type="http://schemas.openxmlformats.org/officeDocument/2006/relationships/image" Target="../media/image201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6.wmf"/><Relationship Id="rId8" Type="http://schemas.openxmlformats.org/officeDocument/2006/relationships/image" Target="../media/image215.wmf"/><Relationship Id="rId7" Type="http://schemas.openxmlformats.org/officeDocument/2006/relationships/image" Target="../media/image214.wmf"/><Relationship Id="rId6" Type="http://schemas.openxmlformats.org/officeDocument/2006/relationships/image" Target="../media/image213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Relationship Id="rId3" Type="http://schemas.openxmlformats.org/officeDocument/2006/relationships/image" Target="../media/image210.wmf"/><Relationship Id="rId2" Type="http://schemas.openxmlformats.org/officeDocument/2006/relationships/image" Target="../media/image202.wmf"/><Relationship Id="rId19" Type="http://schemas.openxmlformats.org/officeDocument/2006/relationships/image" Target="../media/image178.wmf"/><Relationship Id="rId18" Type="http://schemas.openxmlformats.org/officeDocument/2006/relationships/image" Target="../media/image143.wmf"/><Relationship Id="rId17" Type="http://schemas.openxmlformats.org/officeDocument/2006/relationships/image" Target="../media/image142.wmf"/><Relationship Id="rId16" Type="http://schemas.openxmlformats.org/officeDocument/2006/relationships/image" Target="../media/image223.wmf"/><Relationship Id="rId15" Type="http://schemas.openxmlformats.org/officeDocument/2006/relationships/image" Target="../media/image222.wmf"/><Relationship Id="rId14" Type="http://schemas.openxmlformats.org/officeDocument/2006/relationships/image" Target="../media/image221.wmf"/><Relationship Id="rId13" Type="http://schemas.openxmlformats.org/officeDocument/2006/relationships/image" Target="../media/image220.wmf"/><Relationship Id="rId12" Type="http://schemas.openxmlformats.org/officeDocument/2006/relationships/image" Target="../media/image219.wmf"/><Relationship Id="rId11" Type="http://schemas.openxmlformats.org/officeDocument/2006/relationships/image" Target="../media/image218.wmf"/><Relationship Id="rId10" Type="http://schemas.openxmlformats.org/officeDocument/2006/relationships/image" Target="../media/image217.wmf"/><Relationship Id="rId1" Type="http://schemas.openxmlformats.org/officeDocument/2006/relationships/image" Target="../media/image209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2.wmf"/><Relationship Id="rId8" Type="http://schemas.openxmlformats.org/officeDocument/2006/relationships/image" Target="../media/image231.wmf"/><Relationship Id="rId7" Type="http://schemas.openxmlformats.org/officeDocument/2006/relationships/image" Target="../media/image230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27.wmf"/><Relationship Id="rId3" Type="http://schemas.openxmlformats.org/officeDocument/2006/relationships/image" Target="../media/image226.wmf"/><Relationship Id="rId2" Type="http://schemas.openxmlformats.org/officeDocument/2006/relationships/image" Target="../media/image225.wmf"/><Relationship Id="rId14" Type="http://schemas.openxmlformats.org/officeDocument/2006/relationships/image" Target="../media/image163.wmf"/><Relationship Id="rId13" Type="http://schemas.openxmlformats.org/officeDocument/2006/relationships/image" Target="../media/image143.wmf"/><Relationship Id="rId12" Type="http://schemas.openxmlformats.org/officeDocument/2006/relationships/image" Target="../media/image198.wmf"/><Relationship Id="rId11" Type="http://schemas.openxmlformats.org/officeDocument/2006/relationships/image" Target="../media/image234.wmf"/><Relationship Id="rId10" Type="http://schemas.openxmlformats.org/officeDocument/2006/relationships/image" Target="../media/image233.wmf"/><Relationship Id="rId1" Type="http://schemas.openxmlformats.org/officeDocument/2006/relationships/image" Target="../media/image224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0.wmf"/><Relationship Id="rId8" Type="http://schemas.openxmlformats.org/officeDocument/2006/relationships/image" Target="../media/image239.wmf"/><Relationship Id="rId7" Type="http://schemas.openxmlformats.org/officeDocument/2006/relationships/image" Target="../media/image238.wmf"/><Relationship Id="rId6" Type="http://schemas.openxmlformats.org/officeDocument/2006/relationships/image" Target="../media/image237.wmf"/><Relationship Id="rId5" Type="http://schemas.openxmlformats.org/officeDocument/2006/relationships/image" Target="../media/image236.wmf"/><Relationship Id="rId4" Type="http://schemas.openxmlformats.org/officeDocument/2006/relationships/image" Target="../media/image211.wmf"/><Relationship Id="rId3" Type="http://schemas.openxmlformats.org/officeDocument/2006/relationships/image" Target="../media/image210.wmf"/><Relationship Id="rId20" Type="http://schemas.openxmlformats.org/officeDocument/2006/relationships/image" Target="../media/image178.wmf"/><Relationship Id="rId2" Type="http://schemas.openxmlformats.org/officeDocument/2006/relationships/image" Target="../media/image235.wmf"/><Relationship Id="rId19" Type="http://schemas.openxmlformats.org/officeDocument/2006/relationships/image" Target="../media/image143.wmf"/><Relationship Id="rId18" Type="http://schemas.openxmlformats.org/officeDocument/2006/relationships/image" Target="../media/image142.wmf"/><Relationship Id="rId17" Type="http://schemas.openxmlformats.org/officeDocument/2006/relationships/image" Target="../media/image248.wmf"/><Relationship Id="rId16" Type="http://schemas.openxmlformats.org/officeDocument/2006/relationships/image" Target="../media/image247.wmf"/><Relationship Id="rId15" Type="http://schemas.openxmlformats.org/officeDocument/2006/relationships/image" Target="../media/image246.wmf"/><Relationship Id="rId14" Type="http://schemas.openxmlformats.org/officeDocument/2006/relationships/image" Target="../media/image245.wmf"/><Relationship Id="rId13" Type="http://schemas.openxmlformats.org/officeDocument/2006/relationships/image" Target="../media/image244.wmf"/><Relationship Id="rId12" Type="http://schemas.openxmlformats.org/officeDocument/2006/relationships/image" Target="../media/image243.wmf"/><Relationship Id="rId11" Type="http://schemas.openxmlformats.org/officeDocument/2006/relationships/image" Target="../media/image242.wmf"/><Relationship Id="rId10" Type="http://schemas.openxmlformats.org/officeDocument/2006/relationships/image" Target="../media/image241.wmf"/><Relationship Id="rId1" Type="http://schemas.openxmlformats.org/officeDocument/2006/relationships/image" Target="../media/image209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7.wmf"/><Relationship Id="rId8" Type="http://schemas.openxmlformats.org/officeDocument/2006/relationships/image" Target="../media/image256.wmf"/><Relationship Id="rId7" Type="http://schemas.openxmlformats.org/officeDocument/2006/relationships/image" Target="../media/image255.wmf"/><Relationship Id="rId6" Type="http://schemas.openxmlformats.org/officeDocument/2006/relationships/image" Target="../media/image254.wmf"/><Relationship Id="rId5" Type="http://schemas.openxmlformats.org/officeDocument/2006/relationships/image" Target="../media/image253.wmf"/><Relationship Id="rId4" Type="http://schemas.openxmlformats.org/officeDocument/2006/relationships/image" Target="../media/image252.wmf"/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9" Type="http://schemas.openxmlformats.org/officeDocument/2006/relationships/image" Target="../media/image267.wmf"/><Relationship Id="rId18" Type="http://schemas.openxmlformats.org/officeDocument/2006/relationships/image" Target="../media/image266.wmf"/><Relationship Id="rId17" Type="http://schemas.openxmlformats.org/officeDocument/2006/relationships/image" Target="../media/image265.wmf"/><Relationship Id="rId16" Type="http://schemas.openxmlformats.org/officeDocument/2006/relationships/image" Target="../media/image264.wmf"/><Relationship Id="rId15" Type="http://schemas.openxmlformats.org/officeDocument/2006/relationships/image" Target="../media/image263.wmf"/><Relationship Id="rId14" Type="http://schemas.openxmlformats.org/officeDocument/2006/relationships/image" Target="../media/image262.wmf"/><Relationship Id="rId13" Type="http://schemas.openxmlformats.org/officeDocument/2006/relationships/image" Target="../media/image261.wmf"/><Relationship Id="rId12" Type="http://schemas.openxmlformats.org/officeDocument/2006/relationships/image" Target="../media/image260.wmf"/><Relationship Id="rId11" Type="http://schemas.openxmlformats.org/officeDocument/2006/relationships/image" Target="../media/image259.wmf"/><Relationship Id="rId10" Type="http://schemas.openxmlformats.org/officeDocument/2006/relationships/image" Target="../media/image258.wmf"/><Relationship Id="rId1" Type="http://schemas.openxmlformats.org/officeDocument/2006/relationships/image" Target="../media/image249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4.wmf"/><Relationship Id="rId8" Type="http://schemas.openxmlformats.org/officeDocument/2006/relationships/image" Target="../media/image273.wmf"/><Relationship Id="rId7" Type="http://schemas.openxmlformats.org/officeDocument/2006/relationships/image" Target="../media/image272.wmf"/><Relationship Id="rId6" Type="http://schemas.openxmlformats.org/officeDocument/2006/relationships/image" Target="../media/image271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6" Type="http://schemas.openxmlformats.org/officeDocument/2006/relationships/image" Target="../media/image281.wmf"/><Relationship Id="rId15" Type="http://schemas.openxmlformats.org/officeDocument/2006/relationships/image" Target="../media/image280.wmf"/><Relationship Id="rId14" Type="http://schemas.openxmlformats.org/officeDocument/2006/relationships/image" Target="../media/image279.wmf"/><Relationship Id="rId13" Type="http://schemas.openxmlformats.org/officeDocument/2006/relationships/image" Target="../media/image278.wmf"/><Relationship Id="rId12" Type="http://schemas.openxmlformats.org/officeDocument/2006/relationships/image" Target="../media/image277.wmf"/><Relationship Id="rId11" Type="http://schemas.openxmlformats.org/officeDocument/2006/relationships/image" Target="../media/image276.wmf"/><Relationship Id="rId10" Type="http://schemas.openxmlformats.org/officeDocument/2006/relationships/image" Target="../media/image275.wmf"/><Relationship Id="rId1" Type="http://schemas.openxmlformats.org/officeDocument/2006/relationships/image" Target="../media/image2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714" y="1143000"/>
            <a:ext cx="45685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525811" y="6048610"/>
            <a:ext cx="6070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613866" y="1396859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6916625" y="-7"/>
            <a:ext cx="7473243" cy="972006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372460" y="4361176"/>
            <a:ext cx="7929563" cy="16116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765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389590" y="6084374"/>
            <a:ext cx="7929563" cy="898280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96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647700" indent="0" algn="ctr">
              <a:buNone/>
              <a:defRPr sz="2840"/>
            </a:lvl2pPr>
            <a:lvl3pPr marL="1296670" indent="0" algn="ctr">
              <a:buNone/>
              <a:defRPr sz="2550"/>
            </a:lvl3pPr>
            <a:lvl4pPr marL="1943735" indent="0" algn="ctr">
              <a:buNone/>
              <a:defRPr sz="2270"/>
            </a:lvl4pPr>
            <a:lvl5pPr marL="2592070" indent="0" algn="ctr">
              <a:buNone/>
              <a:defRPr sz="2270"/>
            </a:lvl5pPr>
            <a:lvl6pPr marL="3239770" indent="0" algn="ctr">
              <a:buNone/>
              <a:defRPr sz="2270"/>
            </a:lvl6pPr>
            <a:lvl7pPr marL="3888740" indent="0" algn="ctr">
              <a:buNone/>
              <a:defRPr sz="2270"/>
            </a:lvl7pPr>
            <a:lvl8pPr marL="4536440" indent="0" algn="ctr">
              <a:buNone/>
              <a:defRPr sz="2270"/>
            </a:lvl8pPr>
            <a:lvl9pPr marL="5183505" indent="0" algn="ctr">
              <a:buNone/>
              <a:defRPr sz="227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90643" y="1350019"/>
            <a:ext cx="12808584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4030429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3312668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6755481" cy="9720054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5379070" cy="9720054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7"/>
            <a:ext cx="4002660" cy="9720055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5406838" y="4444225"/>
            <a:ext cx="6452883" cy="1090552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623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5406838" y="5609185"/>
            <a:ext cx="6452883" cy="1527861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4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>
                <a:solidFill>
                  <a:schemeClr val="tx1">
                    <a:tint val="75000"/>
                  </a:schemeClr>
                </a:solidFill>
              </a:defRPr>
            </a:lvl2pPr>
            <a:lvl3pPr marL="1296670" indent="0">
              <a:buNone/>
              <a:defRPr sz="2550">
                <a:solidFill>
                  <a:schemeClr val="tx1">
                    <a:tint val="75000"/>
                  </a:schemeClr>
                </a:solidFill>
              </a:defRPr>
            </a:lvl3pPr>
            <a:lvl4pPr marL="194373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4pPr>
            <a:lvl5pPr marL="25920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5pPr>
            <a:lvl6pPr marL="32397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6pPr>
            <a:lvl7pPr marL="38887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7pPr>
            <a:lvl8pPr marL="45364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8pPr>
            <a:lvl9pPr marL="518350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363568" y="1350019"/>
            <a:ext cx="6235659" cy="7637863"/>
          </a:xfrm>
        </p:spPr>
        <p:txBody>
          <a:bodyPr>
            <a:normAutofit/>
          </a:bodyPr>
          <a:lstStyle>
            <a:lvl1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90699" y="1350019"/>
            <a:ext cx="6235659" cy="540007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84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90693" y="1993511"/>
            <a:ext cx="623560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59877" y="1350019"/>
            <a:ext cx="6235659" cy="54000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84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59877" y="1993511"/>
            <a:ext cx="623565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9098" y="-7"/>
            <a:ext cx="14398965" cy="972006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9" tIns="45724" rIns="91449" bIns="45724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99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363624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2476807" y="1350019"/>
            <a:ext cx="1122419" cy="7637863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90693" y="1350008"/>
            <a:ext cx="11599826" cy="7637863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90699" y="1350019"/>
            <a:ext cx="12808584" cy="763786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5115" y="5730759"/>
            <a:ext cx="2825992" cy="3989294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6228034"/>
            <a:ext cx="2473725" cy="3492019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4089836" cy="9720054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3442814" cy="972004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820877" cy="7964144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972763" y="5690732"/>
            <a:ext cx="66028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808538" y="4131034"/>
            <a:ext cx="7523484" cy="150602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65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809193" y="5730783"/>
            <a:ext cx="7523445" cy="137700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40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808538" y="2892710"/>
            <a:ext cx="3931154" cy="1156695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623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2378884" y="7305161"/>
            <a:ext cx="1200204" cy="3388519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45583" y="431153"/>
            <a:ext cx="13698701" cy="8857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512061" y="3066537"/>
            <a:ext cx="11362000" cy="488298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3232890" y="835945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217654" y="284731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5692991" cy="9731754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88334" y="1091912"/>
            <a:ext cx="4673874" cy="1250086"/>
          </a:xfrm>
        </p:spPr>
        <p:txBody>
          <a:bodyPr anchor="ctr"/>
          <a:lstStyle>
            <a:lvl1pPr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92583" y="2500171"/>
            <a:ext cx="4669625" cy="580141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020800" y="1091257"/>
            <a:ext cx="7648158" cy="721129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217654" y="829064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377576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22326" y="1107219"/>
            <a:ext cx="12955130" cy="887816"/>
          </a:xfrm>
        </p:spPr>
        <p:txBody>
          <a:bodyPr anchor="ctr"/>
          <a:lstStyle>
            <a:lvl1pPr algn="ctr"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722326" y="2352202"/>
            <a:ext cx="12954628" cy="117355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723241" y="3979865"/>
            <a:ext cx="12942383" cy="48625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7128041"/>
            <a:ext cx="14389868" cy="259201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13828" y="949045"/>
            <a:ext cx="12955130" cy="801075"/>
          </a:xfrm>
        </p:spPr>
        <p:txBody>
          <a:bodyPr anchor="ctr"/>
          <a:lstStyle>
            <a:lvl1pPr algn="ctr">
              <a:defRPr sz="4535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713872" y="2382816"/>
            <a:ext cx="12972126" cy="455133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701081" y="7342340"/>
            <a:ext cx="12984873" cy="143377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12960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84085" y="336758"/>
            <a:ext cx="13027363" cy="62640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84085" y="2357304"/>
            <a:ext cx="6305481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7367726" y="2357304"/>
            <a:ext cx="6335224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75587" y="6826999"/>
            <a:ext cx="6305481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7380473" y="6821896"/>
            <a:ext cx="6335224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3529742" y="8735237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359538"/>
            <a:ext cx="14389868" cy="700098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2145822" y="-2580218"/>
            <a:ext cx="2675616" cy="837344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9565596" y="3926819"/>
            <a:ext cx="2675616" cy="837344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797317" y="1898089"/>
            <a:ext cx="10792401" cy="3382885"/>
          </a:xfrm>
        </p:spPr>
        <p:txBody>
          <a:bodyPr anchor="b"/>
          <a:lstStyle>
            <a:lvl1pPr algn="ctr">
              <a:defRPr sz="850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796860" y="5474865"/>
            <a:ext cx="10792401" cy="23471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200.xml"/><Relationship Id="rId27" Type="http://schemas.openxmlformats.org/officeDocument/2006/relationships/tags" Target="../tags/tag199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790643" y="628204"/>
            <a:ext cx="12808584" cy="626409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790643" y="1350019"/>
            <a:ext cx="12808584" cy="7637863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103833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857997" y="8999813"/>
            <a:ext cx="4673874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1016284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1296670" rtl="0" eaLnBrk="1" fontAlgn="auto" latinLnBrk="0" hangingPunct="1">
        <a:lnSpc>
          <a:spcPct val="100000"/>
        </a:lnSpc>
        <a:spcBef>
          <a:spcPct val="0"/>
        </a:spcBef>
        <a:buNone/>
        <a:defRPr sz="340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32385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9721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281555" algn="l"/>
        </a:tabLst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6205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22675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9159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564255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42125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8602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5079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2pPr>
      <a:lvl3pPr marL="12966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3pPr>
      <a:lvl4pPr marL="194373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2397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887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5364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1" Type="http://schemas.openxmlformats.org/officeDocument/2006/relationships/slideLayout" Target="../slideLayouts/slideLayout6.xml"/><Relationship Id="rId20" Type="http://schemas.openxmlformats.org/officeDocument/2006/relationships/tags" Target="../tags/tag221.xml"/><Relationship Id="rId2" Type="http://schemas.openxmlformats.org/officeDocument/2006/relationships/tags" Target="../tags/tag203.xml"/><Relationship Id="rId19" Type="http://schemas.openxmlformats.org/officeDocument/2006/relationships/tags" Target="../tags/tag220.xml"/><Relationship Id="rId18" Type="http://schemas.openxmlformats.org/officeDocument/2006/relationships/tags" Target="../tags/tag219.xml"/><Relationship Id="rId17" Type="http://schemas.openxmlformats.org/officeDocument/2006/relationships/tags" Target="../tags/tag218.xml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wmf"/><Relationship Id="rId8" Type="http://schemas.openxmlformats.org/officeDocument/2006/relationships/oleObject" Target="../embeddings/oleObject5.bin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4" Type="http://schemas.openxmlformats.org/officeDocument/2006/relationships/vmlDrawing" Target="../drawings/vmlDrawing1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26.xml"/><Relationship Id="rId31" Type="http://schemas.openxmlformats.org/officeDocument/2006/relationships/image" Target="../media/image13.wmf"/><Relationship Id="rId30" Type="http://schemas.openxmlformats.org/officeDocument/2006/relationships/oleObject" Target="../embeddings/oleObject19.bin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8.bin"/><Relationship Id="rId28" Type="http://schemas.openxmlformats.org/officeDocument/2006/relationships/image" Target="../media/image12.wmf"/><Relationship Id="rId27" Type="http://schemas.openxmlformats.org/officeDocument/2006/relationships/oleObject" Target="../embeddings/oleObject17.bin"/><Relationship Id="rId26" Type="http://schemas.openxmlformats.org/officeDocument/2006/relationships/image" Target="../media/image11.wmf"/><Relationship Id="rId25" Type="http://schemas.openxmlformats.org/officeDocument/2006/relationships/oleObject" Target="../embeddings/oleObject16.bin"/><Relationship Id="rId24" Type="http://schemas.openxmlformats.org/officeDocument/2006/relationships/oleObject" Target="../embeddings/oleObject15.bin"/><Relationship Id="rId23" Type="http://schemas.openxmlformats.org/officeDocument/2006/relationships/oleObject" Target="../embeddings/oleObject14.bin"/><Relationship Id="rId22" Type="http://schemas.openxmlformats.org/officeDocument/2006/relationships/image" Target="../media/image10.wmf"/><Relationship Id="rId21" Type="http://schemas.openxmlformats.org/officeDocument/2006/relationships/oleObject" Target="../embeddings/oleObject13.bin"/><Relationship Id="rId20" Type="http://schemas.openxmlformats.org/officeDocument/2006/relationships/oleObject" Target="../embeddings/oleObject12.bin"/><Relationship Id="rId2" Type="http://schemas.openxmlformats.org/officeDocument/2006/relationships/image" Target="../media/image2.wmf"/><Relationship Id="rId19" Type="http://schemas.openxmlformats.org/officeDocument/2006/relationships/oleObject" Target="../embeddings/oleObject11.bin"/><Relationship Id="rId18" Type="http://schemas.openxmlformats.org/officeDocument/2006/relationships/oleObject" Target="../embeddings/oleObject10.bin"/><Relationship Id="rId17" Type="http://schemas.openxmlformats.org/officeDocument/2006/relationships/image" Target="../media/image9.wmf"/><Relationship Id="rId16" Type="http://schemas.openxmlformats.org/officeDocument/2006/relationships/oleObject" Target="../embeddings/oleObject9.bin"/><Relationship Id="rId15" Type="http://schemas.openxmlformats.org/officeDocument/2006/relationships/image" Target="../media/image8.wmf"/><Relationship Id="rId14" Type="http://schemas.openxmlformats.org/officeDocument/2006/relationships/oleObject" Target="../embeddings/oleObject8.bin"/><Relationship Id="rId13" Type="http://schemas.openxmlformats.org/officeDocument/2006/relationships/image" Target="../media/image7.wmf"/><Relationship Id="rId12" Type="http://schemas.openxmlformats.org/officeDocument/2006/relationships/oleObject" Target="../embeddings/oleObject7.bin"/><Relationship Id="rId11" Type="http://schemas.openxmlformats.org/officeDocument/2006/relationships/image" Target="../media/image6.wmf"/><Relationship Id="rId10" Type="http://schemas.openxmlformats.org/officeDocument/2006/relationships/oleObject" Target="../embeddings/oleObject6.bin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21.bin"/><Relationship Id="rId25" Type="http://schemas.openxmlformats.org/officeDocument/2006/relationships/vmlDrawing" Target="../drawings/vmlDrawing2.vml"/><Relationship Id="rId24" Type="http://schemas.openxmlformats.org/officeDocument/2006/relationships/slideLayout" Target="../slideLayouts/slideLayout13.xml"/><Relationship Id="rId23" Type="http://schemas.openxmlformats.org/officeDocument/2006/relationships/tags" Target="../tags/tag227.xml"/><Relationship Id="rId22" Type="http://schemas.openxmlformats.org/officeDocument/2006/relationships/image" Target="../media/image24.wmf"/><Relationship Id="rId21" Type="http://schemas.openxmlformats.org/officeDocument/2006/relationships/oleObject" Target="../embeddings/oleObject30.bin"/><Relationship Id="rId20" Type="http://schemas.openxmlformats.org/officeDocument/2006/relationships/image" Target="../media/image23.wmf"/><Relationship Id="rId2" Type="http://schemas.openxmlformats.org/officeDocument/2006/relationships/image" Target="../media/image14.wmf"/><Relationship Id="rId19" Type="http://schemas.openxmlformats.org/officeDocument/2006/relationships/oleObject" Target="../embeddings/oleObject29.bin"/><Relationship Id="rId18" Type="http://schemas.openxmlformats.org/officeDocument/2006/relationships/image" Target="../media/image22.wmf"/><Relationship Id="rId17" Type="http://schemas.openxmlformats.org/officeDocument/2006/relationships/oleObject" Target="../embeddings/oleObject28.bin"/><Relationship Id="rId16" Type="http://schemas.openxmlformats.org/officeDocument/2006/relationships/image" Target="../media/image21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19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6.wmf"/><Relationship Id="rId38" Type="http://schemas.openxmlformats.org/officeDocument/2006/relationships/vmlDrawing" Target="../drawings/vmlDrawing3.vml"/><Relationship Id="rId37" Type="http://schemas.openxmlformats.org/officeDocument/2006/relationships/slideLayout" Target="../slideLayouts/slideLayout13.xml"/><Relationship Id="rId36" Type="http://schemas.openxmlformats.org/officeDocument/2006/relationships/tags" Target="../tags/tag232.xml"/><Relationship Id="rId35" Type="http://schemas.openxmlformats.org/officeDocument/2006/relationships/image" Target="../media/image38.png"/><Relationship Id="rId34" Type="http://schemas.openxmlformats.org/officeDocument/2006/relationships/image" Target="../media/image37.wmf"/><Relationship Id="rId33" Type="http://schemas.openxmlformats.org/officeDocument/2006/relationships/oleObject" Target="../embeddings/oleObject51.bin"/><Relationship Id="rId32" Type="http://schemas.openxmlformats.org/officeDocument/2006/relationships/image" Target="../media/image36.wmf"/><Relationship Id="rId31" Type="http://schemas.openxmlformats.org/officeDocument/2006/relationships/oleObject" Target="../embeddings/oleObject50.bin"/><Relationship Id="rId30" Type="http://schemas.openxmlformats.org/officeDocument/2006/relationships/oleObject" Target="../embeddings/oleObject49.bin"/><Relationship Id="rId3" Type="http://schemas.openxmlformats.org/officeDocument/2006/relationships/oleObject" Target="../embeddings/oleObject32.bin"/><Relationship Id="rId29" Type="http://schemas.openxmlformats.org/officeDocument/2006/relationships/image" Target="../media/image35.wmf"/><Relationship Id="rId28" Type="http://schemas.openxmlformats.org/officeDocument/2006/relationships/oleObject" Target="../embeddings/oleObject48.bin"/><Relationship Id="rId27" Type="http://schemas.openxmlformats.org/officeDocument/2006/relationships/oleObject" Target="../embeddings/oleObject47.bin"/><Relationship Id="rId26" Type="http://schemas.openxmlformats.org/officeDocument/2006/relationships/oleObject" Target="../embeddings/oleObject46.bin"/><Relationship Id="rId25" Type="http://schemas.openxmlformats.org/officeDocument/2006/relationships/image" Target="../media/image34.wmf"/><Relationship Id="rId24" Type="http://schemas.openxmlformats.org/officeDocument/2006/relationships/oleObject" Target="../embeddings/oleObject45.bin"/><Relationship Id="rId23" Type="http://schemas.openxmlformats.org/officeDocument/2006/relationships/oleObject" Target="../embeddings/oleObject44.bin"/><Relationship Id="rId22" Type="http://schemas.openxmlformats.org/officeDocument/2006/relationships/oleObject" Target="../embeddings/oleObject43.bin"/><Relationship Id="rId21" Type="http://schemas.openxmlformats.org/officeDocument/2006/relationships/oleObject" Target="../embeddings/oleObject42.bin"/><Relationship Id="rId20" Type="http://schemas.openxmlformats.org/officeDocument/2006/relationships/oleObject" Target="../embeddings/oleObject41.bin"/><Relationship Id="rId2" Type="http://schemas.openxmlformats.org/officeDocument/2006/relationships/image" Target="../media/image25.wmf"/><Relationship Id="rId19" Type="http://schemas.openxmlformats.org/officeDocument/2006/relationships/oleObject" Target="../embeddings/oleObject40.bin"/><Relationship Id="rId18" Type="http://schemas.openxmlformats.org/officeDocument/2006/relationships/image" Target="../media/image33.wmf"/><Relationship Id="rId17" Type="http://schemas.openxmlformats.org/officeDocument/2006/relationships/oleObject" Target="../embeddings/oleObject39.bin"/><Relationship Id="rId16" Type="http://schemas.openxmlformats.org/officeDocument/2006/relationships/image" Target="../media/image32.wmf"/><Relationship Id="rId15" Type="http://schemas.openxmlformats.org/officeDocument/2006/relationships/oleObject" Target="../embeddings/oleObject38.bin"/><Relationship Id="rId14" Type="http://schemas.openxmlformats.org/officeDocument/2006/relationships/image" Target="../media/image31.wmf"/><Relationship Id="rId13" Type="http://schemas.openxmlformats.org/officeDocument/2006/relationships/oleObject" Target="../embeddings/oleObject37.bin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53.bin"/><Relationship Id="rId27" Type="http://schemas.openxmlformats.org/officeDocument/2006/relationships/vmlDrawing" Target="../drawings/vmlDrawing4.vml"/><Relationship Id="rId26" Type="http://schemas.openxmlformats.org/officeDocument/2006/relationships/slideLayout" Target="../slideLayouts/slideLayout13.xml"/><Relationship Id="rId25" Type="http://schemas.openxmlformats.org/officeDocument/2006/relationships/tags" Target="../tags/tag233.xml"/><Relationship Id="rId24" Type="http://schemas.openxmlformats.org/officeDocument/2006/relationships/oleObject" Target="../embeddings/oleObject66.bin"/><Relationship Id="rId23" Type="http://schemas.openxmlformats.org/officeDocument/2006/relationships/oleObject" Target="../embeddings/oleObject65.bin"/><Relationship Id="rId22" Type="http://schemas.openxmlformats.org/officeDocument/2006/relationships/oleObject" Target="../embeddings/oleObject64.bin"/><Relationship Id="rId21" Type="http://schemas.openxmlformats.org/officeDocument/2006/relationships/oleObject" Target="../embeddings/oleObject63.bin"/><Relationship Id="rId20" Type="http://schemas.openxmlformats.org/officeDocument/2006/relationships/oleObject" Target="../embeddings/oleObject62.bin"/><Relationship Id="rId2" Type="http://schemas.openxmlformats.org/officeDocument/2006/relationships/image" Target="../media/image28.wmf"/><Relationship Id="rId19" Type="http://schemas.openxmlformats.org/officeDocument/2006/relationships/image" Target="../media/image41.wmf"/><Relationship Id="rId18" Type="http://schemas.openxmlformats.org/officeDocument/2006/relationships/oleObject" Target="../embeddings/oleObject61.bin"/><Relationship Id="rId17" Type="http://schemas.openxmlformats.org/officeDocument/2006/relationships/image" Target="../media/image40.wmf"/><Relationship Id="rId16" Type="http://schemas.openxmlformats.org/officeDocument/2006/relationships/oleObject" Target="../embeddings/oleObject60.bin"/><Relationship Id="rId15" Type="http://schemas.openxmlformats.org/officeDocument/2006/relationships/image" Target="../media/image39.wmf"/><Relationship Id="rId14" Type="http://schemas.openxmlformats.org/officeDocument/2006/relationships/oleObject" Target="../embeddings/oleObject59.bin"/><Relationship Id="rId13" Type="http://schemas.openxmlformats.org/officeDocument/2006/relationships/oleObject" Target="../embeddings/oleObject58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52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oleObject" Target="../embeddings/oleObject71.bin"/><Relationship Id="rId7" Type="http://schemas.openxmlformats.org/officeDocument/2006/relationships/image" Target="../media/image42.wmf"/><Relationship Id="rId6" Type="http://schemas.openxmlformats.org/officeDocument/2006/relationships/oleObject" Target="../embeddings/oleObject70.bin"/><Relationship Id="rId5" Type="http://schemas.openxmlformats.org/officeDocument/2006/relationships/oleObject" Target="../embeddings/oleObject69.bin"/><Relationship Id="rId41" Type="http://schemas.openxmlformats.org/officeDocument/2006/relationships/vmlDrawing" Target="../drawings/vmlDrawing5.vml"/><Relationship Id="rId40" Type="http://schemas.openxmlformats.org/officeDocument/2006/relationships/slideLayout" Target="../slideLayouts/slideLayout13.xml"/><Relationship Id="rId4" Type="http://schemas.openxmlformats.org/officeDocument/2006/relationships/image" Target="../media/image28.wmf"/><Relationship Id="rId39" Type="http://schemas.openxmlformats.org/officeDocument/2006/relationships/tags" Target="../tags/tag234.xml"/><Relationship Id="rId38" Type="http://schemas.openxmlformats.org/officeDocument/2006/relationships/oleObject" Target="../embeddings/oleObject89.bin"/><Relationship Id="rId37" Type="http://schemas.openxmlformats.org/officeDocument/2006/relationships/image" Target="../media/image52.wmf"/><Relationship Id="rId36" Type="http://schemas.openxmlformats.org/officeDocument/2006/relationships/oleObject" Target="../embeddings/oleObject88.bin"/><Relationship Id="rId35" Type="http://schemas.openxmlformats.org/officeDocument/2006/relationships/oleObject" Target="../embeddings/oleObject87.bin"/><Relationship Id="rId34" Type="http://schemas.openxmlformats.org/officeDocument/2006/relationships/image" Target="../media/image51.wmf"/><Relationship Id="rId33" Type="http://schemas.openxmlformats.org/officeDocument/2006/relationships/oleObject" Target="../embeddings/oleObject86.bin"/><Relationship Id="rId32" Type="http://schemas.openxmlformats.org/officeDocument/2006/relationships/oleObject" Target="../embeddings/oleObject85.bin"/><Relationship Id="rId31" Type="http://schemas.openxmlformats.org/officeDocument/2006/relationships/image" Target="../media/image50.wmf"/><Relationship Id="rId30" Type="http://schemas.openxmlformats.org/officeDocument/2006/relationships/oleObject" Target="../embeddings/oleObject84.bin"/><Relationship Id="rId3" Type="http://schemas.openxmlformats.org/officeDocument/2006/relationships/oleObject" Target="../embeddings/oleObject68.bin"/><Relationship Id="rId29" Type="http://schemas.openxmlformats.org/officeDocument/2006/relationships/image" Target="../media/image49.wmf"/><Relationship Id="rId28" Type="http://schemas.openxmlformats.org/officeDocument/2006/relationships/oleObject" Target="../embeddings/oleObject83.bin"/><Relationship Id="rId27" Type="http://schemas.openxmlformats.org/officeDocument/2006/relationships/oleObject" Target="../embeddings/oleObject82.bin"/><Relationship Id="rId26" Type="http://schemas.openxmlformats.org/officeDocument/2006/relationships/image" Target="../media/image48.wmf"/><Relationship Id="rId25" Type="http://schemas.openxmlformats.org/officeDocument/2006/relationships/oleObject" Target="../embeddings/oleObject81.bin"/><Relationship Id="rId24" Type="http://schemas.openxmlformats.org/officeDocument/2006/relationships/image" Target="../media/image47.wmf"/><Relationship Id="rId23" Type="http://schemas.openxmlformats.org/officeDocument/2006/relationships/oleObject" Target="../embeddings/oleObject80.bin"/><Relationship Id="rId22" Type="http://schemas.openxmlformats.org/officeDocument/2006/relationships/image" Target="../media/image46.wmf"/><Relationship Id="rId21" Type="http://schemas.openxmlformats.org/officeDocument/2006/relationships/oleObject" Target="../embeddings/oleObject79.bin"/><Relationship Id="rId20" Type="http://schemas.openxmlformats.org/officeDocument/2006/relationships/image" Target="../media/image45.wmf"/><Relationship Id="rId2" Type="http://schemas.openxmlformats.org/officeDocument/2006/relationships/image" Target="../media/image39.wmf"/><Relationship Id="rId19" Type="http://schemas.openxmlformats.org/officeDocument/2006/relationships/oleObject" Target="../embeddings/oleObject78.bin"/><Relationship Id="rId18" Type="http://schemas.openxmlformats.org/officeDocument/2006/relationships/oleObject" Target="../embeddings/oleObject77.bin"/><Relationship Id="rId17" Type="http://schemas.openxmlformats.org/officeDocument/2006/relationships/oleObject" Target="../embeddings/oleObject76.bin"/><Relationship Id="rId16" Type="http://schemas.openxmlformats.org/officeDocument/2006/relationships/oleObject" Target="../embeddings/oleObject75.bin"/><Relationship Id="rId15" Type="http://schemas.openxmlformats.org/officeDocument/2006/relationships/image" Target="../media/image41.wmf"/><Relationship Id="rId14" Type="http://schemas.openxmlformats.org/officeDocument/2006/relationships/oleObject" Target="../embeddings/oleObject74.bin"/><Relationship Id="rId13" Type="http://schemas.openxmlformats.org/officeDocument/2006/relationships/image" Target="../media/image40.wmf"/><Relationship Id="rId12" Type="http://schemas.openxmlformats.org/officeDocument/2006/relationships/oleObject" Target="../embeddings/oleObject73.bin"/><Relationship Id="rId11" Type="http://schemas.openxmlformats.org/officeDocument/2006/relationships/image" Target="../media/image44.wmf"/><Relationship Id="rId10" Type="http://schemas.openxmlformats.org/officeDocument/2006/relationships/oleObject" Target="../embeddings/oleObject72.bin"/><Relationship Id="rId1" Type="http://schemas.openxmlformats.org/officeDocument/2006/relationships/oleObject" Target="../embeddings/oleObject67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54.wmf"/><Relationship Id="rId35" Type="http://schemas.openxmlformats.org/officeDocument/2006/relationships/vmlDrawing" Target="../drawings/vmlDrawing6.vml"/><Relationship Id="rId34" Type="http://schemas.openxmlformats.org/officeDocument/2006/relationships/slideLayout" Target="../slideLayouts/slideLayout13.xml"/><Relationship Id="rId33" Type="http://schemas.openxmlformats.org/officeDocument/2006/relationships/tags" Target="../tags/tag239.xml"/><Relationship Id="rId32" Type="http://schemas.openxmlformats.org/officeDocument/2006/relationships/image" Target="../media/image63.wmf"/><Relationship Id="rId31" Type="http://schemas.openxmlformats.org/officeDocument/2006/relationships/oleObject" Target="../embeddings/oleObject109.bin"/><Relationship Id="rId30" Type="http://schemas.openxmlformats.org/officeDocument/2006/relationships/oleObject" Target="../embeddings/oleObject108.bin"/><Relationship Id="rId3" Type="http://schemas.openxmlformats.org/officeDocument/2006/relationships/oleObject" Target="../embeddings/oleObject91.bin"/><Relationship Id="rId29" Type="http://schemas.openxmlformats.org/officeDocument/2006/relationships/image" Target="../media/image62.wmf"/><Relationship Id="rId28" Type="http://schemas.openxmlformats.org/officeDocument/2006/relationships/oleObject" Target="../embeddings/oleObject107.bin"/><Relationship Id="rId27" Type="http://schemas.openxmlformats.org/officeDocument/2006/relationships/oleObject" Target="../embeddings/oleObject106.bin"/><Relationship Id="rId26" Type="http://schemas.openxmlformats.org/officeDocument/2006/relationships/oleObject" Target="../embeddings/oleObject105.bin"/><Relationship Id="rId25" Type="http://schemas.openxmlformats.org/officeDocument/2006/relationships/oleObject" Target="../embeddings/oleObject104.bin"/><Relationship Id="rId24" Type="http://schemas.openxmlformats.org/officeDocument/2006/relationships/oleObject" Target="../embeddings/oleObject103.bin"/><Relationship Id="rId23" Type="http://schemas.openxmlformats.org/officeDocument/2006/relationships/oleObject" Target="../embeddings/oleObject102.bin"/><Relationship Id="rId22" Type="http://schemas.openxmlformats.org/officeDocument/2006/relationships/oleObject" Target="../embeddings/oleObject101.bin"/><Relationship Id="rId21" Type="http://schemas.openxmlformats.org/officeDocument/2006/relationships/oleObject" Target="../embeddings/oleObject100.bin"/><Relationship Id="rId20" Type="http://schemas.openxmlformats.org/officeDocument/2006/relationships/image" Target="../media/image61.wmf"/><Relationship Id="rId2" Type="http://schemas.openxmlformats.org/officeDocument/2006/relationships/image" Target="../media/image53.wmf"/><Relationship Id="rId19" Type="http://schemas.openxmlformats.org/officeDocument/2006/relationships/oleObject" Target="../embeddings/oleObject99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98.bin"/><Relationship Id="rId16" Type="http://schemas.openxmlformats.org/officeDocument/2006/relationships/image" Target="../media/image60.w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90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65.wmf"/><Relationship Id="rId31" Type="http://schemas.openxmlformats.org/officeDocument/2006/relationships/vmlDrawing" Target="../drawings/vmlDrawing7.vml"/><Relationship Id="rId30" Type="http://schemas.openxmlformats.org/officeDocument/2006/relationships/slideLayout" Target="../slideLayouts/slideLayout13.xml"/><Relationship Id="rId3" Type="http://schemas.openxmlformats.org/officeDocument/2006/relationships/oleObject" Target="../embeddings/oleObject111.bin"/><Relationship Id="rId29" Type="http://schemas.openxmlformats.org/officeDocument/2006/relationships/tags" Target="../tags/tag240.xml"/><Relationship Id="rId28" Type="http://schemas.openxmlformats.org/officeDocument/2006/relationships/image" Target="../media/image77.png"/><Relationship Id="rId27" Type="http://schemas.openxmlformats.org/officeDocument/2006/relationships/image" Target="../media/image76.wmf"/><Relationship Id="rId26" Type="http://schemas.openxmlformats.org/officeDocument/2006/relationships/oleObject" Target="../embeddings/oleObject123.bin"/><Relationship Id="rId25" Type="http://schemas.openxmlformats.org/officeDocument/2006/relationships/image" Target="../media/image75.wmf"/><Relationship Id="rId24" Type="http://schemas.openxmlformats.org/officeDocument/2006/relationships/oleObject" Target="../embeddings/oleObject122.bin"/><Relationship Id="rId23" Type="http://schemas.openxmlformats.org/officeDocument/2006/relationships/image" Target="../media/image74.wmf"/><Relationship Id="rId22" Type="http://schemas.openxmlformats.org/officeDocument/2006/relationships/oleObject" Target="../embeddings/oleObject121.bin"/><Relationship Id="rId21" Type="http://schemas.openxmlformats.org/officeDocument/2006/relationships/image" Target="../media/image73.wmf"/><Relationship Id="rId20" Type="http://schemas.openxmlformats.org/officeDocument/2006/relationships/oleObject" Target="../embeddings/oleObject120.bin"/><Relationship Id="rId2" Type="http://schemas.openxmlformats.org/officeDocument/2006/relationships/image" Target="../media/image64.wmf"/><Relationship Id="rId19" Type="http://schemas.openxmlformats.org/officeDocument/2006/relationships/image" Target="../media/image72.wmf"/><Relationship Id="rId18" Type="http://schemas.openxmlformats.org/officeDocument/2006/relationships/oleObject" Target="../embeddings/oleObject119.bin"/><Relationship Id="rId17" Type="http://schemas.openxmlformats.org/officeDocument/2006/relationships/image" Target="../media/image71.wmf"/><Relationship Id="rId16" Type="http://schemas.openxmlformats.org/officeDocument/2006/relationships/oleObject" Target="../embeddings/oleObject118.bin"/><Relationship Id="rId15" Type="http://schemas.openxmlformats.org/officeDocument/2006/relationships/image" Target="../media/image70.wmf"/><Relationship Id="rId14" Type="http://schemas.openxmlformats.org/officeDocument/2006/relationships/oleObject" Target="../embeddings/oleObject117.bin"/><Relationship Id="rId13" Type="http://schemas.openxmlformats.org/officeDocument/2006/relationships/image" Target="../media/image69.wmf"/><Relationship Id="rId12" Type="http://schemas.openxmlformats.org/officeDocument/2006/relationships/oleObject" Target="../embeddings/oleObject116.bin"/><Relationship Id="rId11" Type="http://schemas.openxmlformats.org/officeDocument/2006/relationships/oleObject" Target="../embeddings/oleObject115.bin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110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8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127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125.bin"/><Relationship Id="rId2" Type="http://schemas.openxmlformats.org/officeDocument/2006/relationships/image" Target="../media/image78.wmf"/><Relationship Id="rId19" Type="http://schemas.openxmlformats.org/officeDocument/2006/relationships/vmlDrawing" Target="../drawings/vmlDrawing8.v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41.xml"/><Relationship Id="rId16" Type="http://schemas.openxmlformats.org/officeDocument/2006/relationships/image" Target="../media/image85.wmf"/><Relationship Id="rId15" Type="http://schemas.openxmlformats.org/officeDocument/2006/relationships/oleObject" Target="../embeddings/oleObject131.bin"/><Relationship Id="rId14" Type="http://schemas.openxmlformats.org/officeDocument/2006/relationships/image" Target="../media/image84.wmf"/><Relationship Id="rId13" Type="http://schemas.openxmlformats.org/officeDocument/2006/relationships/oleObject" Target="../embeddings/oleObject130.bin"/><Relationship Id="rId12" Type="http://schemas.openxmlformats.org/officeDocument/2006/relationships/image" Target="../media/image83.wmf"/><Relationship Id="rId11" Type="http://schemas.openxmlformats.org/officeDocument/2006/relationships/oleObject" Target="../embeddings/oleObject129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124.bin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oleObject" Target="../embeddings/oleObject136.bin"/><Relationship Id="rId7" Type="http://schemas.openxmlformats.org/officeDocument/2006/relationships/oleObject" Target="../embeddings/oleObject135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134.bin"/><Relationship Id="rId40" Type="http://schemas.openxmlformats.org/officeDocument/2006/relationships/vmlDrawing" Target="../drawings/vmlDrawing9.vml"/><Relationship Id="rId4" Type="http://schemas.openxmlformats.org/officeDocument/2006/relationships/image" Target="../media/image87.wmf"/><Relationship Id="rId39" Type="http://schemas.openxmlformats.org/officeDocument/2006/relationships/slideLayout" Target="../slideLayouts/slideLayout13.xml"/><Relationship Id="rId38" Type="http://schemas.openxmlformats.org/officeDocument/2006/relationships/tags" Target="../tags/tag246.xml"/><Relationship Id="rId37" Type="http://schemas.openxmlformats.org/officeDocument/2006/relationships/image" Target="../media/image99.wmf"/><Relationship Id="rId36" Type="http://schemas.openxmlformats.org/officeDocument/2006/relationships/oleObject" Target="../embeddings/oleObject154.bin"/><Relationship Id="rId35" Type="http://schemas.openxmlformats.org/officeDocument/2006/relationships/oleObject" Target="../embeddings/oleObject153.bin"/><Relationship Id="rId34" Type="http://schemas.openxmlformats.org/officeDocument/2006/relationships/oleObject" Target="../embeddings/oleObject152.bin"/><Relationship Id="rId33" Type="http://schemas.openxmlformats.org/officeDocument/2006/relationships/oleObject" Target="../embeddings/oleObject151.bin"/><Relationship Id="rId32" Type="http://schemas.openxmlformats.org/officeDocument/2006/relationships/oleObject" Target="../embeddings/oleObject150.bin"/><Relationship Id="rId31" Type="http://schemas.openxmlformats.org/officeDocument/2006/relationships/image" Target="../media/image98.wmf"/><Relationship Id="rId30" Type="http://schemas.openxmlformats.org/officeDocument/2006/relationships/oleObject" Target="../embeddings/oleObject149.bin"/><Relationship Id="rId3" Type="http://schemas.openxmlformats.org/officeDocument/2006/relationships/oleObject" Target="../embeddings/oleObject133.bin"/><Relationship Id="rId29" Type="http://schemas.openxmlformats.org/officeDocument/2006/relationships/image" Target="../media/image97.wmf"/><Relationship Id="rId28" Type="http://schemas.openxmlformats.org/officeDocument/2006/relationships/oleObject" Target="../embeddings/oleObject148.bin"/><Relationship Id="rId27" Type="http://schemas.openxmlformats.org/officeDocument/2006/relationships/image" Target="../media/image96.wmf"/><Relationship Id="rId26" Type="http://schemas.openxmlformats.org/officeDocument/2006/relationships/oleObject" Target="../embeddings/oleObject147.bin"/><Relationship Id="rId25" Type="http://schemas.openxmlformats.org/officeDocument/2006/relationships/oleObject" Target="../embeddings/oleObject146.bin"/><Relationship Id="rId24" Type="http://schemas.openxmlformats.org/officeDocument/2006/relationships/image" Target="../media/image95.wmf"/><Relationship Id="rId23" Type="http://schemas.openxmlformats.org/officeDocument/2006/relationships/oleObject" Target="../embeddings/oleObject145.bin"/><Relationship Id="rId22" Type="http://schemas.openxmlformats.org/officeDocument/2006/relationships/image" Target="../media/image94.wmf"/><Relationship Id="rId21" Type="http://schemas.openxmlformats.org/officeDocument/2006/relationships/oleObject" Target="../embeddings/oleObject144.bin"/><Relationship Id="rId20" Type="http://schemas.openxmlformats.org/officeDocument/2006/relationships/oleObject" Target="../embeddings/oleObject143.bin"/><Relationship Id="rId2" Type="http://schemas.openxmlformats.org/officeDocument/2006/relationships/image" Target="../media/image86.wmf"/><Relationship Id="rId19" Type="http://schemas.openxmlformats.org/officeDocument/2006/relationships/oleObject" Target="../embeddings/oleObject142.bin"/><Relationship Id="rId18" Type="http://schemas.openxmlformats.org/officeDocument/2006/relationships/image" Target="../media/image93.wmf"/><Relationship Id="rId17" Type="http://schemas.openxmlformats.org/officeDocument/2006/relationships/oleObject" Target="../embeddings/oleObject141.bin"/><Relationship Id="rId16" Type="http://schemas.openxmlformats.org/officeDocument/2006/relationships/image" Target="../media/image92.wmf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89.wmf"/><Relationship Id="rId1" Type="http://schemas.openxmlformats.org/officeDocument/2006/relationships/oleObject" Target="../embeddings/oleObject132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wmf"/><Relationship Id="rId8" Type="http://schemas.openxmlformats.org/officeDocument/2006/relationships/oleObject" Target="../embeddings/oleObject159.bin"/><Relationship Id="rId7" Type="http://schemas.openxmlformats.org/officeDocument/2006/relationships/oleObject" Target="../embeddings/oleObject158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56.bin"/><Relationship Id="rId24" Type="http://schemas.openxmlformats.org/officeDocument/2006/relationships/vmlDrawing" Target="../drawings/vmlDrawing10.v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247.xml"/><Relationship Id="rId21" Type="http://schemas.openxmlformats.org/officeDocument/2006/relationships/image" Target="../media/image109.wmf"/><Relationship Id="rId20" Type="http://schemas.openxmlformats.org/officeDocument/2006/relationships/oleObject" Target="../embeddings/oleObject165.bin"/><Relationship Id="rId2" Type="http://schemas.openxmlformats.org/officeDocument/2006/relationships/image" Target="../media/image100.wmf"/><Relationship Id="rId19" Type="http://schemas.openxmlformats.org/officeDocument/2006/relationships/image" Target="../media/image108.wmf"/><Relationship Id="rId18" Type="http://schemas.openxmlformats.org/officeDocument/2006/relationships/oleObject" Target="../embeddings/oleObject164.bin"/><Relationship Id="rId17" Type="http://schemas.openxmlformats.org/officeDocument/2006/relationships/image" Target="../media/image107.wmf"/><Relationship Id="rId16" Type="http://schemas.openxmlformats.org/officeDocument/2006/relationships/oleObject" Target="../embeddings/oleObject163.bin"/><Relationship Id="rId15" Type="http://schemas.openxmlformats.org/officeDocument/2006/relationships/image" Target="../media/image106.wmf"/><Relationship Id="rId14" Type="http://schemas.openxmlformats.org/officeDocument/2006/relationships/oleObject" Target="../embeddings/oleObject162.bin"/><Relationship Id="rId13" Type="http://schemas.openxmlformats.org/officeDocument/2006/relationships/image" Target="../media/image105.wmf"/><Relationship Id="rId12" Type="http://schemas.openxmlformats.org/officeDocument/2006/relationships/oleObject" Target="../embeddings/oleObject161.bin"/><Relationship Id="rId11" Type="http://schemas.openxmlformats.org/officeDocument/2006/relationships/image" Target="../media/image104.wmf"/><Relationship Id="rId10" Type="http://schemas.openxmlformats.org/officeDocument/2006/relationships/oleObject" Target="../embeddings/oleObject160.bin"/><Relationship Id="rId1" Type="http://schemas.openxmlformats.org/officeDocument/2006/relationships/oleObject" Target="../embeddings/oleObject155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13.w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11.wmf"/><Relationship Id="rId3" Type="http://schemas.openxmlformats.org/officeDocument/2006/relationships/oleObject" Target="../embeddings/oleObject167.bin"/><Relationship Id="rId29" Type="http://schemas.openxmlformats.org/officeDocument/2006/relationships/vmlDrawing" Target="../drawings/vmlDrawing11.vml"/><Relationship Id="rId28" Type="http://schemas.openxmlformats.org/officeDocument/2006/relationships/slideLayout" Target="../slideLayouts/slideLayout13.xml"/><Relationship Id="rId27" Type="http://schemas.openxmlformats.org/officeDocument/2006/relationships/tags" Target="../tags/tag248.xml"/><Relationship Id="rId26" Type="http://schemas.openxmlformats.org/officeDocument/2006/relationships/image" Target="../media/image121.wmf"/><Relationship Id="rId25" Type="http://schemas.openxmlformats.org/officeDocument/2006/relationships/oleObject" Target="../embeddings/oleObject179.bin"/><Relationship Id="rId24" Type="http://schemas.openxmlformats.org/officeDocument/2006/relationships/image" Target="../media/image120.wmf"/><Relationship Id="rId23" Type="http://schemas.openxmlformats.org/officeDocument/2006/relationships/oleObject" Target="../embeddings/oleObject178.bin"/><Relationship Id="rId22" Type="http://schemas.openxmlformats.org/officeDocument/2006/relationships/image" Target="../media/image119.wmf"/><Relationship Id="rId21" Type="http://schemas.openxmlformats.org/officeDocument/2006/relationships/oleObject" Target="../embeddings/oleObject177.bin"/><Relationship Id="rId20" Type="http://schemas.openxmlformats.org/officeDocument/2006/relationships/image" Target="../media/image118.wmf"/><Relationship Id="rId2" Type="http://schemas.openxmlformats.org/officeDocument/2006/relationships/image" Target="../media/image110.wmf"/><Relationship Id="rId19" Type="http://schemas.openxmlformats.org/officeDocument/2006/relationships/oleObject" Target="../embeddings/oleObject176.bin"/><Relationship Id="rId18" Type="http://schemas.openxmlformats.org/officeDocument/2006/relationships/image" Target="../media/image117.wmf"/><Relationship Id="rId17" Type="http://schemas.openxmlformats.org/officeDocument/2006/relationships/oleObject" Target="../embeddings/oleObject175.bin"/><Relationship Id="rId16" Type="http://schemas.openxmlformats.org/officeDocument/2006/relationships/oleObject" Target="../embeddings/oleObject174.bin"/><Relationship Id="rId15" Type="http://schemas.openxmlformats.org/officeDocument/2006/relationships/image" Target="../media/image116.wmf"/><Relationship Id="rId14" Type="http://schemas.openxmlformats.org/officeDocument/2006/relationships/oleObject" Target="../embeddings/oleObject173.bin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15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14.wmf"/><Relationship Id="rId1" Type="http://schemas.openxmlformats.org/officeDocument/2006/relationships/oleObject" Target="../embeddings/oleObject16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4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wmf"/><Relationship Id="rId8" Type="http://schemas.openxmlformats.org/officeDocument/2006/relationships/oleObject" Target="../embeddings/oleObject184.bin"/><Relationship Id="rId7" Type="http://schemas.openxmlformats.org/officeDocument/2006/relationships/oleObject" Target="../embeddings/oleObject183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01.wmf"/><Relationship Id="rId38" Type="http://schemas.openxmlformats.org/officeDocument/2006/relationships/vmlDrawing" Target="../drawings/vmlDrawing12.vml"/><Relationship Id="rId37" Type="http://schemas.openxmlformats.org/officeDocument/2006/relationships/slideLayout" Target="../slideLayouts/slideLayout13.xml"/><Relationship Id="rId36" Type="http://schemas.openxmlformats.org/officeDocument/2006/relationships/tags" Target="../tags/tag270.xml"/><Relationship Id="rId35" Type="http://schemas.openxmlformats.org/officeDocument/2006/relationships/image" Target="../media/image129.png"/><Relationship Id="rId34" Type="http://schemas.openxmlformats.org/officeDocument/2006/relationships/oleObject" Target="../embeddings/oleObject196.bin"/><Relationship Id="rId33" Type="http://schemas.openxmlformats.org/officeDocument/2006/relationships/oleObject" Target="../embeddings/oleObject195.bin"/><Relationship Id="rId32" Type="http://schemas.openxmlformats.org/officeDocument/2006/relationships/image" Target="../media/image128.wmf"/><Relationship Id="rId31" Type="http://schemas.openxmlformats.org/officeDocument/2006/relationships/oleObject" Target="../embeddings/oleObject194.bin"/><Relationship Id="rId30" Type="http://schemas.openxmlformats.org/officeDocument/2006/relationships/image" Target="../media/image127.wmf"/><Relationship Id="rId3" Type="http://schemas.openxmlformats.org/officeDocument/2006/relationships/oleObject" Target="../embeddings/oleObject181.bin"/><Relationship Id="rId29" Type="http://schemas.openxmlformats.org/officeDocument/2006/relationships/oleObject" Target="../embeddings/oleObject193.bin"/><Relationship Id="rId28" Type="http://schemas.openxmlformats.org/officeDocument/2006/relationships/image" Target="../media/image126.wmf"/><Relationship Id="rId27" Type="http://schemas.openxmlformats.org/officeDocument/2006/relationships/oleObject" Target="../embeddings/oleObject192.bin"/><Relationship Id="rId26" Type="http://schemas.openxmlformats.org/officeDocument/2006/relationships/image" Target="../media/image125.wmf"/><Relationship Id="rId25" Type="http://schemas.openxmlformats.org/officeDocument/2006/relationships/oleObject" Target="../embeddings/oleObject191.bin"/><Relationship Id="rId24" Type="http://schemas.openxmlformats.org/officeDocument/2006/relationships/image" Target="../media/image124.wmf"/><Relationship Id="rId23" Type="http://schemas.openxmlformats.org/officeDocument/2006/relationships/oleObject" Target="../embeddings/oleObject190.bin"/><Relationship Id="rId22" Type="http://schemas.openxmlformats.org/officeDocument/2006/relationships/tags" Target="../tags/tag269.xml"/><Relationship Id="rId21" Type="http://schemas.openxmlformats.org/officeDocument/2006/relationships/image" Target="../media/image123.wmf"/><Relationship Id="rId20" Type="http://schemas.openxmlformats.org/officeDocument/2006/relationships/oleObject" Target="../embeddings/oleObject189.bin"/><Relationship Id="rId2" Type="http://schemas.openxmlformats.org/officeDocument/2006/relationships/image" Target="../media/image100.wmf"/><Relationship Id="rId19" Type="http://schemas.openxmlformats.org/officeDocument/2006/relationships/tags" Target="../tags/tag268.xml"/><Relationship Id="rId18" Type="http://schemas.openxmlformats.org/officeDocument/2006/relationships/image" Target="../media/image122.wmf"/><Relationship Id="rId17" Type="http://schemas.openxmlformats.org/officeDocument/2006/relationships/image" Target="../media/image109.wmf"/><Relationship Id="rId16" Type="http://schemas.openxmlformats.org/officeDocument/2006/relationships/oleObject" Target="../embeddings/oleObject188.bin"/><Relationship Id="rId15" Type="http://schemas.openxmlformats.org/officeDocument/2006/relationships/image" Target="../media/image106.wmf"/><Relationship Id="rId14" Type="http://schemas.openxmlformats.org/officeDocument/2006/relationships/oleObject" Target="../embeddings/oleObject187.bin"/><Relationship Id="rId13" Type="http://schemas.openxmlformats.org/officeDocument/2006/relationships/image" Target="../media/image105.wmf"/><Relationship Id="rId12" Type="http://schemas.openxmlformats.org/officeDocument/2006/relationships/oleObject" Target="../embeddings/oleObject186.bin"/><Relationship Id="rId11" Type="http://schemas.openxmlformats.org/officeDocument/2006/relationships/image" Target="../media/image104.wmf"/><Relationship Id="rId10" Type="http://schemas.openxmlformats.org/officeDocument/2006/relationships/oleObject" Target="../embeddings/oleObject185.bin"/><Relationship Id="rId1" Type="http://schemas.openxmlformats.org/officeDocument/2006/relationships/oleObject" Target="../embeddings/oleObject180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286.xml"/><Relationship Id="rId14" Type="http://schemas.openxmlformats.org/officeDocument/2006/relationships/tags" Target="../tags/tag285.xml"/><Relationship Id="rId13" Type="http://schemas.openxmlformats.org/officeDocument/2006/relationships/tags" Target="../tags/tag284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tags" Target="../tags/tag27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90.xml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" Type="http://schemas.openxmlformats.org/officeDocument/2006/relationships/tags" Target="../tags/tag28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1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200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99.bin"/><Relationship Id="rId4" Type="http://schemas.openxmlformats.org/officeDocument/2006/relationships/image" Target="../media/image131.wmf"/><Relationship Id="rId33" Type="http://schemas.openxmlformats.org/officeDocument/2006/relationships/vmlDrawing" Target="../drawings/vmlDrawing13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291.xml"/><Relationship Id="rId30" Type="http://schemas.openxmlformats.org/officeDocument/2006/relationships/image" Target="../media/image141.wmf"/><Relationship Id="rId3" Type="http://schemas.openxmlformats.org/officeDocument/2006/relationships/oleObject" Target="../embeddings/oleObject198.bin"/><Relationship Id="rId29" Type="http://schemas.openxmlformats.org/officeDocument/2006/relationships/oleObject" Target="../embeddings/oleObject214.bin"/><Relationship Id="rId28" Type="http://schemas.openxmlformats.org/officeDocument/2006/relationships/oleObject" Target="../embeddings/oleObject213.bin"/><Relationship Id="rId27" Type="http://schemas.openxmlformats.org/officeDocument/2006/relationships/image" Target="../media/image140.wmf"/><Relationship Id="rId26" Type="http://schemas.openxmlformats.org/officeDocument/2006/relationships/oleObject" Target="../embeddings/oleObject212.bin"/><Relationship Id="rId25" Type="http://schemas.openxmlformats.org/officeDocument/2006/relationships/image" Target="../media/image139.wmf"/><Relationship Id="rId24" Type="http://schemas.openxmlformats.org/officeDocument/2006/relationships/oleObject" Target="../embeddings/oleObject211.bin"/><Relationship Id="rId23" Type="http://schemas.openxmlformats.org/officeDocument/2006/relationships/image" Target="../media/image138.wmf"/><Relationship Id="rId22" Type="http://schemas.openxmlformats.org/officeDocument/2006/relationships/oleObject" Target="../embeddings/oleObject210.bin"/><Relationship Id="rId21" Type="http://schemas.openxmlformats.org/officeDocument/2006/relationships/image" Target="../media/image137.wmf"/><Relationship Id="rId20" Type="http://schemas.openxmlformats.org/officeDocument/2006/relationships/oleObject" Target="../embeddings/oleObject209.bin"/><Relationship Id="rId2" Type="http://schemas.openxmlformats.org/officeDocument/2006/relationships/image" Target="../media/image130.wmf"/><Relationship Id="rId19" Type="http://schemas.openxmlformats.org/officeDocument/2006/relationships/oleObject" Target="../embeddings/oleObject208.bin"/><Relationship Id="rId18" Type="http://schemas.openxmlformats.org/officeDocument/2006/relationships/oleObject" Target="../embeddings/oleObject207.bin"/><Relationship Id="rId17" Type="http://schemas.openxmlformats.org/officeDocument/2006/relationships/image" Target="../media/image136.wmf"/><Relationship Id="rId16" Type="http://schemas.openxmlformats.org/officeDocument/2006/relationships/oleObject" Target="../embeddings/oleObject206.bin"/><Relationship Id="rId15" Type="http://schemas.openxmlformats.org/officeDocument/2006/relationships/oleObject" Target="../embeddings/oleObject205.bin"/><Relationship Id="rId14" Type="http://schemas.openxmlformats.org/officeDocument/2006/relationships/oleObject" Target="../embeddings/oleObject204.bin"/><Relationship Id="rId13" Type="http://schemas.openxmlformats.org/officeDocument/2006/relationships/image" Target="../media/image135.wmf"/><Relationship Id="rId12" Type="http://schemas.openxmlformats.org/officeDocument/2006/relationships/oleObject" Target="../embeddings/oleObject203.bin"/><Relationship Id="rId11" Type="http://schemas.openxmlformats.org/officeDocument/2006/relationships/image" Target="../media/image134.wmf"/><Relationship Id="rId10" Type="http://schemas.openxmlformats.org/officeDocument/2006/relationships/oleObject" Target="../embeddings/oleObject202.bin"/><Relationship Id="rId1" Type="http://schemas.openxmlformats.org/officeDocument/2006/relationships/oleObject" Target="../embeddings/oleObject19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9.bin"/><Relationship Id="rId8" Type="http://schemas.openxmlformats.org/officeDocument/2006/relationships/image" Target="../media/image145.wmf"/><Relationship Id="rId7" Type="http://schemas.openxmlformats.org/officeDocument/2006/relationships/oleObject" Target="../embeddings/oleObject218.bin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217.bin"/><Relationship Id="rId41" Type="http://schemas.openxmlformats.org/officeDocument/2006/relationships/vmlDrawing" Target="../drawings/vmlDrawing14.vml"/><Relationship Id="rId40" Type="http://schemas.openxmlformats.org/officeDocument/2006/relationships/slideLayout" Target="../slideLayouts/slideLayout13.xml"/><Relationship Id="rId4" Type="http://schemas.openxmlformats.org/officeDocument/2006/relationships/image" Target="../media/image143.wmf"/><Relationship Id="rId39" Type="http://schemas.openxmlformats.org/officeDocument/2006/relationships/tags" Target="../tags/tag292.xml"/><Relationship Id="rId38" Type="http://schemas.openxmlformats.org/officeDocument/2006/relationships/image" Target="../media/image159.wmf"/><Relationship Id="rId37" Type="http://schemas.openxmlformats.org/officeDocument/2006/relationships/oleObject" Target="../embeddings/oleObject234.bin"/><Relationship Id="rId36" Type="http://schemas.openxmlformats.org/officeDocument/2006/relationships/image" Target="../media/image158.wmf"/><Relationship Id="rId35" Type="http://schemas.openxmlformats.org/officeDocument/2006/relationships/oleObject" Target="../embeddings/oleObject233.bin"/><Relationship Id="rId34" Type="http://schemas.openxmlformats.org/officeDocument/2006/relationships/image" Target="../media/image157.wmf"/><Relationship Id="rId33" Type="http://schemas.openxmlformats.org/officeDocument/2006/relationships/oleObject" Target="../embeddings/oleObject232.bin"/><Relationship Id="rId32" Type="http://schemas.openxmlformats.org/officeDocument/2006/relationships/image" Target="../media/image156.wmf"/><Relationship Id="rId31" Type="http://schemas.openxmlformats.org/officeDocument/2006/relationships/oleObject" Target="../embeddings/oleObject231.bin"/><Relationship Id="rId30" Type="http://schemas.openxmlformats.org/officeDocument/2006/relationships/oleObject" Target="../embeddings/oleObject230.bin"/><Relationship Id="rId3" Type="http://schemas.openxmlformats.org/officeDocument/2006/relationships/oleObject" Target="../embeddings/oleObject216.bin"/><Relationship Id="rId29" Type="http://schemas.openxmlformats.org/officeDocument/2006/relationships/image" Target="../media/image155.wmf"/><Relationship Id="rId28" Type="http://schemas.openxmlformats.org/officeDocument/2006/relationships/oleObject" Target="../embeddings/oleObject229.bin"/><Relationship Id="rId27" Type="http://schemas.openxmlformats.org/officeDocument/2006/relationships/image" Target="../media/image154.wmf"/><Relationship Id="rId26" Type="http://schemas.openxmlformats.org/officeDocument/2006/relationships/oleObject" Target="../embeddings/oleObject228.bin"/><Relationship Id="rId25" Type="http://schemas.openxmlformats.org/officeDocument/2006/relationships/image" Target="../media/image153.wmf"/><Relationship Id="rId24" Type="http://schemas.openxmlformats.org/officeDocument/2006/relationships/oleObject" Target="../embeddings/oleObject227.bin"/><Relationship Id="rId23" Type="http://schemas.openxmlformats.org/officeDocument/2006/relationships/image" Target="../media/image152.wmf"/><Relationship Id="rId22" Type="http://schemas.openxmlformats.org/officeDocument/2006/relationships/oleObject" Target="../embeddings/oleObject226.bin"/><Relationship Id="rId21" Type="http://schemas.openxmlformats.org/officeDocument/2006/relationships/image" Target="../media/image151.wmf"/><Relationship Id="rId20" Type="http://schemas.openxmlformats.org/officeDocument/2006/relationships/oleObject" Target="../embeddings/oleObject225.bin"/><Relationship Id="rId2" Type="http://schemas.openxmlformats.org/officeDocument/2006/relationships/image" Target="../media/image142.wmf"/><Relationship Id="rId19" Type="http://schemas.openxmlformats.org/officeDocument/2006/relationships/image" Target="../media/image150.wmf"/><Relationship Id="rId18" Type="http://schemas.openxmlformats.org/officeDocument/2006/relationships/oleObject" Target="../embeddings/oleObject224.bin"/><Relationship Id="rId17" Type="http://schemas.openxmlformats.org/officeDocument/2006/relationships/image" Target="../media/image149.wmf"/><Relationship Id="rId16" Type="http://schemas.openxmlformats.org/officeDocument/2006/relationships/oleObject" Target="../embeddings/oleObject223.bin"/><Relationship Id="rId15" Type="http://schemas.openxmlformats.org/officeDocument/2006/relationships/image" Target="../media/image148.wmf"/><Relationship Id="rId14" Type="http://schemas.openxmlformats.org/officeDocument/2006/relationships/oleObject" Target="../embeddings/oleObject222.bin"/><Relationship Id="rId13" Type="http://schemas.openxmlformats.org/officeDocument/2006/relationships/oleObject" Target="../embeddings/oleObject221.bin"/><Relationship Id="rId12" Type="http://schemas.openxmlformats.org/officeDocument/2006/relationships/image" Target="../media/image147.wmf"/><Relationship Id="rId11" Type="http://schemas.openxmlformats.org/officeDocument/2006/relationships/oleObject" Target="../embeddings/oleObject220.bin"/><Relationship Id="rId10" Type="http://schemas.openxmlformats.org/officeDocument/2006/relationships/image" Target="../media/image146.wmf"/><Relationship Id="rId1" Type="http://schemas.openxmlformats.org/officeDocument/2006/relationships/oleObject" Target="../embeddings/oleObject215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3.wmf"/><Relationship Id="rId8" Type="http://schemas.openxmlformats.org/officeDocument/2006/relationships/oleObject" Target="../embeddings/oleObject238.bin"/><Relationship Id="rId7" Type="http://schemas.openxmlformats.org/officeDocument/2006/relationships/image" Target="../media/image143.wmf"/><Relationship Id="rId6" Type="http://schemas.openxmlformats.org/officeDocument/2006/relationships/oleObject" Target="../embeddings/oleObject237.bin"/><Relationship Id="rId53" Type="http://schemas.openxmlformats.org/officeDocument/2006/relationships/vmlDrawing" Target="../drawings/vmlDrawing15.vml"/><Relationship Id="rId52" Type="http://schemas.openxmlformats.org/officeDocument/2006/relationships/slideLayout" Target="../slideLayouts/slideLayout13.xml"/><Relationship Id="rId51" Type="http://schemas.openxmlformats.org/officeDocument/2006/relationships/tags" Target="../tags/tag293.xml"/><Relationship Id="rId50" Type="http://schemas.openxmlformats.org/officeDocument/2006/relationships/image" Target="../media/image158.wmf"/><Relationship Id="rId5" Type="http://schemas.openxmlformats.org/officeDocument/2006/relationships/image" Target="../media/image162.wmf"/><Relationship Id="rId49" Type="http://schemas.openxmlformats.org/officeDocument/2006/relationships/oleObject" Target="../embeddings/oleObject260.bin"/><Relationship Id="rId48" Type="http://schemas.openxmlformats.org/officeDocument/2006/relationships/image" Target="../media/image179.wmf"/><Relationship Id="rId47" Type="http://schemas.openxmlformats.org/officeDocument/2006/relationships/oleObject" Target="../embeddings/oleObject259.bin"/><Relationship Id="rId46" Type="http://schemas.openxmlformats.org/officeDocument/2006/relationships/image" Target="../media/image155.wmf"/><Relationship Id="rId45" Type="http://schemas.openxmlformats.org/officeDocument/2006/relationships/oleObject" Target="../embeddings/oleObject258.bin"/><Relationship Id="rId44" Type="http://schemas.openxmlformats.org/officeDocument/2006/relationships/image" Target="../media/image178.wmf"/><Relationship Id="rId43" Type="http://schemas.openxmlformats.org/officeDocument/2006/relationships/oleObject" Target="../embeddings/oleObject257.bin"/><Relationship Id="rId42" Type="http://schemas.openxmlformats.org/officeDocument/2006/relationships/oleObject" Target="../embeddings/oleObject256.bin"/><Relationship Id="rId41" Type="http://schemas.openxmlformats.org/officeDocument/2006/relationships/image" Target="../media/image142.wmf"/><Relationship Id="rId40" Type="http://schemas.openxmlformats.org/officeDocument/2006/relationships/oleObject" Target="../embeddings/oleObject255.bin"/><Relationship Id="rId4" Type="http://schemas.openxmlformats.org/officeDocument/2006/relationships/oleObject" Target="../embeddings/oleObject236.bin"/><Relationship Id="rId39" Type="http://schemas.openxmlformats.org/officeDocument/2006/relationships/image" Target="../media/image177.wmf"/><Relationship Id="rId38" Type="http://schemas.openxmlformats.org/officeDocument/2006/relationships/oleObject" Target="../embeddings/oleObject254.bin"/><Relationship Id="rId37" Type="http://schemas.openxmlformats.org/officeDocument/2006/relationships/image" Target="../media/image176.wmf"/><Relationship Id="rId36" Type="http://schemas.openxmlformats.org/officeDocument/2006/relationships/oleObject" Target="../embeddings/oleObject253.bin"/><Relationship Id="rId35" Type="http://schemas.openxmlformats.org/officeDocument/2006/relationships/image" Target="../media/image175.wmf"/><Relationship Id="rId34" Type="http://schemas.openxmlformats.org/officeDocument/2006/relationships/oleObject" Target="../embeddings/oleObject252.bin"/><Relationship Id="rId33" Type="http://schemas.openxmlformats.org/officeDocument/2006/relationships/image" Target="../media/image174.wmf"/><Relationship Id="rId32" Type="http://schemas.openxmlformats.org/officeDocument/2006/relationships/oleObject" Target="../embeddings/oleObject251.bin"/><Relationship Id="rId31" Type="http://schemas.openxmlformats.org/officeDocument/2006/relationships/image" Target="../media/image173.wmf"/><Relationship Id="rId30" Type="http://schemas.openxmlformats.org/officeDocument/2006/relationships/oleObject" Target="../embeddings/oleObject250.bin"/><Relationship Id="rId3" Type="http://schemas.openxmlformats.org/officeDocument/2006/relationships/image" Target="../media/image161.wmf"/><Relationship Id="rId29" Type="http://schemas.openxmlformats.org/officeDocument/2006/relationships/oleObject" Target="../embeddings/oleObject249.bin"/><Relationship Id="rId28" Type="http://schemas.openxmlformats.org/officeDocument/2006/relationships/image" Target="../media/image172.wmf"/><Relationship Id="rId27" Type="http://schemas.openxmlformats.org/officeDocument/2006/relationships/oleObject" Target="../embeddings/oleObject248.bin"/><Relationship Id="rId26" Type="http://schemas.openxmlformats.org/officeDocument/2006/relationships/image" Target="../media/image171.wmf"/><Relationship Id="rId25" Type="http://schemas.openxmlformats.org/officeDocument/2006/relationships/oleObject" Target="../embeddings/oleObject247.bin"/><Relationship Id="rId24" Type="http://schemas.openxmlformats.org/officeDocument/2006/relationships/image" Target="../media/image170.wmf"/><Relationship Id="rId23" Type="http://schemas.openxmlformats.org/officeDocument/2006/relationships/oleObject" Target="../embeddings/oleObject246.bin"/><Relationship Id="rId22" Type="http://schemas.openxmlformats.org/officeDocument/2006/relationships/image" Target="../media/image169.wmf"/><Relationship Id="rId21" Type="http://schemas.openxmlformats.org/officeDocument/2006/relationships/oleObject" Target="../embeddings/oleObject245.bin"/><Relationship Id="rId20" Type="http://schemas.openxmlformats.org/officeDocument/2006/relationships/oleObject" Target="../embeddings/oleObject244.bin"/><Relationship Id="rId2" Type="http://schemas.openxmlformats.org/officeDocument/2006/relationships/oleObject" Target="../embeddings/oleObject235.bin"/><Relationship Id="rId19" Type="http://schemas.openxmlformats.org/officeDocument/2006/relationships/image" Target="../media/image168.wmf"/><Relationship Id="rId18" Type="http://schemas.openxmlformats.org/officeDocument/2006/relationships/oleObject" Target="../embeddings/oleObject243.bin"/><Relationship Id="rId17" Type="http://schemas.openxmlformats.org/officeDocument/2006/relationships/image" Target="../media/image167.wmf"/><Relationship Id="rId16" Type="http://schemas.openxmlformats.org/officeDocument/2006/relationships/oleObject" Target="../embeddings/oleObject242.bin"/><Relationship Id="rId15" Type="http://schemas.openxmlformats.org/officeDocument/2006/relationships/image" Target="../media/image166.wmf"/><Relationship Id="rId14" Type="http://schemas.openxmlformats.org/officeDocument/2006/relationships/oleObject" Target="../embeddings/oleObject241.bin"/><Relationship Id="rId13" Type="http://schemas.openxmlformats.org/officeDocument/2006/relationships/image" Target="../media/image165.wmf"/><Relationship Id="rId12" Type="http://schemas.openxmlformats.org/officeDocument/2006/relationships/oleObject" Target="../embeddings/oleObject240.bin"/><Relationship Id="rId11" Type="http://schemas.openxmlformats.org/officeDocument/2006/relationships/image" Target="../media/image164.wmf"/><Relationship Id="rId10" Type="http://schemas.openxmlformats.org/officeDocument/2006/relationships/oleObject" Target="../embeddings/oleObject239.bin"/><Relationship Id="rId1" Type="http://schemas.openxmlformats.org/officeDocument/2006/relationships/image" Target="../media/image160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5.bin"/><Relationship Id="rId8" Type="http://schemas.openxmlformats.org/officeDocument/2006/relationships/image" Target="../media/image165.wmf"/><Relationship Id="rId7" Type="http://schemas.openxmlformats.org/officeDocument/2006/relationships/oleObject" Target="../embeddings/oleObject264.bin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263.bin"/><Relationship Id="rId45" Type="http://schemas.openxmlformats.org/officeDocument/2006/relationships/vmlDrawing" Target="../drawings/vmlDrawing16.vml"/><Relationship Id="rId44" Type="http://schemas.openxmlformats.org/officeDocument/2006/relationships/slideLayout" Target="../slideLayouts/slideLayout13.xml"/><Relationship Id="rId43" Type="http://schemas.openxmlformats.org/officeDocument/2006/relationships/tags" Target="../tags/tag294.xml"/><Relationship Id="rId42" Type="http://schemas.openxmlformats.org/officeDocument/2006/relationships/image" Target="../media/image193.wmf"/><Relationship Id="rId41" Type="http://schemas.openxmlformats.org/officeDocument/2006/relationships/oleObject" Target="../embeddings/oleObject281.bin"/><Relationship Id="rId40" Type="http://schemas.openxmlformats.org/officeDocument/2006/relationships/image" Target="../media/image192.wmf"/><Relationship Id="rId4" Type="http://schemas.openxmlformats.org/officeDocument/2006/relationships/image" Target="../media/image181.wmf"/><Relationship Id="rId39" Type="http://schemas.openxmlformats.org/officeDocument/2006/relationships/oleObject" Target="../embeddings/oleObject280.bin"/><Relationship Id="rId38" Type="http://schemas.openxmlformats.org/officeDocument/2006/relationships/oleObject" Target="../embeddings/oleObject279.bin"/><Relationship Id="rId37" Type="http://schemas.openxmlformats.org/officeDocument/2006/relationships/image" Target="../media/image191.wmf"/><Relationship Id="rId36" Type="http://schemas.openxmlformats.org/officeDocument/2006/relationships/oleObject" Target="../embeddings/oleObject278.bin"/><Relationship Id="rId35" Type="http://schemas.openxmlformats.org/officeDocument/2006/relationships/image" Target="../media/image190.wmf"/><Relationship Id="rId34" Type="http://schemas.openxmlformats.org/officeDocument/2006/relationships/oleObject" Target="../embeddings/oleObject277.bin"/><Relationship Id="rId33" Type="http://schemas.openxmlformats.org/officeDocument/2006/relationships/image" Target="../media/image189.wmf"/><Relationship Id="rId32" Type="http://schemas.openxmlformats.org/officeDocument/2006/relationships/oleObject" Target="../embeddings/oleObject276.bin"/><Relationship Id="rId31" Type="http://schemas.openxmlformats.org/officeDocument/2006/relationships/image" Target="../media/image188.wmf"/><Relationship Id="rId30" Type="http://schemas.openxmlformats.org/officeDocument/2006/relationships/oleObject" Target="../embeddings/oleObject275.bin"/><Relationship Id="rId3" Type="http://schemas.openxmlformats.org/officeDocument/2006/relationships/oleObject" Target="../embeddings/oleObject262.bin"/><Relationship Id="rId29" Type="http://schemas.openxmlformats.org/officeDocument/2006/relationships/image" Target="../media/image187.wmf"/><Relationship Id="rId28" Type="http://schemas.openxmlformats.org/officeDocument/2006/relationships/oleObject" Target="../embeddings/oleObject274.bin"/><Relationship Id="rId27" Type="http://schemas.openxmlformats.org/officeDocument/2006/relationships/image" Target="../media/image186.wmf"/><Relationship Id="rId26" Type="http://schemas.openxmlformats.org/officeDocument/2006/relationships/oleObject" Target="../embeddings/oleObject273.bin"/><Relationship Id="rId25" Type="http://schemas.openxmlformats.org/officeDocument/2006/relationships/image" Target="../media/image143.wmf"/><Relationship Id="rId24" Type="http://schemas.openxmlformats.org/officeDocument/2006/relationships/oleObject" Target="../embeddings/oleObject272.bin"/><Relationship Id="rId23" Type="http://schemas.openxmlformats.org/officeDocument/2006/relationships/image" Target="../media/image163.wmf"/><Relationship Id="rId22" Type="http://schemas.openxmlformats.org/officeDocument/2006/relationships/oleObject" Target="../embeddings/oleObject271.bin"/><Relationship Id="rId21" Type="http://schemas.openxmlformats.org/officeDocument/2006/relationships/image" Target="../media/image185.wmf"/><Relationship Id="rId20" Type="http://schemas.openxmlformats.org/officeDocument/2006/relationships/oleObject" Target="../embeddings/oleObject270.bin"/><Relationship Id="rId2" Type="http://schemas.openxmlformats.org/officeDocument/2006/relationships/image" Target="../media/image180.wmf"/><Relationship Id="rId19" Type="http://schemas.openxmlformats.org/officeDocument/2006/relationships/image" Target="../media/image177.wmf"/><Relationship Id="rId18" Type="http://schemas.openxmlformats.org/officeDocument/2006/relationships/oleObject" Target="../embeddings/oleObject269.bin"/><Relationship Id="rId17" Type="http://schemas.openxmlformats.org/officeDocument/2006/relationships/image" Target="../media/image176.wmf"/><Relationship Id="rId16" Type="http://schemas.openxmlformats.org/officeDocument/2006/relationships/oleObject" Target="../embeddings/oleObject268.bin"/><Relationship Id="rId15" Type="http://schemas.openxmlformats.org/officeDocument/2006/relationships/image" Target="../media/image175.wmf"/><Relationship Id="rId14" Type="http://schemas.openxmlformats.org/officeDocument/2006/relationships/oleObject" Target="../embeddings/oleObject267.bin"/><Relationship Id="rId13" Type="http://schemas.openxmlformats.org/officeDocument/2006/relationships/image" Target="../media/image160.jpeg"/><Relationship Id="rId12" Type="http://schemas.openxmlformats.org/officeDocument/2006/relationships/image" Target="../media/image184.wmf"/><Relationship Id="rId11" Type="http://schemas.openxmlformats.org/officeDocument/2006/relationships/oleObject" Target="../embeddings/oleObject266.bin"/><Relationship Id="rId10" Type="http://schemas.openxmlformats.org/officeDocument/2006/relationships/image" Target="../media/image183.wmf"/><Relationship Id="rId1" Type="http://schemas.openxmlformats.org/officeDocument/2006/relationships/oleObject" Target="../embeddings/oleObject261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6.bin"/><Relationship Id="rId8" Type="http://schemas.openxmlformats.org/officeDocument/2006/relationships/image" Target="../media/image145.wmf"/><Relationship Id="rId7" Type="http://schemas.openxmlformats.org/officeDocument/2006/relationships/oleObject" Target="../embeddings/oleObject285.bin"/><Relationship Id="rId6" Type="http://schemas.openxmlformats.org/officeDocument/2006/relationships/image" Target="../media/image194.wmf"/><Relationship Id="rId5" Type="http://schemas.openxmlformats.org/officeDocument/2006/relationships/oleObject" Target="../embeddings/oleObject284.bin"/><Relationship Id="rId4" Type="http://schemas.openxmlformats.org/officeDocument/2006/relationships/image" Target="../media/image143.wmf"/><Relationship Id="rId39" Type="http://schemas.openxmlformats.org/officeDocument/2006/relationships/vmlDrawing" Target="../drawings/vmlDrawing17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95.xml"/><Relationship Id="rId36" Type="http://schemas.openxmlformats.org/officeDocument/2006/relationships/image" Target="../media/image200.wmf"/><Relationship Id="rId35" Type="http://schemas.openxmlformats.org/officeDocument/2006/relationships/oleObject" Target="../embeddings/oleObject300.bin"/><Relationship Id="rId34" Type="http://schemas.openxmlformats.org/officeDocument/2006/relationships/oleObject" Target="../embeddings/oleObject299.bin"/><Relationship Id="rId33" Type="http://schemas.openxmlformats.org/officeDocument/2006/relationships/image" Target="../media/image182.wmf"/><Relationship Id="rId32" Type="http://schemas.openxmlformats.org/officeDocument/2006/relationships/oleObject" Target="../embeddings/oleObject298.bin"/><Relationship Id="rId31" Type="http://schemas.openxmlformats.org/officeDocument/2006/relationships/image" Target="../media/image165.wmf"/><Relationship Id="rId30" Type="http://schemas.openxmlformats.org/officeDocument/2006/relationships/oleObject" Target="../embeddings/oleObject297.bin"/><Relationship Id="rId3" Type="http://schemas.openxmlformats.org/officeDocument/2006/relationships/oleObject" Target="../embeddings/oleObject283.bin"/><Relationship Id="rId29" Type="http://schemas.openxmlformats.org/officeDocument/2006/relationships/image" Target="../media/image177.wmf"/><Relationship Id="rId28" Type="http://schemas.openxmlformats.org/officeDocument/2006/relationships/oleObject" Target="../embeddings/oleObject296.bin"/><Relationship Id="rId27" Type="http://schemas.openxmlformats.org/officeDocument/2006/relationships/image" Target="../media/image176.wmf"/><Relationship Id="rId26" Type="http://schemas.openxmlformats.org/officeDocument/2006/relationships/oleObject" Target="../embeddings/oleObject295.bin"/><Relationship Id="rId25" Type="http://schemas.openxmlformats.org/officeDocument/2006/relationships/image" Target="../media/image175.wmf"/><Relationship Id="rId24" Type="http://schemas.openxmlformats.org/officeDocument/2006/relationships/oleObject" Target="../embeddings/oleObject294.bin"/><Relationship Id="rId23" Type="http://schemas.openxmlformats.org/officeDocument/2006/relationships/image" Target="../media/image199.wmf"/><Relationship Id="rId22" Type="http://schemas.openxmlformats.org/officeDocument/2006/relationships/oleObject" Target="../embeddings/oleObject293.bin"/><Relationship Id="rId21" Type="http://schemas.openxmlformats.org/officeDocument/2006/relationships/image" Target="../media/image163.wmf"/><Relationship Id="rId20" Type="http://schemas.openxmlformats.org/officeDocument/2006/relationships/oleObject" Target="../embeddings/oleObject292.bin"/><Relationship Id="rId2" Type="http://schemas.openxmlformats.org/officeDocument/2006/relationships/image" Target="../media/image142.wmf"/><Relationship Id="rId19" Type="http://schemas.openxmlformats.org/officeDocument/2006/relationships/oleObject" Target="../embeddings/oleObject291.bin"/><Relationship Id="rId18" Type="http://schemas.openxmlformats.org/officeDocument/2006/relationships/image" Target="../media/image198.wmf"/><Relationship Id="rId17" Type="http://schemas.openxmlformats.org/officeDocument/2006/relationships/oleObject" Target="../embeddings/oleObject290.bin"/><Relationship Id="rId16" Type="http://schemas.openxmlformats.org/officeDocument/2006/relationships/image" Target="../media/image197.wmf"/><Relationship Id="rId15" Type="http://schemas.openxmlformats.org/officeDocument/2006/relationships/oleObject" Target="../embeddings/oleObject289.bin"/><Relationship Id="rId14" Type="http://schemas.openxmlformats.org/officeDocument/2006/relationships/image" Target="../media/image196.wmf"/><Relationship Id="rId13" Type="http://schemas.openxmlformats.org/officeDocument/2006/relationships/oleObject" Target="../embeddings/oleObject288.bin"/><Relationship Id="rId12" Type="http://schemas.openxmlformats.org/officeDocument/2006/relationships/image" Target="../media/image195.wmf"/><Relationship Id="rId11" Type="http://schemas.openxmlformats.org/officeDocument/2006/relationships/oleObject" Target="../embeddings/oleObject287.bin"/><Relationship Id="rId10" Type="http://schemas.openxmlformats.org/officeDocument/2006/relationships/image" Target="../media/image155.wmf"/><Relationship Id="rId1" Type="http://schemas.openxmlformats.org/officeDocument/2006/relationships/oleObject" Target="../embeddings/oleObject28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4.wmf"/><Relationship Id="rId8" Type="http://schemas.openxmlformats.org/officeDocument/2006/relationships/oleObject" Target="../embeddings/oleObject305.bin"/><Relationship Id="rId7" Type="http://schemas.openxmlformats.org/officeDocument/2006/relationships/image" Target="../media/image203.wmf"/><Relationship Id="rId6" Type="http://schemas.openxmlformats.org/officeDocument/2006/relationships/oleObject" Target="../embeddings/oleObject304.bin"/><Relationship Id="rId5" Type="http://schemas.openxmlformats.org/officeDocument/2006/relationships/oleObject" Target="../embeddings/oleObject303.bin"/><Relationship Id="rId4" Type="http://schemas.openxmlformats.org/officeDocument/2006/relationships/image" Target="../media/image202.wmf"/><Relationship Id="rId3" Type="http://schemas.openxmlformats.org/officeDocument/2006/relationships/oleObject" Target="../embeddings/oleObject302.bin"/><Relationship Id="rId28" Type="http://schemas.openxmlformats.org/officeDocument/2006/relationships/vmlDrawing" Target="../drawings/vmlDrawing18.vml"/><Relationship Id="rId27" Type="http://schemas.openxmlformats.org/officeDocument/2006/relationships/slideLayout" Target="../slideLayouts/slideLayout13.xml"/><Relationship Id="rId26" Type="http://schemas.openxmlformats.org/officeDocument/2006/relationships/tags" Target="../tags/tag296.xml"/><Relationship Id="rId25" Type="http://schemas.openxmlformats.org/officeDocument/2006/relationships/image" Target="../media/image178.wmf"/><Relationship Id="rId24" Type="http://schemas.openxmlformats.org/officeDocument/2006/relationships/oleObject" Target="../embeddings/oleObject314.bin"/><Relationship Id="rId23" Type="http://schemas.openxmlformats.org/officeDocument/2006/relationships/image" Target="../media/image143.wmf"/><Relationship Id="rId22" Type="http://schemas.openxmlformats.org/officeDocument/2006/relationships/oleObject" Target="../embeddings/oleObject313.bin"/><Relationship Id="rId21" Type="http://schemas.openxmlformats.org/officeDocument/2006/relationships/image" Target="../media/image142.wmf"/><Relationship Id="rId20" Type="http://schemas.openxmlformats.org/officeDocument/2006/relationships/oleObject" Target="../embeddings/oleObject312.bin"/><Relationship Id="rId2" Type="http://schemas.openxmlformats.org/officeDocument/2006/relationships/image" Target="../media/image201.wmf"/><Relationship Id="rId19" Type="http://schemas.openxmlformats.org/officeDocument/2006/relationships/oleObject" Target="../embeddings/oleObject311.bin"/><Relationship Id="rId18" Type="http://schemas.openxmlformats.org/officeDocument/2006/relationships/oleObject" Target="../embeddings/oleObject310.bin"/><Relationship Id="rId17" Type="http://schemas.openxmlformats.org/officeDocument/2006/relationships/image" Target="../media/image208.wmf"/><Relationship Id="rId16" Type="http://schemas.openxmlformats.org/officeDocument/2006/relationships/oleObject" Target="../embeddings/oleObject309.bin"/><Relationship Id="rId15" Type="http://schemas.openxmlformats.org/officeDocument/2006/relationships/image" Target="../media/image207.wmf"/><Relationship Id="rId14" Type="http://schemas.openxmlformats.org/officeDocument/2006/relationships/oleObject" Target="../embeddings/oleObject308.bin"/><Relationship Id="rId13" Type="http://schemas.openxmlformats.org/officeDocument/2006/relationships/image" Target="../media/image206.wmf"/><Relationship Id="rId12" Type="http://schemas.openxmlformats.org/officeDocument/2006/relationships/oleObject" Target="../embeddings/oleObject307.bin"/><Relationship Id="rId11" Type="http://schemas.openxmlformats.org/officeDocument/2006/relationships/image" Target="../media/image205.wmf"/><Relationship Id="rId10" Type="http://schemas.openxmlformats.org/officeDocument/2006/relationships/oleObject" Target="../embeddings/oleObject306.bin"/><Relationship Id="rId1" Type="http://schemas.openxmlformats.org/officeDocument/2006/relationships/oleObject" Target="../embeddings/oleObject301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9.bin"/><Relationship Id="rId8" Type="http://schemas.openxmlformats.org/officeDocument/2006/relationships/image" Target="../media/image211.wmf"/><Relationship Id="rId7" Type="http://schemas.openxmlformats.org/officeDocument/2006/relationships/oleObject" Target="../embeddings/oleObject318.bin"/><Relationship Id="rId6" Type="http://schemas.openxmlformats.org/officeDocument/2006/relationships/image" Target="../media/image210.wmf"/><Relationship Id="rId5" Type="http://schemas.openxmlformats.org/officeDocument/2006/relationships/oleObject" Target="../embeddings/oleObject317.bin"/><Relationship Id="rId43" Type="http://schemas.openxmlformats.org/officeDocument/2006/relationships/vmlDrawing" Target="../drawings/vmlDrawing19.vml"/><Relationship Id="rId42" Type="http://schemas.openxmlformats.org/officeDocument/2006/relationships/slideLayout" Target="../slideLayouts/slideLayout13.xml"/><Relationship Id="rId41" Type="http://schemas.openxmlformats.org/officeDocument/2006/relationships/tags" Target="../tags/tag297.xml"/><Relationship Id="rId40" Type="http://schemas.openxmlformats.org/officeDocument/2006/relationships/image" Target="../media/image178.wmf"/><Relationship Id="rId4" Type="http://schemas.openxmlformats.org/officeDocument/2006/relationships/image" Target="../media/image202.wmf"/><Relationship Id="rId39" Type="http://schemas.openxmlformats.org/officeDocument/2006/relationships/oleObject" Target="../embeddings/oleObject335.bin"/><Relationship Id="rId38" Type="http://schemas.openxmlformats.org/officeDocument/2006/relationships/image" Target="../media/image143.wmf"/><Relationship Id="rId37" Type="http://schemas.openxmlformats.org/officeDocument/2006/relationships/oleObject" Target="../embeddings/oleObject334.bin"/><Relationship Id="rId36" Type="http://schemas.openxmlformats.org/officeDocument/2006/relationships/image" Target="../media/image142.wmf"/><Relationship Id="rId35" Type="http://schemas.openxmlformats.org/officeDocument/2006/relationships/oleObject" Target="../embeddings/oleObject333.bin"/><Relationship Id="rId34" Type="http://schemas.openxmlformats.org/officeDocument/2006/relationships/oleObject" Target="../embeddings/oleObject332.bin"/><Relationship Id="rId33" Type="http://schemas.openxmlformats.org/officeDocument/2006/relationships/image" Target="../media/image223.wmf"/><Relationship Id="rId32" Type="http://schemas.openxmlformats.org/officeDocument/2006/relationships/oleObject" Target="../embeddings/oleObject331.bin"/><Relationship Id="rId31" Type="http://schemas.openxmlformats.org/officeDocument/2006/relationships/image" Target="../media/image222.wmf"/><Relationship Id="rId30" Type="http://schemas.openxmlformats.org/officeDocument/2006/relationships/oleObject" Target="../embeddings/oleObject330.bin"/><Relationship Id="rId3" Type="http://schemas.openxmlformats.org/officeDocument/2006/relationships/oleObject" Target="../embeddings/oleObject316.bin"/><Relationship Id="rId29" Type="http://schemas.openxmlformats.org/officeDocument/2006/relationships/oleObject" Target="../embeddings/oleObject329.bin"/><Relationship Id="rId28" Type="http://schemas.openxmlformats.org/officeDocument/2006/relationships/image" Target="../media/image221.wmf"/><Relationship Id="rId27" Type="http://schemas.openxmlformats.org/officeDocument/2006/relationships/oleObject" Target="../embeddings/oleObject328.bin"/><Relationship Id="rId26" Type="http://schemas.openxmlformats.org/officeDocument/2006/relationships/image" Target="../media/image220.wmf"/><Relationship Id="rId25" Type="http://schemas.openxmlformats.org/officeDocument/2006/relationships/oleObject" Target="../embeddings/oleObject327.bin"/><Relationship Id="rId24" Type="http://schemas.openxmlformats.org/officeDocument/2006/relationships/image" Target="../media/image219.wmf"/><Relationship Id="rId23" Type="http://schemas.openxmlformats.org/officeDocument/2006/relationships/oleObject" Target="../embeddings/oleObject326.bin"/><Relationship Id="rId22" Type="http://schemas.openxmlformats.org/officeDocument/2006/relationships/image" Target="../media/image218.wmf"/><Relationship Id="rId21" Type="http://schemas.openxmlformats.org/officeDocument/2006/relationships/oleObject" Target="../embeddings/oleObject325.bin"/><Relationship Id="rId20" Type="http://schemas.openxmlformats.org/officeDocument/2006/relationships/image" Target="../media/image217.wmf"/><Relationship Id="rId2" Type="http://schemas.openxmlformats.org/officeDocument/2006/relationships/image" Target="../media/image209.wmf"/><Relationship Id="rId19" Type="http://schemas.openxmlformats.org/officeDocument/2006/relationships/oleObject" Target="../embeddings/oleObject324.bin"/><Relationship Id="rId18" Type="http://schemas.openxmlformats.org/officeDocument/2006/relationships/image" Target="../media/image216.wmf"/><Relationship Id="rId17" Type="http://schemas.openxmlformats.org/officeDocument/2006/relationships/oleObject" Target="../embeddings/oleObject323.bin"/><Relationship Id="rId16" Type="http://schemas.openxmlformats.org/officeDocument/2006/relationships/image" Target="../media/image215.wmf"/><Relationship Id="rId15" Type="http://schemas.openxmlformats.org/officeDocument/2006/relationships/oleObject" Target="../embeddings/oleObject322.bin"/><Relationship Id="rId14" Type="http://schemas.openxmlformats.org/officeDocument/2006/relationships/image" Target="../media/image214.wmf"/><Relationship Id="rId13" Type="http://schemas.openxmlformats.org/officeDocument/2006/relationships/oleObject" Target="../embeddings/oleObject321.bin"/><Relationship Id="rId12" Type="http://schemas.openxmlformats.org/officeDocument/2006/relationships/image" Target="../media/image213.wmf"/><Relationship Id="rId11" Type="http://schemas.openxmlformats.org/officeDocument/2006/relationships/oleObject" Target="../embeddings/oleObject320.bin"/><Relationship Id="rId10" Type="http://schemas.openxmlformats.org/officeDocument/2006/relationships/image" Target="../media/image212.wmf"/><Relationship Id="rId1" Type="http://schemas.openxmlformats.org/officeDocument/2006/relationships/oleObject" Target="../embeddings/oleObject31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0.bin"/><Relationship Id="rId8" Type="http://schemas.openxmlformats.org/officeDocument/2006/relationships/image" Target="../media/image227.wmf"/><Relationship Id="rId7" Type="http://schemas.openxmlformats.org/officeDocument/2006/relationships/oleObject" Target="../embeddings/oleObject339.bin"/><Relationship Id="rId6" Type="http://schemas.openxmlformats.org/officeDocument/2006/relationships/image" Target="../media/image226.wmf"/><Relationship Id="rId5" Type="http://schemas.openxmlformats.org/officeDocument/2006/relationships/oleObject" Target="../embeddings/oleObject338.bin"/><Relationship Id="rId4" Type="http://schemas.openxmlformats.org/officeDocument/2006/relationships/image" Target="../media/image225.wmf"/><Relationship Id="rId31" Type="http://schemas.openxmlformats.org/officeDocument/2006/relationships/vmlDrawing" Target="../drawings/vmlDrawing20.vml"/><Relationship Id="rId30" Type="http://schemas.openxmlformats.org/officeDocument/2006/relationships/slideLayout" Target="../slideLayouts/slideLayout13.xml"/><Relationship Id="rId3" Type="http://schemas.openxmlformats.org/officeDocument/2006/relationships/oleObject" Target="../embeddings/oleObject337.bin"/><Relationship Id="rId29" Type="http://schemas.openxmlformats.org/officeDocument/2006/relationships/tags" Target="../tags/tag298.xml"/><Relationship Id="rId28" Type="http://schemas.openxmlformats.org/officeDocument/2006/relationships/image" Target="../media/image163.wmf"/><Relationship Id="rId27" Type="http://schemas.openxmlformats.org/officeDocument/2006/relationships/oleObject" Target="../embeddings/oleObject349.bin"/><Relationship Id="rId26" Type="http://schemas.openxmlformats.org/officeDocument/2006/relationships/image" Target="../media/image143.wmf"/><Relationship Id="rId25" Type="http://schemas.openxmlformats.org/officeDocument/2006/relationships/oleObject" Target="../embeddings/oleObject348.bin"/><Relationship Id="rId24" Type="http://schemas.openxmlformats.org/officeDocument/2006/relationships/image" Target="../media/image198.wmf"/><Relationship Id="rId23" Type="http://schemas.openxmlformats.org/officeDocument/2006/relationships/oleObject" Target="../embeddings/oleObject347.bin"/><Relationship Id="rId22" Type="http://schemas.openxmlformats.org/officeDocument/2006/relationships/image" Target="../media/image234.wmf"/><Relationship Id="rId21" Type="http://schemas.openxmlformats.org/officeDocument/2006/relationships/oleObject" Target="../embeddings/oleObject346.bin"/><Relationship Id="rId20" Type="http://schemas.openxmlformats.org/officeDocument/2006/relationships/image" Target="../media/image233.wmf"/><Relationship Id="rId2" Type="http://schemas.openxmlformats.org/officeDocument/2006/relationships/image" Target="../media/image224.wmf"/><Relationship Id="rId19" Type="http://schemas.openxmlformats.org/officeDocument/2006/relationships/oleObject" Target="../embeddings/oleObject345.bin"/><Relationship Id="rId18" Type="http://schemas.openxmlformats.org/officeDocument/2006/relationships/image" Target="../media/image232.wmf"/><Relationship Id="rId17" Type="http://schemas.openxmlformats.org/officeDocument/2006/relationships/oleObject" Target="../embeddings/oleObject344.bin"/><Relationship Id="rId16" Type="http://schemas.openxmlformats.org/officeDocument/2006/relationships/image" Target="../media/image231.wmf"/><Relationship Id="rId15" Type="http://schemas.openxmlformats.org/officeDocument/2006/relationships/oleObject" Target="../embeddings/oleObject343.bin"/><Relationship Id="rId14" Type="http://schemas.openxmlformats.org/officeDocument/2006/relationships/image" Target="../media/image230.wmf"/><Relationship Id="rId13" Type="http://schemas.openxmlformats.org/officeDocument/2006/relationships/oleObject" Target="../embeddings/oleObject342.bin"/><Relationship Id="rId12" Type="http://schemas.openxmlformats.org/officeDocument/2006/relationships/image" Target="../media/image229.wmf"/><Relationship Id="rId11" Type="http://schemas.openxmlformats.org/officeDocument/2006/relationships/oleObject" Target="../embeddings/oleObject341.bin"/><Relationship Id="rId10" Type="http://schemas.openxmlformats.org/officeDocument/2006/relationships/image" Target="../media/image228.wmf"/><Relationship Id="rId1" Type="http://schemas.openxmlformats.org/officeDocument/2006/relationships/oleObject" Target="../embeddings/oleObject336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4.bin"/><Relationship Id="rId8" Type="http://schemas.openxmlformats.org/officeDocument/2006/relationships/image" Target="../media/image211.wmf"/><Relationship Id="rId7" Type="http://schemas.openxmlformats.org/officeDocument/2006/relationships/oleObject" Target="../embeddings/oleObject353.bin"/><Relationship Id="rId6" Type="http://schemas.openxmlformats.org/officeDocument/2006/relationships/image" Target="../media/image210.wmf"/><Relationship Id="rId5" Type="http://schemas.openxmlformats.org/officeDocument/2006/relationships/oleObject" Target="../embeddings/oleObject352.bin"/><Relationship Id="rId45" Type="http://schemas.openxmlformats.org/officeDocument/2006/relationships/vmlDrawing" Target="../drawings/vmlDrawing21.vml"/><Relationship Id="rId44" Type="http://schemas.openxmlformats.org/officeDocument/2006/relationships/slideLayout" Target="../slideLayouts/slideLayout13.xml"/><Relationship Id="rId43" Type="http://schemas.openxmlformats.org/officeDocument/2006/relationships/tags" Target="../tags/tag299.xml"/><Relationship Id="rId42" Type="http://schemas.openxmlformats.org/officeDocument/2006/relationships/image" Target="../media/image178.wmf"/><Relationship Id="rId41" Type="http://schemas.openxmlformats.org/officeDocument/2006/relationships/oleObject" Target="../embeddings/oleObject371.bin"/><Relationship Id="rId40" Type="http://schemas.openxmlformats.org/officeDocument/2006/relationships/image" Target="../media/image143.wmf"/><Relationship Id="rId4" Type="http://schemas.openxmlformats.org/officeDocument/2006/relationships/image" Target="../media/image235.wmf"/><Relationship Id="rId39" Type="http://schemas.openxmlformats.org/officeDocument/2006/relationships/oleObject" Target="../embeddings/oleObject370.bin"/><Relationship Id="rId38" Type="http://schemas.openxmlformats.org/officeDocument/2006/relationships/image" Target="../media/image142.wmf"/><Relationship Id="rId37" Type="http://schemas.openxmlformats.org/officeDocument/2006/relationships/oleObject" Target="../embeddings/oleObject369.bin"/><Relationship Id="rId36" Type="http://schemas.openxmlformats.org/officeDocument/2006/relationships/image" Target="../media/image248.wmf"/><Relationship Id="rId35" Type="http://schemas.openxmlformats.org/officeDocument/2006/relationships/oleObject" Target="../embeddings/oleObject368.bin"/><Relationship Id="rId34" Type="http://schemas.openxmlformats.org/officeDocument/2006/relationships/image" Target="../media/image247.wmf"/><Relationship Id="rId33" Type="http://schemas.openxmlformats.org/officeDocument/2006/relationships/oleObject" Target="../embeddings/oleObject367.bin"/><Relationship Id="rId32" Type="http://schemas.openxmlformats.org/officeDocument/2006/relationships/oleObject" Target="../embeddings/oleObject366.bin"/><Relationship Id="rId31" Type="http://schemas.openxmlformats.org/officeDocument/2006/relationships/image" Target="../media/image246.wmf"/><Relationship Id="rId30" Type="http://schemas.openxmlformats.org/officeDocument/2006/relationships/oleObject" Target="../embeddings/oleObject365.bin"/><Relationship Id="rId3" Type="http://schemas.openxmlformats.org/officeDocument/2006/relationships/oleObject" Target="../embeddings/oleObject351.bin"/><Relationship Id="rId29" Type="http://schemas.openxmlformats.org/officeDocument/2006/relationships/image" Target="../media/image245.wmf"/><Relationship Id="rId28" Type="http://schemas.openxmlformats.org/officeDocument/2006/relationships/oleObject" Target="../embeddings/oleObject364.bin"/><Relationship Id="rId27" Type="http://schemas.openxmlformats.org/officeDocument/2006/relationships/oleObject" Target="../embeddings/oleObject363.bin"/><Relationship Id="rId26" Type="http://schemas.openxmlformats.org/officeDocument/2006/relationships/image" Target="../media/image244.wmf"/><Relationship Id="rId25" Type="http://schemas.openxmlformats.org/officeDocument/2006/relationships/oleObject" Target="../embeddings/oleObject362.bin"/><Relationship Id="rId24" Type="http://schemas.openxmlformats.org/officeDocument/2006/relationships/image" Target="../media/image243.wmf"/><Relationship Id="rId23" Type="http://schemas.openxmlformats.org/officeDocument/2006/relationships/oleObject" Target="../embeddings/oleObject361.bin"/><Relationship Id="rId22" Type="http://schemas.openxmlformats.org/officeDocument/2006/relationships/image" Target="../media/image242.wmf"/><Relationship Id="rId21" Type="http://schemas.openxmlformats.org/officeDocument/2006/relationships/oleObject" Target="../embeddings/oleObject360.bin"/><Relationship Id="rId20" Type="http://schemas.openxmlformats.org/officeDocument/2006/relationships/image" Target="../media/image241.wmf"/><Relationship Id="rId2" Type="http://schemas.openxmlformats.org/officeDocument/2006/relationships/image" Target="../media/image209.wmf"/><Relationship Id="rId19" Type="http://schemas.openxmlformats.org/officeDocument/2006/relationships/oleObject" Target="../embeddings/oleObject359.bin"/><Relationship Id="rId18" Type="http://schemas.openxmlformats.org/officeDocument/2006/relationships/image" Target="../media/image240.wmf"/><Relationship Id="rId17" Type="http://schemas.openxmlformats.org/officeDocument/2006/relationships/oleObject" Target="../embeddings/oleObject358.bin"/><Relationship Id="rId16" Type="http://schemas.openxmlformats.org/officeDocument/2006/relationships/image" Target="../media/image239.wmf"/><Relationship Id="rId15" Type="http://schemas.openxmlformats.org/officeDocument/2006/relationships/oleObject" Target="../embeddings/oleObject357.bin"/><Relationship Id="rId14" Type="http://schemas.openxmlformats.org/officeDocument/2006/relationships/image" Target="../media/image238.wmf"/><Relationship Id="rId13" Type="http://schemas.openxmlformats.org/officeDocument/2006/relationships/oleObject" Target="../embeddings/oleObject356.bin"/><Relationship Id="rId12" Type="http://schemas.openxmlformats.org/officeDocument/2006/relationships/image" Target="../media/image237.wmf"/><Relationship Id="rId11" Type="http://schemas.openxmlformats.org/officeDocument/2006/relationships/oleObject" Target="../embeddings/oleObject355.bin"/><Relationship Id="rId10" Type="http://schemas.openxmlformats.org/officeDocument/2006/relationships/image" Target="../media/image236.wmf"/><Relationship Id="rId1" Type="http://schemas.openxmlformats.org/officeDocument/2006/relationships/oleObject" Target="../embeddings/oleObject350.bin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6.bin"/><Relationship Id="rId8" Type="http://schemas.openxmlformats.org/officeDocument/2006/relationships/image" Target="../media/image252.wmf"/><Relationship Id="rId7" Type="http://schemas.openxmlformats.org/officeDocument/2006/relationships/oleObject" Target="../embeddings/oleObject375.bin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374.bin"/><Relationship Id="rId46" Type="http://schemas.openxmlformats.org/officeDocument/2006/relationships/vmlDrawing" Target="../drawings/vmlDrawing22.vml"/><Relationship Id="rId45" Type="http://schemas.openxmlformats.org/officeDocument/2006/relationships/slideLayout" Target="../slideLayouts/slideLayout13.xml"/><Relationship Id="rId44" Type="http://schemas.openxmlformats.org/officeDocument/2006/relationships/tags" Target="../tags/tag304.xml"/><Relationship Id="rId43" Type="http://schemas.openxmlformats.org/officeDocument/2006/relationships/image" Target="../media/image267.wmf"/><Relationship Id="rId42" Type="http://schemas.openxmlformats.org/officeDocument/2006/relationships/oleObject" Target="../embeddings/oleObject395.bin"/><Relationship Id="rId41" Type="http://schemas.openxmlformats.org/officeDocument/2006/relationships/image" Target="../media/image266.wmf"/><Relationship Id="rId40" Type="http://schemas.openxmlformats.org/officeDocument/2006/relationships/oleObject" Target="../embeddings/oleObject394.bin"/><Relationship Id="rId4" Type="http://schemas.openxmlformats.org/officeDocument/2006/relationships/image" Target="../media/image250.wmf"/><Relationship Id="rId39" Type="http://schemas.openxmlformats.org/officeDocument/2006/relationships/image" Target="../media/image265.wmf"/><Relationship Id="rId38" Type="http://schemas.openxmlformats.org/officeDocument/2006/relationships/oleObject" Target="../embeddings/oleObject393.bin"/><Relationship Id="rId37" Type="http://schemas.openxmlformats.org/officeDocument/2006/relationships/image" Target="../media/image264.wmf"/><Relationship Id="rId36" Type="http://schemas.openxmlformats.org/officeDocument/2006/relationships/oleObject" Target="../embeddings/oleObject392.bin"/><Relationship Id="rId35" Type="http://schemas.openxmlformats.org/officeDocument/2006/relationships/image" Target="../media/image263.wmf"/><Relationship Id="rId34" Type="http://schemas.openxmlformats.org/officeDocument/2006/relationships/oleObject" Target="../embeddings/oleObject391.bin"/><Relationship Id="rId33" Type="http://schemas.openxmlformats.org/officeDocument/2006/relationships/image" Target="../media/image262.wmf"/><Relationship Id="rId32" Type="http://schemas.openxmlformats.org/officeDocument/2006/relationships/oleObject" Target="../embeddings/oleObject390.bin"/><Relationship Id="rId31" Type="http://schemas.openxmlformats.org/officeDocument/2006/relationships/image" Target="../media/image261.wmf"/><Relationship Id="rId30" Type="http://schemas.openxmlformats.org/officeDocument/2006/relationships/oleObject" Target="../embeddings/oleObject389.bin"/><Relationship Id="rId3" Type="http://schemas.openxmlformats.org/officeDocument/2006/relationships/oleObject" Target="../embeddings/oleObject373.bin"/><Relationship Id="rId29" Type="http://schemas.openxmlformats.org/officeDocument/2006/relationships/image" Target="../media/image260.wmf"/><Relationship Id="rId28" Type="http://schemas.openxmlformats.org/officeDocument/2006/relationships/oleObject" Target="../embeddings/oleObject388.bin"/><Relationship Id="rId27" Type="http://schemas.openxmlformats.org/officeDocument/2006/relationships/image" Target="../media/image259.wmf"/><Relationship Id="rId26" Type="http://schemas.openxmlformats.org/officeDocument/2006/relationships/oleObject" Target="../embeddings/oleObject387.bin"/><Relationship Id="rId25" Type="http://schemas.openxmlformats.org/officeDocument/2006/relationships/oleObject" Target="../embeddings/oleObject386.bin"/><Relationship Id="rId24" Type="http://schemas.openxmlformats.org/officeDocument/2006/relationships/image" Target="../media/image258.wmf"/><Relationship Id="rId23" Type="http://schemas.openxmlformats.org/officeDocument/2006/relationships/oleObject" Target="../embeddings/oleObject385.bin"/><Relationship Id="rId22" Type="http://schemas.openxmlformats.org/officeDocument/2006/relationships/image" Target="../media/image257.wmf"/><Relationship Id="rId21" Type="http://schemas.openxmlformats.org/officeDocument/2006/relationships/oleObject" Target="../embeddings/oleObject384.bin"/><Relationship Id="rId20" Type="http://schemas.openxmlformats.org/officeDocument/2006/relationships/image" Target="../media/image256.wmf"/><Relationship Id="rId2" Type="http://schemas.openxmlformats.org/officeDocument/2006/relationships/image" Target="../media/image249.wmf"/><Relationship Id="rId19" Type="http://schemas.openxmlformats.org/officeDocument/2006/relationships/oleObject" Target="../embeddings/oleObject383.bin"/><Relationship Id="rId18" Type="http://schemas.openxmlformats.org/officeDocument/2006/relationships/oleObject" Target="../embeddings/oleObject382.bin"/><Relationship Id="rId17" Type="http://schemas.openxmlformats.org/officeDocument/2006/relationships/oleObject" Target="../embeddings/oleObject381.bin"/><Relationship Id="rId16" Type="http://schemas.openxmlformats.org/officeDocument/2006/relationships/image" Target="../media/image255.wmf"/><Relationship Id="rId15" Type="http://schemas.openxmlformats.org/officeDocument/2006/relationships/oleObject" Target="../embeddings/oleObject380.bin"/><Relationship Id="rId14" Type="http://schemas.openxmlformats.org/officeDocument/2006/relationships/image" Target="../media/image254.wmf"/><Relationship Id="rId13" Type="http://schemas.openxmlformats.org/officeDocument/2006/relationships/oleObject" Target="../embeddings/oleObject379.bin"/><Relationship Id="rId12" Type="http://schemas.openxmlformats.org/officeDocument/2006/relationships/oleObject" Target="../embeddings/oleObject378.bin"/><Relationship Id="rId11" Type="http://schemas.openxmlformats.org/officeDocument/2006/relationships/oleObject" Target="../embeddings/oleObject377.bin"/><Relationship Id="rId10" Type="http://schemas.openxmlformats.org/officeDocument/2006/relationships/image" Target="../media/image253.wmf"/><Relationship Id="rId1" Type="http://schemas.openxmlformats.org/officeDocument/2006/relationships/oleObject" Target="../embeddings/oleObject372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9.wmf"/><Relationship Id="rId8" Type="http://schemas.openxmlformats.org/officeDocument/2006/relationships/oleObject" Target="../embeddings/oleObject399.bin"/><Relationship Id="rId7" Type="http://schemas.openxmlformats.org/officeDocument/2006/relationships/image" Target="../media/image160.jpeg"/><Relationship Id="rId6" Type="http://schemas.openxmlformats.org/officeDocument/2006/relationships/image" Target="../media/image253.wmf"/><Relationship Id="rId5" Type="http://schemas.openxmlformats.org/officeDocument/2006/relationships/oleObject" Target="../embeddings/oleObject398.bin"/><Relationship Id="rId4" Type="http://schemas.openxmlformats.org/officeDocument/2006/relationships/image" Target="../media/image252.wmf"/><Relationship Id="rId37" Type="http://schemas.openxmlformats.org/officeDocument/2006/relationships/vmlDrawing" Target="../drawings/vmlDrawing23.v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305.xml"/><Relationship Id="rId34" Type="http://schemas.openxmlformats.org/officeDocument/2006/relationships/image" Target="../media/image281.wmf"/><Relationship Id="rId33" Type="http://schemas.openxmlformats.org/officeDocument/2006/relationships/oleObject" Target="../embeddings/oleObject412.bin"/><Relationship Id="rId32" Type="http://schemas.openxmlformats.org/officeDocument/2006/relationships/image" Target="../media/image280.wmf"/><Relationship Id="rId31" Type="http://schemas.openxmlformats.org/officeDocument/2006/relationships/oleObject" Target="../embeddings/oleObject411.bin"/><Relationship Id="rId30" Type="http://schemas.openxmlformats.org/officeDocument/2006/relationships/image" Target="../media/image279.wmf"/><Relationship Id="rId3" Type="http://schemas.openxmlformats.org/officeDocument/2006/relationships/oleObject" Target="../embeddings/oleObject397.bin"/><Relationship Id="rId29" Type="http://schemas.openxmlformats.org/officeDocument/2006/relationships/oleObject" Target="../embeddings/oleObject410.bin"/><Relationship Id="rId28" Type="http://schemas.openxmlformats.org/officeDocument/2006/relationships/image" Target="../media/image278.wmf"/><Relationship Id="rId27" Type="http://schemas.openxmlformats.org/officeDocument/2006/relationships/oleObject" Target="../embeddings/oleObject409.bin"/><Relationship Id="rId26" Type="http://schemas.openxmlformats.org/officeDocument/2006/relationships/image" Target="../media/image277.wmf"/><Relationship Id="rId25" Type="http://schemas.openxmlformats.org/officeDocument/2006/relationships/oleObject" Target="../embeddings/oleObject408.bin"/><Relationship Id="rId24" Type="http://schemas.openxmlformats.org/officeDocument/2006/relationships/image" Target="../media/image276.wmf"/><Relationship Id="rId23" Type="http://schemas.openxmlformats.org/officeDocument/2006/relationships/oleObject" Target="../embeddings/oleObject407.bin"/><Relationship Id="rId22" Type="http://schemas.openxmlformats.org/officeDocument/2006/relationships/image" Target="../media/image275.wmf"/><Relationship Id="rId21" Type="http://schemas.openxmlformats.org/officeDocument/2006/relationships/oleObject" Target="../embeddings/oleObject406.bin"/><Relationship Id="rId20" Type="http://schemas.openxmlformats.org/officeDocument/2006/relationships/image" Target="../media/image274.wmf"/><Relationship Id="rId2" Type="http://schemas.openxmlformats.org/officeDocument/2006/relationships/image" Target="../media/image268.wmf"/><Relationship Id="rId19" Type="http://schemas.openxmlformats.org/officeDocument/2006/relationships/oleObject" Target="../embeddings/oleObject405.bin"/><Relationship Id="rId18" Type="http://schemas.openxmlformats.org/officeDocument/2006/relationships/image" Target="../media/image273.wmf"/><Relationship Id="rId17" Type="http://schemas.openxmlformats.org/officeDocument/2006/relationships/oleObject" Target="../embeddings/oleObject404.bin"/><Relationship Id="rId16" Type="http://schemas.openxmlformats.org/officeDocument/2006/relationships/image" Target="../media/image272.wmf"/><Relationship Id="rId15" Type="http://schemas.openxmlformats.org/officeDocument/2006/relationships/oleObject" Target="../embeddings/oleObject403.bin"/><Relationship Id="rId14" Type="http://schemas.openxmlformats.org/officeDocument/2006/relationships/oleObject" Target="../embeddings/oleObject402.bin"/><Relationship Id="rId13" Type="http://schemas.openxmlformats.org/officeDocument/2006/relationships/image" Target="../media/image271.wmf"/><Relationship Id="rId12" Type="http://schemas.openxmlformats.org/officeDocument/2006/relationships/oleObject" Target="../embeddings/oleObject401.bin"/><Relationship Id="rId11" Type="http://schemas.openxmlformats.org/officeDocument/2006/relationships/image" Target="../media/image270.wmf"/><Relationship Id="rId10" Type="http://schemas.openxmlformats.org/officeDocument/2006/relationships/oleObject" Target="../embeddings/oleObject400.bin"/><Relationship Id="rId1" Type="http://schemas.openxmlformats.org/officeDocument/2006/relationships/oleObject" Target="../embeddings/oleObject396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318.xml"/><Relationship Id="rId12" Type="http://schemas.openxmlformats.org/officeDocument/2006/relationships/tags" Target="../tags/tag317.xml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tags" Target="../tags/tag30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325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tags" Target="../tags/tag3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877695" y="4475480"/>
            <a:ext cx="61461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幂    级    数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221158" y="4298648"/>
            <a:ext cx="574269" cy="56132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71006" y="1619927"/>
            <a:ext cx="0" cy="6158263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6"/>
            </p:custDataLst>
          </p:nvPr>
        </p:nvSpPr>
        <p:spPr>
          <a:xfrm>
            <a:off x="6591855" y="1605914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幂级数的概念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7"/>
            </p:custDataLst>
          </p:nvPr>
        </p:nvSpPr>
        <p:spPr>
          <a:xfrm>
            <a:off x="6591855" y="2125518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幂级数的概念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幂级数的收敛定理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8"/>
            </p:custDataLst>
          </p:nvPr>
        </p:nvSpPr>
        <p:spPr>
          <a:xfrm>
            <a:off x="6591855" y="3279147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收敛半径与收敛圆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9"/>
            </p:custDataLst>
          </p:nvPr>
        </p:nvSpPr>
        <p:spPr>
          <a:xfrm>
            <a:off x="6566455" y="3777588"/>
            <a:ext cx="5766132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收敛半径与收敛圆</a:t>
            </a: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的定义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0"/>
            </p:custDataLst>
          </p:nvPr>
        </p:nvSpPr>
        <p:spPr>
          <a:xfrm>
            <a:off x="6505495" y="4825379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收敛半径的求法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>
            <p:custDataLst>
              <p:tags r:id="rId11"/>
            </p:custDataLst>
          </p:nvPr>
        </p:nvSpPr>
        <p:spPr>
          <a:xfrm>
            <a:off x="6480095" y="5323612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比值法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根值</a:t>
            </a: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法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1966521" y="3994005"/>
            <a:ext cx="3074165" cy="906813"/>
          </a:xfrm>
          <a:prstGeom prst="rect">
            <a:avLst/>
          </a:prstGeom>
          <a:noFill/>
        </p:spPr>
        <p:txBody>
          <a:bodyPr wrap="square" lIns="106218" tIns="55233" rIns="106218" bIns="0" rtlCol="0" anchor="b" anchorCtr="0">
            <a:normAutofit/>
          </a:bodyPr>
          <a:lstStyle/>
          <a:p>
            <a:r>
              <a:rPr lang="zh-CN" altLang="en-US" sz="51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  <a:endParaRPr lang="zh-CN" altLang="en-US" sz="5195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1966522" y="4938663"/>
            <a:ext cx="3074171" cy="906813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lstStyle/>
          <a:p>
            <a:r>
              <a:rPr lang="en-US" altLang="zh-CN" sz="51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Contents</a:t>
            </a:r>
            <a:endParaRPr lang="en-US" altLang="zh-CN" sz="5195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框 5"/>
          <p:cNvSpPr txBox="1"/>
          <p:nvPr>
            <p:custDataLst>
              <p:tags r:id="rId14"/>
            </p:custDataLst>
          </p:nvPr>
        </p:nvSpPr>
        <p:spPr>
          <a:xfrm>
            <a:off x="5694035" y="1663411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5"/>
          <p:cNvSpPr txBox="1"/>
          <p:nvPr>
            <p:custDataLst>
              <p:tags r:id="rId15"/>
            </p:custDataLst>
          </p:nvPr>
        </p:nvSpPr>
        <p:spPr>
          <a:xfrm>
            <a:off x="5742748" y="3292968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5"/>
          <p:cNvSpPr txBox="1"/>
          <p:nvPr>
            <p:custDataLst>
              <p:tags r:id="rId16"/>
            </p:custDataLst>
          </p:nvPr>
        </p:nvSpPr>
        <p:spPr>
          <a:xfrm>
            <a:off x="5668379" y="4898948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6505495" y="6532894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幂级数的运算与性质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8"/>
            </p:custDataLst>
          </p:nvPr>
        </p:nvSpPr>
        <p:spPr>
          <a:xfrm>
            <a:off x="6505495" y="7052082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幂级数的运算定理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幂级数和函数的性质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5"/>
          <p:cNvSpPr txBox="1"/>
          <p:nvPr>
            <p:custDataLst>
              <p:tags r:id="rId19"/>
            </p:custDataLst>
          </p:nvPr>
        </p:nvSpPr>
        <p:spPr>
          <a:xfrm>
            <a:off x="5668379" y="6606463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4.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765439" y="4919412"/>
            <a:ext cx="5235485" cy="57981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幂级数的概念</a:t>
            </a:r>
            <a:endParaRPr lang="zh-CN" altLang="en-US" sz="48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089747" y="446242"/>
            <a:ext cx="4322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、复变函数项级数的定义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12470" y="964565"/>
            <a:ext cx="6824345" cy="683260"/>
            <a:chOff x="1122" y="1519"/>
            <a:chExt cx="10747" cy="1076"/>
          </a:xfrm>
        </p:grpSpPr>
        <p:sp>
          <p:nvSpPr>
            <p:cNvPr id="31" name="文本框 2"/>
            <p:cNvSpPr txBox="1"/>
            <p:nvPr/>
          </p:nvSpPr>
          <p:spPr>
            <a:xfrm>
              <a:off x="1122" y="1519"/>
              <a:ext cx="10747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                           为一个复变函数列，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15" name="Object 23"/>
            <p:cNvGraphicFramePr>
              <a:graphicFrameLocks noChangeAspect="1"/>
            </p:cNvGraphicFramePr>
            <p:nvPr/>
          </p:nvGraphicFramePr>
          <p:xfrm>
            <a:off x="2175" y="1535"/>
            <a:ext cx="4557" cy="10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" name="Equation" r:id="rId1" imgW="28346400" imgH="5486400" progId="Equation.DSMT4">
                    <p:embed/>
                  </p:oleObj>
                </mc:Choice>
                <mc:Fallback>
                  <p:oleObj name="Equation" r:id="rId1" imgW="28346400" imgH="5486400" progId="Equation.DSMT4">
                    <p:embed/>
                    <p:pic>
                      <p:nvPicPr>
                        <p:cNvPr id="0" name="图片 20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75" y="1535"/>
                          <a:ext cx="4557" cy="10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" name="文本框 2"/>
          <p:cNvSpPr txBox="1"/>
          <p:nvPr/>
        </p:nvSpPr>
        <p:spPr>
          <a:xfrm>
            <a:off x="610763" y="1765553"/>
            <a:ext cx="340423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为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</a:rPr>
              <a:t>复变函数项级数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9428" name="Object 36"/>
          <p:cNvGraphicFramePr>
            <a:graphicFrameLocks noChangeAspect="1"/>
          </p:cNvGraphicFramePr>
          <p:nvPr/>
        </p:nvGraphicFramePr>
        <p:xfrm>
          <a:off x="8284845" y="964565"/>
          <a:ext cx="4353560" cy="668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42976800" imgH="5486400" progId="Equation.DSMT4">
                  <p:embed/>
                </p:oleObj>
              </mc:Choice>
              <mc:Fallback>
                <p:oleObj name="Equation" r:id="rId3" imgW="42976800" imgH="54864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84845" y="964565"/>
                        <a:ext cx="4353560" cy="668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9" name="Object 37"/>
          <p:cNvGraphicFramePr>
            <a:graphicFrameLocks noChangeAspect="1"/>
          </p:cNvGraphicFramePr>
          <p:nvPr/>
        </p:nvGraphicFramePr>
        <p:xfrm>
          <a:off x="5083175" y="1469390"/>
          <a:ext cx="1490345" cy="1193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15544800" imgH="10363200" progId="Equation.DSMT4">
                  <p:embed/>
                </p:oleObj>
              </mc:Choice>
              <mc:Fallback>
                <p:oleObj name="Equation" r:id="rId5" imgW="15544800" imgH="103632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83175" y="1469390"/>
                        <a:ext cx="1490345" cy="1193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0" name="Object 38"/>
          <p:cNvGraphicFramePr>
            <a:graphicFrameLocks noChangeAspect="1"/>
          </p:cNvGraphicFramePr>
          <p:nvPr/>
        </p:nvGraphicFramePr>
        <p:xfrm>
          <a:off x="4009390" y="2665730"/>
          <a:ext cx="4148455" cy="63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42976800" imgH="5486400" progId="Equation.DSMT4">
                  <p:embed/>
                </p:oleObj>
              </mc:Choice>
              <mc:Fallback>
                <p:oleObj name="Equation" r:id="rId7" imgW="42976800" imgH="54864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9390" y="2665730"/>
                        <a:ext cx="4148455" cy="636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1" name="Object 39"/>
          <p:cNvGraphicFramePr>
            <a:graphicFrameLocks noChangeAspect="1"/>
          </p:cNvGraphicFramePr>
          <p:nvPr/>
        </p:nvGraphicFramePr>
        <p:xfrm>
          <a:off x="2239010" y="2374900"/>
          <a:ext cx="1581785" cy="113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8" imgW="17373600" imgH="10363200" progId="Equation.DSMT4">
                  <p:embed/>
                </p:oleObj>
              </mc:Choice>
              <mc:Fallback>
                <p:oleObj name="Equation" r:id="rId8" imgW="17373600" imgH="103632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39010" y="2374900"/>
                        <a:ext cx="1581785" cy="1134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649605" y="3439795"/>
            <a:ext cx="2871470" cy="920750"/>
            <a:chOff x="1023" y="5417"/>
            <a:chExt cx="4522" cy="1450"/>
          </a:xfrm>
        </p:grpSpPr>
        <p:sp>
          <p:nvSpPr>
            <p:cNvPr id="2" name="文本框 2"/>
            <p:cNvSpPr txBox="1"/>
            <p:nvPr/>
          </p:nvSpPr>
          <p:spPr>
            <a:xfrm>
              <a:off x="1023" y="5745"/>
              <a:ext cx="4523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收敛，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33" name="Object 41"/>
            <p:cNvGraphicFramePr>
              <a:graphicFrameLocks noChangeAspect="1"/>
            </p:cNvGraphicFramePr>
            <p:nvPr/>
          </p:nvGraphicFramePr>
          <p:xfrm>
            <a:off x="1840" y="5417"/>
            <a:ext cx="1918" cy="1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10" imgW="685800" imgH="431800" progId="Equation.DSMT4">
                    <p:embed/>
                  </p:oleObj>
                </mc:Choice>
                <mc:Fallback>
                  <p:oleObj name="Equation" r:id="rId10" imgW="685800" imgH="431800" progId="Equation.DSMT4">
                    <p:embed/>
                    <p:pic>
                      <p:nvPicPr>
                        <p:cNvPr id="0" name="图片 20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840" y="5417"/>
                          <a:ext cx="1918" cy="14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3297555" y="3368675"/>
            <a:ext cx="4865370" cy="1139190"/>
            <a:chOff x="5193" y="5305"/>
            <a:chExt cx="7662" cy="1794"/>
          </a:xfrm>
        </p:grpSpPr>
        <p:sp>
          <p:nvSpPr>
            <p:cNvPr id="24" name="文本框 2"/>
            <p:cNvSpPr txBox="1"/>
            <p:nvPr/>
          </p:nvSpPr>
          <p:spPr>
            <a:xfrm>
              <a:off x="5193" y="5786"/>
              <a:ext cx="7662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为     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收敛点；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34" name="Object 42"/>
            <p:cNvGraphicFramePr>
              <a:graphicFrameLocks noChangeAspect="1"/>
            </p:cNvGraphicFramePr>
            <p:nvPr/>
          </p:nvGraphicFramePr>
          <p:xfrm>
            <a:off x="6556" y="5674"/>
            <a:ext cx="660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12" imgW="3962400" imgH="5486400" progId="Equation.DSMT4">
                    <p:embed/>
                  </p:oleObj>
                </mc:Choice>
                <mc:Fallback>
                  <p:oleObj name="Equation" r:id="rId12" imgW="3962400" imgH="54864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556" y="5674"/>
                          <a:ext cx="660" cy="10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35" name="Object 43"/>
            <p:cNvGraphicFramePr>
              <a:graphicFrameLocks noChangeAspect="1"/>
            </p:cNvGraphicFramePr>
            <p:nvPr/>
          </p:nvGraphicFramePr>
          <p:xfrm>
            <a:off x="7724" y="5305"/>
            <a:ext cx="2110" cy="1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Equation" r:id="rId14" imgW="14630400" imgH="10363200" progId="Equation.DSMT4">
                    <p:embed/>
                  </p:oleObj>
                </mc:Choice>
                <mc:Fallback>
                  <p:oleObj name="Equation" r:id="rId14" imgW="14630400" imgH="10363200" progId="Equation.DSMT4">
                    <p:embed/>
                    <p:pic>
                      <p:nvPicPr>
                        <p:cNvPr id="0" name="图片 20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724" y="5305"/>
                          <a:ext cx="2110" cy="17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8208645" y="3535680"/>
            <a:ext cx="2985770" cy="862330"/>
            <a:chOff x="12927" y="5568"/>
            <a:chExt cx="4702" cy="1358"/>
          </a:xfrm>
        </p:grpSpPr>
        <p:sp>
          <p:nvSpPr>
            <p:cNvPr id="44" name="文本框 2"/>
            <p:cNvSpPr txBox="1"/>
            <p:nvPr/>
          </p:nvSpPr>
          <p:spPr>
            <a:xfrm>
              <a:off x="12927" y="5783"/>
              <a:ext cx="4702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 发散，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5" name="Object 41"/>
            <p:cNvGraphicFramePr>
              <a:graphicFrameLocks noChangeAspect="1"/>
            </p:cNvGraphicFramePr>
            <p:nvPr/>
          </p:nvGraphicFramePr>
          <p:xfrm>
            <a:off x="13801" y="5568"/>
            <a:ext cx="1828" cy="1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Equation" r:id="rId16" imgW="698500" imgH="431800" progId="Equation.DSMT4">
                    <p:embed/>
                  </p:oleObj>
                </mc:Choice>
                <mc:Fallback>
                  <p:oleObj name="Equation" r:id="rId16" imgW="698500" imgH="431800" progId="Equation.DSMT4">
                    <p:embed/>
                    <p:pic>
                      <p:nvPicPr>
                        <p:cNvPr id="0" name="图片 20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801" y="5568"/>
                          <a:ext cx="1828" cy="13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"/>
          <p:cNvSpPr txBox="1"/>
          <p:nvPr/>
        </p:nvSpPr>
        <p:spPr>
          <a:xfrm>
            <a:off x="7374549" y="974785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则称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4009575" y="1765299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记作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6736900" y="1845064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即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61155" y="4361180"/>
            <a:ext cx="8263890" cy="1256030"/>
            <a:chOff x="6553" y="6868"/>
            <a:chExt cx="13014" cy="1978"/>
          </a:xfrm>
        </p:grpSpPr>
        <p:sp>
          <p:nvSpPr>
            <p:cNvPr id="5" name="文本框 2"/>
            <p:cNvSpPr txBox="1"/>
            <p:nvPr/>
          </p:nvSpPr>
          <p:spPr>
            <a:xfrm>
              <a:off x="6553" y="7487"/>
              <a:ext cx="13014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的收敛点的全体，称为     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收敛域。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" name="Object 43"/>
            <p:cNvGraphicFramePr>
              <a:graphicFrameLocks noChangeAspect="1"/>
            </p:cNvGraphicFramePr>
            <p:nvPr/>
          </p:nvGraphicFramePr>
          <p:xfrm>
            <a:off x="6637" y="6962"/>
            <a:ext cx="2214" cy="18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Equation" r:id="rId18" imgW="14630400" imgH="10363200" progId="Equation.DSMT4">
                    <p:embed/>
                  </p:oleObj>
                </mc:Choice>
                <mc:Fallback>
                  <p:oleObj name="Equation" r:id="rId18" imgW="14630400" imgH="10363200" progId="Equation.DSMT4">
                    <p:embed/>
                    <p:pic>
                      <p:nvPicPr>
                        <p:cNvPr id="0" name="图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637" y="6962"/>
                          <a:ext cx="2214" cy="18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40" name="Object 48"/>
            <p:cNvGraphicFramePr>
              <a:graphicFrameLocks noChangeAspect="1"/>
            </p:cNvGraphicFramePr>
            <p:nvPr/>
          </p:nvGraphicFramePr>
          <p:xfrm>
            <a:off x="14375" y="6868"/>
            <a:ext cx="2214" cy="18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19" imgW="14630400" imgH="10363200" progId="Equation.DSMT4">
                    <p:embed/>
                  </p:oleObj>
                </mc:Choice>
                <mc:Fallback>
                  <p:oleObj name="Equation" r:id="rId19" imgW="14630400" imgH="10363200" progId="Equation.DSMT4">
                    <p:embed/>
                    <p:pic>
                      <p:nvPicPr>
                        <p:cNvPr id="0" name="图片 30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375" y="6868"/>
                          <a:ext cx="2214" cy="18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43"/>
          <p:cNvGraphicFramePr>
            <a:graphicFrameLocks noChangeAspect="1"/>
          </p:cNvGraphicFramePr>
          <p:nvPr/>
        </p:nvGraphicFramePr>
        <p:xfrm>
          <a:off x="697518" y="5593915"/>
          <a:ext cx="1546225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20" imgW="14630400" imgH="10363200" progId="Equation.DSMT4">
                  <p:embed/>
                </p:oleObj>
              </mc:Choice>
              <mc:Fallback>
                <p:oleObj name="Equation" r:id="rId20" imgW="14630400" imgH="103632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7518" y="5593915"/>
                        <a:ext cx="1546225" cy="1316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739415" y="5921348"/>
            <a:ext cx="76085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在收敛域的任意一点上都收敛，且其和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8104145" y="5921358"/>
            <a:ext cx="315785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是收敛域上的函数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43"/>
          <p:cNvGraphicFramePr>
            <a:graphicFrameLocks noChangeAspect="1"/>
          </p:cNvGraphicFramePr>
          <p:nvPr/>
        </p:nvGraphicFramePr>
        <p:xfrm>
          <a:off x="11151529" y="5876908"/>
          <a:ext cx="9334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21" imgW="8839200" imgH="4876800" progId="Equation.DSMT4">
                  <p:embed/>
                </p:oleObj>
              </mc:Choice>
              <mc:Fallback>
                <p:oleObj name="Equation" r:id="rId21" imgW="8839200" imgH="487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151529" y="5876908"/>
                        <a:ext cx="933450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/>
          <p:cNvSpPr txBox="1"/>
          <p:nvPr/>
        </p:nvSpPr>
        <p:spPr>
          <a:xfrm>
            <a:off x="739434" y="6909533"/>
            <a:ext cx="458406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称此函数为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级数的和函数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064240" y="3564890"/>
            <a:ext cx="1720850" cy="697230"/>
            <a:chOff x="17424" y="5614"/>
            <a:chExt cx="2710" cy="1098"/>
          </a:xfrm>
        </p:grpSpPr>
        <p:sp>
          <p:nvSpPr>
            <p:cNvPr id="7" name="文本框 2"/>
            <p:cNvSpPr txBox="1"/>
            <p:nvPr/>
          </p:nvSpPr>
          <p:spPr>
            <a:xfrm>
              <a:off x="17424" y="5726"/>
              <a:ext cx="271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为 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" name="Object 42"/>
            <p:cNvGraphicFramePr>
              <a:graphicFrameLocks noChangeAspect="1"/>
            </p:cNvGraphicFramePr>
            <p:nvPr/>
          </p:nvGraphicFramePr>
          <p:xfrm>
            <a:off x="18787" y="5614"/>
            <a:ext cx="660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23" imgW="3962400" imgH="5486400" progId="Equation.DSMT4">
                    <p:embed/>
                  </p:oleObj>
                </mc:Choice>
                <mc:Fallback>
                  <p:oleObj name="Equation" r:id="rId23" imgW="3962400" imgH="54864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8787" y="5614"/>
                          <a:ext cx="660" cy="10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43"/>
          <p:cNvGraphicFramePr>
            <a:graphicFrameLocks noChangeAspect="1"/>
          </p:cNvGraphicFramePr>
          <p:nvPr/>
        </p:nvGraphicFramePr>
        <p:xfrm>
          <a:off x="906780" y="4398645"/>
          <a:ext cx="13398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4" imgW="14630400" imgH="10363200" progId="Equation.DSMT4">
                  <p:embed/>
                </p:oleObj>
              </mc:Choice>
              <mc:Fallback>
                <p:oleObj name="Equation" r:id="rId24" imgW="14630400" imgH="103632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06780" y="4398645"/>
                        <a:ext cx="1339850" cy="1139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2136617" y="4723182"/>
            <a:ext cx="20935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的</a:t>
            </a:r>
            <a:r>
              <a:rPr lang="zh-CN" altLang="en-US" sz="2800" b="1" i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发散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点；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文本框 2"/>
          <p:cNvSpPr txBox="1"/>
          <p:nvPr/>
        </p:nvSpPr>
        <p:spPr>
          <a:xfrm>
            <a:off x="739442" y="7713010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例如，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6" name="Object 43"/>
          <p:cNvGraphicFramePr>
            <a:graphicFrameLocks noChangeAspect="1"/>
          </p:cNvGraphicFramePr>
          <p:nvPr/>
        </p:nvGraphicFramePr>
        <p:xfrm>
          <a:off x="1863365" y="7731809"/>
          <a:ext cx="93345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25" imgW="8839200" imgH="10363200" progId="Equation.DSMT4">
                  <p:embed/>
                </p:oleObj>
              </mc:Choice>
              <mc:Fallback>
                <p:oleObj name="Equation" r:id="rId25" imgW="8839200" imgH="103632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63365" y="7731809"/>
                        <a:ext cx="933450" cy="1316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2755096" y="8093090"/>
            <a:ext cx="1977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的收敛域为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4" name="Object 43"/>
          <p:cNvGraphicFramePr>
            <a:graphicFrameLocks noChangeAspect="1"/>
          </p:cNvGraphicFramePr>
          <p:nvPr/>
        </p:nvGraphicFramePr>
        <p:xfrm>
          <a:off x="4688840" y="8134350"/>
          <a:ext cx="884555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27" imgW="419100" imgH="203200" progId="Equation.DSMT4">
                  <p:embed/>
                </p:oleObj>
              </mc:Choice>
              <mc:Fallback>
                <p:oleObj name="Equation" r:id="rId27" imgW="419100" imgH="2032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688840" y="8134350"/>
                        <a:ext cx="884555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3"/>
          <p:cNvGraphicFramePr>
            <a:graphicFrameLocks noChangeAspect="1"/>
          </p:cNvGraphicFramePr>
          <p:nvPr/>
        </p:nvGraphicFramePr>
        <p:xfrm>
          <a:off x="5803540" y="7699265"/>
          <a:ext cx="93345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29" imgW="8839200" imgH="10363200" progId="Equation.DSMT4">
                  <p:embed/>
                </p:oleObj>
              </mc:Choice>
              <mc:Fallback>
                <p:oleObj name="Equation" r:id="rId29" imgW="8839200" imgH="103632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803540" y="7699265"/>
                        <a:ext cx="933450" cy="1316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6765756" y="8150716"/>
            <a:ext cx="1977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的和函数为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6" name="Object 43"/>
          <p:cNvGraphicFramePr>
            <a:graphicFrameLocks noChangeAspect="1"/>
          </p:cNvGraphicFramePr>
          <p:nvPr/>
        </p:nvGraphicFramePr>
        <p:xfrm>
          <a:off x="8743315" y="7890510"/>
          <a:ext cx="1372235" cy="93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0" imgW="368300" imgH="393700" progId="Equation.DSMT4">
                  <p:embed/>
                </p:oleObj>
              </mc:Choice>
              <mc:Fallback>
                <p:oleObj name="Equation" r:id="rId30" imgW="368300" imgH="3937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743315" y="7890510"/>
                        <a:ext cx="1372235" cy="934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4" grpId="0"/>
      <p:bldP spid="22" grpId="0"/>
      <p:bldP spid="23" grpId="0"/>
      <p:bldP spid="12" grpId="0"/>
      <p:bldP spid="29" grpId="0"/>
      <p:bldP spid="30" grpId="0"/>
      <p:bldP spid="33" grpId="0"/>
      <p:bldP spid="25" grpId="0"/>
      <p:bldP spid="2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3380" y="482600"/>
            <a:ext cx="13644880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01021" y="1341503"/>
            <a:ext cx="2897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、幂级数的定义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155" name="Object 19"/>
          <p:cNvGraphicFramePr>
            <a:graphicFrameLocks noChangeAspect="1"/>
          </p:cNvGraphicFramePr>
          <p:nvPr/>
        </p:nvGraphicFramePr>
        <p:xfrm>
          <a:off x="4557395" y="2775585"/>
          <a:ext cx="7030720" cy="681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3098800" imgH="241300" progId="Equation.DSMT4">
                  <p:embed/>
                </p:oleObj>
              </mc:Choice>
              <mc:Fallback>
                <p:oleObj name="Equation" r:id="rId1" imgW="3098800" imgH="2413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57395" y="2775585"/>
                        <a:ext cx="7030720" cy="681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100320" y="3780155"/>
            <a:ext cx="6231890" cy="619760"/>
            <a:chOff x="1951" y="5513"/>
            <a:chExt cx="9814" cy="976"/>
          </a:xfrm>
        </p:grpSpPr>
        <p:sp>
          <p:nvSpPr>
            <p:cNvPr id="29" name="文本框 2"/>
            <p:cNvSpPr txBox="1"/>
            <p:nvPr/>
          </p:nvSpPr>
          <p:spPr>
            <a:xfrm>
              <a:off x="1951" y="5525"/>
              <a:ext cx="9814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其中                                为复常数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1157" name="Object 21"/>
            <p:cNvGraphicFramePr>
              <a:graphicFrameLocks noChangeAspect="1"/>
            </p:cNvGraphicFramePr>
            <p:nvPr/>
          </p:nvGraphicFramePr>
          <p:xfrm>
            <a:off x="3555" y="5513"/>
            <a:ext cx="5400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3" imgW="1435100" imgH="228600" progId="Equation.DSMT4">
                    <p:embed/>
                  </p:oleObj>
                </mc:Choice>
                <mc:Fallback>
                  <p:oleObj name="Equation" r:id="rId3" imgW="1435100" imgH="228600" progId="Equation.DSMT4">
                    <p:embed/>
                    <p:pic>
                      <p:nvPicPr>
                        <p:cNvPr id="0" name="图片 40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55" y="5513"/>
                          <a:ext cx="5400" cy="97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1158" name="Object 22"/>
          <p:cNvGraphicFramePr>
            <a:graphicFrameLocks noChangeAspect="1"/>
          </p:cNvGraphicFramePr>
          <p:nvPr/>
        </p:nvGraphicFramePr>
        <p:xfrm>
          <a:off x="2453640" y="2548890"/>
          <a:ext cx="1844675" cy="109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876300" imgH="431800" progId="Equation.DSMT4">
                  <p:embed/>
                </p:oleObj>
              </mc:Choice>
              <mc:Fallback>
                <p:oleObj name="Equation" r:id="rId5" imgW="876300" imgH="4318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3640" y="2548890"/>
                        <a:ext cx="1844675" cy="1094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9" name="Object 23"/>
          <p:cNvGraphicFramePr>
            <a:graphicFrameLocks noChangeAspect="1"/>
          </p:cNvGraphicFramePr>
          <p:nvPr/>
        </p:nvGraphicFramePr>
        <p:xfrm>
          <a:off x="1972310" y="5368290"/>
          <a:ext cx="1011555" cy="627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10668000" imgH="5486400" progId="Equation.DSMT4">
                  <p:embed/>
                </p:oleObj>
              </mc:Choice>
              <mc:Fallback>
                <p:oleObj name="Equation" r:id="rId7" imgW="10668000" imgH="54864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2310" y="5368290"/>
                        <a:ext cx="1011555" cy="627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9"/>
          <p:cNvGraphicFramePr>
            <a:graphicFrameLocks noChangeAspect="1"/>
          </p:cNvGraphicFramePr>
          <p:nvPr/>
        </p:nvGraphicFramePr>
        <p:xfrm>
          <a:off x="4707890" y="5276850"/>
          <a:ext cx="514604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2044700" imgH="241300" progId="Equation.DSMT4">
                  <p:embed/>
                </p:oleObj>
              </mc:Choice>
              <mc:Fallback>
                <p:oleObj name="Equation" r:id="rId9" imgW="2044700" imgH="2413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07890" y="5276850"/>
                        <a:ext cx="5146040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3455670" y="5029200"/>
          <a:ext cx="1252220" cy="126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508000" imgH="431800" progId="Equation.DSMT4">
                  <p:embed/>
                </p:oleObj>
              </mc:Choice>
              <mc:Fallback>
                <p:oleObj name="Equation" r:id="rId11" imgW="508000" imgH="4318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5670" y="5029200"/>
                        <a:ext cx="1252220" cy="1267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/>
          <p:cNvGraphicFramePr>
            <a:graphicFrameLocks noChangeAspect="1"/>
          </p:cNvGraphicFramePr>
          <p:nvPr/>
        </p:nvGraphicFramePr>
        <p:xfrm>
          <a:off x="2428240" y="6480175"/>
          <a:ext cx="1238250" cy="125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508000" imgH="431800" progId="Equation.DSMT4">
                  <p:embed/>
                </p:oleObj>
              </mc:Choice>
              <mc:Fallback>
                <p:oleObj name="Equation" r:id="rId13" imgW="508000" imgH="431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28240" y="6480175"/>
                        <a:ext cx="1238250" cy="12534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223260" y="6718935"/>
            <a:ext cx="3632200" cy="541020"/>
            <a:chOff x="4585" y="9145"/>
            <a:chExt cx="5720" cy="852"/>
          </a:xfrm>
        </p:grpSpPr>
        <p:sp>
          <p:nvSpPr>
            <p:cNvPr id="28" name="文本框 2"/>
            <p:cNvSpPr txBox="1"/>
            <p:nvPr/>
          </p:nvSpPr>
          <p:spPr>
            <a:xfrm>
              <a:off x="4585" y="9156"/>
              <a:ext cx="572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在        点收敛；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0" name="Object 22"/>
            <p:cNvGraphicFramePr>
              <a:graphicFrameLocks noChangeAspect="1"/>
            </p:cNvGraphicFramePr>
            <p:nvPr/>
          </p:nvGraphicFramePr>
          <p:xfrm>
            <a:off x="6174" y="9145"/>
            <a:ext cx="1367" cy="8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Equation" r:id="rId15" imgW="8229600" imgH="4267200" progId="Equation.DSMT4">
                    <p:embed/>
                  </p:oleObj>
                </mc:Choice>
                <mc:Fallback>
                  <p:oleObj name="Equation" r:id="rId15" imgW="8229600" imgH="4267200" progId="Equation.DSMT4">
                    <p:embed/>
                    <p:pic>
                      <p:nvPicPr>
                        <p:cNvPr id="0" name="图片 41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174" y="9145"/>
                          <a:ext cx="1367" cy="85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22"/>
          <p:cNvGraphicFramePr>
            <a:graphicFrameLocks noChangeAspect="1"/>
          </p:cNvGraphicFramePr>
          <p:nvPr/>
        </p:nvGraphicFramePr>
        <p:xfrm>
          <a:off x="6855460" y="6480175"/>
          <a:ext cx="2016125" cy="1161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901700" imgH="431800" progId="Equation.DSMT4">
                  <p:embed/>
                </p:oleObj>
              </mc:Choice>
              <mc:Fallback>
                <p:oleObj name="Equation" r:id="rId17" imgW="901700" imgH="4318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55460" y="6480175"/>
                        <a:ext cx="2016125" cy="1161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8242935" y="6647815"/>
            <a:ext cx="3632200" cy="695325"/>
            <a:chOff x="12690" y="9028"/>
            <a:chExt cx="5720" cy="1095"/>
          </a:xfrm>
        </p:grpSpPr>
        <p:sp>
          <p:nvSpPr>
            <p:cNvPr id="32" name="文本框 2"/>
            <p:cNvSpPr txBox="1"/>
            <p:nvPr/>
          </p:nvSpPr>
          <p:spPr>
            <a:xfrm>
              <a:off x="12690" y="9158"/>
              <a:ext cx="572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在        点收敛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.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6" name="Object 22"/>
            <p:cNvGraphicFramePr>
              <a:graphicFrameLocks noChangeAspect="1"/>
            </p:cNvGraphicFramePr>
            <p:nvPr/>
          </p:nvGraphicFramePr>
          <p:xfrm>
            <a:off x="14185" y="9028"/>
            <a:ext cx="157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Equation" r:id="rId19" imgW="9448800" imgH="5486400" progId="Equation.DSMT4">
                    <p:embed/>
                  </p:oleObj>
                </mc:Choice>
                <mc:Fallback>
                  <p:oleObj name="Equation" r:id="rId19" imgW="9448800" imgH="5486400" progId="Equation.DSMT4">
                    <p:embed/>
                    <p:pic>
                      <p:nvPicPr>
                        <p:cNvPr id="0" name="图片 41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185" y="9028"/>
                          <a:ext cx="157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七角星 17"/>
          <p:cNvSpPr/>
          <p:nvPr/>
        </p:nvSpPr>
        <p:spPr>
          <a:xfrm>
            <a:off x="1214695" y="659542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1615440" y="2119630"/>
            <a:ext cx="92202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形如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615440" y="3817620"/>
            <a:ext cx="352171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的级数，称为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幂级数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38325" y="4521835"/>
            <a:ext cx="5774690" cy="693420"/>
            <a:chOff x="11698" y="5346"/>
            <a:chExt cx="9094" cy="1092"/>
          </a:xfrm>
        </p:grpSpPr>
        <p:sp>
          <p:nvSpPr>
            <p:cNvPr id="17" name="文本框 2"/>
            <p:cNvSpPr txBox="1"/>
            <p:nvPr/>
          </p:nvSpPr>
          <p:spPr>
            <a:xfrm>
              <a:off x="11698" y="5492"/>
              <a:ext cx="9095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幂函数               称为一般项。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4" name="Object 21"/>
            <p:cNvGraphicFramePr>
              <a:graphicFrameLocks noChangeAspect="1"/>
            </p:cNvGraphicFramePr>
            <p:nvPr/>
          </p:nvGraphicFramePr>
          <p:xfrm>
            <a:off x="13680" y="5346"/>
            <a:ext cx="2581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21" imgW="685800" imgH="241300" progId="Equation.DSMT4">
                    <p:embed/>
                  </p:oleObj>
                </mc:Choice>
                <mc:Fallback>
                  <p:oleObj name="Equation" r:id="rId21" imgW="685800" imgH="241300" progId="Equation.DSMT4">
                    <p:embed/>
                    <p:pic>
                      <p:nvPicPr>
                        <p:cNvPr id="0" name="图片 40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680" y="5346"/>
                          <a:ext cx="2581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1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765439" y="4919412"/>
            <a:ext cx="5235485" cy="57981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收敛半径与收敛圆</a:t>
            </a:r>
            <a:endParaRPr lang="zh-CN" altLang="en-US" sz="48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308610" y="340995"/>
            <a:ext cx="13781405" cy="89668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椭圆 143"/>
          <p:cNvSpPr/>
          <p:nvPr/>
        </p:nvSpPr>
        <p:spPr>
          <a:xfrm>
            <a:off x="9721215" y="5697220"/>
            <a:ext cx="2757170" cy="2766695"/>
          </a:xfrm>
          <a:prstGeom prst="ellipse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390525" y="5173345"/>
            <a:ext cx="3153410" cy="335407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877570" y="5697220"/>
            <a:ext cx="2169160" cy="2143760"/>
          </a:xfrm>
          <a:prstGeom prst="ellipse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椭圆 81"/>
          <p:cNvSpPr/>
          <p:nvPr/>
        </p:nvSpPr>
        <p:spPr>
          <a:xfrm>
            <a:off x="1139190" y="5877560"/>
            <a:ext cx="1655445" cy="1739265"/>
          </a:xfrm>
          <a:prstGeom prst="ellipse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73808" y="869950"/>
            <a:ext cx="33350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Abel</a:t>
            </a:r>
            <a:r>
              <a:rPr lang="zh-CN" altLang="en-US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收敛定理</a:t>
            </a:r>
            <a:endParaRPr lang="zh-CN" altLang="en-US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976630" y="1502410"/>
            <a:ext cx="317373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1(Abel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)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9449435" y="2347595"/>
            <a:ext cx="23876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内绝对收敛；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021445" y="2988310"/>
            <a:ext cx="4735830" cy="1029970"/>
            <a:chOff x="14207" y="3874"/>
            <a:chExt cx="7458" cy="1622"/>
          </a:xfrm>
        </p:grpSpPr>
        <p:sp>
          <p:nvSpPr>
            <p:cNvPr id="38" name="文本框 2"/>
            <p:cNvSpPr txBox="1"/>
            <p:nvPr/>
          </p:nvSpPr>
          <p:spPr>
            <a:xfrm>
              <a:off x="14207" y="4268"/>
              <a:ext cx="7458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的点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华文中宋" panose="02010600040101010101" charset="-122"/>
                  <a:cs typeface="Times New Roman" panose="02020603050405020304" pitchFamily="18" charset="0"/>
                </a:rPr>
                <a:t>z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都是          的发散点。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" name="Object 22"/>
            <p:cNvGraphicFramePr>
              <a:graphicFrameLocks noChangeAspect="1"/>
            </p:cNvGraphicFramePr>
            <p:nvPr/>
          </p:nvGraphicFramePr>
          <p:xfrm>
            <a:off x="17092" y="3874"/>
            <a:ext cx="1550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1" imgW="495300" imgH="431800" progId="Equation.DSMT4">
                    <p:embed/>
                  </p:oleObj>
                </mc:Choice>
                <mc:Fallback>
                  <p:oleObj name="Equation" r:id="rId1" imgW="495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092" y="3874"/>
                          <a:ext cx="1550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842010" y="2933065"/>
            <a:ext cx="9766300" cy="1029970"/>
            <a:chOff x="1326" y="3787"/>
            <a:chExt cx="15380" cy="1622"/>
          </a:xfrm>
        </p:grpSpPr>
        <p:sp>
          <p:nvSpPr>
            <p:cNvPr id="37" name="文本框 2"/>
            <p:cNvSpPr txBox="1"/>
            <p:nvPr/>
          </p:nvSpPr>
          <p:spPr>
            <a:xfrm>
              <a:off x="1326" y="4268"/>
              <a:ext cx="153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(2)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如果         在点    处发散，则满足不等式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4" name="Object 23"/>
            <p:cNvGraphicFramePr>
              <a:graphicFrameLocks noChangeAspect="1"/>
            </p:cNvGraphicFramePr>
            <p:nvPr/>
          </p:nvGraphicFramePr>
          <p:xfrm>
            <a:off x="6034" y="4098"/>
            <a:ext cx="657" cy="1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51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34" y="4098"/>
                          <a:ext cx="657" cy="109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22"/>
            <p:cNvGraphicFramePr>
              <a:graphicFrameLocks noChangeAspect="1"/>
            </p:cNvGraphicFramePr>
            <p:nvPr/>
          </p:nvGraphicFramePr>
          <p:xfrm>
            <a:off x="12373" y="4191"/>
            <a:ext cx="1834" cy="1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name="Equation" r:id="rId5" imgW="419100" imgH="228600" progId="Equation.DSMT4">
                    <p:embed/>
                  </p:oleObj>
                </mc:Choice>
                <mc:Fallback>
                  <p:oleObj name="Equation" r:id="rId5" imgW="419100" imgH="228600" progId="Equation.DSMT4">
                    <p:embed/>
                    <p:pic>
                      <p:nvPicPr>
                        <p:cNvPr id="0" name="图片 51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373" y="4191"/>
                          <a:ext cx="1834" cy="10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2"/>
            <p:cNvGraphicFramePr>
              <a:graphicFrameLocks noChangeAspect="1"/>
            </p:cNvGraphicFramePr>
            <p:nvPr/>
          </p:nvGraphicFramePr>
          <p:xfrm>
            <a:off x="3261" y="3787"/>
            <a:ext cx="1550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Equation" r:id="rId7" imgW="495300" imgH="431800" progId="Equation.DSMT4">
                    <p:embed/>
                  </p:oleObj>
                </mc:Choice>
                <mc:Fallback>
                  <p:oleObj name="Equation" r:id="rId7" imgW="495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61" y="3787"/>
                          <a:ext cx="1550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" name="椭圆 75"/>
          <p:cNvSpPr/>
          <p:nvPr/>
        </p:nvSpPr>
        <p:spPr>
          <a:xfrm>
            <a:off x="2798445" y="5346065"/>
            <a:ext cx="86995" cy="844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7" name="Object 23"/>
          <p:cNvGraphicFramePr>
            <a:graphicFrameLocks noChangeAspect="1"/>
          </p:cNvGraphicFramePr>
          <p:nvPr/>
        </p:nvGraphicFramePr>
        <p:xfrm>
          <a:off x="3046730" y="4701540"/>
          <a:ext cx="544195" cy="887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9" imgW="165100" imgH="228600" progId="Equation.DSMT4">
                  <p:embed/>
                </p:oleObj>
              </mc:Choice>
              <mc:Fallback>
                <p:oleObj name="Equation" r:id="rId9" imgW="165100" imgH="228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46730" y="4701540"/>
                        <a:ext cx="544195" cy="887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0" name="直接箭头连接符 79"/>
          <p:cNvCxnSpPr/>
          <p:nvPr/>
        </p:nvCxnSpPr>
        <p:spPr>
          <a:xfrm>
            <a:off x="307975" y="6828155"/>
            <a:ext cx="37001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H="1" flipV="1">
            <a:off x="1948180" y="4747895"/>
            <a:ext cx="19685" cy="37801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椭圆 82"/>
          <p:cNvSpPr/>
          <p:nvPr/>
        </p:nvSpPr>
        <p:spPr>
          <a:xfrm>
            <a:off x="2621915" y="7125335"/>
            <a:ext cx="86995" cy="844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4" name="Object 23"/>
          <p:cNvGraphicFramePr>
            <a:graphicFrameLocks noChangeAspect="1"/>
          </p:cNvGraphicFramePr>
          <p:nvPr/>
        </p:nvGraphicFramePr>
        <p:xfrm>
          <a:off x="2068195" y="6696710"/>
          <a:ext cx="502285" cy="886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" name="Equation" r:id="rId11" imgW="152400" imgH="228600" progId="Equation.DSMT4">
                  <p:embed/>
                </p:oleObj>
              </mc:Choice>
              <mc:Fallback>
                <p:oleObj name="Equation" r:id="rId11" imgW="152400" imgH="228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68195" y="6696710"/>
                        <a:ext cx="502285" cy="886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23"/>
          <p:cNvGraphicFramePr>
            <a:graphicFrameLocks noChangeAspect="1"/>
          </p:cNvGraphicFramePr>
          <p:nvPr/>
        </p:nvGraphicFramePr>
        <p:xfrm>
          <a:off x="2068195" y="4373245"/>
          <a:ext cx="39941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" name="Equation" r:id="rId13" imgW="139700" imgH="165100" progId="Equation.DSMT4">
                  <p:embed/>
                </p:oleObj>
              </mc:Choice>
              <mc:Fallback>
                <p:oleObj name="Equation" r:id="rId13" imgW="139700" imgH="1651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68195" y="4373245"/>
                        <a:ext cx="399415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23"/>
          <p:cNvGraphicFramePr>
            <a:graphicFrameLocks noChangeAspect="1"/>
          </p:cNvGraphicFramePr>
          <p:nvPr/>
        </p:nvGraphicFramePr>
        <p:xfrm>
          <a:off x="3644583" y="6986270"/>
          <a:ext cx="363220" cy="4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" name="Equation" r:id="rId15" imgW="127000" imgH="139700" progId="Equation.DSMT4">
                  <p:embed/>
                </p:oleObj>
              </mc:Choice>
              <mc:Fallback>
                <p:oleObj name="Equation" r:id="rId15" imgW="127000" imgH="1397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44583" y="6986270"/>
                        <a:ext cx="363220" cy="470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椭圆 89"/>
          <p:cNvSpPr/>
          <p:nvPr/>
        </p:nvSpPr>
        <p:spPr>
          <a:xfrm>
            <a:off x="1193800" y="5897245"/>
            <a:ext cx="86995" cy="844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1" name="Object 23"/>
          <p:cNvGraphicFramePr>
            <a:graphicFrameLocks noChangeAspect="1"/>
          </p:cNvGraphicFramePr>
          <p:nvPr/>
        </p:nvGraphicFramePr>
        <p:xfrm>
          <a:off x="1280795" y="5593080"/>
          <a:ext cx="502285" cy="886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" name="Equation" r:id="rId17" imgW="152400" imgH="228600" progId="Equation.DSMT4">
                  <p:embed/>
                </p:oleObj>
              </mc:Choice>
              <mc:Fallback>
                <p:oleObj name="Equation" r:id="rId17" imgW="152400" imgH="228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80795" y="5593080"/>
                        <a:ext cx="502285" cy="886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椭圆 115"/>
          <p:cNvSpPr/>
          <p:nvPr/>
        </p:nvSpPr>
        <p:spPr>
          <a:xfrm>
            <a:off x="5075555" y="5284470"/>
            <a:ext cx="3153410" cy="3242945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椭圆 133"/>
          <p:cNvSpPr/>
          <p:nvPr/>
        </p:nvSpPr>
        <p:spPr>
          <a:xfrm>
            <a:off x="5320665" y="5568950"/>
            <a:ext cx="2653665" cy="2734945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椭圆 116"/>
          <p:cNvSpPr/>
          <p:nvPr/>
        </p:nvSpPr>
        <p:spPr>
          <a:xfrm>
            <a:off x="5544185" y="5855335"/>
            <a:ext cx="2169160" cy="2143760"/>
          </a:xfrm>
          <a:prstGeom prst="ellipse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椭圆 117"/>
          <p:cNvSpPr/>
          <p:nvPr/>
        </p:nvSpPr>
        <p:spPr>
          <a:xfrm>
            <a:off x="5805805" y="6035675"/>
            <a:ext cx="1655445" cy="1739265"/>
          </a:xfrm>
          <a:prstGeom prst="ellipse">
            <a:avLst/>
          </a:prstGeom>
          <a:gradFill>
            <a:gsLst>
              <a:gs pos="0">
                <a:srgbClr val="E38B79"/>
              </a:gs>
              <a:gs pos="100000">
                <a:srgbClr val="EA735D"/>
              </a:gs>
            </a:gsLst>
            <a:lin scaled="1"/>
          </a:gra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椭圆 118"/>
          <p:cNvSpPr/>
          <p:nvPr/>
        </p:nvSpPr>
        <p:spPr>
          <a:xfrm>
            <a:off x="7465060" y="5483225"/>
            <a:ext cx="86995" cy="844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20" name="Object 23"/>
          <p:cNvGraphicFramePr>
            <a:graphicFrameLocks noChangeAspect="1"/>
          </p:cNvGraphicFramePr>
          <p:nvPr/>
        </p:nvGraphicFramePr>
        <p:xfrm>
          <a:off x="7713345" y="4838700"/>
          <a:ext cx="544195" cy="887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" name="Equation" r:id="rId19" imgW="165100" imgH="228600" progId="Equation.DSMT4">
                  <p:embed/>
                </p:oleObj>
              </mc:Choice>
              <mc:Fallback>
                <p:oleObj name="Equation" r:id="rId19" imgW="165100" imgH="228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13345" y="4838700"/>
                        <a:ext cx="544195" cy="887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2" name="直接箭头连接符 121"/>
          <p:cNvCxnSpPr/>
          <p:nvPr/>
        </p:nvCxnSpPr>
        <p:spPr>
          <a:xfrm>
            <a:off x="4974590" y="6965315"/>
            <a:ext cx="37001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>
          <a:xfrm flipH="1" flipV="1">
            <a:off x="6614795" y="4885055"/>
            <a:ext cx="19685" cy="37801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椭圆 123"/>
          <p:cNvSpPr/>
          <p:nvPr/>
        </p:nvSpPr>
        <p:spPr>
          <a:xfrm>
            <a:off x="7288530" y="7283450"/>
            <a:ext cx="86995" cy="844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25" name="Object 23"/>
          <p:cNvGraphicFramePr>
            <a:graphicFrameLocks noChangeAspect="1"/>
          </p:cNvGraphicFramePr>
          <p:nvPr/>
        </p:nvGraphicFramePr>
        <p:xfrm>
          <a:off x="6734810" y="6854825"/>
          <a:ext cx="502285" cy="886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" name="Equation" r:id="rId20" imgW="152400" imgH="228600" progId="Equation.DSMT4">
                  <p:embed/>
                </p:oleObj>
              </mc:Choice>
              <mc:Fallback>
                <p:oleObj name="Equation" r:id="rId20" imgW="152400" imgH="228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4810" y="6854825"/>
                        <a:ext cx="502285" cy="886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23"/>
          <p:cNvGraphicFramePr>
            <a:graphicFrameLocks noChangeAspect="1"/>
          </p:cNvGraphicFramePr>
          <p:nvPr/>
        </p:nvGraphicFramePr>
        <p:xfrm>
          <a:off x="6734810" y="4510405"/>
          <a:ext cx="39941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" name="Equation" r:id="rId21" imgW="139700" imgH="165100" progId="Equation.DSMT4">
                  <p:embed/>
                </p:oleObj>
              </mc:Choice>
              <mc:Fallback>
                <p:oleObj name="Equation" r:id="rId21" imgW="139700" imgH="1651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34810" y="4510405"/>
                        <a:ext cx="399415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23"/>
          <p:cNvGraphicFramePr>
            <a:graphicFrameLocks noChangeAspect="1"/>
          </p:cNvGraphicFramePr>
          <p:nvPr/>
        </p:nvGraphicFramePr>
        <p:xfrm>
          <a:off x="8311198" y="7100570"/>
          <a:ext cx="363220" cy="4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" name="Equation" r:id="rId22" imgW="127000" imgH="139700" progId="Equation.DSMT4">
                  <p:embed/>
                </p:oleObj>
              </mc:Choice>
              <mc:Fallback>
                <p:oleObj name="Equation" r:id="rId22" imgW="127000" imgH="1397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11198" y="7100570"/>
                        <a:ext cx="363220" cy="470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椭圆 130"/>
          <p:cNvSpPr/>
          <p:nvPr/>
        </p:nvSpPr>
        <p:spPr>
          <a:xfrm>
            <a:off x="5860415" y="6054725"/>
            <a:ext cx="86995" cy="844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2" name="Object 23"/>
          <p:cNvGraphicFramePr>
            <a:graphicFrameLocks noChangeAspect="1"/>
          </p:cNvGraphicFramePr>
          <p:nvPr/>
        </p:nvGraphicFramePr>
        <p:xfrm>
          <a:off x="5947410" y="5697220"/>
          <a:ext cx="502285" cy="886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" name="Equation" r:id="rId23" imgW="152400" imgH="228600" progId="Equation.DSMT4">
                  <p:embed/>
                </p:oleObj>
              </mc:Choice>
              <mc:Fallback>
                <p:oleObj name="Equation" r:id="rId23" imgW="152400" imgH="228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47410" y="5697220"/>
                        <a:ext cx="502285" cy="886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椭圆 134"/>
          <p:cNvSpPr/>
          <p:nvPr/>
        </p:nvSpPr>
        <p:spPr>
          <a:xfrm>
            <a:off x="5947410" y="7999095"/>
            <a:ext cx="86995" cy="844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6" name="Object 23"/>
          <p:cNvGraphicFramePr>
            <a:graphicFrameLocks noChangeAspect="1"/>
          </p:cNvGraphicFramePr>
          <p:nvPr/>
        </p:nvGraphicFramePr>
        <p:xfrm>
          <a:off x="5403215" y="7741285"/>
          <a:ext cx="544195" cy="887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" name="Equation" r:id="rId24" imgW="165100" imgH="228600" progId="Equation.DSMT4">
                  <p:embed/>
                </p:oleObj>
              </mc:Choice>
              <mc:Fallback>
                <p:oleObj name="Equation" r:id="rId24" imgW="165100" imgH="228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403215" y="7741285"/>
                        <a:ext cx="544195" cy="887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8" name="直接箭头连接符 137"/>
          <p:cNvCxnSpPr/>
          <p:nvPr/>
        </p:nvCxnSpPr>
        <p:spPr>
          <a:xfrm>
            <a:off x="9449435" y="7121525"/>
            <a:ext cx="37001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 flipH="1" flipV="1">
            <a:off x="11089640" y="5041265"/>
            <a:ext cx="19685" cy="37801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0" name="Object 23"/>
          <p:cNvGraphicFramePr>
            <a:graphicFrameLocks noChangeAspect="1"/>
          </p:cNvGraphicFramePr>
          <p:nvPr/>
        </p:nvGraphicFramePr>
        <p:xfrm>
          <a:off x="11209655" y="4843780"/>
          <a:ext cx="39941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" name="Equation" r:id="rId26" imgW="139700" imgH="165100" progId="Equation.DSMT4">
                  <p:embed/>
                </p:oleObj>
              </mc:Choice>
              <mc:Fallback>
                <p:oleObj name="Equation" r:id="rId26" imgW="139700" imgH="1651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209655" y="4843780"/>
                        <a:ext cx="399415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23"/>
          <p:cNvGraphicFramePr>
            <a:graphicFrameLocks noChangeAspect="1"/>
          </p:cNvGraphicFramePr>
          <p:nvPr/>
        </p:nvGraphicFramePr>
        <p:xfrm>
          <a:off x="12786043" y="7433945"/>
          <a:ext cx="363220" cy="4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" name="Equation" r:id="rId27" imgW="127000" imgH="139700" progId="Equation.DSMT4">
                  <p:embed/>
                </p:oleObj>
              </mc:Choice>
              <mc:Fallback>
                <p:oleObj name="Equation" r:id="rId27" imgW="127000" imgH="1397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786043" y="7433945"/>
                        <a:ext cx="363220" cy="470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22"/>
          <p:cNvGraphicFramePr>
            <a:graphicFrameLocks noChangeAspect="1"/>
          </p:cNvGraphicFramePr>
          <p:nvPr/>
        </p:nvGraphicFramePr>
        <p:xfrm>
          <a:off x="12091035" y="5525135"/>
          <a:ext cx="1163955" cy="569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" name="Equation" r:id="rId28" imgW="355600" imgH="203200" progId="Equation.DSMT4">
                  <p:embed/>
                </p:oleObj>
              </mc:Choice>
              <mc:Fallback>
                <p:oleObj name="Equation" r:id="rId28" imgW="355600" imgH="2032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2091035" y="5525135"/>
                        <a:ext cx="1163955" cy="5695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850900" y="1992630"/>
            <a:ext cx="9766300" cy="1029970"/>
            <a:chOff x="1340" y="3138"/>
            <a:chExt cx="15380" cy="1622"/>
          </a:xfrm>
        </p:grpSpPr>
        <p:grpSp>
          <p:nvGrpSpPr>
            <p:cNvPr id="2" name="组合 1"/>
            <p:cNvGrpSpPr/>
            <p:nvPr/>
          </p:nvGrpSpPr>
          <p:grpSpPr>
            <a:xfrm>
              <a:off x="1340" y="3138"/>
              <a:ext cx="15380" cy="1622"/>
              <a:chOff x="1340" y="2306"/>
              <a:chExt cx="15380" cy="1622"/>
            </a:xfrm>
          </p:grpSpPr>
          <p:sp>
            <p:nvSpPr>
              <p:cNvPr id="35" name="文本框 2"/>
              <p:cNvSpPr txBox="1"/>
              <p:nvPr/>
            </p:nvSpPr>
            <p:spPr>
              <a:xfrm>
                <a:off x="1340" y="2768"/>
                <a:ext cx="15380" cy="834"/>
              </a:xfrm>
              <a:prstGeom prst="rect">
                <a:avLst/>
              </a:prstGeom>
              <a:noFill/>
            </p:spPr>
            <p:txBody>
              <a:bodyPr wrap="square" lIns="100054" tIns="50027" rIns="100054" bIns="50027" rtlCol="0">
                <a:spAutoFit/>
              </a:bodyPr>
              <a:p>
                <a:r>
                  <a:rPr lang="en-US" altLang="zh-CN" sz="2800" dirty="0" smtClean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(1)</a:t>
                </a:r>
                <a:r>
                  <a:rPr lang="zh-CN" altLang="en-US" sz="2800" dirty="0" smtClean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如果         在点               处收敛，则它在 </a:t>
                </a:r>
                <a:endPara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  <p:graphicFrame>
            <p:nvGraphicFramePr>
              <p:cNvPr id="91158" name="Object 22"/>
              <p:cNvGraphicFramePr>
                <a:graphicFrameLocks noChangeAspect="1"/>
              </p:cNvGraphicFramePr>
              <p:nvPr/>
            </p:nvGraphicFramePr>
            <p:xfrm>
              <a:off x="3370" y="2306"/>
              <a:ext cx="1550" cy="16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1" name="Equation" r:id="rId30" imgW="495300" imgH="431800" progId="Equation.DSMT4">
                      <p:embed/>
                    </p:oleObj>
                  </mc:Choice>
                  <mc:Fallback>
                    <p:oleObj name="Equation" r:id="rId30" imgW="495300" imgH="431800" progId="Equation.DSMT4">
                      <p:embed/>
                      <p:pic>
                        <p:nvPicPr>
                          <p:cNvPr id="0" name="图片 512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370" y="2306"/>
                            <a:ext cx="1550" cy="162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159" name="Object 23"/>
              <p:cNvGraphicFramePr>
                <a:graphicFrameLocks noChangeAspect="1"/>
              </p:cNvGraphicFramePr>
              <p:nvPr/>
            </p:nvGraphicFramePr>
            <p:xfrm>
              <a:off x="5920" y="2631"/>
              <a:ext cx="2630" cy="10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2" name="Equation" r:id="rId31" imgW="15849600" imgH="5486400" progId="Equation.DSMT4">
                      <p:embed/>
                    </p:oleObj>
                  </mc:Choice>
                  <mc:Fallback>
                    <p:oleObj name="Equation" r:id="rId31" imgW="15849600" imgH="5486400" progId="Equation.DSMT4">
                      <p:embed/>
                      <p:pic>
                        <p:nvPicPr>
                          <p:cNvPr id="0" name="图片 512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5920" y="2631"/>
                            <a:ext cx="2630" cy="109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22"/>
              <p:cNvGraphicFramePr>
                <a:graphicFrameLocks noChangeAspect="1"/>
              </p:cNvGraphicFramePr>
              <p:nvPr/>
            </p:nvGraphicFramePr>
            <p:xfrm>
              <a:off x="12791" y="2778"/>
              <a:ext cx="2091" cy="10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3" name="Equation" r:id="rId33" imgW="405765" imgH="228600" progId="Equation.DSMT4">
                      <p:embed/>
                    </p:oleObj>
                  </mc:Choice>
                  <mc:Fallback>
                    <p:oleObj name="Equation" r:id="rId33" imgW="405765" imgH="228600" progId="Equation.DSMT4">
                      <p:embed/>
                      <p:pic>
                        <p:nvPicPr>
                          <p:cNvPr id="0" name="图片 512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12791" y="2778"/>
                            <a:ext cx="2091" cy="100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7625" y="3600"/>
                  <a:ext cx="674" cy="82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oMath>
                    </m:oMathPara>
                  </a14:m>
                  <a:endParaRPr lang="en-US" altLang="zh-CN" sz="28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5" y="3600"/>
                  <a:ext cx="674" cy="822"/>
                </a:xfrm>
                <a:prstGeom prst="rect">
                  <a:avLst/>
                </a:prstGeom>
                <a:blipFill rotWithShape="1">
                  <a:blip r:embed="rId3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3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82" grpId="0" bldLvl="0" animBg="1"/>
      <p:bldP spid="76" grpId="0" bldLvl="0" animBg="1"/>
      <p:bldP spid="79" grpId="0" bldLvl="0" animBg="1"/>
      <p:bldP spid="90" grpId="0" bldLvl="0" animBg="1"/>
      <p:bldP spid="93" grpId="0" bldLvl="0" animBg="1"/>
      <p:bldP spid="144" grpId="0" bldLvl="0" animBg="1"/>
      <p:bldP spid="119" grpId="0" bldLvl="0" animBg="1"/>
      <p:bldP spid="131" grpId="0" bldLvl="0" animBg="1"/>
      <p:bldP spid="124" grpId="0" bldLvl="0" animBg="1"/>
      <p:bldP spid="118" grpId="0" bldLvl="0" animBg="1"/>
      <p:bldP spid="117" grpId="0" bldLvl="0" animBg="1"/>
      <p:bldP spid="116" grpId="0" bldLvl="0" animBg="1"/>
      <p:bldP spid="135" grpId="0" bldLvl="0" animBg="1"/>
      <p:bldP spid="134" grpId="0" bldLvl="0" animBg="1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73808" y="656590"/>
            <a:ext cx="33350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Abel</a:t>
            </a:r>
            <a:r>
              <a:rPr lang="zh-CN" altLang="en-US" sz="32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收敛定理</a:t>
            </a:r>
            <a:endParaRPr lang="zh-CN" altLang="en-US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158" name="Object 22"/>
          <p:cNvGraphicFramePr>
            <a:graphicFrameLocks noChangeAspect="1"/>
          </p:cNvGraphicFramePr>
          <p:nvPr/>
        </p:nvGraphicFramePr>
        <p:xfrm>
          <a:off x="2139633" y="1779270"/>
          <a:ext cx="98425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495300" imgH="431800" progId="Equation.DSMT4">
                  <p:embed/>
                </p:oleObj>
              </mc:Choice>
              <mc:Fallback>
                <p:oleObj name="Equation" r:id="rId1" imgW="495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9633" y="1779270"/>
                        <a:ext cx="98425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850686" y="2072683"/>
            <a:ext cx="9766113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(1)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如果         在点               处收敛，则它在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7" name="文本框 2"/>
          <p:cNvSpPr txBox="1"/>
          <p:nvPr/>
        </p:nvSpPr>
        <p:spPr>
          <a:xfrm>
            <a:off x="842207" y="3025038"/>
            <a:ext cx="9766113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(2)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如果         在点    处发散，则满足不等式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976630" y="1289050"/>
            <a:ext cx="317373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1(Abel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)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159" name="Object 23"/>
          <p:cNvGraphicFramePr>
            <a:graphicFrameLocks noChangeAspect="1"/>
          </p:cNvGraphicFramePr>
          <p:nvPr/>
        </p:nvGraphicFramePr>
        <p:xfrm>
          <a:off x="3759099" y="1985919"/>
          <a:ext cx="167005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5849600" imgH="5486400" progId="Equation.DSMT4">
                  <p:embed/>
                </p:oleObj>
              </mc:Choice>
              <mc:Fallback>
                <p:oleObj name="Equation" r:id="rId3" imgW="15849600" imgH="54864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59099" y="1985919"/>
                        <a:ext cx="1670050" cy="696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9449435" y="2134235"/>
            <a:ext cx="23876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内绝对收敛；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8122285" y="2078990"/>
          <a:ext cx="1327785" cy="640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405765" imgH="228600" progId="Equation.DSMT4">
                  <p:embed/>
                </p:oleObj>
              </mc:Choice>
              <mc:Fallback>
                <p:oleObj name="Equation" r:id="rId5" imgW="405765" imgH="2286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22285" y="2078990"/>
                        <a:ext cx="1327785" cy="640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3"/>
          <p:cNvGraphicFramePr>
            <a:graphicFrameLocks noChangeAspect="1"/>
          </p:cNvGraphicFramePr>
          <p:nvPr/>
        </p:nvGraphicFramePr>
        <p:xfrm>
          <a:off x="3831376" y="2917319"/>
          <a:ext cx="4175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7" imgW="3962400" imgH="5486400" progId="Equation.DSMT4">
                  <p:embed/>
                </p:oleObj>
              </mc:Choice>
              <mc:Fallback>
                <p:oleObj name="Equation" r:id="rId7" imgW="3962400" imgH="54864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31376" y="2917319"/>
                        <a:ext cx="417512" cy="696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9021445" y="3025140"/>
            <a:ext cx="473583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的点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z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都是          的发散点。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9" name="Object 22"/>
          <p:cNvGraphicFramePr>
            <a:graphicFrameLocks noChangeAspect="1"/>
          </p:cNvGraphicFramePr>
          <p:nvPr/>
        </p:nvGraphicFramePr>
        <p:xfrm>
          <a:off x="7856855" y="2976245"/>
          <a:ext cx="1164590" cy="637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9" imgW="419100" imgH="228600" progId="Equation.DSMT4">
                  <p:embed/>
                </p:oleObj>
              </mc:Choice>
              <mc:Fallback>
                <p:oleObj name="Equation" r:id="rId9" imgW="419100" imgH="2286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56855" y="2976245"/>
                        <a:ext cx="1164590" cy="637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/>
          <p:cNvGraphicFramePr>
            <a:graphicFrameLocks noChangeAspect="1"/>
          </p:cNvGraphicFramePr>
          <p:nvPr/>
        </p:nvGraphicFramePr>
        <p:xfrm>
          <a:off x="10853103" y="2774950"/>
          <a:ext cx="98425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1" imgW="495300" imgH="431800" progId="Equation.DSMT4">
                  <p:embed/>
                </p:oleObj>
              </mc:Choice>
              <mc:Fallback>
                <p:oleObj name="Equation" r:id="rId11" imgW="495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853103" y="2774950"/>
                        <a:ext cx="98425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/>
          <p:cNvGraphicFramePr>
            <a:graphicFrameLocks noChangeAspect="1"/>
          </p:cNvGraphicFramePr>
          <p:nvPr/>
        </p:nvGraphicFramePr>
        <p:xfrm>
          <a:off x="2070418" y="2719705"/>
          <a:ext cx="98425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3" imgW="495300" imgH="431800" progId="Equation.DSMT4">
                  <p:embed/>
                </p:oleObj>
              </mc:Choice>
              <mc:Fallback>
                <p:oleObj name="Equation" r:id="rId13" imgW="495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0418" y="2719705"/>
                        <a:ext cx="98425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814335" y="4924203"/>
            <a:ext cx="914102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513965" y="4924425"/>
            <a:ext cx="4552950" cy="574675"/>
            <a:chOff x="3959" y="10601"/>
            <a:chExt cx="7170" cy="905"/>
          </a:xfrm>
        </p:grpSpPr>
        <p:sp>
          <p:nvSpPr>
            <p:cNvPr id="31" name="文本框 2"/>
            <p:cNvSpPr txBox="1"/>
            <p:nvPr/>
          </p:nvSpPr>
          <p:spPr>
            <a:xfrm>
              <a:off x="3959" y="10601"/>
              <a:ext cx="7171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存在正数        使得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2" name="Object 22"/>
            <p:cNvGraphicFramePr>
              <a:graphicFrameLocks noChangeAspect="1"/>
            </p:cNvGraphicFramePr>
            <p:nvPr/>
          </p:nvGraphicFramePr>
          <p:xfrm>
            <a:off x="6348" y="10652"/>
            <a:ext cx="1522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" name="Equation" r:id="rId14" imgW="9144000" imgH="4267200" progId="Equation.DSMT4">
                    <p:embed/>
                  </p:oleObj>
                </mc:Choice>
                <mc:Fallback>
                  <p:oleObj name="Equation" r:id="rId14" imgW="9144000" imgH="4267200" progId="Equation.DSMT4">
                    <p:embed/>
                    <p:pic>
                      <p:nvPicPr>
                        <p:cNvPr id="0" name="图片 61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348" y="10652"/>
                          <a:ext cx="1522" cy="8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22"/>
          <p:cNvGraphicFramePr>
            <a:graphicFrameLocks noChangeAspect="1"/>
          </p:cNvGraphicFramePr>
          <p:nvPr/>
        </p:nvGraphicFramePr>
        <p:xfrm>
          <a:off x="2285365" y="5882640"/>
          <a:ext cx="1143635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6" imgW="609600" imgH="215900" progId="Equation.DSMT4">
                  <p:embed/>
                </p:oleObj>
              </mc:Choice>
              <mc:Fallback>
                <p:oleObj name="Equation" r:id="rId16" imgW="609600" imgH="2159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85365" y="5882640"/>
                        <a:ext cx="1143635" cy="499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2"/>
          <p:cNvSpPr txBox="1"/>
          <p:nvPr/>
        </p:nvSpPr>
        <p:spPr>
          <a:xfrm>
            <a:off x="4511248" y="5882353"/>
            <a:ext cx="13917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收敛，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5715635" y="5897245"/>
          <a:ext cx="1145540" cy="50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8" imgW="609600" imgH="215900" progId="Equation.DSMT4">
                  <p:embed/>
                </p:oleObj>
              </mc:Choice>
              <mc:Fallback>
                <p:oleObj name="Equation" r:id="rId18" imgW="609600" imgH="2159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15635" y="5897245"/>
                        <a:ext cx="1145540" cy="500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7995493" y="5897009"/>
            <a:ext cx="13917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发散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1" name="七角星 20"/>
          <p:cNvSpPr/>
          <p:nvPr/>
        </p:nvSpPr>
        <p:spPr>
          <a:xfrm>
            <a:off x="746065" y="384333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82750" y="3784600"/>
            <a:ext cx="9931400" cy="1029970"/>
            <a:chOff x="2650" y="5960"/>
            <a:chExt cx="15640" cy="1622"/>
          </a:xfrm>
        </p:grpSpPr>
        <p:sp>
          <p:nvSpPr>
            <p:cNvPr id="17" name="文本框 2"/>
            <p:cNvSpPr txBox="1"/>
            <p:nvPr/>
          </p:nvSpPr>
          <p:spPr>
            <a:xfrm>
              <a:off x="2650" y="6272"/>
              <a:ext cx="1564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Abel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收敛定理说明          的可能收敛情况如下：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" name="Object 22"/>
            <p:cNvGraphicFramePr>
              <a:graphicFrameLocks noChangeAspect="1"/>
            </p:cNvGraphicFramePr>
            <p:nvPr/>
          </p:nvGraphicFramePr>
          <p:xfrm>
            <a:off x="7451" y="5960"/>
            <a:ext cx="1550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20" imgW="495300" imgH="431800" progId="Equation.DSMT4">
                    <p:embed/>
                  </p:oleObj>
                </mc:Choice>
                <mc:Fallback>
                  <p:oleObj name="Equation" r:id="rId20" imgW="495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451" y="5960"/>
                          <a:ext cx="1550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1814195" y="6596380"/>
            <a:ext cx="7548245" cy="1030605"/>
            <a:chOff x="2896" y="7213"/>
            <a:chExt cx="11887" cy="1623"/>
          </a:xfrm>
        </p:grpSpPr>
        <p:sp>
          <p:nvSpPr>
            <p:cNvPr id="2" name="文本框 2"/>
            <p:cNvSpPr txBox="1"/>
            <p:nvPr/>
          </p:nvSpPr>
          <p:spPr>
            <a:xfrm>
              <a:off x="2896" y="7727"/>
              <a:ext cx="1188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(2)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仅在在零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点收敛；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1" name="Object 22"/>
            <p:cNvGraphicFramePr>
              <a:graphicFrameLocks noChangeAspect="1"/>
            </p:cNvGraphicFramePr>
            <p:nvPr/>
          </p:nvGraphicFramePr>
          <p:xfrm>
            <a:off x="3700" y="7213"/>
            <a:ext cx="1550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Equation" r:id="rId21" imgW="495300" imgH="431800" progId="Equation.DSMT4">
                    <p:embed/>
                  </p:oleObj>
                </mc:Choice>
                <mc:Fallback>
                  <p:oleObj name="Equation" r:id="rId21" imgW="495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00" y="7213"/>
                          <a:ext cx="1550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1807210" y="7578725"/>
            <a:ext cx="5108575" cy="1030605"/>
            <a:chOff x="2885" y="8760"/>
            <a:chExt cx="8045" cy="1623"/>
          </a:xfrm>
        </p:grpSpPr>
        <p:sp>
          <p:nvSpPr>
            <p:cNvPr id="23" name="文本框 2"/>
            <p:cNvSpPr txBox="1"/>
            <p:nvPr/>
          </p:nvSpPr>
          <p:spPr>
            <a:xfrm>
              <a:off x="2885" y="9155"/>
              <a:ext cx="8045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(3)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在复平面上处处收敛；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3" name="Object 22"/>
            <p:cNvGraphicFramePr>
              <a:graphicFrameLocks noChangeAspect="1"/>
            </p:cNvGraphicFramePr>
            <p:nvPr/>
          </p:nvGraphicFramePr>
          <p:xfrm>
            <a:off x="3700" y="8760"/>
            <a:ext cx="1550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Equation" r:id="rId22" imgW="495300" imgH="431800" progId="Equation.DSMT4">
                    <p:embed/>
                  </p:oleObj>
                </mc:Choice>
                <mc:Fallback>
                  <p:oleObj name="Equation" r:id="rId22" imgW="495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00" y="8760"/>
                          <a:ext cx="1550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22"/>
          <p:cNvGraphicFramePr>
            <a:graphicFrameLocks noChangeAspect="1"/>
          </p:cNvGraphicFramePr>
          <p:nvPr/>
        </p:nvGraphicFramePr>
        <p:xfrm>
          <a:off x="3546793" y="5537200"/>
          <a:ext cx="98425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3" imgW="495300" imgH="431800" progId="Equation.DSMT4">
                  <p:embed/>
                </p:oleObj>
              </mc:Choice>
              <mc:Fallback>
                <p:oleObj name="Equation" r:id="rId23" imgW="495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6793" y="5537200"/>
                        <a:ext cx="98425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940233" y="5617210"/>
          <a:ext cx="98425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4" imgW="495300" imgH="431800" progId="Equation.DSMT4">
                  <p:embed/>
                </p:oleObj>
              </mc:Choice>
              <mc:Fallback>
                <p:oleObj name="Equation" r:id="rId24" imgW="495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40233" y="5617210"/>
                        <a:ext cx="98425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7" grpId="0"/>
      <p:bldP spid="41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2"/>
          <p:cNvSpPr txBox="1"/>
          <p:nvPr/>
        </p:nvSpPr>
        <p:spPr>
          <a:xfrm>
            <a:off x="1163955" y="621665"/>
            <a:ext cx="45478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、幂级数收敛半径的定义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1343025" y="1355725"/>
            <a:ext cx="11620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定义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632710" y="1348740"/>
            <a:ext cx="3693160" cy="542290"/>
            <a:chOff x="4146" y="2124"/>
            <a:chExt cx="5816" cy="854"/>
          </a:xfrm>
        </p:grpSpPr>
        <p:sp>
          <p:nvSpPr>
            <p:cNvPr id="31" name="文本框 2"/>
            <p:cNvSpPr txBox="1"/>
            <p:nvPr/>
          </p:nvSpPr>
          <p:spPr>
            <a:xfrm>
              <a:off x="4146" y="2135"/>
              <a:ext cx="581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若存在正数        使得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2" name="Object 22"/>
            <p:cNvGraphicFramePr>
              <a:graphicFrameLocks noChangeAspect="1"/>
            </p:cNvGraphicFramePr>
            <p:nvPr/>
          </p:nvGraphicFramePr>
          <p:xfrm>
            <a:off x="6972" y="2124"/>
            <a:ext cx="1522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" name="Equation" r:id="rId1" imgW="9144000" imgH="4267200" progId="Equation.DSMT4">
                    <p:embed/>
                  </p:oleObj>
                </mc:Choice>
                <mc:Fallback>
                  <p:oleObj name="Equation" r:id="rId1" imgW="9144000" imgH="4267200" progId="Equation.DSMT4">
                    <p:embed/>
                    <p:pic>
                      <p:nvPicPr>
                        <p:cNvPr id="0" name="图片 71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972" y="2124"/>
                          <a:ext cx="1522" cy="8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1279525" y="1920875"/>
            <a:ext cx="6066790" cy="1029970"/>
            <a:chOff x="2015" y="3025"/>
            <a:chExt cx="9554" cy="1622"/>
          </a:xfrm>
        </p:grpSpPr>
        <p:grpSp>
          <p:nvGrpSpPr>
            <p:cNvPr id="8" name="组合 7"/>
            <p:cNvGrpSpPr/>
            <p:nvPr/>
          </p:nvGrpSpPr>
          <p:grpSpPr>
            <a:xfrm>
              <a:off x="2015" y="3025"/>
              <a:ext cx="9554" cy="1622"/>
              <a:chOff x="2015" y="3025"/>
              <a:chExt cx="9554" cy="1622"/>
            </a:xfrm>
          </p:grpSpPr>
          <p:sp>
            <p:nvSpPr>
              <p:cNvPr id="15" name="文本框 2"/>
              <p:cNvSpPr txBox="1"/>
              <p:nvPr/>
            </p:nvSpPr>
            <p:spPr>
              <a:xfrm>
                <a:off x="2015" y="3373"/>
                <a:ext cx="9555" cy="834"/>
              </a:xfrm>
              <a:prstGeom prst="rect">
                <a:avLst/>
              </a:prstGeom>
              <a:noFill/>
            </p:spPr>
            <p:txBody>
              <a:bodyPr wrap="square" lIns="100054" tIns="50027" rIns="100054" bIns="50027" rtlCol="0">
                <a:spAutoFit/>
              </a:bodyPr>
              <a:p>
                <a:r>
                  <a:rPr lang="zh-CN" altLang="en-US" sz="2800" dirty="0" smtClean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则称        为级数         的</a:t>
                </a:r>
                <a:r>
                  <a:rPr lang="zh-CN" altLang="en-US" sz="2800" b="1" i="1" u="sng" dirty="0" smtClean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收敛半径</a:t>
                </a:r>
                <a:r>
                  <a:rPr lang="zh-CN" altLang="en-US" sz="2800" dirty="0" smtClean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，</a:t>
                </a:r>
                <a:r>
                  <a:rPr lang="zh-CN" altLang="en-US" sz="2800" dirty="0" smtClean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      </a:t>
                </a:r>
                <a:endPara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  <p:graphicFrame>
            <p:nvGraphicFramePr>
              <p:cNvPr id="52" name="Object 22"/>
              <p:cNvGraphicFramePr>
                <a:graphicFrameLocks noChangeAspect="1"/>
              </p:cNvGraphicFramePr>
              <p:nvPr/>
            </p:nvGraphicFramePr>
            <p:xfrm>
              <a:off x="6476" y="3025"/>
              <a:ext cx="1550" cy="16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" name="Equation" r:id="rId3" imgW="495300" imgH="431800" progId="Equation.DSMT4">
                      <p:embed/>
                    </p:oleObj>
                  </mc:Choice>
                  <mc:Fallback>
                    <p:oleObj name="Equation" r:id="rId3" imgW="495300" imgH="431800" progId="Equation.DSMT4">
                      <p:embed/>
                      <p:pic>
                        <p:nvPicPr>
                          <p:cNvPr id="0" name="图片 512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6476" y="3025"/>
                            <a:ext cx="1550" cy="162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" name="Object 22"/>
            <p:cNvGraphicFramePr>
              <a:graphicFrameLocks noChangeAspect="1"/>
            </p:cNvGraphicFramePr>
            <p:nvPr/>
          </p:nvGraphicFramePr>
          <p:xfrm>
            <a:off x="3264" y="3352"/>
            <a:ext cx="1522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4" name="Equation" r:id="rId5" imgW="9144000" imgH="4267200" progId="Equation.DSMT4">
                    <p:embed/>
                  </p:oleObj>
                </mc:Choice>
                <mc:Fallback>
                  <p:oleObj name="Equation" r:id="rId5" imgW="9144000" imgH="4267200" progId="Equation.DSMT4">
                    <p:embed/>
                    <p:pic>
                      <p:nvPicPr>
                        <p:cNvPr id="0" name="图片 71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264" y="3352"/>
                          <a:ext cx="1522" cy="8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"/>
          <p:cNvSpPr txBox="1"/>
          <p:nvPr/>
        </p:nvSpPr>
        <p:spPr>
          <a:xfrm>
            <a:off x="1342764" y="6256230"/>
            <a:ext cx="1355953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solidFill>
                  <a:srgbClr val="FF33CC"/>
                </a:solidFill>
                <a:latin typeface="华文中宋" panose="02010600040101010101" charset="-122"/>
                <a:ea typeface="华文中宋" panose="02010600040101010101" charset="-122"/>
              </a:rPr>
              <a:t>约定：</a:t>
            </a:r>
            <a:endParaRPr lang="zh-CN" altLang="en-US" sz="2800" dirty="0" smtClean="0">
              <a:solidFill>
                <a:srgbClr val="FF33C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705735" y="6060440"/>
            <a:ext cx="6690360" cy="1057910"/>
            <a:chOff x="4261" y="9544"/>
            <a:chExt cx="10536" cy="1666"/>
          </a:xfrm>
        </p:grpSpPr>
        <p:sp>
          <p:nvSpPr>
            <p:cNvPr id="33" name="文本框 2"/>
            <p:cNvSpPr txBox="1"/>
            <p:nvPr/>
          </p:nvSpPr>
          <p:spPr>
            <a:xfrm>
              <a:off x="4261" y="9961"/>
              <a:ext cx="1053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(1)          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仅在在点    处收敛，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4" name="Object 23"/>
            <p:cNvGraphicFramePr>
              <a:graphicFrameLocks noChangeAspect="1"/>
            </p:cNvGraphicFramePr>
            <p:nvPr/>
          </p:nvGraphicFramePr>
          <p:xfrm>
            <a:off x="10558" y="9819"/>
            <a:ext cx="658" cy="1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6" name="Equation" r:id="rId6" imgW="3962400" imgH="5486400" progId="Equation.DSMT4">
                    <p:embed/>
                  </p:oleObj>
                </mc:Choice>
                <mc:Fallback>
                  <p:oleObj name="Equation" r:id="rId6" imgW="3962400" imgH="5486400" progId="Equation.DSMT4">
                    <p:embed/>
                    <p:pic>
                      <p:nvPicPr>
                        <p:cNvPr id="0" name="图片 71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558" y="9819"/>
                          <a:ext cx="658" cy="109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22"/>
            <p:cNvGraphicFramePr>
              <a:graphicFrameLocks noChangeAspect="1"/>
            </p:cNvGraphicFramePr>
            <p:nvPr/>
          </p:nvGraphicFramePr>
          <p:xfrm>
            <a:off x="5174" y="9544"/>
            <a:ext cx="2815" cy="1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Equation" r:id="rId8" imgW="876300" imgH="431800" progId="Equation.DSMT4">
                    <p:embed/>
                  </p:oleObj>
                </mc:Choice>
                <mc:Fallback>
                  <p:oleObj name="Equation" r:id="rId8" imgW="876300" imgH="431800" progId="Equation.DSMT4">
                    <p:embed/>
                    <p:pic>
                      <p:nvPicPr>
                        <p:cNvPr id="0" name="图片 71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174" y="9544"/>
                          <a:ext cx="2815" cy="16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22"/>
            <p:cNvGraphicFramePr>
              <a:graphicFrameLocks noChangeAspect="1"/>
            </p:cNvGraphicFramePr>
            <p:nvPr/>
          </p:nvGraphicFramePr>
          <p:xfrm>
            <a:off x="13488" y="9852"/>
            <a:ext cx="1270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" name="Equation" r:id="rId10" imgW="7620000" imgH="4267200" progId="Equation.DSMT4">
                    <p:embed/>
                  </p:oleObj>
                </mc:Choice>
                <mc:Fallback>
                  <p:oleObj name="Equation" r:id="rId10" imgW="7620000" imgH="4267200" progId="Equation.DSMT4">
                    <p:embed/>
                    <p:pic>
                      <p:nvPicPr>
                        <p:cNvPr id="0" name="图片 71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3488" y="9852"/>
                          <a:ext cx="1270" cy="8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6203315" y="1376680"/>
          <a:ext cx="1143635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2" imgW="609600" imgH="215900" progId="Equation.DSMT4">
                  <p:embed/>
                </p:oleObj>
              </mc:Choice>
              <mc:Fallback>
                <p:oleObj name="Equation" r:id="rId12" imgW="609600" imgH="2159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203315" y="1376680"/>
                        <a:ext cx="1143635" cy="499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8429198" y="1376393"/>
            <a:ext cx="13917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收敛，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3" name="Object 22"/>
          <p:cNvGraphicFramePr>
            <a:graphicFrameLocks noChangeAspect="1"/>
          </p:cNvGraphicFramePr>
          <p:nvPr/>
        </p:nvGraphicFramePr>
        <p:xfrm>
          <a:off x="9633585" y="1391285"/>
          <a:ext cx="1145540" cy="50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4" imgW="609600" imgH="215900" progId="Equation.DSMT4">
                  <p:embed/>
                </p:oleObj>
              </mc:Choice>
              <mc:Fallback>
                <p:oleObj name="Equation" r:id="rId14" imgW="609600" imgH="2159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633585" y="1391285"/>
                        <a:ext cx="1145540" cy="500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2"/>
          <p:cNvSpPr txBox="1"/>
          <p:nvPr/>
        </p:nvSpPr>
        <p:spPr>
          <a:xfrm>
            <a:off x="11913443" y="1391049"/>
            <a:ext cx="13917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发散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8" name="Object 22"/>
          <p:cNvGraphicFramePr>
            <a:graphicFrameLocks noChangeAspect="1"/>
          </p:cNvGraphicFramePr>
          <p:nvPr/>
        </p:nvGraphicFramePr>
        <p:xfrm>
          <a:off x="7464743" y="1031240"/>
          <a:ext cx="98425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16" imgW="495300" imgH="431800" progId="Equation.DSMT4">
                  <p:embed/>
                </p:oleObj>
              </mc:Choice>
              <mc:Fallback>
                <p:oleObj name="Equation" r:id="rId16" imgW="495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64743" y="1031240"/>
                        <a:ext cx="98425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10858183" y="1111250"/>
          <a:ext cx="98425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17" imgW="495300" imgH="431800" progId="Equation.DSMT4">
                  <p:embed/>
                </p:oleObj>
              </mc:Choice>
              <mc:Fallback>
                <p:oleObj name="Equation" r:id="rId17" imgW="495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58183" y="1111250"/>
                        <a:ext cx="98425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1405890" y="3222625"/>
            <a:ext cx="11620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定义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32710" y="3194685"/>
            <a:ext cx="3693160" cy="542290"/>
            <a:chOff x="4146" y="5031"/>
            <a:chExt cx="5816" cy="854"/>
          </a:xfrm>
        </p:grpSpPr>
        <p:sp>
          <p:nvSpPr>
            <p:cNvPr id="55" name="文本框 2"/>
            <p:cNvSpPr txBox="1"/>
            <p:nvPr/>
          </p:nvSpPr>
          <p:spPr>
            <a:xfrm>
              <a:off x="4146" y="5042"/>
              <a:ext cx="581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若存在正数        使得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6" name="Object 22"/>
            <p:cNvGraphicFramePr>
              <a:graphicFrameLocks noChangeAspect="1"/>
            </p:cNvGraphicFramePr>
            <p:nvPr/>
          </p:nvGraphicFramePr>
          <p:xfrm>
            <a:off x="6972" y="5031"/>
            <a:ext cx="1522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" name="Equation" r:id="rId18" imgW="9144000" imgH="4267200" progId="Equation.DSMT4">
                    <p:embed/>
                  </p:oleObj>
                </mc:Choice>
                <mc:Fallback>
                  <p:oleObj name="Equation" r:id="rId18" imgW="9144000" imgH="4267200" progId="Equation.DSMT4">
                    <p:embed/>
                    <p:pic>
                      <p:nvPicPr>
                        <p:cNvPr id="0" name="图片 71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972" y="5031"/>
                          <a:ext cx="1522" cy="8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" name="Object 22"/>
          <p:cNvGraphicFramePr>
            <a:graphicFrameLocks noChangeAspect="1"/>
          </p:cNvGraphicFramePr>
          <p:nvPr/>
        </p:nvGraphicFramePr>
        <p:xfrm>
          <a:off x="6333490" y="3206115"/>
          <a:ext cx="1644015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19" imgW="876300" imgH="228600" progId="Equation.DSMT4">
                  <p:embed/>
                </p:oleObj>
              </mc:Choice>
              <mc:Fallback>
                <p:oleObj name="Equation" r:id="rId19" imgW="876300" imgH="2286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33490" y="3206115"/>
                        <a:ext cx="1644015" cy="531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2"/>
          <p:cNvSpPr txBox="1"/>
          <p:nvPr/>
        </p:nvSpPr>
        <p:spPr>
          <a:xfrm>
            <a:off x="9821118" y="3207733"/>
            <a:ext cx="13917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收敛，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4" name="Object 22"/>
          <p:cNvGraphicFramePr>
            <a:graphicFrameLocks noChangeAspect="1"/>
          </p:cNvGraphicFramePr>
          <p:nvPr/>
        </p:nvGraphicFramePr>
        <p:xfrm>
          <a:off x="10858500" y="3207703"/>
          <a:ext cx="1647190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21" imgW="876300" imgH="228600" progId="Equation.DSMT4">
                  <p:embed/>
                </p:oleObj>
              </mc:Choice>
              <mc:Fallback>
                <p:oleObj name="Equation" r:id="rId21" imgW="876300" imgH="2286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858500" y="3207703"/>
                        <a:ext cx="1647190" cy="531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文本框 2"/>
          <p:cNvSpPr txBox="1"/>
          <p:nvPr/>
        </p:nvSpPr>
        <p:spPr>
          <a:xfrm>
            <a:off x="3147903" y="4232674"/>
            <a:ext cx="13917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发散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7" name="Object 22"/>
          <p:cNvGraphicFramePr>
            <a:graphicFrameLocks noChangeAspect="1"/>
          </p:cNvGraphicFramePr>
          <p:nvPr/>
        </p:nvGraphicFramePr>
        <p:xfrm>
          <a:off x="8079105" y="2930525"/>
          <a:ext cx="1741805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23" imgW="876300" imgH="431800" progId="Equation.DSMT4">
                  <p:embed/>
                </p:oleObj>
              </mc:Choice>
              <mc:Fallback>
                <p:oleObj name="Equation" r:id="rId23" imgW="876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079105" y="2930525"/>
                        <a:ext cx="1741805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2"/>
          <p:cNvGraphicFramePr>
            <a:graphicFrameLocks noChangeAspect="1"/>
          </p:cNvGraphicFramePr>
          <p:nvPr/>
        </p:nvGraphicFramePr>
        <p:xfrm>
          <a:off x="1405891" y="3982085"/>
          <a:ext cx="1741805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25" imgW="876300" imgH="431800" progId="Equation.DSMT4">
                  <p:embed/>
                </p:oleObj>
              </mc:Choice>
              <mc:Fallback>
                <p:oleObj name="Equation" r:id="rId25" imgW="8763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05891" y="3982085"/>
                        <a:ext cx="1741805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4241165" y="3945890"/>
            <a:ext cx="6770370" cy="1030605"/>
            <a:chOff x="6679" y="6214"/>
            <a:chExt cx="10662" cy="1623"/>
          </a:xfrm>
        </p:grpSpPr>
        <p:sp>
          <p:nvSpPr>
            <p:cNvPr id="58" name="文本框 2"/>
            <p:cNvSpPr txBox="1"/>
            <p:nvPr/>
          </p:nvSpPr>
          <p:spPr>
            <a:xfrm>
              <a:off x="6679" y="6619"/>
              <a:ext cx="10662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    为级数        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收敛半径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；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" name="Object 22"/>
            <p:cNvGraphicFramePr>
              <a:graphicFrameLocks noChangeAspect="1"/>
            </p:cNvGraphicFramePr>
            <p:nvPr/>
          </p:nvGraphicFramePr>
          <p:xfrm>
            <a:off x="7956" y="6619"/>
            <a:ext cx="1522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" name="Equation" r:id="rId27" imgW="9144000" imgH="4267200" progId="Equation.DSMT4">
                    <p:embed/>
                  </p:oleObj>
                </mc:Choice>
                <mc:Fallback>
                  <p:oleObj name="Equation" r:id="rId27" imgW="9144000" imgH="4267200" progId="Equation.DSMT4">
                    <p:embed/>
                    <p:pic>
                      <p:nvPicPr>
                        <p:cNvPr id="0" name="图片 71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956" y="6619"/>
                          <a:ext cx="1522" cy="8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22"/>
            <p:cNvGraphicFramePr>
              <a:graphicFrameLocks noChangeAspect="1"/>
            </p:cNvGraphicFramePr>
            <p:nvPr/>
          </p:nvGraphicFramePr>
          <p:xfrm>
            <a:off x="11159" y="6214"/>
            <a:ext cx="2743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" name="Equation" r:id="rId28" imgW="876300" imgH="431800" progId="Equation.DSMT4">
                    <p:embed/>
                  </p:oleObj>
                </mc:Choice>
                <mc:Fallback>
                  <p:oleObj name="Equation" r:id="rId28" imgW="876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11159" y="6214"/>
                          <a:ext cx="2743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2698750" y="7223125"/>
            <a:ext cx="7259320" cy="1057910"/>
            <a:chOff x="4250" y="11375"/>
            <a:chExt cx="11432" cy="1666"/>
          </a:xfrm>
        </p:grpSpPr>
        <p:sp>
          <p:nvSpPr>
            <p:cNvPr id="37" name="文本框 2"/>
            <p:cNvSpPr txBox="1"/>
            <p:nvPr/>
          </p:nvSpPr>
          <p:spPr>
            <a:xfrm>
              <a:off x="4250" y="11792"/>
              <a:ext cx="11085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(2)          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在复平面上处处收敛，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2" name="Object 22"/>
            <p:cNvGraphicFramePr>
              <a:graphicFrameLocks noChangeAspect="1"/>
            </p:cNvGraphicFramePr>
            <p:nvPr/>
          </p:nvGraphicFramePr>
          <p:xfrm>
            <a:off x="13956" y="11792"/>
            <a:ext cx="1727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0" name="Equation" r:id="rId30" imgW="10363200" imgH="3962400" progId="Equation.DSMT4">
                    <p:embed/>
                  </p:oleObj>
                </mc:Choice>
                <mc:Fallback>
                  <p:oleObj name="Equation" r:id="rId30" imgW="10363200" imgH="3962400" progId="Equation.DSMT4">
                    <p:embed/>
                    <p:pic>
                      <p:nvPicPr>
                        <p:cNvPr id="0" name="图片 71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3956" y="11792"/>
                          <a:ext cx="1727" cy="7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22"/>
            <p:cNvGraphicFramePr>
              <a:graphicFrameLocks noChangeAspect="1"/>
            </p:cNvGraphicFramePr>
            <p:nvPr/>
          </p:nvGraphicFramePr>
          <p:xfrm>
            <a:off x="5174" y="11375"/>
            <a:ext cx="2815" cy="1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" name="Equation" r:id="rId32" imgW="876300" imgH="431800" progId="Equation.DSMT4">
                    <p:embed/>
                  </p:oleObj>
                </mc:Choice>
                <mc:Fallback>
                  <p:oleObj name="Equation" r:id="rId32" imgW="876300" imgH="431800" progId="Equation.DSMT4">
                    <p:embed/>
                    <p:pic>
                      <p:nvPicPr>
                        <p:cNvPr id="0" name="图片 71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174" y="11375"/>
                          <a:ext cx="2815" cy="16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" name="Object 22"/>
          <p:cNvGraphicFramePr>
            <a:graphicFrameLocks noChangeAspect="1"/>
          </p:cNvGraphicFramePr>
          <p:nvPr/>
        </p:nvGraphicFramePr>
        <p:xfrm>
          <a:off x="7336473" y="2150428"/>
          <a:ext cx="715010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33" imgW="381000" imgH="203200" progId="Equation.DSMT4">
                  <p:embed/>
                </p:oleObj>
              </mc:Choice>
              <mc:Fallback>
                <p:oleObj name="Equation" r:id="rId33" imgW="381000" imgH="2032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336473" y="2150428"/>
                        <a:ext cx="715010" cy="471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7977505" y="1884680"/>
            <a:ext cx="4385310" cy="1029970"/>
            <a:chOff x="12563" y="2968"/>
            <a:chExt cx="6906" cy="1622"/>
          </a:xfrm>
        </p:grpSpPr>
        <p:sp>
          <p:nvSpPr>
            <p:cNvPr id="77" name="文本框 2"/>
            <p:cNvSpPr txBox="1"/>
            <p:nvPr/>
          </p:nvSpPr>
          <p:spPr>
            <a:xfrm>
              <a:off x="12563" y="3386"/>
              <a:ext cx="6906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称为级数 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收敛圆。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8" name="Object 22"/>
            <p:cNvGraphicFramePr>
              <a:graphicFrameLocks noChangeAspect="1"/>
            </p:cNvGraphicFramePr>
            <p:nvPr/>
          </p:nvGraphicFramePr>
          <p:xfrm>
            <a:off x="14798" y="2968"/>
            <a:ext cx="1550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" name="Equation" r:id="rId35" imgW="495300" imgH="431800" progId="Equation.DSMT4">
                    <p:embed/>
                  </p:oleObj>
                </mc:Choice>
                <mc:Fallback>
                  <p:oleObj name="Equation" r:id="rId35" imgW="495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798" y="2968"/>
                          <a:ext cx="1550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1465580" y="4960620"/>
            <a:ext cx="6225540" cy="1029970"/>
            <a:chOff x="2308" y="7812"/>
            <a:chExt cx="9804" cy="1622"/>
          </a:xfrm>
        </p:grpSpPr>
        <p:graphicFrame>
          <p:nvGraphicFramePr>
            <p:cNvPr id="2" name="Object 22"/>
            <p:cNvGraphicFramePr>
              <a:graphicFrameLocks noChangeAspect="1"/>
            </p:cNvGraphicFramePr>
            <p:nvPr/>
          </p:nvGraphicFramePr>
          <p:xfrm>
            <a:off x="2308" y="8206"/>
            <a:ext cx="1980" cy="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36" imgW="647700" imgH="228600" progId="Equation.DSMT4">
                    <p:embed/>
                  </p:oleObj>
                </mc:Choice>
                <mc:Fallback>
                  <p:oleObj name="Equation" r:id="rId36" imgW="647700" imgH="228600" progId="Equation.DSMT4">
                    <p:embed/>
                    <p:pic>
                      <p:nvPicPr>
                        <p:cNvPr id="0" name="图片 615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2308" y="8206"/>
                          <a:ext cx="1980" cy="8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2"/>
            <p:cNvSpPr txBox="1"/>
            <p:nvPr/>
          </p:nvSpPr>
          <p:spPr>
            <a:xfrm>
              <a:off x="4160" y="8206"/>
              <a:ext cx="7953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称为级数        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收敛圆。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" name="Object 22"/>
            <p:cNvGraphicFramePr>
              <a:graphicFrameLocks noChangeAspect="1"/>
            </p:cNvGraphicFramePr>
            <p:nvPr/>
          </p:nvGraphicFramePr>
          <p:xfrm>
            <a:off x="6445" y="7812"/>
            <a:ext cx="2743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38" imgW="876300" imgH="431800" progId="Equation.DSMT4">
                    <p:embed/>
                  </p:oleObj>
                </mc:Choice>
                <mc:Fallback>
                  <p:oleObj name="Equation" r:id="rId38" imgW="876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445" y="7812"/>
                          <a:ext cx="2743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3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/>
      <p:bldP spid="54" grpId="0"/>
      <p:bldP spid="63" grpId="0"/>
      <p:bldP spid="66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765439" y="4919412"/>
            <a:ext cx="5235485" cy="57981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收敛半径的求法</a:t>
            </a:r>
            <a:endParaRPr lang="zh-CN" altLang="en-US" sz="48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2"/>
          <p:cNvSpPr txBox="1"/>
          <p:nvPr/>
        </p:nvSpPr>
        <p:spPr>
          <a:xfrm>
            <a:off x="1181100" y="512445"/>
            <a:ext cx="45478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、比值法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5" name="Object 22"/>
          <p:cNvGraphicFramePr>
            <a:graphicFrameLocks noChangeAspect="1"/>
          </p:cNvGraphicFramePr>
          <p:nvPr/>
        </p:nvGraphicFramePr>
        <p:xfrm>
          <a:off x="4716145" y="2065655"/>
          <a:ext cx="926465" cy="177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1" imgW="10668000" imgH="17068800" progId="Equation.DSMT4">
                  <p:embed/>
                </p:oleObj>
              </mc:Choice>
              <mc:Fallback>
                <p:oleObj name="Equation" r:id="rId1" imgW="10668000" imgH="17068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16145" y="2065655"/>
                        <a:ext cx="926465" cy="177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1257864" y="2216425"/>
            <a:ext cx="348502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则其收敛半径为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257935" y="1214755"/>
            <a:ext cx="25717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（比值法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7469505" y="2065655"/>
          <a:ext cx="1482725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3" imgW="17068800" imgH="4267200" progId="Equation.DSMT4">
                  <p:embed/>
                </p:oleObj>
              </mc:Choice>
              <mc:Fallback>
                <p:oleObj name="Equation" r:id="rId3" imgW="17068800" imgH="4267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69505" y="2065655"/>
                        <a:ext cx="1482725" cy="445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2"/>
          <p:cNvGraphicFramePr>
            <a:graphicFrameLocks noChangeAspect="1"/>
          </p:cNvGraphicFramePr>
          <p:nvPr/>
        </p:nvGraphicFramePr>
        <p:xfrm>
          <a:off x="7582535" y="2745740"/>
          <a:ext cx="767715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5" imgW="8839200" imgH="4267200" progId="Equation.DSMT4">
                  <p:embed/>
                </p:oleObj>
              </mc:Choice>
              <mc:Fallback>
                <p:oleObj name="Equation" r:id="rId5" imgW="8839200" imgH="42672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82535" y="2745740"/>
                        <a:ext cx="767715" cy="445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2"/>
          <p:cNvGraphicFramePr>
            <a:graphicFrameLocks noChangeAspect="1"/>
          </p:cNvGraphicFramePr>
          <p:nvPr/>
        </p:nvGraphicFramePr>
        <p:xfrm>
          <a:off x="7469505" y="3398520"/>
          <a:ext cx="1005840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7" imgW="11582400" imgH="4267200" progId="Equation.DSMT4">
                  <p:embed/>
                </p:oleObj>
              </mc:Choice>
              <mc:Fallback>
                <p:oleObj name="Equation" r:id="rId7" imgW="11582400" imgH="42672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69505" y="3398520"/>
                        <a:ext cx="1005840" cy="445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2"/>
          <p:cNvGraphicFramePr>
            <a:graphicFrameLocks noChangeAspect="1"/>
          </p:cNvGraphicFramePr>
          <p:nvPr/>
        </p:nvGraphicFramePr>
        <p:xfrm>
          <a:off x="5681980" y="1718310"/>
          <a:ext cx="34417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9" imgW="3962400" imgH="9448800" progId="Equation.DSMT4">
                  <p:embed/>
                </p:oleObj>
              </mc:Choice>
              <mc:Fallback>
                <p:oleObj name="Equation" r:id="rId9" imgW="3962400" imgH="9448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81980" y="1718310"/>
                        <a:ext cx="344170" cy="987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/>
          <p:cNvGraphicFramePr>
            <a:graphicFrameLocks noChangeAspect="1"/>
          </p:cNvGraphicFramePr>
          <p:nvPr/>
        </p:nvGraphicFramePr>
        <p:xfrm>
          <a:off x="5681980" y="2866390"/>
          <a:ext cx="317500" cy="319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1" imgW="3657600" imgH="3048000" progId="Equation.DSMT4">
                  <p:embed/>
                </p:oleObj>
              </mc:Choice>
              <mc:Fallback>
                <p:oleObj name="Equation" r:id="rId11" imgW="3657600" imgH="30480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81980" y="2866390"/>
                        <a:ext cx="317500" cy="319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5734685" y="3398520"/>
          <a:ext cx="26479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3" imgW="3048000" imgH="4267200" progId="Equation.DSMT4">
                  <p:embed/>
                </p:oleObj>
              </mc:Choice>
              <mc:Fallback>
                <p:oleObj name="Equation" r:id="rId13" imgW="3048000" imgH="42672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34685" y="3398520"/>
                        <a:ext cx="264795" cy="446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2"/>
          <p:cNvGraphicFramePr>
            <a:graphicFrameLocks noChangeAspect="1"/>
          </p:cNvGraphicFramePr>
          <p:nvPr/>
        </p:nvGraphicFramePr>
        <p:xfrm>
          <a:off x="2279650" y="3506470"/>
          <a:ext cx="1596390" cy="9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15" imgW="889000" imgH="431800" progId="Equation.DSMT4">
                  <p:embed/>
                </p:oleObj>
              </mc:Choice>
              <mc:Fallback>
                <p:oleObj name="Equation" r:id="rId15" imgW="889000" imgH="4318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79650" y="3506470"/>
                        <a:ext cx="1596390" cy="9321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七角星 6"/>
          <p:cNvSpPr/>
          <p:nvPr/>
        </p:nvSpPr>
        <p:spPr>
          <a:xfrm>
            <a:off x="1365190" y="350678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250055" y="917575"/>
            <a:ext cx="3509010" cy="1029970"/>
            <a:chOff x="6693" y="1445"/>
            <a:chExt cx="5526" cy="1622"/>
          </a:xfrm>
        </p:grpSpPr>
        <p:sp>
          <p:nvSpPr>
            <p:cNvPr id="41" name="文本框 2"/>
            <p:cNvSpPr txBox="1"/>
            <p:nvPr/>
          </p:nvSpPr>
          <p:spPr>
            <a:xfrm>
              <a:off x="6693" y="1840"/>
              <a:ext cx="5526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系数数满足                   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" name="Object 22"/>
            <p:cNvGraphicFramePr>
              <a:graphicFrameLocks noChangeAspect="1"/>
            </p:cNvGraphicFramePr>
            <p:nvPr/>
          </p:nvGraphicFramePr>
          <p:xfrm>
            <a:off x="7541" y="1445"/>
            <a:ext cx="1550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17" imgW="495300" imgH="431800" progId="Equation.DSMT4">
                    <p:embed/>
                  </p:oleObj>
                </mc:Choice>
                <mc:Fallback>
                  <p:oleObj name="Equation" r:id="rId17" imgW="495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41" y="1445"/>
                          <a:ext cx="1550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7759065" y="941070"/>
          <a:ext cx="2198370" cy="1007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19" imgW="1130300" imgH="431800" progId="Equation.DSMT4">
                  <p:embed/>
                </p:oleObj>
              </mc:Choice>
              <mc:Fallback>
                <p:oleObj name="Equation" r:id="rId19" imgW="1130300" imgH="4318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59065" y="941070"/>
                        <a:ext cx="2198370" cy="1007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8952159" y="2704105"/>
            <a:ext cx="348502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处处收敛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8952230" y="3314700"/>
            <a:ext cx="23837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仅在零点收敛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0" name="文本框 2"/>
          <p:cNvSpPr txBox="1"/>
          <p:nvPr/>
        </p:nvSpPr>
        <p:spPr>
          <a:xfrm>
            <a:off x="1205865" y="4832985"/>
            <a:ext cx="45478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、根值法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1" name="Object 22"/>
          <p:cNvGraphicFramePr>
            <a:graphicFrameLocks noChangeAspect="1"/>
          </p:cNvGraphicFramePr>
          <p:nvPr/>
        </p:nvGraphicFramePr>
        <p:xfrm>
          <a:off x="4740910" y="6386195"/>
          <a:ext cx="926465" cy="177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21" imgW="10668000" imgH="17068800" progId="Equation.DSMT4">
                  <p:embed/>
                </p:oleObj>
              </mc:Choice>
              <mc:Fallback>
                <p:oleObj name="Equation" r:id="rId21" imgW="10668000" imgH="17068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40910" y="6386195"/>
                        <a:ext cx="926465" cy="177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1282629" y="6536965"/>
            <a:ext cx="348502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则其收敛半径为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4" name="文本框 2"/>
          <p:cNvSpPr txBox="1"/>
          <p:nvPr/>
        </p:nvSpPr>
        <p:spPr>
          <a:xfrm>
            <a:off x="1282700" y="5535295"/>
            <a:ext cx="25717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（根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值法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5" name="Object 22"/>
          <p:cNvGraphicFramePr>
            <a:graphicFrameLocks noChangeAspect="1"/>
          </p:cNvGraphicFramePr>
          <p:nvPr/>
        </p:nvGraphicFramePr>
        <p:xfrm>
          <a:off x="7494270" y="6386195"/>
          <a:ext cx="1482725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22" imgW="17068800" imgH="4267200" progId="Equation.DSMT4">
                  <p:embed/>
                </p:oleObj>
              </mc:Choice>
              <mc:Fallback>
                <p:oleObj name="Equation" r:id="rId22" imgW="17068800" imgH="4267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94270" y="6386195"/>
                        <a:ext cx="1482725" cy="445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22"/>
          <p:cNvGraphicFramePr>
            <a:graphicFrameLocks noChangeAspect="1"/>
          </p:cNvGraphicFramePr>
          <p:nvPr/>
        </p:nvGraphicFramePr>
        <p:xfrm>
          <a:off x="7607300" y="7066280"/>
          <a:ext cx="767715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23" imgW="8839200" imgH="4267200" progId="Equation.DSMT4">
                  <p:embed/>
                </p:oleObj>
              </mc:Choice>
              <mc:Fallback>
                <p:oleObj name="Equation" r:id="rId23" imgW="8839200" imgH="42672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07300" y="7066280"/>
                        <a:ext cx="767715" cy="445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22"/>
          <p:cNvGraphicFramePr>
            <a:graphicFrameLocks noChangeAspect="1"/>
          </p:cNvGraphicFramePr>
          <p:nvPr/>
        </p:nvGraphicFramePr>
        <p:xfrm>
          <a:off x="7494270" y="7719060"/>
          <a:ext cx="1005840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" name="Equation" r:id="rId24" imgW="11582400" imgH="4267200" progId="Equation.DSMT4">
                  <p:embed/>
                </p:oleObj>
              </mc:Choice>
              <mc:Fallback>
                <p:oleObj name="Equation" r:id="rId24" imgW="11582400" imgH="42672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94270" y="7719060"/>
                        <a:ext cx="1005840" cy="445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22"/>
          <p:cNvGraphicFramePr>
            <a:graphicFrameLocks noChangeAspect="1"/>
          </p:cNvGraphicFramePr>
          <p:nvPr/>
        </p:nvGraphicFramePr>
        <p:xfrm>
          <a:off x="5706745" y="6038850"/>
          <a:ext cx="34417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Equation" r:id="rId25" imgW="3962400" imgH="9448800" progId="Equation.DSMT4">
                  <p:embed/>
                </p:oleObj>
              </mc:Choice>
              <mc:Fallback>
                <p:oleObj name="Equation" r:id="rId25" imgW="3962400" imgH="9448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06745" y="6038850"/>
                        <a:ext cx="344170" cy="987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22"/>
          <p:cNvGraphicFramePr>
            <a:graphicFrameLocks noChangeAspect="1"/>
          </p:cNvGraphicFramePr>
          <p:nvPr/>
        </p:nvGraphicFramePr>
        <p:xfrm>
          <a:off x="5706745" y="7186930"/>
          <a:ext cx="317500" cy="319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" name="Equation" r:id="rId26" imgW="3657600" imgH="3048000" progId="Equation.DSMT4">
                  <p:embed/>
                </p:oleObj>
              </mc:Choice>
              <mc:Fallback>
                <p:oleObj name="Equation" r:id="rId26" imgW="3657600" imgH="30480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06745" y="7186930"/>
                        <a:ext cx="317500" cy="319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22"/>
          <p:cNvGraphicFramePr>
            <a:graphicFrameLocks noChangeAspect="1"/>
          </p:cNvGraphicFramePr>
          <p:nvPr/>
        </p:nvGraphicFramePr>
        <p:xfrm>
          <a:off x="5759450" y="7719060"/>
          <a:ext cx="26479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Equation" r:id="rId27" imgW="3048000" imgH="4267200" progId="Equation.DSMT4">
                  <p:embed/>
                </p:oleObj>
              </mc:Choice>
              <mc:Fallback>
                <p:oleObj name="Equation" r:id="rId27" imgW="3048000" imgH="42672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59450" y="7719060"/>
                        <a:ext cx="264795" cy="446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22"/>
          <p:cNvGraphicFramePr>
            <a:graphicFrameLocks noChangeAspect="1"/>
          </p:cNvGraphicFramePr>
          <p:nvPr/>
        </p:nvGraphicFramePr>
        <p:xfrm>
          <a:off x="2165985" y="7672388"/>
          <a:ext cx="16192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28" imgW="901700" imgH="457200" progId="Equation.DSMT4">
                  <p:embed/>
                </p:oleObj>
              </mc:Choice>
              <mc:Fallback>
                <p:oleObj name="Equation" r:id="rId28" imgW="901700" imgH="4572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165985" y="7672388"/>
                        <a:ext cx="1619250" cy="987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七角星 88"/>
          <p:cNvSpPr/>
          <p:nvPr/>
        </p:nvSpPr>
        <p:spPr>
          <a:xfrm>
            <a:off x="1389955" y="782732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4168775" y="5111115"/>
            <a:ext cx="3509010" cy="1029970"/>
            <a:chOff x="6726" y="1445"/>
            <a:chExt cx="5526" cy="1622"/>
          </a:xfrm>
        </p:grpSpPr>
        <p:sp>
          <p:nvSpPr>
            <p:cNvPr id="91" name="文本框 2"/>
            <p:cNvSpPr txBox="1"/>
            <p:nvPr/>
          </p:nvSpPr>
          <p:spPr>
            <a:xfrm>
              <a:off x="6726" y="1840"/>
              <a:ext cx="5526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系数数满足                   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2" name="Object 22"/>
            <p:cNvGraphicFramePr>
              <a:graphicFrameLocks noChangeAspect="1"/>
            </p:cNvGraphicFramePr>
            <p:nvPr/>
          </p:nvGraphicFramePr>
          <p:xfrm>
            <a:off x="7574" y="1445"/>
            <a:ext cx="1550" cy="1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" name="Equation" r:id="rId30" imgW="495300" imgH="431800" progId="Equation.DSMT4">
                    <p:embed/>
                  </p:oleObj>
                </mc:Choice>
                <mc:Fallback>
                  <p:oleObj name="Equation" r:id="rId30" imgW="495300" imgH="431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74" y="1445"/>
                          <a:ext cx="1550" cy="16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" name="文本框 2"/>
          <p:cNvSpPr txBox="1"/>
          <p:nvPr/>
        </p:nvSpPr>
        <p:spPr>
          <a:xfrm>
            <a:off x="8976924" y="7024645"/>
            <a:ext cx="348502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处处收敛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5" name="文本框 2"/>
          <p:cNvSpPr txBox="1"/>
          <p:nvPr/>
        </p:nvSpPr>
        <p:spPr>
          <a:xfrm>
            <a:off x="8849924" y="7508515"/>
            <a:ext cx="348502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仅在零点收敛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96" name="Object 22"/>
          <p:cNvGraphicFramePr>
            <a:graphicFrameLocks noChangeAspect="1"/>
          </p:cNvGraphicFramePr>
          <p:nvPr/>
        </p:nvGraphicFramePr>
        <p:xfrm>
          <a:off x="7677785" y="5306060"/>
          <a:ext cx="2309495" cy="734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" name="Equation" r:id="rId31" imgW="1143000" imgH="304800" progId="Equation.DSMT4">
                  <p:embed/>
                </p:oleObj>
              </mc:Choice>
              <mc:Fallback>
                <p:oleObj name="Equation" r:id="rId31" imgW="1143000" imgH="3048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677785" y="5306060"/>
                        <a:ext cx="2309495" cy="734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7" grpId="0"/>
      <p:bldP spid="10" grpId="0"/>
      <p:bldP spid="11" grpId="0"/>
      <p:bldP spid="7" grpId="0" bldLvl="0" animBg="1"/>
      <p:bldP spid="74" grpId="0"/>
      <p:bldP spid="73" grpId="0"/>
      <p:bldP spid="94" grpId="0"/>
      <p:bldP spid="95" grpId="0"/>
      <p:bldP spid="8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2"/>
          <p:cNvSpPr txBox="1"/>
          <p:nvPr/>
        </p:nvSpPr>
        <p:spPr>
          <a:xfrm>
            <a:off x="1591935" y="1375001"/>
            <a:ext cx="6090674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求下列幂级数的收敛半径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" name="Object 22"/>
          <p:cNvGraphicFramePr>
            <a:graphicFrameLocks noChangeAspect="1"/>
          </p:cNvGraphicFramePr>
          <p:nvPr/>
        </p:nvGraphicFramePr>
        <p:xfrm>
          <a:off x="1874520" y="6480810"/>
          <a:ext cx="1397635" cy="988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1" imgW="736600" imgH="431800" progId="Equation.DSMT4">
                  <p:embed/>
                </p:oleObj>
              </mc:Choice>
              <mc:Fallback>
                <p:oleObj name="Equation" r:id="rId1" imgW="736600" imgH="431800" progId="Equation.DSMT4">
                  <p:embed/>
                  <p:pic>
                    <p:nvPicPr>
                      <p:cNvPr id="0" name="图片 820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4520" y="6480810"/>
                        <a:ext cx="1397635" cy="988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3497580" y="6110605"/>
            <a:ext cx="5157470" cy="1644650"/>
            <a:chOff x="5027" y="8175"/>
            <a:chExt cx="8122" cy="2590"/>
          </a:xfrm>
        </p:grpSpPr>
        <p:graphicFrame>
          <p:nvGraphicFramePr>
            <p:cNvPr id="15" name="Object 22"/>
            <p:cNvGraphicFramePr>
              <a:graphicFrameLocks noChangeAspect="1"/>
            </p:cNvGraphicFramePr>
            <p:nvPr/>
          </p:nvGraphicFramePr>
          <p:xfrm>
            <a:off x="5027" y="8758"/>
            <a:ext cx="2514" cy="1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Equation" r:id="rId3" imgW="889000" imgH="431800" progId="Equation.DSMT4">
                    <p:embed/>
                  </p:oleObj>
                </mc:Choice>
                <mc:Fallback>
                  <p:oleObj name="Equation" r:id="rId3" imgW="889000" imgH="4318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27" y="8758"/>
                          <a:ext cx="2514" cy="1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2"/>
            <p:cNvGraphicFramePr>
              <a:graphicFrameLocks noChangeAspect="1"/>
            </p:cNvGraphicFramePr>
            <p:nvPr/>
          </p:nvGraphicFramePr>
          <p:xfrm>
            <a:off x="7541" y="8175"/>
            <a:ext cx="2300" cy="2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Equation" r:id="rId5" imgW="812800" imgH="762000" progId="Equation.DSMT4">
                    <p:embed/>
                  </p:oleObj>
                </mc:Choice>
                <mc:Fallback>
                  <p:oleObj name="Equation" r:id="rId5" imgW="812800" imgH="7620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541" y="8175"/>
                          <a:ext cx="2300" cy="25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" name="Object 22"/>
            <p:cNvGraphicFramePr>
              <a:graphicFrameLocks noChangeAspect="1"/>
            </p:cNvGraphicFramePr>
            <p:nvPr/>
          </p:nvGraphicFramePr>
          <p:xfrm>
            <a:off x="9841" y="8758"/>
            <a:ext cx="2442" cy="1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7" imgW="862965" imgH="419100" progId="Equation.DSMT4">
                    <p:embed/>
                  </p:oleObj>
                </mc:Choice>
                <mc:Fallback>
                  <p:oleObj name="Equation" r:id="rId7" imgW="862965" imgH="4191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841" y="8758"/>
                          <a:ext cx="2442" cy="14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2"/>
            <p:cNvGraphicFramePr>
              <a:graphicFrameLocks noChangeAspect="1"/>
            </p:cNvGraphicFramePr>
            <p:nvPr/>
          </p:nvGraphicFramePr>
          <p:xfrm>
            <a:off x="12467" y="9256"/>
            <a:ext cx="683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Equation" r:id="rId9" imgW="241300" imgH="165100" progId="Equation.DSMT4">
                    <p:embed/>
                  </p:oleObj>
                </mc:Choice>
                <mc:Fallback>
                  <p:oleObj name="Equation" r:id="rId9" imgW="241300" imgH="1651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467" y="9256"/>
                          <a:ext cx="683" cy="56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3312160" y="1812290"/>
            <a:ext cx="7118985" cy="1700530"/>
            <a:chOff x="5027" y="10997"/>
            <a:chExt cx="11211" cy="2678"/>
          </a:xfrm>
        </p:grpSpPr>
        <p:graphicFrame>
          <p:nvGraphicFramePr>
            <p:cNvPr id="20" name="Object 22"/>
            <p:cNvGraphicFramePr>
              <a:graphicFrameLocks noChangeAspect="1"/>
            </p:cNvGraphicFramePr>
            <p:nvPr/>
          </p:nvGraphicFramePr>
          <p:xfrm>
            <a:off x="5027" y="11586"/>
            <a:ext cx="2514" cy="1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Equation" r:id="rId11" imgW="889000" imgH="431800" progId="Equation.DSMT4">
                    <p:embed/>
                  </p:oleObj>
                </mc:Choice>
                <mc:Fallback>
                  <p:oleObj name="Equation" r:id="rId11" imgW="889000" imgH="4318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27" y="11586"/>
                          <a:ext cx="2514" cy="1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7541" y="10997"/>
            <a:ext cx="2731" cy="2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" name="Equation" r:id="rId12" imgW="965200" imgH="787400" progId="Equation.DSMT4">
                    <p:embed/>
                  </p:oleObj>
                </mc:Choice>
                <mc:Fallback>
                  <p:oleObj name="Equation" r:id="rId12" imgW="965200" imgH="7874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541" y="10997"/>
                          <a:ext cx="2731" cy="26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2"/>
            <p:cNvGraphicFramePr>
              <a:graphicFrameLocks noChangeAspect="1"/>
            </p:cNvGraphicFramePr>
            <p:nvPr/>
          </p:nvGraphicFramePr>
          <p:xfrm>
            <a:off x="10419" y="11681"/>
            <a:ext cx="2731" cy="1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Equation" r:id="rId14" imgW="965200" imgH="393700" progId="Equation.DSMT4">
                    <p:embed/>
                  </p:oleObj>
                </mc:Choice>
                <mc:Fallback>
                  <p:oleObj name="Equation" r:id="rId14" imgW="965200" imgH="3937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0419" y="11681"/>
                          <a:ext cx="2731" cy="133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/>
            <p:cNvGraphicFramePr>
              <a:graphicFrameLocks noChangeAspect="1"/>
            </p:cNvGraphicFramePr>
            <p:nvPr/>
          </p:nvGraphicFramePr>
          <p:xfrm>
            <a:off x="13150" y="11875"/>
            <a:ext cx="3089" cy="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Equation" r:id="rId16" imgW="1091565" imgH="279400" progId="Equation.DSMT4">
                    <p:embed/>
                  </p:oleObj>
                </mc:Choice>
                <mc:Fallback>
                  <p:oleObj name="Equation" r:id="rId16" imgW="1091565" imgH="2794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150" y="11875"/>
                          <a:ext cx="3089" cy="9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1879600" y="3871595"/>
          <a:ext cx="2092325" cy="99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18" imgW="1091565" imgH="431800" progId="Equation.DSMT4">
                  <p:embed/>
                </p:oleObj>
              </mc:Choice>
              <mc:Fallback>
                <p:oleObj name="Equation" r:id="rId18" imgW="1091565" imgH="431800" progId="Equation.DSMT4">
                  <p:embed/>
                  <p:pic>
                    <p:nvPicPr>
                      <p:cNvPr id="0" name="图片 922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879600" y="3871595"/>
                        <a:ext cx="2092325" cy="995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4347845" y="3737610"/>
            <a:ext cx="5951220" cy="1402080"/>
            <a:chOff x="6940" y="10859"/>
            <a:chExt cx="9372" cy="2208"/>
          </a:xfrm>
        </p:grpSpPr>
        <p:graphicFrame>
          <p:nvGraphicFramePr>
            <p:cNvPr id="32" name="Object 22"/>
            <p:cNvGraphicFramePr>
              <a:graphicFrameLocks noChangeAspect="1"/>
            </p:cNvGraphicFramePr>
            <p:nvPr/>
          </p:nvGraphicFramePr>
          <p:xfrm>
            <a:off x="6940" y="10949"/>
            <a:ext cx="2550" cy="1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" name="Equation" r:id="rId20" imgW="901700" imgH="457200" progId="Equation.DSMT4">
                    <p:embed/>
                  </p:oleObj>
                </mc:Choice>
                <mc:Fallback>
                  <p:oleObj name="Equation" r:id="rId20" imgW="901700" imgH="4572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940" y="10949"/>
                          <a:ext cx="2550" cy="15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2"/>
            <p:cNvGraphicFramePr>
              <a:graphicFrameLocks noChangeAspect="1"/>
            </p:cNvGraphicFramePr>
            <p:nvPr/>
          </p:nvGraphicFramePr>
          <p:xfrm>
            <a:off x="9731" y="10949"/>
            <a:ext cx="3198" cy="2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" name="Equation" r:id="rId22" imgW="1130300" imgH="622300" progId="Equation.DSMT4">
                    <p:embed/>
                  </p:oleObj>
                </mc:Choice>
                <mc:Fallback>
                  <p:oleObj name="Equation" r:id="rId22" imgW="1130300" imgH="6223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9731" y="10949"/>
                          <a:ext cx="3198" cy="21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22"/>
            <p:cNvGraphicFramePr>
              <a:graphicFrameLocks noChangeAspect="1"/>
            </p:cNvGraphicFramePr>
            <p:nvPr/>
          </p:nvGraphicFramePr>
          <p:xfrm>
            <a:off x="13150" y="10859"/>
            <a:ext cx="3162" cy="19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" name="Equation" r:id="rId24" imgW="1117600" imgH="584200" progId="Equation.DSMT4">
                    <p:embed/>
                  </p:oleObj>
                </mc:Choice>
                <mc:Fallback>
                  <p:oleObj name="Equation" r:id="rId24" imgW="1117600" imgH="5842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3150" y="10859"/>
                          <a:ext cx="3162" cy="19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文本框 2"/>
          <p:cNvSpPr txBox="1"/>
          <p:nvPr/>
        </p:nvSpPr>
        <p:spPr>
          <a:xfrm>
            <a:off x="1718935" y="5685381"/>
            <a:ext cx="6090674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求下列幂级数的收敛半径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591945" y="2207260"/>
            <a:ext cx="1494790" cy="889000"/>
            <a:chOff x="2507" y="3476"/>
            <a:chExt cx="2354" cy="1400"/>
          </a:xfrm>
        </p:grpSpPr>
        <p:graphicFrame>
          <p:nvGraphicFramePr>
            <p:cNvPr id="56" name="Object 22"/>
            <p:cNvGraphicFramePr>
              <a:graphicFrameLocks noChangeAspect="1"/>
            </p:cNvGraphicFramePr>
            <p:nvPr/>
          </p:nvGraphicFramePr>
          <p:xfrm>
            <a:off x="2849" y="3476"/>
            <a:ext cx="2012" cy="1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Equation" r:id="rId26" imgW="749300" imgH="431800" progId="Equation.DSMT4">
                    <p:embed/>
                  </p:oleObj>
                </mc:Choice>
                <mc:Fallback>
                  <p:oleObj name="Equation" r:id="rId26" imgW="749300" imgH="431800" progId="Equation.DSMT4">
                    <p:embed/>
                    <p:pic>
                      <p:nvPicPr>
                        <p:cNvPr id="0" name="图片 82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2849" y="3476"/>
                          <a:ext cx="2012" cy="14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2507" y="3861"/>
                  <a:ext cx="1062" cy="82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7" y="3861"/>
                  <a:ext cx="1062" cy="822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矩形 4"/>
          <p:cNvSpPr/>
          <p:nvPr/>
        </p:nvSpPr>
        <p:spPr>
          <a:xfrm>
            <a:off x="1849755" y="6725285"/>
            <a:ext cx="389255" cy="55372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91615" y="1661160"/>
            <a:ext cx="729805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求幂级数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的收敛半径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" name="Object 22"/>
          <p:cNvGraphicFramePr>
            <a:graphicFrameLocks noChangeAspect="1"/>
          </p:cNvGraphicFramePr>
          <p:nvPr/>
        </p:nvGraphicFramePr>
        <p:xfrm>
          <a:off x="3829685" y="1438910"/>
          <a:ext cx="2592705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1" imgW="1308100" imgH="431800" progId="Equation.DSMT4">
                  <p:embed/>
                </p:oleObj>
              </mc:Choice>
              <mc:Fallback>
                <p:oleObj name="Equation" r:id="rId1" imgW="1308100" imgH="4318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29685" y="1438910"/>
                        <a:ext cx="2592705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/>
        </p:nvGraphicFramePr>
        <p:xfrm>
          <a:off x="2994660" y="2596198"/>
          <a:ext cx="60420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3" imgW="3048000" imgH="787400" progId="Equation.DSMT4">
                  <p:embed/>
                </p:oleObj>
              </mc:Choice>
              <mc:Fallback>
                <p:oleObj name="Equation" r:id="rId3" imgW="3048000" imgH="7874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4660" y="2596198"/>
                        <a:ext cx="6042025" cy="187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571625" y="3112135"/>
            <a:ext cx="1423035" cy="51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latin typeface="华文隶书" panose="02010800040101010101" charset="-122"/>
                <a:ea typeface="华文隶书" panose="02010800040101010101" charset="-122"/>
              </a:rPr>
              <a:t>解：</a:t>
            </a:r>
            <a:endParaRPr lang="zh-CN" altLang="en-US" sz="3600">
              <a:latin typeface="华文隶书" panose="02010800040101010101" charset="-122"/>
              <a:ea typeface="华文隶书" panose="0201080004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079625" y="4603115"/>
            <a:ext cx="6229350" cy="51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latin typeface="华文隶书" panose="02010800040101010101" charset="-122"/>
                <a:ea typeface="华文隶书" panose="02010800040101010101" charset="-122"/>
              </a:rPr>
              <a:t>由正项级数的比值</a:t>
            </a:r>
            <a:r>
              <a:rPr lang="zh-CN" altLang="en-US" sz="3600">
                <a:latin typeface="华文隶书" panose="02010800040101010101" charset="-122"/>
                <a:ea typeface="华文隶书" panose="02010800040101010101" charset="-122"/>
              </a:rPr>
              <a:t>判别法，</a:t>
            </a:r>
            <a:endParaRPr lang="zh-CN" altLang="en-US" sz="3600">
              <a:latin typeface="华文隶书" panose="02010800040101010101" charset="-122"/>
              <a:ea typeface="华文隶书" panose="02010800040101010101" charset="-122"/>
            </a:endParaRPr>
          </a:p>
        </p:txBody>
      </p:sp>
      <p:graphicFrame>
        <p:nvGraphicFramePr>
          <p:cNvPr id="33" name="Object 22"/>
          <p:cNvGraphicFramePr>
            <a:graphicFrameLocks noChangeAspect="1"/>
          </p:cNvGraphicFramePr>
          <p:nvPr/>
        </p:nvGraphicFramePr>
        <p:xfrm>
          <a:off x="2696210" y="5470208"/>
          <a:ext cx="1133475" cy="1000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5" imgW="571500" imgH="419100" progId="Equation.DSMT4">
                  <p:embed/>
                </p:oleObj>
              </mc:Choice>
              <mc:Fallback>
                <p:oleObj name="Equation" r:id="rId5" imgW="571500" imgH="4191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6210" y="5470208"/>
                        <a:ext cx="1133475" cy="1000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/>
        </p:nvGraphicFramePr>
        <p:xfrm>
          <a:off x="6688138" y="5328285"/>
          <a:ext cx="327279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7" imgW="1651000" imgH="431800" progId="Equation.DSMT4">
                  <p:embed/>
                </p:oleObj>
              </mc:Choice>
              <mc:Fallback>
                <p:oleObj name="Equation" r:id="rId7" imgW="1651000" imgH="4318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88138" y="5328285"/>
                        <a:ext cx="327279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2696210" y="6597968"/>
          <a:ext cx="1133475" cy="1000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9" imgW="571500" imgH="419100" progId="Equation.DSMT4">
                  <p:embed/>
                </p:oleObj>
              </mc:Choice>
              <mc:Fallback>
                <p:oleObj name="Equation" r:id="rId9" imgW="571500" imgH="4191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96210" y="6597968"/>
                        <a:ext cx="1133475" cy="1000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2"/>
          <p:cNvGraphicFramePr>
            <a:graphicFrameLocks noChangeAspect="1"/>
          </p:cNvGraphicFramePr>
          <p:nvPr/>
        </p:nvGraphicFramePr>
        <p:xfrm>
          <a:off x="6560503" y="6462395"/>
          <a:ext cx="3272790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11" imgW="1651000" imgH="431800" progId="Equation.DSMT4">
                  <p:embed/>
                </p:oleObj>
              </mc:Choice>
              <mc:Fallback>
                <p:oleObj name="Equation" r:id="rId11" imgW="1651000" imgH="4318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60503" y="6462395"/>
                        <a:ext cx="3272790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2"/>
          <p:cNvGraphicFramePr>
            <a:graphicFrameLocks noChangeAspect="1"/>
          </p:cNvGraphicFramePr>
          <p:nvPr/>
        </p:nvGraphicFramePr>
        <p:xfrm>
          <a:off x="4166235" y="5682298"/>
          <a:ext cx="1158875" cy="57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13" imgW="584200" imgH="241300" progId="Equation.DSMT4">
                  <p:embed/>
                </p:oleObj>
              </mc:Choice>
              <mc:Fallback>
                <p:oleObj name="Equation" r:id="rId13" imgW="584200" imgH="2413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66235" y="5682298"/>
                        <a:ext cx="1158875" cy="576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2"/>
          <p:cNvGraphicFramePr>
            <a:graphicFrameLocks noChangeAspect="1"/>
          </p:cNvGraphicFramePr>
          <p:nvPr/>
        </p:nvGraphicFramePr>
        <p:xfrm>
          <a:off x="4166235" y="6822758"/>
          <a:ext cx="1158875" cy="57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5" imgW="584200" imgH="241300" progId="Equation.DSMT4">
                  <p:embed/>
                </p:oleObj>
              </mc:Choice>
              <mc:Fallback>
                <p:oleObj name="Equation" r:id="rId15" imgW="584200" imgH="2413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66235" y="6822758"/>
                        <a:ext cx="1158875" cy="576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27042" y="4997519"/>
            <a:ext cx="6338595" cy="579815"/>
          </a:xfrm>
        </p:spPr>
        <p:txBody>
          <a:bodyPr>
            <a:noAutofit/>
          </a:bodyPr>
          <a:lstStyle/>
          <a:p>
            <a:r>
              <a:rPr sz="4400" b="1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幂级数的运算与性质</a:t>
            </a:r>
            <a:endParaRPr sz="4400" b="1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2138998" y="4602480"/>
          <a:ext cx="866775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1" imgW="495300" imgH="431800" progId="Equation.DSMT4">
                  <p:embed/>
                </p:oleObj>
              </mc:Choice>
              <mc:Fallback>
                <p:oleObj name="Equation" r:id="rId1" imgW="495300" imgH="431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8998" y="4602480"/>
                        <a:ext cx="866775" cy="913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5603240" y="4714240"/>
          <a:ext cx="800735" cy="85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3" imgW="482600" imgH="431800" progId="Equation.DSMT4">
                  <p:embed/>
                </p:oleObj>
              </mc:Choice>
              <mc:Fallback>
                <p:oleObj name="Equation" r:id="rId3" imgW="482600" imgH="431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03240" y="4714240"/>
                        <a:ext cx="800735" cy="851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3006052" y="4804611"/>
            <a:ext cx="33974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收敛半径为   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" name="Object 22"/>
          <p:cNvGraphicFramePr>
            <a:graphicFrameLocks noChangeAspect="1"/>
          </p:cNvGraphicFramePr>
          <p:nvPr/>
        </p:nvGraphicFramePr>
        <p:xfrm>
          <a:off x="4882160" y="4772861"/>
          <a:ext cx="4191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82160" y="4772861"/>
                        <a:ext cx="419100" cy="696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文本框 2"/>
          <p:cNvSpPr txBox="1"/>
          <p:nvPr/>
        </p:nvSpPr>
        <p:spPr>
          <a:xfrm>
            <a:off x="6374130" y="4846955"/>
            <a:ext cx="26562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收敛半径为   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823718" y="935787"/>
            <a:ext cx="33974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、幂级数的运算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1973898" y="1486535"/>
          <a:ext cx="866775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7" imgW="495300" imgH="431800" progId="Equation.DSMT4">
                  <p:embed/>
                </p:oleObj>
              </mc:Choice>
              <mc:Fallback>
                <p:oleObj name="Equation" r:id="rId7" imgW="495300" imgH="431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3898" y="1486535"/>
                        <a:ext cx="866775" cy="913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5438140" y="1598295"/>
          <a:ext cx="800735" cy="85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8" imgW="482600" imgH="431800" progId="Equation.DSMT4">
                  <p:embed/>
                </p:oleObj>
              </mc:Choice>
              <mc:Fallback>
                <p:oleObj name="Equation" r:id="rId8" imgW="482600" imgH="431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8140" y="1598295"/>
                        <a:ext cx="800735" cy="851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2840952" y="1688666"/>
            <a:ext cx="33974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收敛半径为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8" name="Object 22"/>
          <p:cNvGraphicFramePr>
            <a:graphicFrameLocks noChangeAspect="1"/>
          </p:cNvGraphicFramePr>
          <p:nvPr/>
        </p:nvGraphicFramePr>
        <p:xfrm>
          <a:off x="4689475" y="1671955"/>
          <a:ext cx="549910" cy="683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9" imgW="215900" imgH="228600" progId="Equation.DSMT4">
                  <p:embed/>
                </p:oleObj>
              </mc:Choice>
              <mc:Fallback>
                <p:oleObj name="Equation" r:id="rId9" imgW="215900" imgH="2286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89475" y="1671955"/>
                        <a:ext cx="549910" cy="6838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/>
        </p:nvSpPr>
        <p:spPr>
          <a:xfrm>
            <a:off x="6373822" y="1759789"/>
            <a:ext cx="33974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收敛半径为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22"/>
          <p:cNvGraphicFramePr>
            <a:graphicFrameLocks noChangeAspect="1"/>
          </p:cNvGraphicFramePr>
          <p:nvPr/>
        </p:nvGraphicFramePr>
        <p:xfrm>
          <a:off x="8257540" y="1743075"/>
          <a:ext cx="580390" cy="683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11" imgW="228600" imgH="228600" progId="Equation.DSMT4">
                  <p:embed/>
                </p:oleObj>
              </mc:Choice>
              <mc:Fallback>
                <p:oleObj name="Equation" r:id="rId11" imgW="228600" imgH="2286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57540" y="1743075"/>
                        <a:ext cx="580390" cy="6838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/>
          <p:cNvSpPr txBox="1"/>
          <p:nvPr/>
        </p:nvSpPr>
        <p:spPr>
          <a:xfrm>
            <a:off x="9030335" y="1738630"/>
            <a:ext cx="10801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4" name="Object 22"/>
          <p:cNvGraphicFramePr>
            <a:graphicFrameLocks noChangeAspect="1"/>
          </p:cNvGraphicFramePr>
          <p:nvPr/>
        </p:nvGraphicFramePr>
        <p:xfrm>
          <a:off x="2226310" y="2647950"/>
          <a:ext cx="2243455" cy="57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13" imgW="1054100" imgH="228600" progId="Equation.DSMT4">
                  <p:embed/>
                </p:oleObj>
              </mc:Choice>
              <mc:Fallback>
                <p:oleObj name="Equation" r:id="rId13" imgW="1054100" imgH="2286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26310" y="2647950"/>
                        <a:ext cx="2243455" cy="577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823595" y="1653540"/>
            <a:ext cx="15417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endParaRPr lang="en-US" altLang="zh-CN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11057255" y="1759789"/>
            <a:ext cx="22948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的收敛半径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9547225" y="1594485"/>
          <a:ext cx="1510030" cy="887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5" imgW="876300" imgH="431800" progId="Equation.DSMT4">
                  <p:embed/>
                </p:oleObj>
              </mc:Choice>
              <mc:Fallback>
                <p:oleObj name="Equation" r:id="rId15" imgW="876300" imgH="431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547225" y="1594485"/>
                        <a:ext cx="1510030" cy="8877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984885" y="2647950"/>
            <a:ext cx="22948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不小于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6780" y="2680335"/>
            <a:ext cx="2379980" cy="544830"/>
            <a:chOff x="7428" y="4221"/>
            <a:chExt cx="3748" cy="858"/>
          </a:xfrm>
        </p:grpSpPr>
        <p:sp>
          <p:nvSpPr>
            <p:cNvPr id="25" name="文本框 2"/>
            <p:cNvSpPr txBox="1"/>
            <p:nvPr/>
          </p:nvSpPr>
          <p:spPr>
            <a:xfrm>
              <a:off x="7428" y="4245"/>
              <a:ext cx="374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且在        内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27" name="Object 22"/>
            <p:cNvGraphicFramePr>
              <a:graphicFrameLocks noChangeAspect="1"/>
            </p:cNvGraphicFramePr>
            <p:nvPr/>
          </p:nvGraphicFramePr>
          <p:xfrm>
            <a:off x="8835" y="4221"/>
            <a:ext cx="1249" cy="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" name="Equation" r:id="rId17" imgW="444500" imgH="203200" progId="Equation.DSMT4">
                    <p:embed/>
                  </p:oleObj>
                </mc:Choice>
                <mc:Fallback>
                  <p:oleObj name="Equation" r:id="rId17" imgW="444500" imgH="203200" progId="Equation.DSMT4">
                    <p:embed/>
                    <p:pic>
                      <p:nvPicPr>
                        <p:cNvPr id="0" name="图片 102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835" y="4221"/>
                          <a:ext cx="1249" cy="8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4113848" y="3418840"/>
          <a:ext cx="866775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19" imgW="495300" imgH="431800" progId="Equation.DSMT4">
                  <p:embed/>
                </p:oleObj>
              </mc:Choice>
              <mc:Fallback>
                <p:oleObj name="Equation" r:id="rId19" imgW="495300" imgH="431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3848" y="3418840"/>
                        <a:ext cx="866775" cy="913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2"/>
          <p:cNvGraphicFramePr>
            <a:graphicFrameLocks noChangeAspect="1"/>
          </p:cNvGraphicFramePr>
          <p:nvPr/>
        </p:nvGraphicFramePr>
        <p:xfrm>
          <a:off x="5440045" y="3481070"/>
          <a:ext cx="800735" cy="85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0" imgW="482600" imgH="431800" progId="Equation.DSMT4">
                  <p:embed/>
                </p:oleObj>
              </mc:Choice>
              <mc:Fallback>
                <p:oleObj name="Equation" r:id="rId20" imgW="482600" imgH="431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0045" y="3481070"/>
                        <a:ext cx="800735" cy="851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2"/>
          <p:cNvGraphicFramePr>
            <a:graphicFrameLocks noChangeAspect="1"/>
          </p:cNvGraphicFramePr>
          <p:nvPr/>
        </p:nvGraphicFramePr>
        <p:xfrm>
          <a:off x="4980623" y="3713798"/>
          <a:ext cx="249555" cy="384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1" imgW="139700" imgH="152400" progId="Equation.DSMT4">
                  <p:embed/>
                </p:oleObj>
              </mc:Choice>
              <mc:Fallback>
                <p:oleObj name="Equation" r:id="rId21" imgW="139700" imgH="1524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80623" y="3713798"/>
                        <a:ext cx="249555" cy="384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6251576" y="3762376"/>
          <a:ext cx="22733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3" imgW="127000" imgH="114300" progId="Equation.DSMT4">
                  <p:embed/>
                </p:oleObj>
              </mc:Choice>
              <mc:Fallback>
                <p:oleObj name="Equation" r:id="rId23" imgW="127000" imgH="1143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51576" y="3762376"/>
                        <a:ext cx="227330" cy="288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2"/>
          <p:cNvGraphicFramePr>
            <a:graphicFrameLocks noChangeAspect="1"/>
          </p:cNvGraphicFramePr>
          <p:nvPr/>
        </p:nvGraphicFramePr>
        <p:xfrm>
          <a:off x="6644005" y="3432175"/>
          <a:ext cx="1510030" cy="887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25" imgW="876300" imgH="431800" progId="Equation.DSMT4">
                  <p:embed/>
                </p:oleObj>
              </mc:Choice>
              <mc:Fallback>
                <p:oleObj name="Equation" r:id="rId25" imgW="876300" imgH="431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44005" y="3432175"/>
                        <a:ext cx="1510030" cy="8877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2"/>
          <p:cNvGraphicFramePr>
            <a:graphicFrameLocks noChangeAspect="1"/>
          </p:cNvGraphicFramePr>
          <p:nvPr/>
        </p:nvGraphicFramePr>
        <p:xfrm>
          <a:off x="8257586" y="4820974"/>
          <a:ext cx="484188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26" imgW="4572000" imgH="5486400" progId="Equation.DSMT4">
                  <p:embed/>
                </p:oleObj>
              </mc:Choice>
              <mc:Fallback>
                <p:oleObj name="Equation" r:id="rId26" imgW="4572000" imgH="54864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257586" y="4820974"/>
                        <a:ext cx="484188" cy="696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文本框 2"/>
          <p:cNvSpPr txBox="1"/>
          <p:nvPr/>
        </p:nvSpPr>
        <p:spPr>
          <a:xfrm>
            <a:off x="988695" y="4804410"/>
            <a:ext cx="15417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endParaRPr lang="en-US" altLang="zh-CN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1" name="文本框 2"/>
          <p:cNvSpPr txBox="1"/>
          <p:nvPr/>
        </p:nvSpPr>
        <p:spPr>
          <a:xfrm>
            <a:off x="9030335" y="4846955"/>
            <a:ext cx="219202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则幂级数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2" name="Object 22"/>
          <p:cNvGraphicFramePr>
            <a:graphicFrameLocks noChangeAspect="1"/>
          </p:cNvGraphicFramePr>
          <p:nvPr/>
        </p:nvGraphicFramePr>
        <p:xfrm>
          <a:off x="1892935" y="5765165"/>
          <a:ext cx="7016750" cy="62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28" imgW="2552700" imgH="241300" progId="Equation.DSMT4">
                  <p:embed/>
                </p:oleObj>
              </mc:Choice>
              <mc:Fallback>
                <p:oleObj name="Equation" r:id="rId28" imgW="2552700" imgH="2413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892935" y="5765165"/>
                        <a:ext cx="7016750" cy="629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2"/>
          <p:cNvGraphicFramePr>
            <a:graphicFrameLocks noChangeAspect="1"/>
          </p:cNvGraphicFramePr>
          <p:nvPr/>
        </p:nvGraphicFramePr>
        <p:xfrm>
          <a:off x="8909368" y="5516245"/>
          <a:ext cx="3526155" cy="112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30" imgW="1282700" imgH="431800" progId="Equation.DSMT4">
                  <p:embed/>
                </p:oleObj>
              </mc:Choice>
              <mc:Fallback>
                <p:oleObj name="Equation" r:id="rId30" imgW="1282700" imgH="431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909368" y="5516245"/>
                        <a:ext cx="3526155" cy="112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文本框 2"/>
          <p:cNvSpPr txBox="1"/>
          <p:nvPr/>
        </p:nvSpPr>
        <p:spPr>
          <a:xfrm>
            <a:off x="988695" y="6769735"/>
            <a:ext cx="22948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的收敛半径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7" name="Object 22"/>
          <p:cNvGraphicFramePr>
            <a:graphicFrameLocks noChangeAspect="1"/>
          </p:cNvGraphicFramePr>
          <p:nvPr/>
        </p:nvGraphicFramePr>
        <p:xfrm>
          <a:off x="4087495" y="6769735"/>
          <a:ext cx="2423160" cy="57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32" imgW="1054100" imgH="228600" progId="Equation.DSMT4">
                  <p:embed/>
                </p:oleObj>
              </mc:Choice>
              <mc:Fallback>
                <p:oleObj name="Equation" r:id="rId32" imgW="1054100" imgH="2286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87495" y="6769735"/>
                        <a:ext cx="2423160" cy="577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文本框 2"/>
          <p:cNvSpPr txBox="1"/>
          <p:nvPr/>
        </p:nvSpPr>
        <p:spPr>
          <a:xfrm>
            <a:off x="2846070" y="6769735"/>
            <a:ext cx="22948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不小于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782435" y="6777990"/>
            <a:ext cx="2379980" cy="544830"/>
            <a:chOff x="10681" y="10674"/>
            <a:chExt cx="3748" cy="858"/>
          </a:xfrm>
        </p:grpSpPr>
        <p:sp>
          <p:nvSpPr>
            <p:cNvPr id="70" name="文本框 2"/>
            <p:cNvSpPr txBox="1"/>
            <p:nvPr/>
          </p:nvSpPr>
          <p:spPr>
            <a:xfrm>
              <a:off x="10681" y="10698"/>
              <a:ext cx="374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且在        内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71" name="Object 22"/>
            <p:cNvGraphicFramePr>
              <a:graphicFrameLocks noChangeAspect="1"/>
            </p:cNvGraphicFramePr>
            <p:nvPr/>
          </p:nvGraphicFramePr>
          <p:xfrm>
            <a:off x="12088" y="10674"/>
            <a:ext cx="1249" cy="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" name="Equation" r:id="rId33" imgW="444500" imgH="203200" progId="Equation.DSMT4">
                    <p:embed/>
                  </p:oleObj>
                </mc:Choice>
                <mc:Fallback>
                  <p:oleObj name="Equation" r:id="rId33" imgW="444500" imgH="203200" progId="Equation.DSMT4">
                    <p:embed/>
                    <p:pic>
                      <p:nvPicPr>
                        <p:cNvPr id="0" name="图片 102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088" y="10674"/>
                          <a:ext cx="1249" cy="8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" name="Object 22"/>
          <p:cNvGraphicFramePr>
            <a:graphicFrameLocks noChangeAspect="1"/>
          </p:cNvGraphicFramePr>
          <p:nvPr/>
        </p:nvGraphicFramePr>
        <p:xfrm>
          <a:off x="3490278" y="7560945"/>
          <a:ext cx="866775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Equation" r:id="rId34" imgW="495300" imgH="431800" progId="Equation.DSMT4">
                  <p:embed/>
                </p:oleObj>
              </mc:Choice>
              <mc:Fallback>
                <p:oleObj name="Equation" r:id="rId34" imgW="495300" imgH="431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90278" y="7560945"/>
                        <a:ext cx="866775" cy="913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22"/>
          <p:cNvGraphicFramePr>
            <a:graphicFrameLocks noChangeAspect="1"/>
          </p:cNvGraphicFramePr>
          <p:nvPr/>
        </p:nvGraphicFramePr>
        <p:xfrm>
          <a:off x="4429760" y="7623175"/>
          <a:ext cx="800735" cy="85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35" imgW="482600" imgH="431800" progId="Equation.DSMT4">
                  <p:embed/>
                </p:oleObj>
              </mc:Choice>
              <mc:Fallback>
                <p:oleObj name="Equation" r:id="rId35" imgW="482600" imgH="431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9760" y="7623175"/>
                        <a:ext cx="800735" cy="851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22"/>
          <p:cNvGraphicFramePr>
            <a:graphicFrameLocks noChangeAspect="1"/>
          </p:cNvGraphicFramePr>
          <p:nvPr/>
        </p:nvGraphicFramePr>
        <p:xfrm>
          <a:off x="5438141" y="7346950"/>
          <a:ext cx="2967990" cy="112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36" imgW="1079500" imgH="431800" progId="Equation.DSMT4">
                  <p:embed/>
                </p:oleObj>
              </mc:Choice>
              <mc:Fallback>
                <p:oleObj name="Equation" r:id="rId36" imgW="1079500" imgH="431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438141" y="7346950"/>
                        <a:ext cx="2967990" cy="112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60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7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7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8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1" grpId="0"/>
      <p:bldP spid="33" grpId="0"/>
      <p:bldP spid="18" grpId="0"/>
      <p:bldP spid="22" grpId="0"/>
      <p:bldP spid="59" grpId="0"/>
      <p:bldP spid="54" grpId="0"/>
      <p:bldP spid="60" grpId="0"/>
      <p:bldP spid="61" grpId="0"/>
      <p:bldP spid="66" grpId="0"/>
      <p:bldP spid="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"/>
          <p:cNvSpPr txBox="1"/>
          <p:nvPr/>
        </p:nvSpPr>
        <p:spPr>
          <a:xfrm>
            <a:off x="823718" y="1549197"/>
            <a:ext cx="33974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、幂级数的性质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1611474" y="2449737"/>
            <a:ext cx="1624826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2050089" y="2423885"/>
            <a:ext cx="1624826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那么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2048663" y="3404960"/>
            <a:ext cx="8685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2047523" y="4386322"/>
            <a:ext cx="8685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5739130" y="4173220"/>
          <a:ext cx="332041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1" imgW="1498600" imgH="431800" progId="Equation.DSMT4">
                  <p:embed/>
                </p:oleObj>
              </mc:Choice>
              <mc:Fallback>
                <p:oleObj name="Equation" r:id="rId1" imgW="1498600" imgH="431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39130" y="4173220"/>
                        <a:ext cx="3320415" cy="1047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2724150" y="4432300"/>
            <a:ext cx="3225800" cy="580390"/>
            <a:chOff x="4290" y="6014"/>
            <a:chExt cx="5080" cy="914"/>
          </a:xfrm>
        </p:grpSpPr>
        <p:sp>
          <p:nvSpPr>
            <p:cNvPr id="10" name="文本框 2"/>
            <p:cNvSpPr txBox="1"/>
            <p:nvPr/>
          </p:nvSpPr>
          <p:spPr>
            <a:xfrm>
              <a:off x="4290" y="6014"/>
              <a:ext cx="5081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    内，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2" name="Object 22"/>
            <p:cNvGraphicFramePr>
              <a:graphicFrameLocks noChangeAspect="1"/>
            </p:cNvGraphicFramePr>
            <p:nvPr/>
          </p:nvGraphicFramePr>
          <p:xfrm>
            <a:off x="5106" y="6040"/>
            <a:ext cx="2305" cy="8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" name="Equation" r:id="rId3" imgW="17068800" imgH="5486400" progId="Equation.DSMT4">
                    <p:embed/>
                  </p:oleObj>
                </mc:Choice>
                <mc:Fallback>
                  <p:oleObj name="Equation" r:id="rId3" imgW="17068800" imgH="5486400" progId="Equation.DSMT4">
                    <p:embed/>
                    <p:pic>
                      <p:nvPicPr>
                        <p:cNvPr id="0" name="图片 112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06" y="6040"/>
                          <a:ext cx="2305" cy="8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2"/>
          <p:cNvSpPr txBox="1"/>
          <p:nvPr/>
        </p:nvSpPr>
        <p:spPr>
          <a:xfrm>
            <a:off x="2038562" y="5485944"/>
            <a:ext cx="8685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5" name="Object 22"/>
          <p:cNvGraphicFramePr>
            <a:graphicFrameLocks noChangeAspect="1"/>
          </p:cNvGraphicFramePr>
          <p:nvPr/>
        </p:nvGraphicFramePr>
        <p:xfrm>
          <a:off x="5513705" y="5309870"/>
          <a:ext cx="3887470" cy="105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5" imgW="46024800" imgH="10363200" progId="Equation.DSMT4">
                  <p:embed/>
                </p:oleObj>
              </mc:Choice>
              <mc:Fallback>
                <p:oleObj name="Equation" r:id="rId5" imgW="46024800" imgH="103632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3705" y="5309870"/>
                        <a:ext cx="3887470" cy="10521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2715260" y="5531485"/>
            <a:ext cx="3225800" cy="566420"/>
            <a:chOff x="4276" y="7745"/>
            <a:chExt cx="5080" cy="892"/>
          </a:xfrm>
        </p:grpSpPr>
        <p:sp>
          <p:nvSpPr>
            <p:cNvPr id="14" name="文本框 2"/>
            <p:cNvSpPr txBox="1"/>
            <p:nvPr/>
          </p:nvSpPr>
          <p:spPr>
            <a:xfrm>
              <a:off x="4276" y="7778"/>
              <a:ext cx="5081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    内，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6" name="Object 22"/>
            <p:cNvGraphicFramePr>
              <a:graphicFrameLocks noChangeAspect="1"/>
            </p:cNvGraphicFramePr>
            <p:nvPr/>
          </p:nvGraphicFramePr>
          <p:xfrm>
            <a:off x="5097" y="7745"/>
            <a:ext cx="2313" cy="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2" name="Equation" r:id="rId7" imgW="17068800" imgH="5486400" progId="Equation.DSMT4">
                    <p:embed/>
                  </p:oleObj>
                </mc:Choice>
                <mc:Fallback>
                  <p:oleObj name="Equation" r:id="rId7" imgW="17068800" imgH="5486400" progId="Equation.DSMT4">
                    <p:embed/>
                    <p:pic>
                      <p:nvPicPr>
                        <p:cNvPr id="0" name="图片 112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97" y="7745"/>
                          <a:ext cx="2313" cy="8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本框 2"/>
          <p:cNvSpPr txBox="1"/>
          <p:nvPr/>
        </p:nvSpPr>
        <p:spPr>
          <a:xfrm>
            <a:off x="2454275" y="6296025"/>
            <a:ext cx="52451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(1)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用于求幂级数的和函数。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938145" y="2183130"/>
            <a:ext cx="7157720" cy="1036320"/>
            <a:chOff x="4627" y="2472"/>
            <a:chExt cx="11272" cy="1632"/>
          </a:xfrm>
        </p:grpSpPr>
        <p:sp>
          <p:nvSpPr>
            <p:cNvPr id="36" name="文本框 2"/>
            <p:cNvSpPr txBox="1"/>
            <p:nvPr/>
          </p:nvSpPr>
          <p:spPr>
            <a:xfrm>
              <a:off x="4627" y="2872"/>
              <a:ext cx="11273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设幂级数                的收敛半径是   ，且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" name="Object 22"/>
            <p:cNvGraphicFramePr>
              <a:graphicFrameLocks noChangeAspect="1"/>
            </p:cNvGraphicFramePr>
            <p:nvPr/>
          </p:nvGraphicFramePr>
          <p:xfrm>
            <a:off x="13159" y="2892"/>
            <a:ext cx="610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5" name="Equation" r:id="rId8" imgW="3657600" imgH="3962400" progId="Equation.DSMT4">
                    <p:embed/>
                  </p:oleObj>
                </mc:Choice>
                <mc:Fallback>
                  <p:oleObj name="Equation" r:id="rId8" imgW="3657600" imgH="39624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3159" y="2892"/>
                          <a:ext cx="610" cy="7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22"/>
            <p:cNvGraphicFramePr>
              <a:graphicFrameLocks noChangeAspect="1"/>
            </p:cNvGraphicFramePr>
            <p:nvPr/>
          </p:nvGraphicFramePr>
          <p:xfrm>
            <a:off x="6980" y="2472"/>
            <a:ext cx="2703" cy="1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" name="Equation" r:id="rId10" imgW="862965" imgH="431800" progId="Equation.DSMT4">
                    <p:embed/>
                  </p:oleObj>
                </mc:Choice>
                <mc:Fallback>
                  <p:oleObj name="Equation" r:id="rId10" imgW="862965" imgH="431800" progId="Equation.DSMT4">
                    <p:embed/>
                    <p:pic>
                      <p:nvPicPr>
                        <p:cNvPr id="0" name="图片 1126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980" y="2472"/>
                          <a:ext cx="2703" cy="1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2745740" y="3427095"/>
            <a:ext cx="7330440" cy="607060"/>
            <a:chOff x="4324" y="4431"/>
            <a:chExt cx="11544" cy="956"/>
          </a:xfrm>
        </p:grpSpPr>
        <p:sp>
          <p:nvSpPr>
            <p:cNvPr id="6" name="文本框 2"/>
            <p:cNvSpPr txBox="1"/>
            <p:nvPr/>
          </p:nvSpPr>
          <p:spPr>
            <a:xfrm>
              <a:off x="4324" y="4431"/>
              <a:ext cx="11544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和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函数       在             内解析；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" name="Object 22"/>
            <p:cNvGraphicFramePr>
              <a:graphicFrameLocks noChangeAspect="1"/>
            </p:cNvGraphicFramePr>
            <p:nvPr/>
          </p:nvGraphicFramePr>
          <p:xfrm>
            <a:off x="8106" y="4431"/>
            <a:ext cx="2211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8" name="Equation" r:id="rId12" imgW="1808480" imgH="696595" progId="Equation.DSMT4">
                    <p:embed/>
                  </p:oleObj>
                </mc:Choice>
                <mc:Fallback>
                  <p:oleObj name="Equation" r:id="rId12" imgW="1808480" imgH="696595" progId="Equation.DSMT4">
                    <p:embed/>
                    <p:pic>
                      <p:nvPicPr>
                        <p:cNvPr id="0" name="图片 112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106" y="4431"/>
                          <a:ext cx="2211" cy="9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22"/>
            <p:cNvGraphicFramePr>
              <a:graphicFrameLocks noChangeAspect="1"/>
            </p:cNvGraphicFramePr>
            <p:nvPr/>
          </p:nvGraphicFramePr>
          <p:xfrm>
            <a:off x="6299" y="4496"/>
            <a:ext cx="1035" cy="7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" name="Equation" r:id="rId14" imgW="330200" imgH="203200" progId="Equation.DSMT4">
                    <p:embed/>
                  </p:oleObj>
                </mc:Choice>
                <mc:Fallback>
                  <p:oleObj name="Equation" r:id="rId14" imgW="330200" imgH="203200" progId="Equation.DSMT4">
                    <p:embed/>
                    <p:pic>
                      <p:nvPicPr>
                        <p:cNvPr id="0" name="图片 1126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299" y="4496"/>
                          <a:ext cx="1035" cy="76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" name="七角星 81"/>
          <p:cNvSpPr/>
          <p:nvPr/>
        </p:nvSpPr>
        <p:spPr>
          <a:xfrm>
            <a:off x="1344870" y="591152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4" name="文本框 2"/>
          <p:cNvSpPr txBox="1"/>
          <p:nvPr/>
        </p:nvSpPr>
        <p:spPr>
          <a:xfrm>
            <a:off x="2454275" y="7228205"/>
            <a:ext cx="7886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(2)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5" name="Object 22"/>
          <p:cNvGraphicFramePr>
            <a:graphicFrameLocks noChangeAspect="1"/>
          </p:cNvGraphicFramePr>
          <p:nvPr/>
        </p:nvGraphicFramePr>
        <p:xfrm>
          <a:off x="3203258" y="7167880"/>
          <a:ext cx="1098550" cy="65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Equation" r:id="rId16" imgW="419100" imgH="203200" progId="Equation.DSMT4">
                  <p:embed/>
                </p:oleObj>
              </mc:Choice>
              <mc:Fallback>
                <p:oleObj name="Equation" r:id="rId16" imgW="419100" imgH="2032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203258" y="7167880"/>
                        <a:ext cx="1098550" cy="650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22"/>
          <p:cNvGraphicFramePr>
            <a:graphicFrameLocks noChangeAspect="1"/>
          </p:cNvGraphicFramePr>
          <p:nvPr/>
        </p:nvGraphicFramePr>
        <p:xfrm>
          <a:off x="4705985" y="6974205"/>
          <a:ext cx="1668145" cy="1036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8" imgW="838200" imgH="431800" progId="Equation.DSMT4">
                  <p:embed/>
                </p:oleObj>
              </mc:Choice>
              <mc:Fallback>
                <p:oleObj name="Equation" r:id="rId18" imgW="838200" imgH="431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05985" y="6974205"/>
                        <a:ext cx="1668145" cy="1036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9400858" y="2162810"/>
          <a:ext cx="2678430" cy="1036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0" imgW="1346200" imgH="431800" progId="Equation.DSMT4">
                  <p:embed/>
                </p:oleObj>
              </mc:Choice>
              <mc:Fallback>
                <p:oleObj name="Equation" r:id="rId20" imgW="1346200" imgH="431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400858" y="2162810"/>
                        <a:ext cx="2678430" cy="1036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9" grpId="0"/>
      <p:bldP spid="13" grpId="0"/>
      <p:bldP spid="35" grpId="0"/>
      <p:bldP spid="82" grpId="0" bldLvl="0" animBg="1"/>
      <p:bldP spid="84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1732915" y="1175385"/>
          <a:ext cx="2000885" cy="101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" imgW="1028700" imgH="431800" progId="Equation.DSMT4">
                  <p:embed/>
                </p:oleObj>
              </mc:Choice>
              <mc:Fallback>
                <p:oleObj name="Equation" r:id="rId1" imgW="1028700" imgH="431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2915" y="1175385"/>
                        <a:ext cx="2000885" cy="1013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文本框 2"/>
          <p:cNvSpPr txBox="1"/>
          <p:nvPr/>
        </p:nvSpPr>
        <p:spPr>
          <a:xfrm>
            <a:off x="1244600" y="645795"/>
            <a:ext cx="459549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求下列幂级数的和函数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1244444" y="2383062"/>
            <a:ext cx="1624826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en-US" altLang="zh-CN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22"/>
          <p:cNvGraphicFramePr>
            <a:graphicFrameLocks noChangeAspect="1"/>
          </p:cNvGraphicFramePr>
          <p:nvPr/>
        </p:nvGraphicFramePr>
        <p:xfrm>
          <a:off x="2363470" y="2191385"/>
          <a:ext cx="1743710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850900" imgH="431800" progId="Equation.DSMT4">
                  <p:embed/>
                </p:oleObj>
              </mc:Choice>
              <mc:Fallback>
                <p:oleObj name="Equation" r:id="rId3" imgW="850900" imgH="431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3470" y="2191385"/>
                        <a:ext cx="1743710" cy="876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"/>
          <p:cNvSpPr txBox="1"/>
          <p:nvPr/>
        </p:nvSpPr>
        <p:spPr>
          <a:xfrm>
            <a:off x="4107180" y="2364740"/>
            <a:ext cx="24980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的收敛半径为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3" name="Object 22"/>
          <p:cNvGraphicFramePr>
            <a:graphicFrameLocks noChangeAspect="1"/>
          </p:cNvGraphicFramePr>
          <p:nvPr/>
        </p:nvGraphicFramePr>
        <p:xfrm>
          <a:off x="6393815" y="2191385"/>
          <a:ext cx="3968750" cy="96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5" imgW="2209800" imgH="444500" progId="Equation.DSMT4">
                  <p:embed/>
                </p:oleObj>
              </mc:Choice>
              <mc:Fallback>
                <p:oleObj name="Equation" r:id="rId5" imgW="2209800" imgH="4445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93815" y="2191385"/>
                        <a:ext cx="3968750" cy="960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2363470" y="3380740"/>
          <a:ext cx="753110" cy="41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419100" imgH="203200" progId="Equation.DSMT4">
                  <p:embed/>
                </p:oleObj>
              </mc:Choice>
              <mc:Fallback>
                <p:oleObj name="Equation" r:id="rId7" imgW="419100" imgH="2032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3470" y="3380740"/>
                        <a:ext cx="753110" cy="418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3440430" y="3151505"/>
          <a:ext cx="2628900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9" imgW="1282700" imgH="431800" progId="Equation.DSMT4">
                  <p:embed/>
                </p:oleObj>
              </mc:Choice>
              <mc:Fallback>
                <p:oleObj name="Equation" r:id="rId9" imgW="1282700" imgH="431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40430" y="3151505"/>
                        <a:ext cx="2628900" cy="876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1986280" y="4208780"/>
            <a:ext cx="24980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两侧积分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22"/>
          <p:cNvGraphicFramePr>
            <a:graphicFrameLocks noChangeAspect="1"/>
          </p:cNvGraphicFramePr>
          <p:nvPr/>
        </p:nvGraphicFramePr>
        <p:xfrm>
          <a:off x="3116263" y="4690110"/>
          <a:ext cx="3800475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1" imgW="1854200" imgH="431800" progId="Equation.DSMT4">
                  <p:embed/>
                </p:oleObj>
              </mc:Choice>
              <mc:Fallback>
                <p:oleObj name="Equation" r:id="rId11" imgW="1854200" imgH="431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16263" y="4690110"/>
                        <a:ext cx="3800475" cy="876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2"/>
          <p:cNvGraphicFramePr>
            <a:graphicFrameLocks noChangeAspect="1"/>
          </p:cNvGraphicFramePr>
          <p:nvPr/>
        </p:nvGraphicFramePr>
        <p:xfrm>
          <a:off x="2116455" y="4919345"/>
          <a:ext cx="753110" cy="41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3" imgW="419100" imgH="203200" progId="Equation.DSMT4">
                  <p:embed/>
                </p:oleObj>
              </mc:Choice>
              <mc:Fallback>
                <p:oleObj name="Equation" r:id="rId13" imgW="419100" imgH="2032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16455" y="4919345"/>
                        <a:ext cx="753110" cy="418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11055033" y="4689793"/>
          <a:ext cx="9112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4" imgW="444500" imgH="393700" progId="Equation.DSMT4">
                  <p:embed/>
                </p:oleObj>
              </mc:Choice>
              <mc:Fallback>
                <p:oleObj name="Equation" r:id="rId14" imgW="444500" imgH="3937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055033" y="4689793"/>
                        <a:ext cx="911225" cy="80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2"/>
          <p:cNvSpPr txBox="1"/>
          <p:nvPr/>
        </p:nvSpPr>
        <p:spPr>
          <a:xfrm>
            <a:off x="1986280" y="5852160"/>
            <a:ext cx="24980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2356485" y="6666230"/>
          <a:ext cx="753110" cy="41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6" imgW="419100" imgH="203200" progId="Equation.DSMT4">
                  <p:embed/>
                </p:oleObj>
              </mc:Choice>
              <mc:Fallback>
                <p:oleObj name="Equation" r:id="rId16" imgW="419100" imgH="2032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6485" y="6666230"/>
                        <a:ext cx="753110" cy="418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440113" y="6539865"/>
          <a:ext cx="2473325" cy="67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7" imgW="1206500" imgH="330200" progId="Equation.DSMT4">
                  <p:embed/>
                </p:oleObj>
              </mc:Choice>
              <mc:Fallback>
                <p:oleObj name="Equation" r:id="rId17" imgW="1206500" imgH="3302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40113" y="6539865"/>
                        <a:ext cx="2473325" cy="6711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6917055" y="4613275"/>
          <a:ext cx="2551430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9" imgW="1244600" imgH="431800" progId="Equation.DSMT4">
                  <p:embed/>
                </p:oleObj>
              </mc:Choice>
              <mc:Fallback>
                <p:oleObj name="Equation" r:id="rId19" imgW="1244600" imgH="431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17055" y="4613275"/>
                        <a:ext cx="2551430" cy="876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9389111" y="4613275"/>
          <a:ext cx="1666240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1" imgW="812800" imgH="431800" progId="Equation.DSMT4">
                  <p:embed/>
                </p:oleObj>
              </mc:Choice>
              <mc:Fallback>
                <p:oleObj name="Equation" r:id="rId21" imgW="812800" imgH="431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389111" y="4613275"/>
                        <a:ext cx="1666240" cy="876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/>
        </p:nvGraphicFramePr>
        <p:xfrm>
          <a:off x="5913756" y="6475413"/>
          <a:ext cx="119761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3" imgW="584200" imgH="393700" progId="Equation.DSMT4">
                  <p:embed/>
                </p:oleObj>
              </mc:Choice>
              <mc:Fallback>
                <p:oleObj name="Equation" r:id="rId23" imgW="584200" imgH="3937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913756" y="6475413"/>
                        <a:ext cx="1197610" cy="80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7111049" y="6450330"/>
          <a:ext cx="1483995" cy="85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25" imgW="723900" imgH="419100" progId="Equation.DSMT4">
                  <p:embed/>
                </p:oleObj>
              </mc:Choice>
              <mc:Fallback>
                <p:oleObj name="Equation" r:id="rId25" imgW="723900" imgH="4191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111049" y="6450330"/>
                        <a:ext cx="1483995" cy="851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1746885" y="1506855"/>
            <a:ext cx="389890" cy="42037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2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419737" y="1441798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5689006" y="5113639"/>
            <a:ext cx="608266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、幂级数的性质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814836" y="4126209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6443465" y="3505636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比值法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5721985" y="2738120"/>
            <a:ext cx="7242175" cy="62230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、幂级数的收敛半径的求法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443345" y="5829935"/>
            <a:ext cx="5048885" cy="42164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用于求幂级数的和函数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6443465" y="4309546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根值法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221158" y="4298648"/>
            <a:ext cx="574269" cy="56132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642008" y="706560"/>
            <a:ext cx="184150" cy="7781925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966521" y="3994005"/>
            <a:ext cx="3074165" cy="906813"/>
          </a:xfrm>
          <a:prstGeom prst="rect">
            <a:avLst/>
          </a:prstGeom>
          <a:noFill/>
        </p:spPr>
        <p:txBody>
          <a:bodyPr wrap="square" lIns="106218" tIns="55233" rIns="106218" bIns="0" rtlCol="0" anchor="b" anchorCtr="0">
            <a:normAutofit/>
          </a:bodyPr>
          <a:lstStyle/>
          <a:p>
            <a:r>
              <a:rPr lang="zh-CN" altLang="en-US" sz="51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作业</a:t>
            </a:r>
            <a:endParaRPr lang="zh-CN" altLang="en-US" sz="5195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57352" y="4148068"/>
            <a:ext cx="7202044" cy="6000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305"/>
              <a:t>习题</a:t>
            </a:r>
            <a:r>
              <a:rPr lang="en-US" altLang="zh-CN" sz="3305"/>
              <a:t>4.  9(2)(4),  10(1)(2)   </a:t>
            </a:r>
            <a:endParaRPr lang="zh-CN" altLang="en-US" sz="3305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363855" y="462280"/>
            <a:ext cx="13644880" cy="87534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1673704" y="964472"/>
            <a:ext cx="1624826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2112319" y="938620"/>
            <a:ext cx="1624826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那么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2110893" y="1767295"/>
            <a:ext cx="8685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2109753" y="2606417"/>
            <a:ext cx="8685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5801360" y="2393315"/>
          <a:ext cx="332041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1" imgW="1498600" imgH="431800" progId="Equation.DSMT4">
                  <p:embed/>
                </p:oleObj>
              </mc:Choice>
              <mc:Fallback>
                <p:oleObj name="Equation" r:id="rId1" imgW="1498600" imgH="431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01360" y="2393315"/>
                        <a:ext cx="3320415" cy="1047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2786380" y="2652395"/>
            <a:ext cx="3225800" cy="580390"/>
            <a:chOff x="4290" y="6014"/>
            <a:chExt cx="5080" cy="914"/>
          </a:xfrm>
        </p:grpSpPr>
        <p:sp>
          <p:nvSpPr>
            <p:cNvPr id="10" name="文本框 2"/>
            <p:cNvSpPr txBox="1"/>
            <p:nvPr/>
          </p:nvSpPr>
          <p:spPr>
            <a:xfrm>
              <a:off x="4290" y="6014"/>
              <a:ext cx="5081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    内，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2" name="Object 22"/>
            <p:cNvGraphicFramePr>
              <a:graphicFrameLocks noChangeAspect="1"/>
            </p:cNvGraphicFramePr>
            <p:nvPr/>
          </p:nvGraphicFramePr>
          <p:xfrm>
            <a:off x="5106" y="6040"/>
            <a:ext cx="2305" cy="8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" name="Equation" r:id="rId3" imgW="17068800" imgH="5486400" progId="Equation.DSMT4">
                    <p:embed/>
                  </p:oleObj>
                </mc:Choice>
                <mc:Fallback>
                  <p:oleObj name="Equation" r:id="rId3" imgW="17068800" imgH="5486400" progId="Equation.DSMT4">
                    <p:embed/>
                    <p:pic>
                      <p:nvPicPr>
                        <p:cNvPr id="0" name="图片 112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06" y="6040"/>
                          <a:ext cx="2305" cy="8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2"/>
          <p:cNvSpPr txBox="1"/>
          <p:nvPr/>
        </p:nvSpPr>
        <p:spPr>
          <a:xfrm>
            <a:off x="2100792" y="3594279"/>
            <a:ext cx="8685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5" name="Object 22"/>
          <p:cNvGraphicFramePr>
            <a:graphicFrameLocks noChangeAspect="1"/>
          </p:cNvGraphicFramePr>
          <p:nvPr/>
        </p:nvGraphicFramePr>
        <p:xfrm>
          <a:off x="5575935" y="3418205"/>
          <a:ext cx="3887470" cy="105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5" imgW="46024800" imgH="10363200" progId="Equation.DSMT4">
                  <p:embed/>
                </p:oleObj>
              </mc:Choice>
              <mc:Fallback>
                <p:oleObj name="Equation" r:id="rId5" imgW="46024800" imgH="103632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5935" y="3418205"/>
                        <a:ext cx="3887470" cy="10521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2777490" y="3639820"/>
            <a:ext cx="3225800" cy="566420"/>
            <a:chOff x="4276" y="7745"/>
            <a:chExt cx="5080" cy="892"/>
          </a:xfrm>
        </p:grpSpPr>
        <p:sp>
          <p:nvSpPr>
            <p:cNvPr id="14" name="文本框 2"/>
            <p:cNvSpPr txBox="1"/>
            <p:nvPr/>
          </p:nvSpPr>
          <p:spPr>
            <a:xfrm>
              <a:off x="4276" y="7778"/>
              <a:ext cx="5081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    内，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6" name="Object 22"/>
            <p:cNvGraphicFramePr>
              <a:graphicFrameLocks noChangeAspect="1"/>
            </p:cNvGraphicFramePr>
            <p:nvPr/>
          </p:nvGraphicFramePr>
          <p:xfrm>
            <a:off x="5097" y="7745"/>
            <a:ext cx="2313" cy="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2" name="Equation" r:id="rId7" imgW="17068800" imgH="5486400" progId="Equation.DSMT4">
                    <p:embed/>
                  </p:oleObj>
                </mc:Choice>
                <mc:Fallback>
                  <p:oleObj name="Equation" r:id="rId7" imgW="17068800" imgH="5486400" progId="Equation.DSMT4">
                    <p:embed/>
                    <p:pic>
                      <p:nvPicPr>
                        <p:cNvPr id="0" name="图片 112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97" y="7745"/>
                          <a:ext cx="2313" cy="8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3000375" y="697865"/>
            <a:ext cx="7157720" cy="1036320"/>
            <a:chOff x="4627" y="2472"/>
            <a:chExt cx="11272" cy="1632"/>
          </a:xfrm>
        </p:grpSpPr>
        <p:sp>
          <p:nvSpPr>
            <p:cNvPr id="36" name="文本框 2"/>
            <p:cNvSpPr txBox="1"/>
            <p:nvPr/>
          </p:nvSpPr>
          <p:spPr>
            <a:xfrm>
              <a:off x="4627" y="2872"/>
              <a:ext cx="11273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设幂级数                的收敛半径是   ，且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" name="Object 22"/>
            <p:cNvGraphicFramePr>
              <a:graphicFrameLocks noChangeAspect="1"/>
            </p:cNvGraphicFramePr>
            <p:nvPr/>
          </p:nvGraphicFramePr>
          <p:xfrm>
            <a:off x="13159" y="2892"/>
            <a:ext cx="610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5" name="Equation" r:id="rId8" imgW="3657600" imgH="3962400" progId="Equation.DSMT4">
                    <p:embed/>
                  </p:oleObj>
                </mc:Choice>
                <mc:Fallback>
                  <p:oleObj name="Equation" r:id="rId8" imgW="3657600" imgH="39624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3159" y="2892"/>
                          <a:ext cx="610" cy="7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22"/>
            <p:cNvGraphicFramePr>
              <a:graphicFrameLocks noChangeAspect="1"/>
            </p:cNvGraphicFramePr>
            <p:nvPr/>
          </p:nvGraphicFramePr>
          <p:xfrm>
            <a:off x="6980" y="2472"/>
            <a:ext cx="2703" cy="1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" name="Equation" r:id="rId10" imgW="862965" imgH="431800" progId="Equation.DSMT4">
                    <p:embed/>
                  </p:oleObj>
                </mc:Choice>
                <mc:Fallback>
                  <p:oleObj name="Equation" r:id="rId10" imgW="862965" imgH="431800" progId="Equation.DSMT4">
                    <p:embed/>
                    <p:pic>
                      <p:nvPicPr>
                        <p:cNvPr id="0" name="图片 1126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980" y="2472"/>
                          <a:ext cx="2703" cy="1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2807970" y="1789430"/>
            <a:ext cx="7330440" cy="607060"/>
            <a:chOff x="4324" y="4431"/>
            <a:chExt cx="11544" cy="956"/>
          </a:xfrm>
        </p:grpSpPr>
        <p:sp>
          <p:nvSpPr>
            <p:cNvPr id="6" name="文本框 2"/>
            <p:cNvSpPr txBox="1"/>
            <p:nvPr/>
          </p:nvSpPr>
          <p:spPr>
            <a:xfrm>
              <a:off x="4324" y="4431"/>
              <a:ext cx="11544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和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函数       在             内解析；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" name="Object 22"/>
            <p:cNvGraphicFramePr>
              <a:graphicFrameLocks noChangeAspect="1"/>
            </p:cNvGraphicFramePr>
            <p:nvPr/>
          </p:nvGraphicFramePr>
          <p:xfrm>
            <a:off x="8106" y="4431"/>
            <a:ext cx="2211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8" name="Equation" r:id="rId12" imgW="1808480" imgH="696595" progId="Equation.DSMT4">
                    <p:embed/>
                  </p:oleObj>
                </mc:Choice>
                <mc:Fallback>
                  <p:oleObj name="Equation" r:id="rId12" imgW="1808480" imgH="696595" progId="Equation.DSMT4">
                    <p:embed/>
                    <p:pic>
                      <p:nvPicPr>
                        <p:cNvPr id="0" name="图片 112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106" y="4431"/>
                          <a:ext cx="2211" cy="9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22"/>
            <p:cNvGraphicFramePr>
              <a:graphicFrameLocks noChangeAspect="1"/>
            </p:cNvGraphicFramePr>
            <p:nvPr/>
          </p:nvGraphicFramePr>
          <p:xfrm>
            <a:off x="6299" y="4496"/>
            <a:ext cx="1035" cy="7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" name="Equation" r:id="rId14" imgW="330200" imgH="203200" progId="Equation.DSMT4">
                    <p:embed/>
                  </p:oleObj>
                </mc:Choice>
                <mc:Fallback>
                  <p:oleObj name="Equation" r:id="rId14" imgW="330200" imgH="203200" progId="Equation.DSMT4">
                    <p:embed/>
                    <p:pic>
                      <p:nvPicPr>
                        <p:cNvPr id="0" name="图片 1126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299" y="4496"/>
                          <a:ext cx="1035" cy="76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9463088" y="677545"/>
          <a:ext cx="2678430" cy="1036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6" imgW="1346200" imgH="431800" progId="Equation.DSMT4">
                  <p:embed/>
                </p:oleObj>
              </mc:Choice>
              <mc:Fallback>
                <p:oleObj name="Equation" r:id="rId16" imgW="1346200" imgH="431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463088" y="677545"/>
                        <a:ext cx="2678430" cy="1036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9420" name="Picture 28" descr="C:\Program Files (x86)\Microsoft Office\MEDIA\CAGCAT10\j0183290.wmf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1497203" y="7587400"/>
            <a:ext cx="811022" cy="869967"/>
          </a:xfrm>
          <a:prstGeom prst="rect">
            <a:avLst/>
          </a:prstGeom>
          <a:noFill/>
        </p:spPr>
      </p:pic>
      <p:sp>
        <p:nvSpPr>
          <p:cNvPr id="30" name="文本框 2"/>
          <p:cNvSpPr txBox="1"/>
          <p:nvPr/>
        </p:nvSpPr>
        <p:spPr>
          <a:xfrm>
            <a:off x="6070534" y="7610192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是否可以展开成幂级数呢？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2421189" y="7587332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那么圆域内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的解析函数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2" name="Object 22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2308225" y="5721033"/>
          <a:ext cx="3044190" cy="488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0" imgW="1435100" imgH="190500" progId="Equation.DSMT4">
                  <p:embed/>
                </p:oleObj>
              </mc:Choice>
              <mc:Fallback>
                <p:oleObj name="Equation" r:id="rId20" imgW="1435100" imgH="1905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308225" y="5721033"/>
                        <a:ext cx="3044190" cy="488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2"/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6785928" y="5706745"/>
          <a:ext cx="1562735" cy="71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3" imgW="736600" imgH="279400" progId="Equation.DSMT4">
                  <p:embed/>
                </p:oleObj>
              </mc:Choice>
              <mc:Fallback>
                <p:oleObj name="Equation" r:id="rId23" imgW="736600" imgH="2794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785928" y="5706745"/>
                        <a:ext cx="1562735" cy="716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2040890" y="6391910"/>
          <a:ext cx="1655445" cy="101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5" imgW="850900" imgH="431800" progId="Equation.DSMT4">
                  <p:embed/>
                </p:oleObj>
              </mc:Choice>
              <mc:Fallback>
                <p:oleObj name="Equation" r:id="rId25" imgW="850900" imgH="431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040890" y="6391910"/>
                        <a:ext cx="1655445" cy="1013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2"/>
          <p:cNvGraphicFramePr>
            <a:graphicFrameLocks noChangeAspect="1"/>
          </p:cNvGraphicFramePr>
          <p:nvPr/>
        </p:nvGraphicFramePr>
        <p:xfrm>
          <a:off x="3696018" y="6629718"/>
          <a:ext cx="459613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27" imgW="2362200" imgH="228600" progId="Equation.DSMT4">
                  <p:embed/>
                </p:oleObj>
              </mc:Choice>
              <mc:Fallback>
                <p:oleObj name="Equation" r:id="rId27" imgW="2362200" imgH="2286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696018" y="6629718"/>
                        <a:ext cx="4596130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2"/>
          <p:cNvGraphicFramePr>
            <a:graphicFrameLocks noChangeAspect="1"/>
          </p:cNvGraphicFramePr>
          <p:nvPr/>
        </p:nvGraphicFramePr>
        <p:xfrm>
          <a:off x="8417879" y="6505258"/>
          <a:ext cx="1536065" cy="87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29" imgW="749300" imgH="431800" progId="Equation.DSMT4">
                  <p:embed/>
                </p:oleObj>
              </mc:Choice>
              <mc:Fallback>
                <p:oleObj name="Equation" r:id="rId29" imgW="749300" imgH="431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417879" y="6505258"/>
                        <a:ext cx="1536065" cy="877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2"/>
          <p:cNvGraphicFramePr>
            <a:graphicFrameLocks noChangeAspect="1"/>
          </p:cNvGraphicFramePr>
          <p:nvPr/>
        </p:nvGraphicFramePr>
        <p:xfrm>
          <a:off x="10390823" y="6854825"/>
          <a:ext cx="729615" cy="41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31" imgW="405765" imgH="203200" progId="Equation.DSMT4">
                  <p:embed/>
                </p:oleObj>
              </mc:Choice>
              <mc:Fallback>
                <p:oleObj name="Equation" r:id="rId31" imgW="405765" imgH="2032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390823" y="6854825"/>
                        <a:ext cx="729615" cy="418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七角星 81"/>
          <p:cNvSpPr/>
          <p:nvPr/>
        </p:nvSpPr>
        <p:spPr>
          <a:xfrm>
            <a:off x="1126430" y="438371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308225" y="4669155"/>
            <a:ext cx="11370945" cy="647065"/>
            <a:chOff x="3865" y="11933"/>
            <a:chExt cx="17907" cy="1019"/>
          </a:xfrm>
        </p:grpSpPr>
        <p:sp>
          <p:nvSpPr>
            <p:cNvPr id="7" name="文本框 2"/>
            <p:cNvSpPr txBox="1"/>
            <p:nvPr/>
          </p:nvSpPr>
          <p:spPr>
            <a:xfrm>
              <a:off x="3865" y="11995"/>
              <a:ext cx="1790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华文中宋" panose="02010600040101010101" charset="-122"/>
                  <a:cs typeface="Times New Roman" panose="02020603050405020304" pitchFamily="18" charset="0"/>
                </a:rPr>
                <a:t>f(z)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   可以展开成幂级数，则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华文中宋" panose="02010600040101010101" charset="-122"/>
                  <a:cs typeface="Times New Roman" panose="02020603050405020304" pitchFamily="18" charset="0"/>
                  <a:sym typeface="+mn-ea"/>
                </a:rPr>
                <a:t>f(z)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    内解析。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9" name="Object 22"/>
            <p:cNvGraphicFramePr>
              <a:graphicFrameLocks noChangeAspect="1"/>
            </p:cNvGraphicFramePr>
            <p:nvPr/>
          </p:nvGraphicFramePr>
          <p:xfrm>
            <a:off x="6472" y="11933"/>
            <a:ext cx="2211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Equation" r:id="rId33" imgW="1808480" imgH="696595" progId="Equation.DSMT4">
                    <p:embed/>
                  </p:oleObj>
                </mc:Choice>
                <mc:Fallback>
                  <p:oleObj name="Equation" r:id="rId33" imgW="1808480" imgH="696595" progId="Equation.DSMT4">
                    <p:embed/>
                    <p:pic>
                      <p:nvPicPr>
                        <p:cNvPr id="0" name="图片 112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472" y="11933"/>
                          <a:ext cx="2211" cy="9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2"/>
            <p:cNvGraphicFramePr>
              <a:graphicFrameLocks noChangeAspect="1"/>
            </p:cNvGraphicFramePr>
            <p:nvPr/>
          </p:nvGraphicFramePr>
          <p:xfrm>
            <a:off x="16157" y="11995"/>
            <a:ext cx="2211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Equation" r:id="rId34" imgW="1808480" imgH="696595" progId="Equation.DSMT4">
                    <p:embed/>
                  </p:oleObj>
                </mc:Choice>
                <mc:Fallback>
                  <p:oleObj name="Equation" r:id="rId34" imgW="1808480" imgH="696595" progId="Equation.DSMT4">
                    <p:embed/>
                    <p:pic>
                      <p:nvPicPr>
                        <p:cNvPr id="0" name="图片 112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6157" y="11995"/>
                          <a:ext cx="2211" cy="9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5467286" y="5614607"/>
                <a:ext cx="1341755" cy="8909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286" y="5614607"/>
                <a:ext cx="1341755" cy="890905"/>
              </a:xfrm>
              <a:prstGeom prst="rect">
                <a:avLst/>
              </a:prstGeom>
              <a:blipFill rotWithShape="1">
                <a:blip r:embed="rId35"/>
                <a:stretch>
                  <a:fillRect l="-43" t="-64" r="43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3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0" grpId="0"/>
      <p:bldP spid="8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877695" y="4475480"/>
            <a:ext cx="66586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4.3 </a:t>
            </a:r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解析函数的泰勒展开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230853" y="3685155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27024" y="1705442"/>
            <a:ext cx="0" cy="521848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5823734" y="2147527"/>
            <a:ext cx="687777" cy="583626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01.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6574155" y="2029460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泰勒展开定理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5823727" y="4632755"/>
            <a:ext cx="687777" cy="58362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02.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6543260" y="3612520"/>
            <a:ext cx="5095770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解析函数展开成泰勒级数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2230580" y="4338956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 fontScale="70000"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本节知识要点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6574155" y="2736850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泰勒展开定理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6511290" y="447738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解析函数的零点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3"/>
            </p:custDataLst>
          </p:nvPr>
        </p:nvSpPr>
        <p:spPr>
          <a:xfrm>
            <a:off x="6543040" y="524573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定义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4"/>
            </p:custDataLst>
          </p:nvPr>
        </p:nvSpPr>
        <p:spPr>
          <a:xfrm>
            <a:off x="6543040" y="595312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判定定理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79204" y="4960687"/>
            <a:ext cx="5235485" cy="57981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泰 勒 展 开 定 理</a:t>
            </a:r>
            <a:endParaRPr lang="zh-CN" altLang="en-US" sz="48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22916" y="1207518"/>
            <a:ext cx="2897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、泰勒展开定理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4" name="文本框 2"/>
          <p:cNvSpPr txBox="1"/>
          <p:nvPr/>
        </p:nvSpPr>
        <p:spPr>
          <a:xfrm>
            <a:off x="1569564" y="1795687"/>
            <a:ext cx="1624826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2822575" y="1727835"/>
            <a:ext cx="5321300" cy="624840"/>
            <a:chOff x="4179" y="7003"/>
            <a:chExt cx="8380" cy="984"/>
          </a:xfrm>
        </p:grpSpPr>
        <p:sp>
          <p:nvSpPr>
            <p:cNvPr id="4" name="文本框 2"/>
            <p:cNvSpPr txBox="1"/>
            <p:nvPr/>
          </p:nvSpPr>
          <p:spPr>
            <a:xfrm>
              <a:off x="4179" y="7067"/>
              <a:ext cx="83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设函数       在               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" name="Object 22"/>
            <p:cNvGraphicFramePr>
              <a:graphicFrameLocks noChangeAspect="1"/>
            </p:cNvGraphicFramePr>
            <p:nvPr/>
          </p:nvGraphicFramePr>
          <p:xfrm>
            <a:off x="6141" y="7067"/>
            <a:ext cx="1158" cy="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122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141" y="7067"/>
                          <a:ext cx="1158" cy="8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2"/>
            <p:cNvGraphicFramePr>
              <a:graphicFrameLocks noChangeAspect="1"/>
            </p:cNvGraphicFramePr>
            <p:nvPr/>
          </p:nvGraphicFramePr>
          <p:xfrm>
            <a:off x="7993" y="7003"/>
            <a:ext cx="2423" cy="9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Equation" r:id="rId3" imgW="16154400" imgH="5486400" progId="Equation.DSMT4">
                    <p:embed/>
                  </p:oleObj>
                </mc:Choice>
                <mc:Fallback>
                  <p:oleObj name="Equation" r:id="rId3" imgW="16154400" imgH="5486400" progId="Equation.DSMT4">
                    <p:embed/>
                    <p:pic>
                      <p:nvPicPr>
                        <p:cNvPr id="0" name="图片 122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993" y="7003"/>
                          <a:ext cx="2423" cy="98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11247750" y="1693276"/>
          <a:ext cx="8413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5" imgW="7924800" imgH="4876800" progId="Equation.DSMT4">
                  <p:embed/>
                </p:oleObj>
              </mc:Choice>
              <mc:Fallback>
                <p:oleObj name="Equation" r:id="rId5" imgW="7924800" imgH="48768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47750" y="1693276"/>
                        <a:ext cx="8413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2"/>
          <p:cNvGraphicFramePr>
            <a:graphicFrameLocks noChangeAspect="1"/>
          </p:cNvGraphicFramePr>
          <p:nvPr/>
        </p:nvGraphicFramePr>
        <p:xfrm>
          <a:off x="3843020" y="2711768"/>
          <a:ext cx="2720340" cy="1105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7" imgW="1282700" imgH="431800" progId="Equation.DSMT4">
                  <p:embed/>
                </p:oleObj>
              </mc:Choice>
              <mc:Fallback>
                <p:oleObj name="Equation" r:id="rId7" imgW="1282700" imgH="4318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43020" y="2711768"/>
                        <a:ext cx="2720340" cy="1105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" name="组合 72"/>
          <p:cNvGrpSpPr/>
          <p:nvPr/>
        </p:nvGrpSpPr>
        <p:grpSpPr>
          <a:xfrm>
            <a:off x="1267460" y="5598795"/>
            <a:ext cx="5012690" cy="758825"/>
            <a:chOff x="1730" y="13099"/>
            <a:chExt cx="7894" cy="1195"/>
          </a:xfrm>
        </p:grpSpPr>
        <p:sp>
          <p:nvSpPr>
            <p:cNvPr id="16" name="文本框 2"/>
            <p:cNvSpPr txBox="1"/>
            <p:nvPr/>
          </p:nvSpPr>
          <p:spPr>
            <a:xfrm>
              <a:off x="1730" y="13320"/>
              <a:ext cx="7894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称为        在     的</a:t>
              </a:r>
              <a:r>
                <a:rPr lang="zh-CN" altLang="en-US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泰勒展开式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7" name="Object 22"/>
            <p:cNvGraphicFramePr>
              <a:graphicFrameLocks noChangeAspect="1"/>
            </p:cNvGraphicFramePr>
            <p:nvPr/>
          </p:nvGraphicFramePr>
          <p:xfrm>
            <a:off x="3117" y="13320"/>
            <a:ext cx="1325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" name="Equation" r:id="rId9" imgW="7924800" imgH="4876800" progId="Equation.DSMT4">
                    <p:embed/>
                  </p:oleObj>
                </mc:Choice>
                <mc:Fallback>
                  <p:oleObj name="Equation" r:id="rId9" imgW="7924800" imgH="4876800" progId="Equation.DSMT4">
                    <p:embed/>
                    <p:pic>
                      <p:nvPicPr>
                        <p:cNvPr id="0" name="图片 122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17" y="13320"/>
                          <a:ext cx="1325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2"/>
            <p:cNvGraphicFramePr>
              <a:graphicFrameLocks noChangeAspect="1"/>
            </p:cNvGraphicFramePr>
            <p:nvPr/>
          </p:nvGraphicFramePr>
          <p:xfrm>
            <a:off x="5123" y="13099"/>
            <a:ext cx="663" cy="1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Equation" r:id="rId10" imgW="3962400" imgH="5486400" progId="Equation.DSMT4">
                    <p:embed/>
                  </p:oleObj>
                </mc:Choice>
                <mc:Fallback>
                  <p:oleObj name="Equation" r:id="rId10" imgW="3962400" imgH="54864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23" y="13099"/>
                          <a:ext cx="663" cy="109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" name="组合 73"/>
          <p:cNvGrpSpPr/>
          <p:nvPr/>
        </p:nvGrpSpPr>
        <p:grpSpPr>
          <a:xfrm>
            <a:off x="6327775" y="5466715"/>
            <a:ext cx="6182995" cy="993140"/>
            <a:chOff x="9699" y="12891"/>
            <a:chExt cx="9737" cy="1564"/>
          </a:xfrm>
        </p:grpSpPr>
        <p:graphicFrame>
          <p:nvGraphicFramePr>
            <p:cNvPr id="21" name="Object 22"/>
            <p:cNvGraphicFramePr>
              <a:graphicFrameLocks noChangeAspect="1"/>
            </p:cNvGraphicFramePr>
            <p:nvPr/>
          </p:nvGraphicFramePr>
          <p:xfrm>
            <a:off x="9699" y="12891"/>
            <a:ext cx="3589" cy="1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Equation" r:id="rId12" imgW="1231265" imgH="444500" progId="Equation.DSMT4">
                    <p:embed/>
                  </p:oleObj>
                </mc:Choice>
                <mc:Fallback>
                  <p:oleObj name="Equation" r:id="rId12" imgW="1231265" imgH="444500" progId="Equation.DSMT4">
                    <p:embed/>
                    <p:pic>
                      <p:nvPicPr>
                        <p:cNvPr id="0" name="图片 122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9699" y="12891"/>
                          <a:ext cx="3589" cy="15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文本框 2"/>
            <p:cNvSpPr txBox="1"/>
            <p:nvPr/>
          </p:nvSpPr>
          <p:spPr>
            <a:xfrm>
              <a:off x="13330" y="13268"/>
              <a:ext cx="610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称为        的</a:t>
              </a:r>
              <a:r>
                <a:rPr lang="zh-CN" altLang="en-US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泰勒级数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7" name="Object 22"/>
            <p:cNvGraphicFramePr>
              <a:graphicFrameLocks noChangeAspect="1"/>
            </p:cNvGraphicFramePr>
            <p:nvPr/>
          </p:nvGraphicFramePr>
          <p:xfrm>
            <a:off x="14569" y="13198"/>
            <a:ext cx="1325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" name="Equation" r:id="rId14" imgW="7924800" imgH="4876800" progId="Equation.DSMT4">
                    <p:embed/>
                  </p:oleObj>
                </mc:Choice>
                <mc:Fallback>
                  <p:oleObj name="Equation" r:id="rId14" imgW="7924800" imgH="4876800" progId="Equation.DSMT4">
                    <p:embed/>
                    <p:pic>
                      <p:nvPicPr>
                        <p:cNvPr id="0" name="图片 122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4569" y="13198"/>
                          <a:ext cx="1325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组合 70"/>
          <p:cNvGrpSpPr/>
          <p:nvPr/>
        </p:nvGrpSpPr>
        <p:grpSpPr>
          <a:xfrm>
            <a:off x="8163560" y="1668780"/>
            <a:ext cx="3352800" cy="697230"/>
            <a:chOff x="12590" y="6910"/>
            <a:chExt cx="5280" cy="1098"/>
          </a:xfrm>
        </p:grpSpPr>
        <p:sp>
          <p:nvSpPr>
            <p:cNvPr id="26" name="文本框 2"/>
            <p:cNvSpPr txBox="1"/>
            <p:nvPr/>
          </p:nvSpPr>
          <p:spPr>
            <a:xfrm>
              <a:off x="12590" y="7067"/>
              <a:ext cx="528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则在                内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3" name="Object 22"/>
            <p:cNvGraphicFramePr>
              <a:graphicFrameLocks noChangeAspect="1"/>
            </p:cNvGraphicFramePr>
            <p:nvPr/>
          </p:nvGraphicFramePr>
          <p:xfrm>
            <a:off x="13880" y="6910"/>
            <a:ext cx="2700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" name="Equation" r:id="rId15" imgW="16154400" imgH="5486400" progId="Equation.DSMT4">
                    <p:embed/>
                  </p:oleObj>
                </mc:Choice>
                <mc:Fallback>
                  <p:oleObj name="Equation" r:id="rId15" imgW="16154400" imgH="5486400" progId="Equation.DSMT4">
                    <p:embed/>
                    <p:pic>
                      <p:nvPicPr>
                        <p:cNvPr id="0" name="图片 122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880" y="6910"/>
                          <a:ext cx="2700" cy="10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本框 2"/>
          <p:cNvSpPr txBox="1"/>
          <p:nvPr/>
        </p:nvSpPr>
        <p:spPr>
          <a:xfrm>
            <a:off x="12108815" y="1734820"/>
            <a:ext cx="18859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可唯一展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6" name="文本框 2"/>
          <p:cNvSpPr txBox="1"/>
          <p:nvPr/>
        </p:nvSpPr>
        <p:spPr>
          <a:xfrm>
            <a:off x="1223010" y="2419985"/>
            <a:ext cx="262001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开成幂级数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6860858" y="2712085"/>
          <a:ext cx="2653665" cy="89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16" imgW="1536700" imgH="431800" progId="Equation.DSMT4">
                  <p:embed/>
                </p:oleObj>
              </mc:Choice>
              <mc:Fallback>
                <p:oleObj name="Equation" r:id="rId16" imgW="1536700" imgH="4318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60858" y="2712085"/>
                        <a:ext cx="2653665" cy="895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" name="组合 71"/>
          <p:cNvGrpSpPr/>
          <p:nvPr/>
        </p:nvGrpSpPr>
        <p:grpSpPr>
          <a:xfrm>
            <a:off x="1421130" y="3816985"/>
            <a:ext cx="9255760" cy="697230"/>
            <a:chOff x="1972" y="10293"/>
            <a:chExt cx="14576" cy="1098"/>
          </a:xfrm>
        </p:grpSpPr>
        <p:sp>
          <p:nvSpPr>
            <p:cNvPr id="52" name="文本框 2"/>
            <p:cNvSpPr txBox="1"/>
            <p:nvPr/>
          </p:nvSpPr>
          <p:spPr>
            <a:xfrm>
              <a:off x="1972" y="10425"/>
              <a:ext cx="1457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其中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C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为                内包含    在内的任意一条简单闭曲线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.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6" name="Object 22"/>
            <p:cNvGraphicFramePr>
              <a:graphicFrameLocks noChangeAspect="1"/>
            </p:cNvGraphicFramePr>
            <p:nvPr/>
          </p:nvGraphicFramePr>
          <p:xfrm>
            <a:off x="4327" y="10293"/>
            <a:ext cx="2700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" name="Equation" r:id="rId18" imgW="16154400" imgH="5486400" progId="Equation.DSMT4">
                    <p:embed/>
                  </p:oleObj>
                </mc:Choice>
                <mc:Fallback>
                  <p:oleObj name="Equation" r:id="rId18" imgW="16154400" imgH="5486400" progId="Equation.DSMT4">
                    <p:embed/>
                    <p:pic>
                      <p:nvPicPr>
                        <p:cNvPr id="0" name="图片 122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7" y="10293"/>
                          <a:ext cx="2700" cy="10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22"/>
            <p:cNvGraphicFramePr>
              <a:graphicFrameLocks noChangeAspect="1"/>
            </p:cNvGraphicFramePr>
            <p:nvPr/>
          </p:nvGraphicFramePr>
          <p:xfrm>
            <a:off x="8873" y="10294"/>
            <a:ext cx="663" cy="1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" name="Equation" r:id="rId19" imgW="3962400" imgH="5486400" progId="Equation.DSMT4">
                    <p:embed/>
                  </p:oleObj>
                </mc:Choice>
                <mc:Fallback>
                  <p:oleObj name="Equation" r:id="rId19" imgW="3962400" imgH="54864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873" y="10294"/>
                          <a:ext cx="663" cy="109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" name="Object 22"/>
          <p:cNvGraphicFramePr>
            <a:graphicFrameLocks noChangeAspect="1"/>
          </p:cNvGraphicFramePr>
          <p:nvPr/>
        </p:nvGraphicFramePr>
        <p:xfrm>
          <a:off x="9514523" y="2711768"/>
          <a:ext cx="1162685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20" imgW="673100" imgH="419100" progId="Equation.DSMT4">
                  <p:embed/>
                </p:oleObj>
              </mc:Choice>
              <mc:Fallback>
                <p:oleObj name="Equation" r:id="rId20" imgW="673100" imgH="4191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514523" y="2711768"/>
                        <a:ext cx="1162685" cy="868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2"/>
          <p:cNvGraphicFramePr>
            <a:graphicFrameLocks noChangeAspect="1"/>
          </p:cNvGraphicFramePr>
          <p:nvPr/>
        </p:nvGraphicFramePr>
        <p:xfrm>
          <a:off x="4803458" y="4420553"/>
          <a:ext cx="3528695" cy="1138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22" imgW="1663700" imgH="444500" progId="Equation.DSMT4">
                  <p:embed/>
                </p:oleObj>
              </mc:Choice>
              <mc:Fallback>
                <p:oleObj name="Equation" r:id="rId22" imgW="1663700" imgH="4445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803458" y="4420553"/>
                        <a:ext cx="3528695" cy="1138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2"/>
          <p:cNvGraphicFramePr>
            <a:graphicFrameLocks noChangeAspect="1"/>
          </p:cNvGraphicFramePr>
          <p:nvPr/>
        </p:nvGraphicFramePr>
        <p:xfrm>
          <a:off x="2743835" y="4720590"/>
          <a:ext cx="1776730" cy="697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24" imgW="711200" imgH="228600" progId="Equation.DSMT4">
                  <p:embed/>
                </p:oleObj>
              </mc:Choice>
              <mc:Fallback>
                <p:oleObj name="Equation" r:id="rId24" imgW="711200" imgH="2286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743835" y="4720590"/>
                        <a:ext cx="1776730" cy="697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2"/>
          <p:cNvGraphicFramePr>
            <a:graphicFrameLocks noChangeAspect="1"/>
          </p:cNvGraphicFramePr>
          <p:nvPr/>
        </p:nvGraphicFramePr>
        <p:xfrm>
          <a:off x="9514840" y="4720590"/>
          <a:ext cx="987425" cy="53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Equation" r:id="rId26" imgW="444500" imgH="203200" progId="Equation.DSMT4">
                  <p:embed/>
                </p:oleObj>
              </mc:Choice>
              <mc:Fallback>
                <p:oleObj name="Equation" r:id="rId26" imgW="444500" imgH="203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514840" y="4720590"/>
                        <a:ext cx="987425" cy="538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七角星 81"/>
          <p:cNvSpPr/>
          <p:nvPr/>
        </p:nvSpPr>
        <p:spPr>
          <a:xfrm>
            <a:off x="997525" y="653255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089150" y="6659880"/>
            <a:ext cx="9579635" cy="625475"/>
            <a:chOff x="3008" y="10655"/>
            <a:chExt cx="14613" cy="985"/>
          </a:xfrm>
        </p:grpSpPr>
        <p:sp>
          <p:nvSpPr>
            <p:cNvPr id="8" name="文本框 2"/>
            <p:cNvSpPr txBox="1"/>
            <p:nvPr/>
          </p:nvSpPr>
          <p:spPr>
            <a:xfrm>
              <a:off x="3008" y="10757"/>
              <a:ext cx="14613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用定理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</a:rPr>
                <a:t>1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于将              内的解析函数展开成幂级数：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9" name="Object 22"/>
            <p:cNvGraphicFramePr>
              <a:graphicFrameLocks noChangeAspect="1"/>
            </p:cNvGraphicFramePr>
            <p:nvPr/>
          </p:nvGraphicFramePr>
          <p:xfrm>
            <a:off x="6259" y="10655"/>
            <a:ext cx="2423" cy="9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Equation" r:id="rId28" imgW="16154400" imgH="5486400" progId="Equation.DSMT4">
                    <p:embed/>
                  </p:oleObj>
                </mc:Choice>
                <mc:Fallback>
                  <p:oleObj name="Equation" r:id="rId28" imgW="16154400" imgH="5486400" progId="Equation.DSMT4">
                    <p:embed/>
                    <p:pic>
                      <p:nvPicPr>
                        <p:cNvPr id="0" name="图片 122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59" y="10655"/>
                          <a:ext cx="2423" cy="98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3085465" y="7379970"/>
            <a:ext cx="7766050" cy="868680"/>
            <a:chOff x="3802" y="12018"/>
            <a:chExt cx="12230" cy="1368"/>
          </a:xfrm>
        </p:grpSpPr>
        <p:sp>
          <p:nvSpPr>
            <p:cNvPr id="37" name="文本框 2"/>
            <p:cNvSpPr txBox="1"/>
            <p:nvPr/>
          </p:nvSpPr>
          <p:spPr>
            <a:xfrm>
              <a:off x="3802" y="12242"/>
              <a:ext cx="1223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求出          代入到（</a:t>
              </a:r>
              <a:r>
                <a:rPr lang="en-US" altLang="zh-CN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4.3.1</a:t>
              </a:r>
              <a:r>
                <a:rPr lang="zh-CN" altLang="en-US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）中即可。</a:t>
              </a:r>
              <a:endPara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8" name="Object 22"/>
            <p:cNvGraphicFramePr>
              <a:graphicFrameLocks noChangeAspect="1"/>
            </p:cNvGraphicFramePr>
            <p:nvPr/>
          </p:nvGraphicFramePr>
          <p:xfrm>
            <a:off x="5261" y="12018"/>
            <a:ext cx="1521" cy="1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" name="Equation" r:id="rId29" imgW="558800" imgH="419100" progId="Equation.DSMT4">
                    <p:embed/>
                  </p:oleObj>
                </mc:Choice>
                <mc:Fallback>
                  <p:oleObj name="Equation" r:id="rId29" imgW="558800" imgH="419100" progId="Equation.DSMT4">
                    <p:embed/>
                    <p:pic>
                      <p:nvPicPr>
                        <p:cNvPr id="0" name="图片 122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261" y="12018"/>
                          <a:ext cx="1521" cy="13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3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4" grpId="0"/>
      <p:bldP spid="35" grpId="0"/>
      <p:bldP spid="36" grpId="0"/>
      <p:bldP spid="8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88931" y="2729613"/>
            <a:ext cx="25412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、直接展开法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1435574" y="3594372"/>
            <a:ext cx="874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endParaRPr lang="en-US" altLang="zh-CN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3976563" y="3222540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1" imgW="10363200" imgH="9448800" progId="Equation.DSMT4">
                  <p:embed/>
                </p:oleObj>
              </mc:Choice>
              <mc:Fallback>
                <p:oleObj name="Equation" r:id="rId1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76563" y="3222540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2661583" y="3566142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" imgW="10058400" imgH="4876800" progId="Equation.DSMT4">
                  <p:embed/>
                </p:oleObj>
              </mc:Choice>
              <mc:Fallback>
                <p:oleObj name="Equation" r:id="rId3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1583" y="3566142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5160645" y="3444875"/>
          <a:ext cx="3930650" cy="63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5" imgW="1435100" imgH="190500" progId="Equation.DSMT4">
                  <p:embed/>
                </p:oleObj>
              </mc:Choice>
              <mc:Fallback>
                <p:oleObj name="Equation" r:id="rId5" imgW="1435100" imgH="1905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60645" y="3444875"/>
                        <a:ext cx="3930650" cy="638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9180195" y="3204210"/>
          <a:ext cx="1130300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7" imgW="482600" imgH="431800" progId="Equation.DSMT4">
                  <p:embed/>
                </p:oleObj>
              </mc:Choice>
              <mc:Fallback>
                <p:oleObj name="Equation" r:id="rId7" imgW="4826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80195" y="3204210"/>
                        <a:ext cx="1130300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160520" y="2621915"/>
            <a:ext cx="6798310" cy="711200"/>
            <a:chOff x="6552" y="2644"/>
            <a:chExt cx="10706" cy="1120"/>
          </a:xfrm>
        </p:grpSpPr>
        <p:sp>
          <p:nvSpPr>
            <p:cNvPr id="15" name="文本框 14"/>
            <p:cNvSpPr txBox="1"/>
            <p:nvPr/>
          </p:nvSpPr>
          <p:spPr>
            <a:xfrm>
              <a:off x="6552" y="2814"/>
              <a:ext cx="1070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将函数在          展开成泰勒级数</a:t>
              </a:r>
              <a:r>
                <a:rPr lang="zh-CN" altLang="en-US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1" name="Object 22"/>
            <p:cNvGraphicFramePr>
              <a:graphicFrameLocks noChangeAspect="1"/>
            </p:cNvGraphicFramePr>
            <p:nvPr/>
          </p:nvGraphicFramePr>
          <p:xfrm>
            <a:off x="8910" y="2644"/>
            <a:ext cx="1692" cy="1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Equation" r:id="rId9" imgW="405765" imgH="228600" progId="Equation.DSMT4">
                    <p:embed/>
                  </p:oleObj>
                </mc:Choice>
                <mc:Fallback>
                  <p:oleObj name="Equation" r:id="rId9" imgW="405765" imgH="2286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910" y="2644"/>
                          <a:ext cx="1692" cy="11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文本框 2"/>
          <p:cNvSpPr txBox="1"/>
          <p:nvPr/>
        </p:nvSpPr>
        <p:spPr>
          <a:xfrm>
            <a:off x="1435574" y="4440192"/>
            <a:ext cx="874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endParaRPr lang="en-US" altLang="zh-CN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497455" y="4361815"/>
            <a:ext cx="7813040" cy="755650"/>
            <a:chOff x="3933" y="5681"/>
            <a:chExt cx="12304" cy="1190"/>
          </a:xfrm>
        </p:grpSpPr>
        <p:sp>
          <p:nvSpPr>
            <p:cNvPr id="24" name="文本框 2"/>
            <p:cNvSpPr txBox="1"/>
            <p:nvPr/>
          </p:nvSpPr>
          <p:spPr>
            <a:xfrm>
              <a:off x="3933" y="5826"/>
              <a:ext cx="1230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将函数</a:t>
              </a:r>
              <a:r>
                <a:rPr lang="en-US" altLang="zh-CN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  </a:t>
              </a:r>
              <a:r>
                <a:rPr lang="zh-CN" altLang="en-US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  展开成泰勒级数。</a:t>
              </a:r>
              <a:endPara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5" name="Object 22"/>
            <p:cNvGraphicFramePr>
              <a:graphicFrameLocks noChangeAspect="1"/>
            </p:cNvGraphicFramePr>
            <p:nvPr/>
          </p:nvGraphicFramePr>
          <p:xfrm>
            <a:off x="5902" y="5681"/>
            <a:ext cx="2441" cy="1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3" name="Equation" r:id="rId11" imgW="596900" imgH="228600" progId="Equation.DSMT4">
                    <p:embed/>
                  </p:oleObj>
                </mc:Choice>
                <mc:Fallback>
                  <p:oleObj name="Equation" r:id="rId11" imgW="596900" imgH="228600" progId="Equation.DSMT4">
                    <p:embed/>
                    <p:pic>
                      <p:nvPicPr>
                        <p:cNvPr id="0" name="图片 143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902" y="5681"/>
                          <a:ext cx="2441" cy="11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2"/>
            <p:cNvGraphicFramePr>
              <a:graphicFrameLocks noChangeAspect="1"/>
            </p:cNvGraphicFramePr>
            <p:nvPr/>
          </p:nvGraphicFramePr>
          <p:xfrm>
            <a:off x="8998" y="5751"/>
            <a:ext cx="1692" cy="1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" name="Equation" r:id="rId13" imgW="405765" imgH="228600" progId="Equation.DSMT4">
                    <p:embed/>
                  </p:oleObj>
                </mc:Choice>
                <mc:Fallback>
                  <p:oleObj name="Equation" r:id="rId13" imgW="405765" imgH="2286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998" y="5751"/>
                          <a:ext cx="1692" cy="11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2252980" y="1480185"/>
            <a:ext cx="6275705" cy="1137920"/>
            <a:chOff x="3548" y="2331"/>
            <a:chExt cx="9883" cy="1792"/>
          </a:xfrm>
        </p:grpSpPr>
        <p:graphicFrame>
          <p:nvGraphicFramePr>
            <p:cNvPr id="30" name="Object 22"/>
            <p:cNvGraphicFramePr>
              <a:graphicFrameLocks noChangeAspect="1"/>
            </p:cNvGraphicFramePr>
            <p:nvPr/>
          </p:nvGraphicFramePr>
          <p:xfrm>
            <a:off x="3548" y="2667"/>
            <a:ext cx="1852" cy="1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Equation" r:id="rId14" imgW="444500" imgH="228600" progId="Equation.DSMT4">
                    <p:embed/>
                  </p:oleObj>
                </mc:Choice>
                <mc:Fallback>
                  <p:oleObj name="Equation" r:id="rId14" imgW="444500" imgH="2286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548" y="2667"/>
                          <a:ext cx="1852" cy="11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2"/>
            <p:cNvGraphicFramePr>
              <a:graphicFrameLocks noChangeAspect="1"/>
            </p:cNvGraphicFramePr>
            <p:nvPr/>
          </p:nvGraphicFramePr>
          <p:xfrm>
            <a:off x="6240" y="2331"/>
            <a:ext cx="4113" cy="1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" name="Equation" r:id="rId16" imgW="1231265" imgH="444500" progId="Equation.DSMT4">
                    <p:embed/>
                  </p:oleObj>
                </mc:Choice>
                <mc:Fallback>
                  <p:oleObj name="Equation" r:id="rId16" imgW="1231265" imgH="444500" progId="Equation.DSMT4">
                    <p:embed/>
                    <p:pic>
                      <p:nvPicPr>
                        <p:cNvPr id="0" name="图片 122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240" y="2331"/>
                          <a:ext cx="4113" cy="17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2"/>
            <p:cNvGraphicFramePr>
              <a:graphicFrameLocks noChangeAspect="1"/>
            </p:cNvGraphicFramePr>
            <p:nvPr/>
          </p:nvGraphicFramePr>
          <p:xfrm>
            <a:off x="11471" y="2667"/>
            <a:ext cx="1960" cy="9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" name="Equation" r:id="rId18" imgW="469900" imgH="203200" progId="Equation.DSMT4">
                    <p:embed/>
                  </p:oleObj>
                </mc:Choice>
                <mc:Fallback>
                  <p:oleObj name="Equation" r:id="rId18" imgW="469900" imgH="2032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471" y="2667"/>
                          <a:ext cx="1960" cy="9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文本框 2"/>
          <p:cNvSpPr txBox="1"/>
          <p:nvPr/>
        </p:nvSpPr>
        <p:spPr>
          <a:xfrm>
            <a:off x="1435574" y="5252992"/>
            <a:ext cx="8953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en-US" altLang="zh-CN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2232660" y="5200015"/>
          <a:ext cx="428625" cy="627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20" imgW="165100" imgH="203200" progId="Equation.DSMT4">
                  <p:embed/>
                </p:oleObj>
              </mc:Choice>
              <mc:Fallback>
                <p:oleObj name="Equation" r:id="rId20" imgW="165100" imgH="2032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232660" y="5200015"/>
                        <a:ext cx="428625" cy="627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2681605" y="5305425"/>
            <a:ext cx="104476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在复平面上处处解析，所以在              可展开成泰勒级数。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22"/>
          <p:cNvGraphicFramePr>
            <a:graphicFrameLocks noChangeAspect="1"/>
          </p:cNvGraphicFramePr>
          <p:nvPr/>
        </p:nvGraphicFramePr>
        <p:xfrm>
          <a:off x="7468553" y="5252720"/>
          <a:ext cx="1412875" cy="632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2" imgW="533400" imgH="203200" progId="Equation.DSMT4">
                  <p:embed/>
                </p:oleObj>
              </mc:Choice>
              <mc:Fallback>
                <p:oleObj name="Equation" r:id="rId22" imgW="533400" imgH="2032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468553" y="5252720"/>
                        <a:ext cx="1412875" cy="632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2"/>
          <p:cNvGraphicFramePr>
            <a:graphicFrameLocks noChangeAspect="1"/>
          </p:cNvGraphicFramePr>
          <p:nvPr/>
        </p:nvGraphicFramePr>
        <p:xfrm>
          <a:off x="3302953" y="6046470"/>
          <a:ext cx="3331210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24" imgW="1282700" imgH="228600" progId="Equation.DSMT4">
                  <p:embed/>
                </p:oleObj>
              </mc:Choice>
              <mc:Fallback>
                <p:oleObj name="Equation" r:id="rId24" imgW="1282700" imgH="2286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302953" y="6046470"/>
                        <a:ext cx="3331210" cy="706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2"/>
          <p:cNvSpPr txBox="1"/>
          <p:nvPr/>
        </p:nvSpPr>
        <p:spPr>
          <a:xfrm>
            <a:off x="2330924" y="6138817"/>
            <a:ext cx="8953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因为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en-US" altLang="zh-CN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6" name="文本框 2"/>
          <p:cNvSpPr txBox="1"/>
          <p:nvPr/>
        </p:nvSpPr>
        <p:spPr>
          <a:xfrm>
            <a:off x="6866729" y="6138817"/>
            <a:ext cx="8953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en-US" altLang="zh-CN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7" name="Object 22"/>
          <p:cNvGraphicFramePr>
            <a:graphicFrameLocks noChangeAspect="1"/>
          </p:cNvGraphicFramePr>
          <p:nvPr/>
        </p:nvGraphicFramePr>
        <p:xfrm>
          <a:off x="7761923" y="5954395"/>
          <a:ext cx="3859530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26" imgW="1485900" imgH="228600" progId="Equation.DSMT4">
                  <p:embed/>
                </p:oleObj>
              </mc:Choice>
              <mc:Fallback>
                <p:oleObj name="Equation" r:id="rId26" imgW="1485900" imgH="2286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761923" y="5954395"/>
                        <a:ext cx="3859530" cy="706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2"/>
          <p:cNvSpPr txBox="1"/>
          <p:nvPr/>
        </p:nvSpPr>
        <p:spPr>
          <a:xfrm>
            <a:off x="2309969" y="6974477"/>
            <a:ext cx="8953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因此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en-US" altLang="zh-CN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3556000" y="6987540"/>
          <a:ext cx="144970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28" imgW="571500" imgH="203200" progId="Equation.DSMT4">
                  <p:embed/>
                </p:oleObj>
              </mc:Choice>
              <mc:Fallback>
                <p:oleObj name="Equation" r:id="rId28" imgW="571500" imgH="2032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556000" y="6987540"/>
                        <a:ext cx="144970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5364480" y="6900545"/>
          <a:ext cx="1550035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30" imgW="596900" imgH="228600" progId="Equation.DSMT4">
                  <p:embed/>
                </p:oleObj>
              </mc:Choice>
              <mc:Fallback>
                <p:oleObj name="Equation" r:id="rId30" imgW="596900" imgH="2286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64480" y="6900545"/>
                        <a:ext cx="1550035" cy="706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2"/>
          <p:cNvGraphicFramePr>
            <a:graphicFrameLocks noChangeAspect="1"/>
          </p:cNvGraphicFramePr>
          <p:nvPr/>
        </p:nvGraphicFramePr>
        <p:xfrm>
          <a:off x="6875146" y="6726555"/>
          <a:ext cx="2359660" cy="1141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31" imgW="914400" imgH="444500" progId="Equation.DSMT4">
                  <p:embed/>
                </p:oleObj>
              </mc:Choice>
              <mc:Fallback>
                <p:oleObj name="Equation" r:id="rId31" imgW="914400" imgH="4445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875146" y="6726555"/>
                        <a:ext cx="2359660" cy="11417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2"/>
          <p:cNvGraphicFramePr>
            <a:graphicFrameLocks noChangeAspect="1"/>
          </p:cNvGraphicFramePr>
          <p:nvPr/>
        </p:nvGraphicFramePr>
        <p:xfrm>
          <a:off x="7100888" y="7823200"/>
          <a:ext cx="4159885" cy="107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33" imgW="1612900" imgH="419100" progId="Equation.DSMT4">
                  <p:embed/>
                </p:oleObj>
              </mc:Choice>
              <mc:Fallback>
                <p:oleObj name="Equation" r:id="rId33" imgW="1612900" imgH="4191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100888" y="7823200"/>
                        <a:ext cx="4159885" cy="1074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2"/>
          <p:cNvGraphicFramePr>
            <a:graphicFrameLocks noChangeAspect="1"/>
          </p:cNvGraphicFramePr>
          <p:nvPr/>
        </p:nvGraphicFramePr>
        <p:xfrm>
          <a:off x="10701338" y="6729095"/>
          <a:ext cx="1376045" cy="1139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5" imgW="533400" imgH="444500" progId="Equation.DSMT4">
                  <p:embed/>
                </p:oleObj>
              </mc:Choice>
              <mc:Fallback>
                <p:oleObj name="Equation" r:id="rId35" imgW="533400" imgH="4445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701338" y="6729095"/>
                        <a:ext cx="1376045" cy="1139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/>
        </p:nvGraphicFramePr>
        <p:xfrm>
          <a:off x="9204008" y="6759893"/>
          <a:ext cx="157289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7" imgW="609600" imgH="431800" progId="Equation.DSMT4">
                  <p:embed/>
                </p:oleObj>
              </mc:Choice>
              <mc:Fallback>
                <p:oleObj name="Equation" r:id="rId37" imgW="609600" imgH="4318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204008" y="6759893"/>
                        <a:ext cx="1572895" cy="1108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23" grpId="0"/>
      <p:bldP spid="36" grpId="0"/>
      <p:bldP spid="39" grpId="0"/>
      <p:bldP spid="45" grpId="0"/>
      <p:bldP spid="46" grpId="0"/>
      <p:bldP spid="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542145" y="1558925"/>
            <a:ext cx="4131945" cy="2345055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73808" y="518795"/>
            <a:ext cx="28778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、间接展开法</a:t>
            </a:r>
            <a:endParaRPr lang="zh-CN" altLang="en-US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1174115" y="1035050"/>
            <a:ext cx="1061656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基本展开式，变量代换，级数运算，以及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幂级数在收敛圆内的性质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椭圆形标注 2"/>
          <p:cNvSpPr/>
          <p:nvPr/>
        </p:nvSpPr>
        <p:spPr>
          <a:xfrm>
            <a:off x="8515350" y="635"/>
            <a:ext cx="3568065" cy="1156335"/>
          </a:xfrm>
          <a:prstGeom prst="wedgeEllipseCallout">
            <a:avLst>
              <a:gd name="adj1" fmla="val -20263"/>
              <a:gd name="adj2" fmla="val 59661"/>
            </a:avLst>
          </a:prstGeom>
          <a:blipFill>
            <a:blip r:embed="rId1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逐项求导与</a:t>
            </a:r>
            <a:endParaRPr lang="en-US" altLang="zh-CN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逐项求积分法</a:t>
            </a:r>
            <a:endParaRPr lang="zh-CN" altLang="en-US" sz="280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32460" y="1578610"/>
            <a:ext cx="7679690" cy="679450"/>
            <a:chOff x="996" y="2486"/>
            <a:chExt cx="12094" cy="1070"/>
          </a:xfrm>
        </p:grpSpPr>
        <p:sp>
          <p:nvSpPr>
            <p:cNvPr id="4" name="文本框 2"/>
            <p:cNvSpPr txBox="1"/>
            <p:nvPr/>
          </p:nvSpPr>
          <p:spPr>
            <a:xfrm>
              <a:off x="996" y="2604"/>
              <a:ext cx="12095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</a:t>
              </a:r>
              <a:r>
                <a:rPr lang="zh-CN" altLang="en-US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例</a:t>
              </a:r>
              <a:r>
                <a:rPr lang="en-US" altLang="zh-CN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3</a:t>
              </a:r>
              <a:r>
                <a:rPr lang="zh-CN" altLang="en-US" sz="2800" b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：将下列函数在点          展开成幂级数。</a:t>
              </a:r>
              <a:endPara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" name="Object 22"/>
            <p:cNvGraphicFramePr>
              <a:graphicFrameLocks noChangeAspect="1"/>
            </p:cNvGraphicFramePr>
            <p:nvPr/>
          </p:nvGraphicFramePr>
          <p:xfrm>
            <a:off x="7386" y="2486"/>
            <a:ext cx="1573" cy="10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1" name="Equation" r:id="rId2" imgW="405765" imgH="228600" progId="Equation.DSMT4">
                    <p:embed/>
                  </p:oleObj>
                </mc:Choice>
                <mc:Fallback>
                  <p:oleObj name="Equation" r:id="rId2" imgW="405765" imgH="228600" progId="Equation.DSMT4">
                    <p:embed/>
                    <p:pic>
                      <p:nvPicPr>
                        <p:cNvPr id="0" name="图片 153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386" y="2486"/>
                          <a:ext cx="1573" cy="107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2557780" y="2154555"/>
          <a:ext cx="803910" cy="99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4" imgW="9144000" imgH="9448800" progId="Equation.DSMT4">
                  <p:embed/>
                </p:oleObj>
              </mc:Choice>
              <mc:Fallback>
                <p:oleObj name="Equation" r:id="rId4" imgW="9144000" imgH="9448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7780" y="2154555"/>
                        <a:ext cx="803910" cy="997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1328420" y="2463800"/>
          <a:ext cx="8839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6" imgW="10058400" imgH="4876800" progId="Equation.DSMT4">
                  <p:embed/>
                </p:oleObj>
              </mc:Choice>
              <mc:Fallback>
                <p:oleObj name="Equation" r:id="rId6" imgW="100584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28420" y="2463800"/>
                        <a:ext cx="88392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6396355" y="2126615"/>
          <a:ext cx="1795145" cy="109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8" imgW="20421600" imgH="10363200" progId="Equation.DSMT4">
                  <p:embed/>
                </p:oleObj>
              </mc:Choice>
              <mc:Fallback>
                <p:oleObj name="Equation" r:id="rId8" imgW="20421600" imgH="10363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96355" y="2126615"/>
                        <a:ext cx="1795145" cy="1094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2921000" y="4220210"/>
          <a:ext cx="615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10" imgW="7010400" imgH="4876800" progId="Equation.DSMT4">
                  <p:embed/>
                </p:oleObj>
              </mc:Choice>
              <mc:Fallback>
                <p:oleObj name="Equation" r:id="rId10" imgW="7010400" imgH="48768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21000" y="4220210"/>
                        <a:ext cx="61595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1294130" y="4219575"/>
          <a:ext cx="120586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2" imgW="13716000" imgH="4876800" progId="Equation.DSMT4">
                  <p:embed/>
                </p:oleObj>
              </mc:Choice>
              <mc:Fallback>
                <p:oleObj name="Equation" r:id="rId12" imgW="13716000" imgH="48768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94130" y="4219575"/>
                        <a:ext cx="1205865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/>
        </p:nvGraphicFramePr>
        <p:xfrm>
          <a:off x="3536950" y="3937000"/>
          <a:ext cx="5370195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4" imgW="2590800" imgH="419100" progId="Equation.DSMT4">
                  <p:embed/>
                </p:oleObj>
              </mc:Choice>
              <mc:Fallback>
                <p:oleObj name="Equation" r:id="rId14" imgW="2590800" imgH="4191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36950" y="3937000"/>
                        <a:ext cx="5370195" cy="1040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9794240" y="3850005"/>
          <a:ext cx="144907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6" imgW="16459200" imgH="10668000" progId="Equation.DSMT4">
                  <p:embed/>
                </p:oleObj>
              </mc:Choice>
              <mc:Fallback>
                <p:oleObj name="Equation" r:id="rId16" imgW="16459200" imgH="106680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794240" y="3850005"/>
                        <a:ext cx="1449070" cy="1127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2921000" y="5417820"/>
          <a:ext cx="724535" cy="514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18" imgW="8229600" imgH="4876800" progId="Equation.DSMT4">
                  <p:embed/>
                </p:oleObj>
              </mc:Choice>
              <mc:Fallback>
                <p:oleObj name="Equation" r:id="rId18" imgW="8229600" imgH="4876800" progId="Equation.DSMT4">
                  <p:embed/>
                  <p:pic>
                    <p:nvPicPr>
                      <p:cNvPr id="0" name="图片 15368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21000" y="5417820"/>
                        <a:ext cx="724535" cy="514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1328420" y="5474970"/>
          <a:ext cx="120586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20" imgW="13716000" imgH="4876800" progId="Equation.DSMT4">
                  <p:embed/>
                </p:oleObj>
              </mc:Choice>
              <mc:Fallback>
                <p:oleObj name="Equation" r:id="rId20" imgW="13716000" imgH="4876800" progId="Equation.DSMT4">
                  <p:embed/>
                  <p:pic>
                    <p:nvPicPr>
                      <p:cNvPr id="0" name="图片 15369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28420" y="5474970"/>
                        <a:ext cx="1205865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2"/>
          <p:cNvGraphicFramePr>
            <a:graphicFrameLocks noChangeAspect="1"/>
          </p:cNvGraphicFramePr>
          <p:nvPr/>
        </p:nvGraphicFramePr>
        <p:xfrm>
          <a:off x="3905250" y="5145723"/>
          <a:ext cx="5795645" cy="10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21" imgW="2768600" imgH="419100" progId="Equation.DSMT4">
                  <p:embed/>
                </p:oleObj>
              </mc:Choice>
              <mc:Fallback>
                <p:oleObj name="Equation" r:id="rId21" imgW="2768600" imgH="419100" progId="Equation.DSMT4">
                  <p:embed/>
                  <p:pic>
                    <p:nvPicPr>
                      <p:cNvPr id="0" name="图片 1537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05250" y="5145723"/>
                        <a:ext cx="5795645" cy="10579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9700895" y="5168900"/>
          <a:ext cx="1635760" cy="1126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23" imgW="18592800" imgH="10668000" progId="Equation.DSMT4">
                  <p:embed/>
                </p:oleObj>
              </mc:Choice>
              <mc:Fallback>
                <p:oleObj name="Equation" r:id="rId23" imgW="18592800" imgH="10668000" progId="Equation.DSMT4">
                  <p:embed/>
                  <p:pic>
                    <p:nvPicPr>
                      <p:cNvPr id="0" name="图片 1537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700895" y="5168900"/>
                        <a:ext cx="1635760" cy="11264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3443605" y="2199005"/>
          <a:ext cx="1419860" cy="1061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25" imgW="16154400" imgH="10058400" progId="Equation.DSMT4">
                  <p:embed/>
                </p:oleObj>
              </mc:Choice>
              <mc:Fallback>
                <p:oleObj name="Equation" r:id="rId25" imgW="16154400" imgH="10058400" progId="Equation.DSMT4">
                  <p:embed/>
                  <p:pic>
                    <p:nvPicPr>
                      <p:cNvPr id="0" name="图片 153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443605" y="2199005"/>
                        <a:ext cx="1419860" cy="1061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2"/>
          <p:cNvGraphicFramePr>
            <a:graphicFrameLocks noChangeAspect="1"/>
          </p:cNvGraphicFramePr>
          <p:nvPr/>
        </p:nvGraphicFramePr>
        <p:xfrm>
          <a:off x="5004435" y="2183130"/>
          <a:ext cx="1179830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Equation" r:id="rId27" imgW="13411200" imgH="10363200" progId="Equation.DSMT4">
                  <p:embed/>
                </p:oleObj>
              </mc:Choice>
              <mc:Fallback>
                <p:oleObj name="Equation" r:id="rId27" imgW="13411200" imgH="10363200" progId="Equation.DSMT4">
                  <p:embed/>
                  <p:pic>
                    <p:nvPicPr>
                      <p:cNvPr id="0" name="图片 1537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04435" y="2183130"/>
                        <a:ext cx="1179830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右大括号 30"/>
          <p:cNvSpPr/>
          <p:nvPr/>
        </p:nvSpPr>
        <p:spPr>
          <a:xfrm flipH="1">
            <a:off x="765175" y="2617470"/>
            <a:ext cx="695960" cy="3402965"/>
          </a:xfrm>
          <a:prstGeom prst="rightBrace">
            <a:avLst>
              <a:gd name="adj1" fmla="val 8333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198120" y="3503930"/>
            <a:ext cx="675005" cy="19138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eaVert" wrap="square" rtlCol="0">
            <a:spAutoFit/>
          </a:bodyPr>
          <a:p>
            <a:r>
              <a:rPr lang="zh-CN" altLang="en-US" sz="3200" dirty="0" smtClean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</a:rPr>
              <a:t>变量代换</a:t>
            </a:r>
            <a:endParaRPr lang="zh-CN" altLang="en-US" sz="3200" dirty="0" smtClean="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" name="Object 22"/>
          <p:cNvGraphicFramePr>
            <a:graphicFrameLocks noChangeAspect="1"/>
          </p:cNvGraphicFramePr>
          <p:nvPr/>
        </p:nvGraphicFramePr>
        <p:xfrm>
          <a:off x="1328583" y="6697667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29" imgW="13716000" imgH="4876800" progId="Equation.DSMT4">
                  <p:embed/>
                </p:oleObj>
              </mc:Choice>
              <mc:Fallback>
                <p:oleObj name="Equation" r:id="rId29" imgW="13716000" imgH="48768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28583" y="6697667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4147185" y="6425883"/>
          <a:ext cx="171132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30" imgW="16154400" imgH="10058400" progId="Equation.DSMT4">
                  <p:embed/>
                </p:oleObj>
              </mc:Choice>
              <mc:Fallback>
                <p:oleObj name="Equation" r:id="rId30" imgW="16154400" imgH="100584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147185" y="6425883"/>
                        <a:ext cx="171132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/>
          <p:cNvGraphicFramePr>
            <a:graphicFrameLocks noChangeAspect="1"/>
          </p:cNvGraphicFramePr>
          <p:nvPr/>
        </p:nvGraphicFramePr>
        <p:xfrm>
          <a:off x="5916613" y="6426835"/>
          <a:ext cx="4160837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32" imgW="39319200" imgH="10668000" progId="Equation.DSMT4">
                  <p:embed/>
                </p:oleObj>
              </mc:Choice>
              <mc:Fallback>
                <p:oleObj name="Equation" r:id="rId32" imgW="39319200" imgH="106680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16613" y="6426835"/>
                        <a:ext cx="4160837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5916930" y="7743825"/>
          <a:ext cx="4573905" cy="125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34" imgW="1943100" imgH="444500" progId="Equation.DSMT4">
                  <p:embed/>
                </p:oleObj>
              </mc:Choice>
              <mc:Fallback>
                <p:oleObj name="Equation" r:id="rId34" imgW="1943100" imgH="4445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916930" y="7743825"/>
                        <a:ext cx="4573905" cy="1252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/>
        </p:nvGraphicFramePr>
        <p:xfrm>
          <a:off x="10490680" y="7640959"/>
          <a:ext cx="2514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36" imgW="23774400" imgH="10668000" progId="Equation.DSMT4">
                  <p:embed/>
                </p:oleObj>
              </mc:Choice>
              <mc:Fallback>
                <p:oleObj name="Equation" r:id="rId36" imgW="23774400" imgH="106680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490680" y="7640959"/>
                        <a:ext cx="2514600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3275051" y="6851919"/>
          <a:ext cx="8715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38" imgW="8229600" imgH="3352800" progId="Equation.DSMT4">
                  <p:embed/>
                </p:oleObj>
              </mc:Choice>
              <mc:Fallback>
                <p:oleObj name="Equation" r:id="rId38" imgW="8229600" imgH="3352800" progId="Equation.DSMT4">
                  <p:embed/>
                  <p:pic>
                    <p:nvPicPr>
                      <p:cNvPr id="0" name="图片 16393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3275051" y="6851919"/>
                        <a:ext cx="871538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爆炸形 1 11"/>
          <p:cNvSpPr/>
          <p:nvPr/>
        </p:nvSpPr>
        <p:spPr>
          <a:xfrm>
            <a:off x="1028700" y="7994015"/>
            <a:ext cx="2876550" cy="1123950"/>
          </a:xfrm>
          <a:prstGeom prst="irregularSeal1">
            <a:avLst/>
          </a:prstGeom>
          <a:blipFill>
            <a:blip r:embed="rId1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级数运算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13" name="Object 22"/>
          <p:cNvGraphicFramePr>
            <a:graphicFrameLocks noChangeAspect="1"/>
          </p:cNvGraphicFramePr>
          <p:nvPr/>
        </p:nvGraphicFramePr>
        <p:xfrm>
          <a:off x="11177463" y="1564555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40" imgW="10363200" imgH="9448800" progId="Equation.DSMT4">
                  <p:embed/>
                </p:oleObj>
              </mc:Choice>
              <mc:Fallback>
                <p:oleObj name="Equation" r:id="rId40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1177463" y="1564555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"/>
          <p:cNvGraphicFramePr>
            <a:graphicFrameLocks noChangeAspect="1"/>
          </p:cNvGraphicFramePr>
          <p:nvPr/>
        </p:nvGraphicFramePr>
        <p:xfrm>
          <a:off x="9861848" y="1844657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42" imgW="10058400" imgH="4876800" progId="Equation.DSMT4">
                  <p:embed/>
                </p:oleObj>
              </mc:Choice>
              <mc:Fallback>
                <p:oleObj name="Equation" r:id="rId42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61848" y="1844657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2"/>
          <p:cNvGraphicFramePr>
            <a:graphicFrameLocks noChangeAspect="1"/>
          </p:cNvGraphicFramePr>
          <p:nvPr/>
        </p:nvGraphicFramePr>
        <p:xfrm>
          <a:off x="12476798" y="1564640"/>
          <a:ext cx="862965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43" imgW="368300" imgH="431800" progId="Equation.DSMT4">
                  <p:embed/>
                </p:oleObj>
              </mc:Choice>
              <mc:Fallback>
                <p:oleObj name="Equation" r:id="rId43" imgW="3683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2476798" y="1564640"/>
                        <a:ext cx="862965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9727565" y="2937510"/>
          <a:ext cx="144970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45" imgW="571500" imgH="203200" progId="Equation.DSMT4">
                  <p:embed/>
                </p:oleObj>
              </mc:Choice>
              <mc:Fallback>
                <p:oleObj name="Equation" r:id="rId45" imgW="571500" imgH="2032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9727565" y="2937510"/>
                        <a:ext cx="144970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11509693" y="2986723"/>
          <a:ext cx="429260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47" imgW="165100" imgH="203200" progId="Equation.DSMT4">
                  <p:embed/>
                </p:oleObj>
              </mc:Choice>
              <mc:Fallback>
                <p:oleObj name="Equation" r:id="rId47" imgW="165100" imgH="2032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1509693" y="2986723"/>
                        <a:ext cx="429260" cy="628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11963718" y="2764790"/>
          <a:ext cx="1376045" cy="1139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49" imgW="533400" imgH="444500" progId="Equation.DSMT4">
                  <p:embed/>
                </p:oleObj>
              </mc:Choice>
              <mc:Fallback>
                <p:oleObj name="Equation" r:id="rId49" imgW="533400" imgH="4445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1963718" y="2764790"/>
                        <a:ext cx="1376045" cy="1139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31" grpId="0" bldLvl="0" animBg="1"/>
      <p:bldP spid="33" grpId="0" bldLvl="0" animBg="1"/>
      <p:bldP spid="12" grpId="0" bldLvl="0" animBg="1"/>
      <p:bldP spid="2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33375" y="482600"/>
            <a:ext cx="1372806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2118003" y="4859453"/>
          <a:ext cx="196373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" imgW="18592800" imgH="4876800" progId="Equation.DSMT4">
                  <p:embed/>
                </p:oleObj>
              </mc:Choice>
              <mc:Fallback>
                <p:oleObj name="Equation" r:id="rId1" imgW="18592800" imgH="48768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18003" y="4859453"/>
                        <a:ext cx="1963737" cy="620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2"/>
          <p:cNvGraphicFramePr>
            <a:graphicFrameLocks noChangeAspect="1"/>
          </p:cNvGraphicFramePr>
          <p:nvPr/>
        </p:nvGraphicFramePr>
        <p:xfrm>
          <a:off x="3199784" y="2434257"/>
          <a:ext cx="177641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3" imgW="16764000" imgH="4876800" progId="Equation.DSMT4">
                  <p:embed/>
                </p:oleObj>
              </mc:Choice>
              <mc:Fallback>
                <p:oleObj name="Equation" r:id="rId3" imgW="16764000" imgH="48768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99784" y="2434257"/>
                        <a:ext cx="1776412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8003839" y="2007364"/>
          <a:ext cx="3192462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5" imgW="30175200" imgH="10668000" progId="Equation.DSMT4">
                  <p:embed/>
                </p:oleObj>
              </mc:Choice>
              <mc:Fallback>
                <p:oleObj name="Equation" r:id="rId5" imgW="30175200" imgH="106680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03839" y="2007364"/>
                        <a:ext cx="3192462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2"/>
          <p:cNvGraphicFramePr>
            <a:graphicFrameLocks noChangeAspect="1"/>
          </p:cNvGraphicFramePr>
          <p:nvPr/>
        </p:nvGraphicFramePr>
        <p:xfrm>
          <a:off x="365886" y="2472724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7" imgW="13716000" imgH="4876800" progId="Equation.DSMT4">
                  <p:embed/>
                </p:oleObj>
              </mc:Choice>
              <mc:Fallback>
                <p:oleObj name="Equation" r:id="rId7" imgW="13716000" imgH="487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886" y="2472724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2315725" y="2472724"/>
          <a:ext cx="8064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9" imgW="7620000" imgH="4267200" progId="Equation.DSMT4">
                  <p:embed/>
                </p:oleObj>
              </mc:Choice>
              <mc:Fallback>
                <p:oleObj name="Equation" r:id="rId9" imgW="7620000" imgH="42672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15725" y="2472724"/>
                        <a:ext cx="806450" cy="541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"/>
          <p:cNvGraphicFramePr>
            <a:graphicFrameLocks noChangeAspect="1"/>
          </p:cNvGraphicFramePr>
          <p:nvPr/>
        </p:nvGraphicFramePr>
        <p:xfrm>
          <a:off x="4976159" y="2065956"/>
          <a:ext cx="315912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11" imgW="29870400" imgH="10668000" progId="Equation.DSMT4">
                  <p:embed/>
                </p:oleObj>
              </mc:Choice>
              <mc:Fallback>
                <p:oleObj name="Equation" r:id="rId11" imgW="29870400" imgH="10668000" progId="Equation.DSMT4">
                  <p:embed/>
                  <p:pic>
                    <p:nvPicPr>
                      <p:cNvPr id="0" name="图片 1639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76159" y="2065956"/>
                        <a:ext cx="3159125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爆炸形 1 14"/>
          <p:cNvSpPr/>
          <p:nvPr/>
        </p:nvSpPr>
        <p:spPr>
          <a:xfrm>
            <a:off x="11195685" y="1654810"/>
            <a:ext cx="2876550" cy="1123950"/>
          </a:xfrm>
          <a:prstGeom prst="irregularSeal1">
            <a:avLst/>
          </a:prstGeom>
          <a:blipFill>
            <a:blip r:embed="rId1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逐项求导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3199765" y="791845"/>
          <a:ext cx="4573905" cy="125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14" imgW="1943100" imgH="444500" progId="Equation.DSMT4">
                  <p:embed/>
                </p:oleObj>
              </mc:Choice>
              <mc:Fallback>
                <p:oleObj name="Equation" r:id="rId14" imgW="1943100" imgH="4445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99765" y="791845"/>
                        <a:ext cx="4573905" cy="1252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/>
        </p:nvGraphicFramePr>
        <p:xfrm>
          <a:off x="7773515" y="688979"/>
          <a:ext cx="2514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6" imgW="23774400" imgH="10668000" progId="Equation.DSMT4">
                  <p:embed/>
                </p:oleObj>
              </mc:Choice>
              <mc:Fallback>
                <p:oleObj name="Equation" r:id="rId16" imgW="23774400" imgH="106680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773515" y="688979"/>
                        <a:ext cx="2514600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06" name="Object 134"/>
          <p:cNvGraphicFramePr>
            <a:graphicFrameLocks noChangeAspect="1"/>
          </p:cNvGraphicFramePr>
          <p:nvPr/>
        </p:nvGraphicFramePr>
        <p:xfrm>
          <a:off x="2268855" y="1273175"/>
          <a:ext cx="86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18" imgW="8229600" imgH="3352800" progId="Equation.DSMT4">
                  <p:embed/>
                </p:oleObj>
              </mc:Choice>
              <mc:Fallback>
                <p:oleObj name="Equation" r:id="rId18" imgW="8229600" imgH="33528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268855" y="1273175"/>
                        <a:ext cx="8636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2"/>
          <p:cNvGraphicFramePr>
            <a:graphicFrameLocks noChangeAspect="1"/>
          </p:cNvGraphicFramePr>
          <p:nvPr/>
        </p:nvGraphicFramePr>
        <p:xfrm>
          <a:off x="4101425" y="4485086"/>
          <a:ext cx="998537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20" imgW="9448800" imgH="9448800" progId="Equation.DSMT4">
                  <p:embed/>
                </p:oleObj>
              </mc:Choice>
              <mc:Fallback>
                <p:oleObj name="Equation" r:id="rId20" imgW="9448800" imgH="94488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101425" y="4485086"/>
                        <a:ext cx="998537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/>
        </p:nvGraphicFramePr>
        <p:xfrm>
          <a:off x="5099685" y="4433094"/>
          <a:ext cx="2160587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22" imgW="20421600" imgH="10363200" progId="Equation.DSMT4">
                  <p:embed/>
                </p:oleObj>
              </mc:Choice>
              <mc:Fallback>
                <p:oleObj name="Equation" r:id="rId22" imgW="20421600" imgH="103632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099685" y="4433094"/>
                        <a:ext cx="2160587" cy="1316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/>
        </p:nvGraphicFramePr>
        <p:xfrm>
          <a:off x="547138" y="4781550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24" imgW="10058400" imgH="4876800" progId="Equation.DSMT4">
                  <p:embed/>
                </p:oleObj>
              </mc:Choice>
              <mc:Fallback>
                <p:oleObj name="Equation" r:id="rId24" imgW="10058400" imgH="48768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47138" y="4781550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2"/>
          <p:cNvGraphicFramePr>
            <a:graphicFrameLocks noChangeAspect="1"/>
          </p:cNvGraphicFramePr>
          <p:nvPr/>
        </p:nvGraphicFramePr>
        <p:xfrm>
          <a:off x="2407177" y="4896704"/>
          <a:ext cx="13843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26" imgW="13106400" imgH="4876800" progId="Equation.DSMT4">
                  <p:embed/>
                </p:oleObj>
              </mc:Choice>
              <mc:Fallback>
                <p:oleObj name="Equation" r:id="rId26" imgW="13106400" imgH="48768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407177" y="4896704"/>
                        <a:ext cx="1384300" cy="620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右箭头 30"/>
          <p:cNvSpPr/>
          <p:nvPr/>
        </p:nvSpPr>
        <p:spPr>
          <a:xfrm>
            <a:off x="934488" y="6262968"/>
            <a:ext cx="1042067" cy="2510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2" name="Object 22"/>
          <p:cNvGraphicFramePr>
            <a:graphicFrameLocks noChangeAspect="1"/>
          </p:cNvGraphicFramePr>
          <p:nvPr/>
        </p:nvGraphicFramePr>
        <p:xfrm>
          <a:off x="2407177" y="6078117"/>
          <a:ext cx="13843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8" imgW="13106400" imgH="4876800" progId="Equation.DSMT4">
                  <p:embed/>
                </p:oleObj>
              </mc:Choice>
              <mc:Fallback>
                <p:oleObj name="Equation" r:id="rId28" imgW="13106400" imgH="48768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407177" y="6078117"/>
                        <a:ext cx="1384300" cy="620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2"/>
          <p:cNvGraphicFramePr>
            <a:graphicFrameLocks noChangeAspect="1"/>
          </p:cNvGraphicFramePr>
          <p:nvPr/>
        </p:nvGraphicFramePr>
        <p:xfrm>
          <a:off x="3657600" y="5969000"/>
          <a:ext cx="2437765" cy="91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30" imgW="1066800" imgH="330200" progId="Equation.DSMT4">
                  <p:embed/>
                </p:oleObj>
              </mc:Choice>
              <mc:Fallback>
                <p:oleObj name="Equation" r:id="rId30" imgW="1066800" imgH="3302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657600" y="5969000"/>
                        <a:ext cx="2437765" cy="913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2"/>
          <p:cNvGraphicFramePr>
            <a:graphicFrameLocks noChangeAspect="1"/>
          </p:cNvGraphicFramePr>
          <p:nvPr/>
        </p:nvGraphicFramePr>
        <p:xfrm>
          <a:off x="3573780" y="6882130"/>
          <a:ext cx="2605405" cy="1122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32" imgW="1206500" imgH="431800" progId="Equation.DSMT4">
                  <p:embed/>
                </p:oleObj>
              </mc:Choice>
              <mc:Fallback>
                <p:oleObj name="Equation" r:id="rId32" imgW="1206500" imgH="4318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573780" y="6882130"/>
                        <a:ext cx="2605405" cy="1122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2"/>
          <p:cNvGraphicFramePr>
            <a:graphicFrameLocks noChangeAspect="1"/>
          </p:cNvGraphicFramePr>
          <p:nvPr/>
        </p:nvGraphicFramePr>
        <p:xfrm>
          <a:off x="8952321" y="6650953"/>
          <a:ext cx="2484438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34" imgW="23469600" imgH="10668000" progId="Equation.DSMT4">
                  <p:embed/>
                </p:oleObj>
              </mc:Choice>
              <mc:Fallback>
                <p:oleObj name="Equation" r:id="rId34" imgW="23469600" imgH="106680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952321" y="6650953"/>
                        <a:ext cx="2484438" cy="1354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2"/>
          <p:cNvGraphicFramePr>
            <a:graphicFrameLocks noChangeAspect="1"/>
          </p:cNvGraphicFramePr>
          <p:nvPr/>
        </p:nvGraphicFramePr>
        <p:xfrm>
          <a:off x="12053888" y="7047230"/>
          <a:ext cx="10001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36" imgW="9448800" imgH="4876800" progId="Equation.DSMT4">
                  <p:embed/>
                </p:oleObj>
              </mc:Choice>
              <mc:Fallback>
                <p:oleObj name="Equation" r:id="rId36" imgW="9448800" imgH="4876800" progId="Equation.DSMT4">
                  <p:embed/>
                  <p:pic>
                    <p:nvPicPr>
                      <p:cNvPr id="0" name="图片 17423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2053888" y="7047230"/>
                        <a:ext cx="10001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爆炸形 1 44"/>
          <p:cNvSpPr/>
          <p:nvPr/>
        </p:nvSpPr>
        <p:spPr>
          <a:xfrm>
            <a:off x="11195685" y="5389880"/>
            <a:ext cx="2876550" cy="1123950"/>
          </a:xfrm>
          <a:prstGeom prst="irregularSeal1">
            <a:avLst/>
          </a:prstGeom>
          <a:blipFill>
            <a:blip r:embed="rId1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逐项积分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508126" y="1073184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8" imgW="13716000" imgH="4876800" progId="Equation.DSMT4">
                  <p:embed/>
                </p:oleObj>
              </mc:Choice>
              <mc:Fallback>
                <p:oleObj name="Equation" r:id="rId38" imgW="13716000" imgH="487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8126" y="1073184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2"/>
          <p:cNvGraphicFramePr>
            <a:graphicFrameLocks noChangeAspect="1"/>
          </p:cNvGraphicFramePr>
          <p:nvPr/>
        </p:nvGraphicFramePr>
        <p:xfrm>
          <a:off x="8003223" y="3362960"/>
          <a:ext cx="5050790" cy="125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9" imgW="2145665" imgH="444500" progId="Equation.DSMT4">
                  <p:embed/>
                </p:oleObj>
              </mc:Choice>
              <mc:Fallback>
                <p:oleObj name="Equation" r:id="rId39" imgW="2145665" imgH="4445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003223" y="3362960"/>
                        <a:ext cx="5050790" cy="1252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2"/>
          <p:cNvGraphicFramePr>
            <a:graphicFrameLocks noChangeAspect="1"/>
          </p:cNvGraphicFramePr>
          <p:nvPr/>
        </p:nvGraphicFramePr>
        <p:xfrm>
          <a:off x="6178907" y="6698605"/>
          <a:ext cx="2773362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1" imgW="26212800" imgH="10363200" progId="Equation.DSMT4">
                  <p:embed/>
                </p:oleObj>
              </mc:Choice>
              <mc:Fallback>
                <p:oleObj name="Equation" r:id="rId41" imgW="26212800" imgH="103632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178907" y="6698605"/>
                        <a:ext cx="2773362" cy="1316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31" grpId="0" bldLvl="0" animBg="1"/>
      <p:bldP spid="45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52853" y="768985"/>
            <a:ext cx="39770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总结 几个基本展开式</a:t>
            </a:r>
            <a:endParaRPr lang="zh-CN" altLang="en-US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3582228" y="1352465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1" imgW="10363200" imgH="9448800" progId="Equation.DSMT4">
                  <p:embed/>
                </p:oleObj>
              </mc:Choice>
              <mc:Fallback>
                <p:oleObj name="Equation" r:id="rId1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82228" y="1352465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2266613" y="1632567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" imgW="10058400" imgH="4876800" progId="Equation.DSMT4">
                  <p:embed/>
                </p:oleObj>
              </mc:Choice>
              <mc:Fallback>
                <p:oleObj name="Equation" r:id="rId3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6613" y="1632567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4714361" y="1632596"/>
          <a:ext cx="34194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5" imgW="32308800" imgH="4572000" progId="Equation.DSMT4">
                  <p:embed/>
                </p:oleObj>
              </mc:Choice>
              <mc:Fallback>
                <p:oleObj name="Equation" r:id="rId5" imgW="32308800" imgH="45720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4361" y="1632596"/>
                        <a:ext cx="3419475" cy="581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8133715" y="1352550"/>
          <a:ext cx="1130300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7" imgW="482600" imgH="431800" progId="Equation.DSMT4">
                  <p:embed/>
                </p:oleObj>
              </mc:Choice>
              <mc:Fallback>
                <p:oleObj name="Equation" r:id="rId7" imgW="4826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33715" y="1352550"/>
                        <a:ext cx="1130300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2261235" y="4187825"/>
          <a:ext cx="144970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9" imgW="571500" imgH="203200" progId="Equation.DSMT4">
                  <p:embed/>
                </p:oleObj>
              </mc:Choice>
              <mc:Fallback>
                <p:oleObj name="Equation" r:id="rId9" imgW="571500" imgH="2032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1235" y="4187825"/>
                        <a:ext cx="144970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3962718" y="4187508"/>
          <a:ext cx="429260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11" imgW="165100" imgH="203200" progId="Equation.DSMT4">
                  <p:embed/>
                </p:oleObj>
              </mc:Choice>
              <mc:Fallback>
                <p:oleObj name="Equation" r:id="rId11" imgW="165100" imgH="2032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62718" y="4187508"/>
                        <a:ext cx="429260" cy="628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2"/>
          <p:cNvGraphicFramePr>
            <a:graphicFrameLocks noChangeAspect="1"/>
          </p:cNvGraphicFramePr>
          <p:nvPr/>
        </p:nvGraphicFramePr>
        <p:xfrm>
          <a:off x="8514398" y="4001770"/>
          <a:ext cx="1376045" cy="1139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13" imgW="533400" imgH="444500" progId="Equation.DSMT4">
                  <p:embed/>
                </p:oleObj>
              </mc:Choice>
              <mc:Fallback>
                <p:oleObj name="Equation" r:id="rId13" imgW="533400" imgH="4445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514398" y="4001770"/>
                        <a:ext cx="1376045" cy="1139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2"/>
          <p:cNvGraphicFramePr>
            <a:graphicFrameLocks noChangeAspect="1"/>
          </p:cNvGraphicFramePr>
          <p:nvPr/>
        </p:nvGraphicFramePr>
        <p:xfrm>
          <a:off x="4474528" y="4001770"/>
          <a:ext cx="3994785" cy="107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15" imgW="1548765" imgH="419100" progId="Equation.DSMT4">
                  <p:embed/>
                </p:oleObj>
              </mc:Choice>
              <mc:Fallback>
                <p:oleObj name="Equation" r:id="rId15" imgW="1548765" imgH="4191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74528" y="4001770"/>
                        <a:ext cx="3994785" cy="1074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/>
        </p:nvGraphicFramePr>
        <p:xfrm>
          <a:off x="3582035" y="2636520"/>
          <a:ext cx="787400" cy="1130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17" imgW="330200" imgH="393700" progId="Equation.DSMT4">
                  <p:embed/>
                </p:oleObj>
              </mc:Choice>
              <mc:Fallback>
                <p:oleObj name="Equation" r:id="rId17" imgW="330200" imgH="3937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82035" y="2636520"/>
                        <a:ext cx="787400" cy="1130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2238375" y="3034030"/>
          <a:ext cx="8839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19" imgW="10058400" imgH="4876800" progId="Equation.DSMT4">
                  <p:embed/>
                </p:oleObj>
              </mc:Choice>
              <mc:Fallback>
                <p:oleObj name="Equation" r:id="rId19" imgW="100584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8375" y="3034030"/>
                        <a:ext cx="88392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/>
        </p:nvGraphicFramePr>
        <p:xfrm>
          <a:off x="9734550" y="2673350"/>
          <a:ext cx="1795145" cy="109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20" imgW="20421600" imgH="10363200" progId="Equation.DSMT4">
                  <p:embed/>
                </p:oleObj>
              </mc:Choice>
              <mc:Fallback>
                <p:oleObj name="Equation" r:id="rId20" imgW="20421600" imgH="10363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734550" y="2673350"/>
                        <a:ext cx="1795145" cy="1094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4369435" y="2825750"/>
          <a:ext cx="5365115" cy="72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2" imgW="2082800" imgH="228600" progId="Equation.DSMT4">
                  <p:embed/>
                </p:oleObj>
              </mc:Choice>
              <mc:Fallback>
                <p:oleObj name="Equation" r:id="rId22" imgW="2082800" imgH="2286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369435" y="2825750"/>
                        <a:ext cx="5365115" cy="722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4907915" y="5287010"/>
          <a:ext cx="4573905" cy="125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24" imgW="1943100" imgH="444500" progId="Equation.DSMT4">
                  <p:embed/>
                </p:oleObj>
              </mc:Choice>
              <mc:Fallback>
                <p:oleObj name="Equation" r:id="rId24" imgW="1943100" imgH="4445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907915" y="5287010"/>
                        <a:ext cx="4573905" cy="1252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9734395" y="5287014"/>
          <a:ext cx="2514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26" imgW="23774400" imgH="10668000" progId="Equation.DSMT4">
                  <p:embed/>
                </p:oleObj>
              </mc:Choice>
              <mc:Fallback>
                <p:oleObj name="Equation" r:id="rId26" imgW="23774400" imgH="106680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734395" y="5287014"/>
                        <a:ext cx="2514600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06" name="Object 134"/>
          <p:cNvGraphicFramePr>
            <a:graphicFrameLocks noChangeAspect="1"/>
          </p:cNvGraphicFramePr>
          <p:nvPr/>
        </p:nvGraphicFramePr>
        <p:xfrm>
          <a:off x="3977005" y="5768340"/>
          <a:ext cx="86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8" imgW="8229600" imgH="3352800" progId="Equation.DSMT4">
                  <p:embed/>
                </p:oleObj>
              </mc:Choice>
              <mc:Fallback>
                <p:oleObj name="Equation" r:id="rId28" imgW="8229600" imgH="33528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977005" y="5768340"/>
                        <a:ext cx="8636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2216276" y="5552474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0" imgW="13716000" imgH="4876800" progId="Equation.DSMT4">
                  <p:embed/>
                </p:oleObj>
              </mc:Choice>
              <mc:Fallback>
                <p:oleObj name="Equation" r:id="rId30" imgW="13716000" imgH="487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216276" y="5552474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9701194" y="6938139"/>
          <a:ext cx="3192462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32" imgW="30175200" imgH="10668000" progId="Equation.DSMT4">
                  <p:embed/>
                </p:oleObj>
              </mc:Choice>
              <mc:Fallback>
                <p:oleObj name="Equation" r:id="rId32" imgW="30175200" imgH="106680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701194" y="6938139"/>
                        <a:ext cx="3192462" cy="1355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2"/>
          <p:cNvGraphicFramePr>
            <a:graphicFrameLocks noChangeAspect="1"/>
          </p:cNvGraphicFramePr>
          <p:nvPr/>
        </p:nvGraphicFramePr>
        <p:xfrm>
          <a:off x="2084196" y="7403499"/>
          <a:ext cx="14509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34" imgW="13716000" imgH="4876800" progId="Equation.DSMT4">
                  <p:embed/>
                </p:oleObj>
              </mc:Choice>
              <mc:Fallback>
                <p:oleObj name="Equation" r:id="rId34" imgW="13716000" imgH="487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084196" y="7403499"/>
                        <a:ext cx="145097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3873500" y="6938010"/>
          <a:ext cx="586168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35" imgW="2413000" imgH="444500" progId="Equation.DSMT4">
                  <p:embed/>
                </p:oleObj>
              </mc:Choice>
              <mc:Fallback>
                <p:oleObj name="Equation" r:id="rId35" imgW="2413000" imgH="4445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873500" y="6938010"/>
                        <a:ext cx="5861685" cy="1320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1579245" y="1626870"/>
            <a:ext cx="78536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：将函数        在点          展开成幂级数。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3" name="Object 22"/>
          <p:cNvGraphicFramePr>
            <a:graphicFrameLocks noChangeAspect="1"/>
          </p:cNvGraphicFramePr>
          <p:nvPr/>
        </p:nvGraphicFramePr>
        <p:xfrm>
          <a:off x="4098608" y="1292225"/>
          <a:ext cx="868362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1" imgW="8229600" imgH="9448800" progId="Equation.DSMT4">
                  <p:embed/>
                </p:oleObj>
              </mc:Choice>
              <mc:Fallback>
                <p:oleObj name="Equation" r:id="rId1" imgW="8229600" imgH="9448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98608" y="1292225"/>
                        <a:ext cx="868362" cy="1198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2"/>
          <p:cNvGraphicFramePr>
            <a:graphicFrameLocks noChangeAspect="1"/>
          </p:cNvGraphicFramePr>
          <p:nvPr/>
        </p:nvGraphicFramePr>
        <p:xfrm>
          <a:off x="5835675" y="1627063"/>
          <a:ext cx="8699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3" imgW="8229600" imgH="4267200" progId="Equation.DSMT4">
                  <p:embed/>
                </p:oleObj>
              </mc:Choice>
              <mc:Fallback>
                <p:oleObj name="Equation" r:id="rId3" imgW="8229600" imgH="4267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35675" y="1627063"/>
                        <a:ext cx="8699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"/>
          <p:cNvGraphicFramePr>
            <a:graphicFrameLocks noChangeAspect="1"/>
          </p:cNvGraphicFramePr>
          <p:nvPr/>
        </p:nvGraphicFramePr>
        <p:xfrm>
          <a:off x="3230563" y="2491105"/>
          <a:ext cx="868362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5" imgW="8229600" imgH="9448800" progId="Equation.DSMT4">
                  <p:embed/>
                </p:oleObj>
              </mc:Choice>
              <mc:Fallback>
                <p:oleObj name="Equation" r:id="rId5" imgW="8229600" imgH="9448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0563" y="2491105"/>
                        <a:ext cx="868362" cy="1198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4147185" y="2491105"/>
          <a:ext cx="1471295" cy="167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6" imgW="622300" imgH="584200" progId="Equation.DSMT4">
                  <p:embed/>
                </p:oleObj>
              </mc:Choice>
              <mc:Fallback>
                <p:oleObj name="Equation" r:id="rId6" imgW="622300" imgH="584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47185" y="2491105"/>
                        <a:ext cx="1471295" cy="1677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5975668" y="2486660"/>
          <a:ext cx="435483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8" imgW="1841500" imgH="419100" progId="Equation.DSMT4">
                  <p:embed/>
                </p:oleObj>
              </mc:Choice>
              <mc:Fallback>
                <p:oleObj name="Equation" r:id="rId8" imgW="1841500" imgH="4191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75668" y="2486660"/>
                        <a:ext cx="4354830" cy="1203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/>
        </p:nvGraphicFramePr>
        <p:xfrm>
          <a:off x="5975985" y="3950653"/>
          <a:ext cx="150050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0" imgW="634365" imgH="444500" progId="Equation.DSMT4">
                  <p:embed/>
                </p:oleObj>
              </mc:Choice>
              <mc:Fallback>
                <p:oleObj name="Equation" r:id="rId10" imgW="634365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75985" y="3950653"/>
                        <a:ext cx="150050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7718425" y="3950653"/>
          <a:ext cx="138239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2" imgW="584200" imgH="444500" progId="Equation.DSMT4">
                  <p:embed/>
                </p:oleObj>
              </mc:Choice>
              <mc:Fallback>
                <p:oleObj name="Equation" r:id="rId12" imgW="5842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718425" y="3950653"/>
                        <a:ext cx="138239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/>
        </p:nvGraphicFramePr>
        <p:xfrm>
          <a:off x="2040255" y="2555875"/>
          <a:ext cx="1062355" cy="113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4" imgW="444500" imgH="393700" progId="Equation.DSMT4">
                  <p:embed/>
                </p:oleObj>
              </mc:Choice>
              <mc:Fallback>
                <p:oleObj name="Equation" r:id="rId14" imgW="444500" imgH="3937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40255" y="2555875"/>
                        <a:ext cx="1062355" cy="1134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2"/>
          <p:cNvGraphicFramePr>
            <a:graphicFrameLocks noChangeAspect="1"/>
          </p:cNvGraphicFramePr>
          <p:nvPr/>
        </p:nvGraphicFramePr>
        <p:xfrm>
          <a:off x="2385695" y="6166803"/>
          <a:ext cx="1062355" cy="58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6" imgW="444500" imgH="203200" progId="Equation.DSMT4">
                  <p:embed/>
                </p:oleObj>
              </mc:Choice>
              <mc:Fallback>
                <p:oleObj name="Equation" r:id="rId16" imgW="444500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85695" y="6166803"/>
                        <a:ext cx="1062355" cy="586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/>
          <p:cNvGraphicFramePr>
            <a:graphicFrameLocks noChangeAspect="1"/>
          </p:cNvGraphicFramePr>
          <p:nvPr/>
        </p:nvGraphicFramePr>
        <p:xfrm>
          <a:off x="3584893" y="5554345"/>
          <a:ext cx="868362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8" imgW="8229600" imgH="9448800" progId="Equation.DSMT4">
                  <p:embed/>
                </p:oleObj>
              </mc:Choice>
              <mc:Fallback>
                <p:oleObj name="Equation" r:id="rId18" imgW="8229600" imgH="9448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84893" y="5554345"/>
                        <a:ext cx="868362" cy="1198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22"/>
          <p:cNvGraphicFramePr>
            <a:graphicFrameLocks noChangeAspect="1"/>
          </p:cNvGraphicFramePr>
          <p:nvPr/>
        </p:nvGraphicFramePr>
        <p:xfrm>
          <a:off x="4453255" y="5554028"/>
          <a:ext cx="138239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19" imgW="584200" imgH="444500" progId="Equation.DSMT4">
                  <p:embed/>
                </p:oleObj>
              </mc:Choice>
              <mc:Fallback>
                <p:oleObj name="Equation" r:id="rId19" imgW="5842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53255" y="5554028"/>
                        <a:ext cx="138239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9752965" y="560070"/>
            <a:ext cx="4131945" cy="1393190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Object 22"/>
          <p:cNvGraphicFramePr>
            <a:graphicFrameLocks noChangeAspect="1"/>
          </p:cNvGraphicFramePr>
          <p:nvPr/>
        </p:nvGraphicFramePr>
        <p:xfrm>
          <a:off x="11521633" y="422190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20" imgW="10363200" imgH="9448800" progId="Equation.DSMT4">
                  <p:embed/>
                </p:oleObj>
              </mc:Choice>
              <mc:Fallback>
                <p:oleObj name="Equation" r:id="rId20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521633" y="422190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/>
        </p:nvGraphicFramePr>
        <p:xfrm>
          <a:off x="10206018" y="702292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22" imgW="10058400" imgH="4876800" progId="Equation.DSMT4">
                  <p:embed/>
                </p:oleObj>
              </mc:Choice>
              <mc:Fallback>
                <p:oleObj name="Equation" r:id="rId22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206018" y="702292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2"/>
          <p:cNvGraphicFramePr>
            <a:graphicFrameLocks noChangeAspect="1"/>
          </p:cNvGraphicFramePr>
          <p:nvPr/>
        </p:nvGraphicFramePr>
        <p:xfrm>
          <a:off x="12820968" y="422275"/>
          <a:ext cx="862965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24" imgW="368300" imgH="431800" progId="Equation.DSMT4">
                  <p:embed/>
                </p:oleObj>
              </mc:Choice>
              <mc:Fallback>
                <p:oleObj name="Equation" r:id="rId24" imgW="3683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820968" y="422275"/>
                        <a:ext cx="862965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2"/>
          <p:cNvSpPr txBox="1"/>
          <p:nvPr/>
        </p:nvSpPr>
        <p:spPr>
          <a:xfrm>
            <a:off x="607695" y="1300480"/>
            <a:ext cx="83324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：将函数               在点        展开成幂级数。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9" name="Object 22"/>
          <p:cNvGraphicFramePr>
            <a:graphicFrameLocks noChangeAspect="1"/>
          </p:cNvGraphicFramePr>
          <p:nvPr/>
        </p:nvGraphicFramePr>
        <p:xfrm>
          <a:off x="3208338" y="965518"/>
          <a:ext cx="1736725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" imgW="16459200" imgH="9448800" progId="Equation.DSMT4">
                  <p:embed/>
                </p:oleObj>
              </mc:Choice>
              <mc:Fallback>
                <p:oleObj name="Equation" r:id="rId1" imgW="16459200" imgH="9448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8338" y="965518"/>
                        <a:ext cx="1736725" cy="1198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2"/>
          <p:cNvGraphicFramePr>
            <a:graphicFrameLocks noChangeAspect="1"/>
          </p:cNvGraphicFramePr>
          <p:nvPr/>
        </p:nvGraphicFramePr>
        <p:xfrm>
          <a:off x="5573420" y="1300673"/>
          <a:ext cx="8699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3" imgW="8229600" imgH="4267200" progId="Equation.DSMT4">
                  <p:embed/>
                </p:oleObj>
              </mc:Choice>
              <mc:Fallback>
                <p:oleObj name="Equation" r:id="rId3" imgW="8229600" imgH="4267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73420" y="1300673"/>
                        <a:ext cx="8699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2"/>
          <p:cNvGraphicFramePr>
            <a:graphicFrameLocks noChangeAspect="1"/>
          </p:cNvGraphicFramePr>
          <p:nvPr/>
        </p:nvGraphicFramePr>
        <p:xfrm>
          <a:off x="2247900" y="2228850"/>
          <a:ext cx="3767455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5" imgW="1638300" imgH="419100" progId="Equation.DSMT4">
                  <p:embed/>
                </p:oleObj>
              </mc:Choice>
              <mc:Fallback>
                <p:oleObj name="Equation" r:id="rId5" imgW="1638300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47900" y="2228850"/>
                        <a:ext cx="3767455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2"/>
          <p:cNvGraphicFramePr>
            <a:graphicFrameLocks noChangeAspect="1"/>
          </p:cNvGraphicFramePr>
          <p:nvPr/>
        </p:nvGraphicFramePr>
        <p:xfrm>
          <a:off x="6217285" y="2299970"/>
          <a:ext cx="207391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" name="Equation" r:id="rId7" imgW="901700" imgH="393700" progId="Equation.DSMT4">
                  <p:embed/>
                </p:oleObj>
              </mc:Choice>
              <mc:Fallback>
                <p:oleObj name="Equation" r:id="rId7" imgW="9017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17285" y="2299970"/>
                        <a:ext cx="207391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/>
          <p:cNvGraphicFramePr>
            <a:graphicFrameLocks noChangeAspect="1"/>
          </p:cNvGraphicFramePr>
          <p:nvPr/>
        </p:nvGraphicFramePr>
        <p:xfrm>
          <a:off x="3678555" y="3696970"/>
          <a:ext cx="2336800" cy="163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16000" imgH="584200" progId="Equation.DSMT4">
                  <p:embed/>
                </p:oleObj>
              </mc:Choice>
              <mc:Fallback>
                <p:oleObj name="Equation" r:id="rId9" imgW="1016000" imgH="5842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78555" y="3696970"/>
                        <a:ext cx="2336800" cy="163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6049328" y="3696653"/>
          <a:ext cx="174244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736600" imgH="444500" progId="Equation.DSMT4">
                  <p:embed/>
                </p:oleObj>
              </mc:Choice>
              <mc:Fallback>
                <p:oleObj name="Equation" r:id="rId11" imgW="7366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49328" y="3696653"/>
                        <a:ext cx="1742440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7974331" y="3696653"/>
          <a:ext cx="165290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698500" imgH="444500" progId="Equation.DSMT4">
                  <p:embed/>
                </p:oleObj>
              </mc:Choice>
              <mc:Fallback>
                <p:oleObj name="Equation" r:id="rId13" imgW="6985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74331" y="3696653"/>
                        <a:ext cx="165290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3678555" y="5332730"/>
          <a:ext cx="2395220" cy="163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1041400" imgH="584200" progId="Equation.DSMT4">
                  <p:embed/>
                </p:oleObj>
              </mc:Choice>
              <mc:Fallback>
                <p:oleObj name="Equation" r:id="rId15" imgW="1041400" imgH="5842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78555" y="5332730"/>
                        <a:ext cx="2395220" cy="163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6201728" y="5332413"/>
          <a:ext cx="177292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749300" imgH="444500" progId="Equation.DSMT4">
                  <p:embed/>
                </p:oleObj>
              </mc:Choice>
              <mc:Fallback>
                <p:oleObj name="Equation" r:id="rId17" imgW="7493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01728" y="5332413"/>
                        <a:ext cx="1772920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7974966" y="5332413"/>
          <a:ext cx="165290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698500" imgH="444500" progId="Equation.DSMT4">
                  <p:embed/>
                </p:oleObj>
              </mc:Choice>
              <mc:Fallback>
                <p:oleObj name="Equation" r:id="rId19" imgW="6985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74966" y="5332413"/>
                        <a:ext cx="165290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2256790" y="4051935"/>
          <a:ext cx="1062355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1" imgW="444500" imgH="203200" progId="Equation.DSMT4">
                  <p:embed/>
                </p:oleObj>
              </mc:Choice>
              <mc:Fallback>
                <p:oleObj name="Equation" r:id="rId21" imgW="444500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56790" y="4051935"/>
                        <a:ext cx="1062355" cy="566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2256473" y="5528945"/>
          <a:ext cx="1093470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3" imgW="457200" imgH="203200" progId="Equation.DSMT4">
                  <p:embed/>
                </p:oleObj>
              </mc:Choice>
              <mc:Fallback>
                <p:oleObj name="Equation" r:id="rId23" imgW="457200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56473" y="5528945"/>
                        <a:ext cx="1093470" cy="566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2"/>
          <p:cNvGraphicFramePr>
            <a:graphicFrameLocks noChangeAspect="1"/>
          </p:cNvGraphicFramePr>
          <p:nvPr/>
        </p:nvGraphicFramePr>
        <p:xfrm>
          <a:off x="3349943" y="6968490"/>
          <a:ext cx="186944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5" imgW="812800" imgH="393700" progId="Equation.DSMT4">
                  <p:embed/>
                </p:oleObj>
              </mc:Choice>
              <mc:Fallback>
                <p:oleObj name="Equation" r:id="rId25" imgW="8128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49943" y="6968490"/>
                        <a:ext cx="186944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2"/>
          <p:cNvGraphicFramePr>
            <a:graphicFrameLocks noChangeAspect="1"/>
          </p:cNvGraphicFramePr>
          <p:nvPr/>
        </p:nvGraphicFramePr>
        <p:xfrm>
          <a:off x="5343525" y="6968490"/>
          <a:ext cx="181102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27" imgW="787400" imgH="393700" progId="Equation.DSMT4">
                  <p:embed/>
                </p:oleObj>
              </mc:Choice>
              <mc:Fallback>
                <p:oleObj name="Equation" r:id="rId27" imgW="7874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43525" y="6968490"/>
                        <a:ext cx="181102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2"/>
          <p:cNvGraphicFramePr>
            <a:graphicFrameLocks noChangeAspect="1"/>
          </p:cNvGraphicFramePr>
          <p:nvPr/>
        </p:nvGraphicFramePr>
        <p:xfrm>
          <a:off x="7154546" y="6968173"/>
          <a:ext cx="165290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29" imgW="698500" imgH="444500" progId="Equation.DSMT4">
                  <p:embed/>
                </p:oleObj>
              </mc:Choice>
              <mc:Fallback>
                <p:oleObj name="Equation" r:id="rId29" imgW="6985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54546" y="6968173"/>
                        <a:ext cx="165290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8942389" y="6968173"/>
          <a:ext cx="138303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0" imgW="584200" imgH="444500" progId="Equation.DSMT4">
                  <p:embed/>
                </p:oleObj>
              </mc:Choice>
              <mc:Fallback>
                <p:oleObj name="Equation" r:id="rId30" imgW="5842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942389" y="6968173"/>
                        <a:ext cx="1383030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10325736" y="7004686"/>
          <a:ext cx="2915285" cy="124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32" imgW="1231265" imgH="431800" progId="Equation.DSMT4">
                  <p:embed/>
                </p:oleObj>
              </mc:Choice>
              <mc:Fallback>
                <p:oleObj name="Equation" r:id="rId32" imgW="1231265" imgH="431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325736" y="7004686"/>
                        <a:ext cx="2915285" cy="1240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2152968" y="7277100"/>
          <a:ext cx="1093470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34" imgW="457200" imgH="203200" progId="Equation.DSMT4">
                  <p:embed/>
                </p:oleObj>
              </mc:Choice>
              <mc:Fallback>
                <p:oleObj name="Equation" r:id="rId34" imgW="457200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52968" y="7277100"/>
                        <a:ext cx="1093470" cy="566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1478280" y="6475095"/>
            <a:ext cx="262001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所以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" name="文本框 2"/>
          <p:cNvSpPr txBox="1"/>
          <p:nvPr/>
        </p:nvSpPr>
        <p:spPr>
          <a:xfrm>
            <a:off x="1299845" y="2299970"/>
            <a:ext cx="85344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717405" y="770255"/>
            <a:ext cx="4131945" cy="1355725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Object 22"/>
          <p:cNvGraphicFramePr>
            <a:graphicFrameLocks noChangeAspect="1"/>
          </p:cNvGraphicFramePr>
          <p:nvPr/>
        </p:nvGraphicFramePr>
        <p:xfrm>
          <a:off x="11522268" y="490135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35" imgW="10363200" imgH="9448800" progId="Equation.DSMT4">
                  <p:embed/>
                </p:oleObj>
              </mc:Choice>
              <mc:Fallback>
                <p:oleObj name="Equation" r:id="rId35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1522268" y="490135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"/>
          <p:cNvGraphicFramePr>
            <a:graphicFrameLocks noChangeAspect="1"/>
          </p:cNvGraphicFramePr>
          <p:nvPr/>
        </p:nvGraphicFramePr>
        <p:xfrm>
          <a:off x="10206653" y="770237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7" imgW="10058400" imgH="4876800" progId="Equation.DSMT4">
                  <p:embed/>
                </p:oleObj>
              </mc:Choice>
              <mc:Fallback>
                <p:oleObj name="Equation" r:id="rId37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206653" y="770237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2"/>
          <p:cNvGraphicFramePr>
            <a:graphicFrameLocks noChangeAspect="1"/>
          </p:cNvGraphicFramePr>
          <p:nvPr/>
        </p:nvGraphicFramePr>
        <p:xfrm>
          <a:off x="12821603" y="490220"/>
          <a:ext cx="862965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39" imgW="368300" imgH="431800" progId="Equation.DSMT4">
                  <p:embed/>
                </p:oleObj>
              </mc:Choice>
              <mc:Fallback>
                <p:oleObj name="Equation" r:id="rId39" imgW="3683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2821603" y="490220"/>
                        <a:ext cx="862965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4" grpId="0"/>
      <p:bldP spid="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384030" y="482600"/>
            <a:ext cx="4407535" cy="1579245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"/>
          <p:cNvSpPr txBox="1"/>
          <p:nvPr/>
        </p:nvSpPr>
        <p:spPr>
          <a:xfrm>
            <a:off x="381635" y="2440305"/>
            <a:ext cx="822833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：将函数         在点         展开成幂级数。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079750" y="2110740"/>
          <a:ext cx="824230" cy="1189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" imgW="330200" imgH="393700" progId="Equation.DSMT4">
                  <p:embed/>
                </p:oleObj>
              </mc:Choice>
              <mc:Fallback>
                <p:oleObj name="Equation" r:id="rId1" imgW="330200" imgH="3937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9750" y="2110740"/>
                        <a:ext cx="824230" cy="1189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/>
        </p:nvGraphicFramePr>
        <p:xfrm>
          <a:off x="4825365" y="2455863"/>
          <a:ext cx="791210" cy="49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3" imgW="316865" imgH="165100" progId="Equation.DSMT4">
                  <p:embed/>
                </p:oleObj>
              </mc:Choice>
              <mc:Fallback>
                <p:oleObj name="Equation" r:id="rId3" imgW="316865" imgH="1651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5365" y="2455863"/>
                        <a:ext cx="791210" cy="499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/>
        </p:nvGraphicFramePr>
        <p:xfrm>
          <a:off x="1956753" y="4604385"/>
          <a:ext cx="1110615" cy="1189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5" imgW="444500" imgH="393700" progId="Equation.DSMT4">
                  <p:embed/>
                </p:oleObj>
              </mc:Choice>
              <mc:Fallback>
                <p:oleObj name="Equation" r:id="rId5" imgW="444500" imgH="3937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6753" y="4604385"/>
                        <a:ext cx="1110615" cy="1189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2"/>
          <p:cNvGraphicFramePr>
            <a:graphicFrameLocks noChangeAspect="1"/>
          </p:cNvGraphicFramePr>
          <p:nvPr/>
        </p:nvGraphicFramePr>
        <p:xfrm>
          <a:off x="3199130" y="4587240"/>
          <a:ext cx="193294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7" imgW="774065" imgH="431800" progId="Equation.DSMT4">
                  <p:embed/>
                </p:oleObj>
              </mc:Choice>
              <mc:Fallback>
                <p:oleObj name="Equation" r:id="rId7" imgW="774065" imgH="4318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99130" y="4587240"/>
                        <a:ext cx="1932940" cy="1304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4053840" y="5216208"/>
          <a:ext cx="1013460" cy="61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9" imgW="405765" imgH="203200" progId="Equation.DSMT4">
                  <p:embed/>
                </p:oleObj>
              </mc:Choice>
              <mc:Fallback>
                <p:oleObj name="Equation" r:id="rId9" imgW="405765" imgH="2032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53840" y="5216208"/>
                        <a:ext cx="1013460" cy="614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/>
        </p:nvGraphicFramePr>
        <p:xfrm>
          <a:off x="3356928" y="5270818"/>
          <a:ext cx="602615" cy="49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1" imgW="241300" imgH="165100" progId="Equation.DSMT4">
                  <p:embed/>
                </p:oleObj>
              </mc:Choice>
              <mc:Fallback>
                <p:oleObj name="Equation" r:id="rId11" imgW="241300" imgH="1651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56928" y="5270818"/>
                        <a:ext cx="602615" cy="499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2"/>
          <p:cNvGraphicFramePr>
            <a:graphicFrameLocks noChangeAspect="1"/>
          </p:cNvGraphicFramePr>
          <p:nvPr/>
        </p:nvGraphicFramePr>
        <p:xfrm>
          <a:off x="5357495" y="4587240"/>
          <a:ext cx="2251710" cy="176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13" imgW="901700" imgH="584200" progId="Equation.DSMT4">
                  <p:embed/>
                </p:oleObj>
              </mc:Choice>
              <mc:Fallback>
                <p:oleObj name="Equation" r:id="rId13" imgW="901700" imgH="5842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57495" y="4587240"/>
                        <a:ext cx="2251710" cy="1765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2"/>
          <p:cNvGraphicFramePr>
            <a:graphicFrameLocks noChangeAspect="1"/>
          </p:cNvGraphicFramePr>
          <p:nvPr/>
        </p:nvGraphicFramePr>
        <p:xfrm>
          <a:off x="7608888" y="4525328"/>
          <a:ext cx="3108325" cy="130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5" imgW="1244600" imgH="431800" progId="Equation.DSMT4">
                  <p:embed/>
                </p:oleObj>
              </mc:Choice>
              <mc:Fallback>
                <p:oleObj name="Equation" r:id="rId15" imgW="1244600" imgH="4318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08888" y="4525328"/>
                        <a:ext cx="3108325" cy="1305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2"/>
          <p:cNvGraphicFramePr>
            <a:graphicFrameLocks noChangeAspect="1"/>
          </p:cNvGraphicFramePr>
          <p:nvPr/>
        </p:nvGraphicFramePr>
        <p:xfrm>
          <a:off x="10495916" y="4505961"/>
          <a:ext cx="2823210" cy="1344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17" imgW="1130300" imgH="444500" progId="Equation.DSMT4">
                  <p:embed/>
                </p:oleObj>
              </mc:Choice>
              <mc:Fallback>
                <p:oleObj name="Equation" r:id="rId17" imgW="1130300" imgH="4445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495916" y="4505961"/>
                        <a:ext cx="2823210" cy="1344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2"/>
          <p:cNvGraphicFramePr>
            <a:graphicFrameLocks noChangeAspect="1"/>
          </p:cNvGraphicFramePr>
          <p:nvPr/>
        </p:nvGraphicFramePr>
        <p:xfrm>
          <a:off x="1803083" y="3300095"/>
          <a:ext cx="1553845" cy="1189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19" imgW="622300" imgH="393700" progId="Equation.DSMT4">
                  <p:embed/>
                </p:oleObj>
              </mc:Choice>
              <mc:Fallback>
                <p:oleObj name="Equation" r:id="rId19" imgW="622300" imgH="3937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03083" y="3300095"/>
                        <a:ext cx="1553845" cy="1189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/>
          <p:cNvGraphicFramePr>
            <a:graphicFrameLocks noChangeAspect="1"/>
          </p:cNvGraphicFramePr>
          <p:nvPr/>
        </p:nvGraphicFramePr>
        <p:xfrm>
          <a:off x="3547428" y="3587750"/>
          <a:ext cx="1584325" cy="61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21" imgW="634365" imgH="203200" progId="Equation.DSMT4">
                  <p:embed/>
                </p:oleObj>
              </mc:Choice>
              <mc:Fallback>
                <p:oleObj name="Equation" r:id="rId21" imgW="634365" imgH="2032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47428" y="3587750"/>
                        <a:ext cx="1584325" cy="614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2"/>
          <p:cNvGraphicFramePr>
            <a:graphicFrameLocks noChangeAspect="1"/>
          </p:cNvGraphicFramePr>
          <p:nvPr/>
        </p:nvGraphicFramePr>
        <p:xfrm>
          <a:off x="10850880" y="505460"/>
          <a:ext cx="787400" cy="1130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23" imgW="330200" imgH="393700" progId="Equation.DSMT4">
                  <p:embed/>
                </p:oleObj>
              </mc:Choice>
              <mc:Fallback>
                <p:oleObj name="Equation" r:id="rId23" imgW="330200" imgH="3937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850880" y="505460"/>
                        <a:ext cx="787400" cy="1130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9507220" y="902970"/>
          <a:ext cx="8839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25" imgW="10058400" imgH="4876800" progId="Equation.DSMT4">
                  <p:embed/>
                </p:oleObj>
              </mc:Choice>
              <mc:Fallback>
                <p:oleObj name="Equation" r:id="rId25" imgW="10058400" imgH="487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507220" y="902970"/>
                        <a:ext cx="88392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2"/>
          <p:cNvGraphicFramePr>
            <a:graphicFrameLocks noChangeAspect="1"/>
          </p:cNvGraphicFramePr>
          <p:nvPr/>
        </p:nvGraphicFramePr>
        <p:xfrm>
          <a:off x="11638280" y="612775"/>
          <a:ext cx="1795145" cy="109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27" imgW="20421600" imgH="10363200" progId="Equation.DSMT4">
                  <p:embed/>
                </p:oleObj>
              </mc:Choice>
              <mc:Fallback>
                <p:oleObj name="Equation" r:id="rId27" imgW="20421600" imgH="10363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638280" y="612775"/>
                        <a:ext cx="1795145" cy="1094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2"/>
          <p:cNvSpPr txBox="1"/>
          <p:nvPr/>
        </p:nvSpPr>
        <p:spPr>
          <a:xfrm>
            <a:off x="804545" y="709930"/>
            <a:ext cx="833247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7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：将函数               在点        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展开成幂级数。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9" name="Object 22"/>
          <p:cNvGraphicFramePr>
            <a:graphicFrameLocks noChangeAspect="1"/>
          </p:cNvGraphicFramePr>
          <p:nvPr/>
        </p:nvGraphicFramePr>
        <p:xfrm>
          <a:off x="2965133" y="374968"/>
          <a:ext cx="1736725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" imgW="16459200" imgH="9448800" progId="Equation.DSMT4">
                  <p:embed/>
                </p:oleObj>
              </mc:Choice>
              <mc:Fallback>
                <p:oleObj name="Equation" r:id="rId1" imgW="16459200" imgH="9448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65133" y="374968"/>
                        <a:ext cx="1736725" cy="1198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2"/>
          <p:cNvGraphicFramePr>
            <a:graphicFrameLocks noChangeAspect="1"/>
          </p:cNvGraphicFramePr>
          <p:nvPr/>
        </p:nvGraphicFramePr>
        <p:xfrm>
          <a:off x="5394960" y="671830"/>
          <a:ext cx="898525" cy="565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3" imgW="316865" imgH="165100" progId="Equation.DSMT4">
                  <p:embed/>
                </p:oleObj>
              </mc:Choice>
              <mc:Fallback>
                <p:oleObj name="Equation" r:id="rId3" imgW="316865" imgH="165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4960" y="671830"/>
                        <a:ext cx="898525" cy="565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2"/>
          <p:cNvGraphicFramePr>
            <a:graphicFrameLocks noChangeAspect="1"/>
          </p:cNvGraphicFramePr>
          <p:nvPr/>
        </p:nvGraphicFramePr>
        <p:xfrm>
          <a:off x="2444750" y="1638300"/>
          <a:ext cx="3767455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5" imgW="1638300" imgH="419100" progId="Equation.DSMT4">
                  <p:embed/>
                </p:oleObj>
              </mc:Choice>
              <mc:Fallback>
                <p:oleObj name="Equation" r:id="rId5" imgW="1638300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44750" y="1638300"/>
                        <a:ext cx="3767455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2"/>
          <p:cNvGraphicFramePr>
            <a:graphicFrameLocks noChangeAspect="1"/>
          </p:cNvGraphicFramePr>
          <p:nvPr/>
        </p:nvGraphicFramePr>
        <p:xfrm>
          <a:off x="6414135" y="1709420"/>
          <a:ext cx="207391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" name="Equation" r:id="rId7" imgW="901700" imgH="393700" progId="Equation.DSMT4">
                  <p:embed/>
                </p:oleObj>
              </mc:Choice>
              <mc:Fallback>
                <p:oleObj name="Equation" r:id="rId7" imgW="9017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14135" y="1709420"/>
                        <a:ext cx="207391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/>
          <p:cNvGraphicFramePr>
            <a:graphicFrameLocks noChangeAspect="1"/>
          </p:cNvGraphicFramePr>
          <p:nvPr/>
        </p:nvGraphicFramePr>
        <p:xfrm>
          <a:off x="3073400" y="2882265"/>
          <a:ext cx="2510790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91565" imgH="419100" progId="Equation.DSMT4">
                  <p:embed/>
                </p:oleObj>
              </mc:Choice>
              <mc:Fallback>
                <p:oleObj name="Equation" r:id="rId9" imgW="1091565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3400" y="2882265"/>
                        <a:ext cx="2510790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7830186" y="2881948"/>
          <a:ext cx="243395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1028700" imgH="444500" progId="Equation.DSMT4">
                  <p:embed/>
                </p:oleObj>
              </mc:Choice>
              <mc:Fallback>
                <p:oleObj name="Equation" r:id="rId11" imgW="10287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30186" y="2881948"/>
                        <a:ext cx="2433955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1448753" y="3252470"/>
          <a:ext cx="151638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3" imgW="634365" imgH="203200" progId="Equation.DSMT4">
                  <p:embed/>
                </p:oleObj>
              </mc:Choice>
              <mc:Fallback>
                <p:oleObj name="Equation" r:id="rId13" imgW="634365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48753" y="3252470"/>
                        <a:ext cx="1516380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1477963" y="4897120"/>
          <a:ext cx="1457960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5" imgW="609600" imgH="203200" progId="Equation.DSMT4">
                  <p:embed/>
                </p:oleObj>
              </mc:Choice>
              <mc:Fallback>
                <p:oleObj name="Equation" r:id="rId15" imgW="609600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7963" y="4897120"/>
                        <a:ext cx="1457960" cy="566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1675130" y="5884545"/>
            <a:ext cx="262001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所以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" name="文本框 2"/>
          <p:cNvSpPr txBox="1"/>
          <p:nvPr/>
        </p:nvSpPr>
        <p:spPr>
          <a:xfrm>
            <a:off x="1496695" y="1709420"/>
            <a:ext cx="85344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" name="Object 22"/>
          <p:cNvGraphicFramePr>
            <a:graphicFrameLocks noChangeAspect="1"/>
          </p:cNvGraphicFramePr>
          <p:nvPr/>
        </p:nvGraphicFramePr>
        <p:xfrm>
          <a:off x="5813743" y="2959100"/>
          <a:ext cx="2016125" cy="163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7" imgW="876300" imgH="584200" progId="Equation.DSMT4">
                  <p:embed/>
                </p:oleObj>
              </mc:Choice>
              <mc:Fallback>
                <p:oleObj name="Equation" r:id="rId17" imgW="876300" imgH="5842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13743" y="2959100"/>
                        <a:ext cx="2016125" cy="163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/>
        </p:nvGraphicFramePr>
        <p:xfrm>
          <a:off x="10263824" y="2830513"/>
          <a:ext cx="2133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9" imgW="901700" imgH="444500" progId="Equation.DSMT4">
                  <p:embed/>
                </p:oleObj>
              </mc:Choice>
              <mc:Fallback>
                <p:oleObj name="Equation" r:id="rId19" imgW="9017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263824" y="2830513"/>
                        <a:ext cx="2133600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"/>
          <p:cNvGraphicFramePr>
            <a:graphicFrameLocks noChangeAspect="1"/>
          </p:cNvGraphicFramePr>
          <p:nvPr/>
        </p:nvGraphicFramePr>
        <p:xfrm>
          <a:off x="3129598" y="4593590"/>
          <a:ext cx="2454275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1" imgW="1066800" imgH="419100" progId="Equation.DSMT4">
                  <p:embed/>
                </p:oleObj>
              </mc:Choice>
              <mc:Fallback>
                <p:oleObj name="Equation" r:id="rId21" imgW="1066800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29598" y="4593590"/>
                        <a:ext cx="2454275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5813743" y="4593590"/>
          <a:ext cx="1928495" cy="117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3" imgW="838200" imgH="419100" progId="Equation.DSMT4">
                  <p:embed/>
                </p:oleObj>
              </mc:Choice>
              <mc:Fallback>
                <p:oleObj name="Equation" r:id="rId23" imgW="838200" imgH="4191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13743" y="4593590"/>
                        <a:ext cx="1928495" cy="117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7742556" y="4559936"/>
          <a:ext cx="2103755" cy="124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5" imgW="889000" imgH="431800" progId="Equation.DSMT4">
                  <p:embed/>
                </p:oleObj>
              </mc:Choice>
              <mc:Fallback>
                <p:oleObj name="Equation" r:id="rId25" imgW="889000" imgH="431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42556" y="4559936"/>
                        <a:ext cx="2103755" cy="1240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/>
        </p:nvGraphicFramePr>
        <p:xfrm>
          <a:off x="1448753" y="6748145"/>
          <a:ext cx="1457960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7" imgW="609600" imgH="203200" progId="Equation.DSMT4">
                  <p:embed/>
                </p:oleObj>
              </mc:Choice>
              <mc:Fallback>
                <p:oleObj name="Equation" r:id="rId27" imgW="609600" imgH="20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48753" y="6748145"/>
                        <a:ext cx="1457960" cy="566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3073083" y="6414135"/>
          <a:ext cx="186944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8" imgW="812800" imgH="393700" progId="Equation.DSMT4">
                  <p:embed/>
                </p:oleObj>
              </mc:Choice>
              <mc:Fallback>
                <p:oleObj name="Equation" r:id="rId28" imgW="8128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073083" y="6414135"/>
                        <a:ext cx="186944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2"/>
          <p:cNvGraphicFramePr>
            <a:graphicFrameLocks noChangeAspect="1"/>
          </p:cNvGraphicFramePr>
          <p:nvPr/>
        </p:nvGraphicFramePr>
        <p:xfrm>
          <a:off x="4942840" y="6414135"/>
          <a:ext cx="181102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0" imgW="787400" imgH="393700" progId="Equation.DSMT4">
                  <p:embed/>
                </p:oleObj>
              </mc:Choice>
              <mc:Fallback>
                <p:oleObj name="Equation" r:id="rId30" imgW="787400" imgH="3937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942840" y="6414135"/>
                        <a:ext cx="181102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2"/>
          <p:cNvGraphicFramePr>
            <a:graphicFrameLocks noChangeAspect="1"/>
          </p:cNvGraphicFramePr>
          <p:nvPr/>
        </p:nvGraphicFramePr>
        <p:xfrm>
          <a:off x="6753544" y="6392863"/>
          <a:ext cx="2133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2" imgW="901700" imgH="444500" progId="Equation.DSMT4">
                  <p:embed/>
                </p:oleObj>
              </mc:Choice>
              <mc:Fallback>
                <p:oleObj name="Equation" r:id="rId32" imgW="901700" imgH="4445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53544" y="6392863"/>
                        <a:ext cx="2133600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2"/>
          <p:cNvGraphicFramePr>
            <a:graphicFrameLocks noChangeAspect="1"/>
          </p:cNvGraphicFramePr>
          <p:nvPr/>
        </p:nvGraphicFramePr>
        <p:xfrm>
          <a:off x="8887461" y="6393181"/>
          <a:ext cx="1831975" cy="124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33" imgW="774065" imgH="431800" progId="Equation.DSMT4">
                  <p:embed/>
                </p:oleObj>
              </mc:Choice>
              <mc:Fallback>
                <p:oleObj name="Equation" r:id="rId33" imgW="774065" imgH="431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887461" y="6393181"/>
                        <a:ext cx="1831975" cy="1240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2"/>
          <p:cNvGraphicFramePr>
            <a:graphicFrameLocks noChangeAspect="1"/>
          </p:cNvGraphicFramePr>
          <p:nvPr/>
        </p:nvGraphicFramePr>
        <p:xfrm>
          <a:off x="6779896" y="7669531"/>
          <a:ext cx="3066415" cy="124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35" imgW="1295400" imgH="431800" progId="Equation.DSMT4">
                  <p:embed/>
                </p:oleObj>
              </mc:Choice>
              <mc:Fallback>
                <p:oleObj name="Equation" r:id="rId35" imgW="1295400" imgH="431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779896" y="7669531"/>
                        <a:ext cx="3066415" cy="1240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9886950" y="484505"/>
            <a:ext cx="4131945" cy="1355725"/>
          </a:xfrm>
          <a:prstGeom prst="rect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1" name="Object 22"/>
          <p:cNvGraphicFramePr>
            <a:graphicFrameLocks noChangeAspect="1"/>
          </p:cNvGraphicFramePr>
          <p:nvPr/>
        </p:nvGraphicFramePr>
        <p:xfrm>
          <a:off x="11522268" y="490135"/>
          <a:ext cx="10953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37" imgW="10363200" imgH="9448800" progId="Equation.DSMT4">
                  <p:embed/>
                </p:oleObj>
              </mc:Choice>
              <mc:Fallback>
                <p:oleObj name="Equation" r:id="rId37" imgW="10363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1522268" y="490135"/>
                        <a:ext cx="1095375" cy="1200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10206653" y="770237"/>
          <a:ext cx="1063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9" imgW="10058400" imgH="4876800" progId="Equation.DSMT4">
                  <p:embed/>
                </p:oleObj>
              </mc:Choice>
              <mc:Fallback>
                <p:oleObj name="Equation" r:id="rId39" imgW="10058400" imgH="4876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0206653" y="770237"/>
                        <a:ext cx="10636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2"/>
          <p:cNvGraphicFramePr>
            <a:graphicFrameLocks noChangeAspect="1"/>
          </p:cNvGraphicFramePr>
          <p:nvPr/>
        </p:nvGraphicFramePr>
        <p:xfrm>
          <a:off x="12821603" y="490220"/>
          <a:ext cx="862965" cy="121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41" imgW="368300" imgH="431800" progId="Equation.DSMT4">
                  <p:embed/>
                </p:oleObj>
              </mc:Choice>
              <mc:Fallback>
                <p:oleObj name="Equation" r:id="rId41" imgW="368300" imgH="431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2821603" y="490220"/>
                        <a:ext cx="862965" cy="1214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4" grpId="0"/>
      <p:bldP spid="5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166082" y="4997519"/>
            <a:ext cx="6338595" cy="579815"/>
          </a:xfrm>
        </p:spPr>
        <p:txBody>
          <a:bodyPr>
            <a:noAutofit/>
          </a:bodyPr>
          <a:lstStyle/>
          <a:p>
            <a:r>
              <a:rPr sz="4400" b="1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 析 函 数 的 零 点</a:t>
            </a:r>
            <a:endParaRPr sz="4400" b="1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"/>
          <p:cNvSpPr txBox="1"/>
          <p:nvPr/>
        </p:nvSpPr>
        <p:spPr>
          <a:xfrm>
            <a:off x="850744" y="500290"/>
            <a:ext cx="4722651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、解析函数零点的定义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33095" y="1238885"/>
            <a:ext cx="6817360" cy="701675"/>
            <a:chOff x="997" y="1951"/>
            <a:chExt cx="10736" cy="1105"/>
          </a:xfrm>
        </p:grpSpPr>
        <p:sp>
          <p:nvSpPr>
            <p:cNvPr id="47" name="文本框 2"/>
            <p:cNvSpPr txBox="1"/>
            <p:nvPr/>
          </p:nvSpPr>
          <p:spPr>
            <a:xfrm>
              <a:off x="997" y="2082"/>
              <a:ext cx="1073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若函数       在    处解析，且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5" name="Object 22"/>
            <p:cNvGraphicFramePr>
              <a:graphicFrameLocks noChangeAspect="1"/>
            </p:cNvGraphicFramePr>
            <p:nvPr/>
          </p:nvGraphicFramePr>
          <p:xfrm>
            <a:off x="4874" y="1951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7" name="Equation" r:id="rId1" imgW="3962400" imgH="5486400" progId="Equation.DSMT4">
                    <p:embed/>
                  </p:oleObj>
                </mc:Choice>
                <mc:Fallback>
                  <p:oleObj name="Equation" r:id="rId1" imgW="3962400" imgH="54864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74" y="1951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2"/>
            <p:cNvGraphicFramePr>
              <a:graphicFrameLocks noChangeAspect="1"/>
            </p:cNvGraphicFramePr>
            <p:nvPr/>
          </p:nvGraphicFramePr>
          <p:xfrm>
            <a:off x="2898" y="2082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8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194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98" y="2082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文本框 2"/>
          <p:cNvSpPr txBox="1"/>
          <p:nvPr/>
        </p:nvSpPr>
        <p:spPr>
          <a:xfrm>
            <a:off x="10750394" y="1999777"/>
            <a:ext cx="1388036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但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/>
        </p:nvGraphicFramePr>
        <p:xfrm>
          <a:off x="5243296" y="1242976"/>
          <a:ext cx="154305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14630400" imgH="5486400" progId="Equation.DSMT4">
                  <p:embed/>
                </p:oleObj>
              </mc:Choice>
              <mc:Fallback>
                <p:oleObj name="Equation" r:id="rId5" imgW="14630400" imgH="54864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43296" y="1242976"/>
                        <a:ext cx="1543050" cy="696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801485" y="1205230"/>
            <a:ext cx="4500880" cy="694690"/>
            <a:chOff x="10711" y="1898"/>
            <a:chExt cx="7088" cy="1094"/>
          </a:xfrm>
        </p:grpSpPr>
        <p:sp>
          <p:nvSpPr>
            <p:cNvPr id="18" name="文本框 2"/>
            <p:cNvSpPr txBox="1"/>
            <p:nvPr/>
          </p:nvSpPr>
          <p:spPr>
            <a:xfrm>
              <a:off x="10711" y="2063"/>
              <a:ext cx="7088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则    称为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零点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0" name="Object 22"/>
            <p:cNvGraphicFramePr>
              <a:graphicFrameLocks noChangeAspect="1"/>
            </p:cNvGraphicFramePr>
            <p:nvPr/>
          </p:nvGraphicFramePr>
          <p:xfrm>
            <a:off x="11671" y="1898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0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194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671" y="1898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2"/>
            <p:cNvGraphicFramePr>
              <a:graphicFrameLocks noChangeAspect="1"/>
            </p:cNvGraphicFramePr>
            <p:nvPr/>
          </p:nvGraphicFramePr>
          <p:xfrm>
            <a:off x="13265" y="2015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1" name="Equation" r:id="rId9" imgW="7924800" imgH="4876800" progId="Equation.DSMT4">
                    <p:embed/>
                  </p:oleObj>
                </mc:Choice>
                <mc:Fallback>
                  <p:oleObj name="Equation" r:id="rId9" imgW="7924800" imgH="4876800" progId="Equation.DSMT4">
                    <p:embed/>
                    <p:pic>
                      <p:nvPicPr>
                        <p:cNvPr id="0" name="图片 194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265" y="2015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637540" y="1976120"/>
            <a:ext cx="4605020" cy="694690"/>
            <a:chOff x="1004" y="3112"/>
            <a:chExt cx="7252" cy="1094"/>
          </a:xfrm>
        </p:grpSpPr>
        <p:sp>
          <p:nvSpPr>
            <p:cNvPr id="22" name="文本框 2"/>
            <p:cNvSpPr txBox="1"/>
            <p:nvPr/>
          </p:nvSpPr>
          <p:spPr>
            <a:xfrm>
              <a:off x="1004" y="3283"/>
              <a:ext cx="7253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称为       的零点，且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3" name="Object 22"/>
            <p:cNvGraphicFramePr>
              <a:graphicFrameLocks noChangeAspect="1"/>
            </p:cNvGraphicFramePr>
            <p:nvPr/>
          </p:nvGraphicFramePr>
          <p:xfrm>
            <a:off x="1870" y="3112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2" name="Equation" r:id="rId11" imgW="3962400" imgH="5486400" progId="Equation.DSMT4">
                    <p:embed/>
                  </p:oleObj>
                </mc:Choice>
                <mc:Fallback>
                  <p:oleObj name="Equation" r:id="rId11" imgW="3962400" imgH="5486400" progId="Equation.DSMT4">
                    <p:embed/>
                    <p:pic>
                      <p:nvPicPr>
                        <p:cNvPr id="0" name="图片 194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70" y="3112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2"/>
            <p:cNvGraphicFramePr>
              <a:graphicFrameLocks noChangeAspect="1"/>
            </p:cNvGraphicFramePr>
            <p:nvPr/>
          </p:nvGraphicFramePr>
          <p:xfrm>
            <a:off x="3600" y="3212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3" name="Equation" r:id="rId12" imgW="7924800" imgH="4876800" progId="Equation.DSMT4">
                    <p:embed/>
                  </p:oleObj>
                </mc:Choice>
                <mc:Fallback>
                  <p:oleObj name="Equation" r:id="rId12" imgW="7924800" imgH="4876800" progId="Equation.DSMT4">
                    <p:embed/>
                    <p:pic>
                      <p:nvPicPr>
                        <p:cNvPr id="0" name="图片 194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00" y="3212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4983414" y="1936521"/>
          <a:ext cx="62372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3" imgW="59131200" imgH="5791200" progId="Equation.DSMT4">
                  <p:embed/>
                </p:oleObj>
              </mc:Choice>
              <mc:Fallback>
                <p:oleObj name="Equation" r:id="rId13" imgW="59131200" imgH="57912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83414" y="1936521"/>
                        <a:ext cx="6237288" cy="735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/>
        </p:nvGraphicFramePr>
        <p:xfrm>
          <a:off x="11751186" y="1895739"/>
          <a:ext cx="20891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5" imgW="19812000" imgH="5791200" progId="Equation.DSMT4">
                  <p:embed/>
                </p:oleObj>
              </mc:Choice>
              <mc:Fallback>
                <p:oleObj name="Equation" r:id="rId15" imgW="19812000" imgH="5791200" progId="Equation.DSMT4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751186" y="1895739"/>
                        <a:ext cx="2089150" cy="735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709930" y="2741295"/>
            <a:ext cx="7038340" cy="734060"/>
            <a:chOff x="1118" y="4317"/>
            <a:chExt cx="11084" cy="1156"/>
          </a:xfrm>
        </p:grpSpPr>
        <p:sp>
          <p:nvSpPr>
            <p:cNvPr id="28" name="文本框 2"/>
            <p:cNvSpPr txBox="1"/>
            <p:nvPr/>
          </p:nvSpPr>
          <p:spPr>
            <a:xfrm>
              <a:off x="1118" y="4489"/>
              <a:ext cx="11084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则    称为       的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m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阶零点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0" name="Object 22"/>
            <p:cNvGraphicFramePr>
              <a:graphicFrameLocks noChangeAspect="1"/>
            </p:cNvGraphicFramePr>
            <p:nvPr/>
          </p:nvGraphicFramePr>
          <p:xfrm>
            <a:off x="2179" y="4317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6" name="Equation" r:id="rId17" imgW="3962400" imgH="5486400" progId="Equation.DSMT4">
                    <p:embed/>
                  </p:oleObj>
                </mc:Choice>
                <mc:Fallback>
                  <p:oleObj name="Equation" r:id="rId17" imgW="3962400" imgH="5486400" progId="Equation.DSMT4">
                    <p:embed/>
                    <p:pic>
                      <p:nvPicPr>
                        <p:cNvPr id="0" name="图片 194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79" y="4317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2"/>
            <p:cNvGraphicFramePr>
              <a:graphicFrameLocks noChangeAspect="1"/>
            </p:cNvGraphicFramePr>
            <p:nvPr/>
          </p:nvGraphicFramePr>
          <p:xfrm>
            <a:off x="3716" y="4499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7" name="Equation" r:id="rId18" imgW="7924800" imgH="4876800" progId="Equation.DSMT4">
                    <p:embed/>
                  </p:oleObj>
                </mc:Choice>
                <mc:Fallback>
                  <p:oleObj name="Equation" r:id="rId18" imgW="7924800" imgH="4876800" progId="Equation.DSMT4">
                    <p:embed/>
                    <p:pic>
                      <p:nvPicPr>
                        <p:cNvPr id="0" name="图片 194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16" y="4499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2"/>
          <p:cNvSpPr txBox="1"/>
          <p:nvPr/>
        </p:nvSpPr>
        <p:spPr>
          <a:xfrm>
            <a:off x="762000" y="3475990"/>
            <a:ext cx="827722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找到下列函数的零点，并指出其阶数。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22"/>
          <p:cNvGraphicFramePr>
            <a:graphicFrameLocks noChangeAspect="1"/>
          </p:cNvGraphicFramePr>
          <p:nvPr/>
        </p:nvGraphicFramePr>
        <p:xfrm>
          <a:off x="1001395" y="4198620"/>
          <a:ext cx="3498215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19" imgW="1536700" imgH="228600" progId="Equation.DSMT4">
                  <p:embed/>
                </p:oleObj>
              </mc:Choice>
              <mc:Fallback>
                <p:oleObj name="Equation" r:id="rId19" imgW="1536700" imgH="2286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01395" y="4198620"/>
                        <a:ext cx="3498215" cy="628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4611370" y="4213225"/>
            <a:ext cx="601154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在                    解析，且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8" name="Object 22"/>
          <p:cNvGraphicFramePr>
            <a:graphicFrameLocks noChangeAspect="1"/>
          </p:cNvGraphicFramePr>
          <p:nvPr/>
        </p:nvGraphicFramePr>
        <p:xfrm>
          <a:off x="5263515" y="4162425"/>
          <a:ext cx="209931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21" imgW="901700" imgH="228600" progId="Equation.DSMT4">
                  <p:embed/>
                </p:oleObj>
              </mc:Choice>
              <mc:Fallback>
                <p:oleObj name="Equation" r:id="rId21" imgW="9017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63515" y="4162425"/>
                        <a:ext cx="209931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2"/>
          <p:cNvGraphicFramePr>
            <a:graphicFrameLocks noChangeAspect="1"/>
          </p:cNvGraphicFramePr>
          <p:nvPr/>
        </p:nvGraphicFramePr>
        <p:xfrm>
          <a:off x="9034463" y="4232275"/>
          <a:ext cx="2661285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23" imgW="1143000" imgH="203200" progId="Equation.DSMT4">
                  <p:embed/>
                </p:oleObj>
              </mc:Choice>
              <mc:Fallback>
                <p:oleObj name="Equation" r:id="rId23" imgW="1143000" imgH="203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034463" y="4232275"/>
                        <a:ext cx="2661285" cy="5613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2"/>
          <p:cNvSpPr txBox="1"/>
          <p:nvPr/>
        </p:nvSpPr>
        <p:spPr>
          <a:xfrm>
            <a:off x="1424305" y="4834890"/>
            <a:ext cx="880046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所以                   为       的零点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4" name="Object 22"/>
          <p:cNvGraphicFramePr>
            <a:graphicFrameLocks noChangeAspect="1"/>
          </p:cNvGraphicFramePr>
          <p:nvPr/>
        </p:nvGraphicFramePr>
        <p:xfrm>
          <a:off x="2400300" y="4784090"/>
          <a:ext cx="209931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5" imgW="901700" imgH="228600" progId="Equation.DSMT4">
                  <p:embed/>
                </p:oleObj>
              </mc:Choice>
              <mc:Fallback>
                <p:oleObj name="Equation" r:id="rId25" imgW="9017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400300" y="4784090"/>
                        <a:ext cx="209931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2"/>
          <p:cNvGraphicFramePr>
            <a:graphicFrameLocks noChangeAspect="1"/>
          </p:cNvGraphicFramePr>
          <p:nvPr/>
        </p:nvGraphicFramePr>
        <p:xfrm>
          <a:off x="4827270" y="4828540"/>
          <a:ext cx="786765" cy="58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26" imgW="330200" imgH="203200" progId="Equation.DSMT4">
                  <p:embed/>
                </p:oleObj>
              </mc:Choice>
              <mc:Fallback>
                <p:oleObj name="Equation" r:id="rId26" imgW="330200" imgH="2032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827270" y="4828540"/>
                        <a:ext cx="786765" cy="586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/>
          <p:cNvGraphicFramePr>
            <a:graphicFrameLocks noChangeAspect="1"/>
          </p:cNvGraphicFramePr>
          <p:nvPr/>
        </p:nvGraphicFramePr>
        <p:xfrm>
          <a:off x="1647190" y="5694045"/>
          <a:ext cx="5492750" cy="588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28" imgW="2298700" imgH="203200" progId="Equation.DSMT4">
                  <p:embed/>
                </p:oleObj>
              </mc:Choice>
              <mc:Fallback>
                <p:oleObj name="Equation" r:id="rId28" imgW="2298700" imgH="2032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647190" y="5694045"/>
                        <a:ext cx="5492750" cy="5880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2"/>
          <p:cNvSpPr txBox="1"/>
          <p:nvPr/>
        </p:nvSpPr>
        <p:spPr>
          <a:xfrm>
            <a:off x="7038975" y="5682615"/>
            <a:ext cx="41071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所以         为二阶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零点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2" name="Object 22"/>
          <p:cNvGraphicFramePr>
            <a:graphicFrameLocks noChangeAspect="1"/>
          </p:cNvGraphicFramePr>
          <p:nvPr/>
        </p:nvGraphicFramePr>
        <p:xfrm>
          <a:off x="8048625" y="5672455"/>
          <a:ext cx="82804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30" imgW="355600" imgH="228600" progId="Equation.DSMT4">
                  <p:embed/>
                </p:oleObj>
              </mc:Choice>
              <mc:Fallback>
                <p:oleObj name="Equation" r:id="rId30" imgW="3556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048625" y="5672455"/>
                        <a:ext cx="82804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2"/>
          <p:cNvGraphicFramePr>
            <a:graphicFrameLocks noChangeAspect="1"/>
          </p:cNvGraphicFramePr>
          <p:nvPr/>
        </p:nvGraphicFramePr>
        <p:xfrm>
          <a:off x="1312545" y="6555105"/>
          <a:ext cx="6525260" cy="661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32" imgW="2730500" imgH="228600" progId="Equation.DSMT4">
                  <p:embed/>
                </p:oleObj>
              </mc:Choice>
              <mc:Fallback>
                <p:oleObj name="Equation" r:id="rId32" imgW="2730500" imgH="2286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312545" y="6555105"/>
                        <a:ext cx="6525260" cy="6616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2"/>
          <p:cNvSpPr txBox="1"/>
          <p:nvPr/>
        </p:nvSpPr>
        <p:spPr>
          <a:xfrm>
            <a:off x="7728585" y="6621145"/>
            <a:ext cx="41071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所以           为一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零点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7" name="Object 22"/>
          <p:cNvGraphicFramePr>
            <a:graphicFrameLocks noChangeAspect="1"/>
          </p:cNvGraphicFramePr>
          <p:nvPr/>
        </p:nvGraphicFramePr>
        <p:xfrm>
          <a:off x="8569961" y="6571615"/>
          <a:ext cx="124333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34" imgW="533400" imgH="228600" progId="Equation.DSMT4">
                  <p:embed/>
                </p:oleObj>
              </mc:Choice>
              <mc:Fallback>
                <p:oleObj name="Equation" r:id="rId34" imgW="5334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569961" y="6571615"/>
                        <a:ext cx="124333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22"/>
          <p:cNvGraphicFramePr>
            <a:graphicFrameLocks noChangeAspect="1"/>
          </p:cNvGraphicFramePr>
          <p:nvPr/>
        </p:nvGraphicFramePr>
        <p:xfrm>
          <a:off x="1108075" y="7477443"/>
          <a:ext cx="2689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36" imgW="1181100" imgH="203200" progId="Equation.DSMT4">
                  <p:embed/>
                </p:oleObj>
              </mc:Choice>
              <mc:Fallback>
                <p:oleObj name="Equation" r:id="rId36" imgW="1181100" imgH="2032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108075" y="7477443"/>
                        <a:ext cx="2689225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2"/>
          <p:cNvGraphicFramePr>
            <a:graphicFrameLocks noChangeAspect="1"/>
          </p:cNvGraphicFramePr>
          <p:nvPr/>
        </p:nvGraphicFramePr>
        <p:xfrm>
          <a:off x="3801111" y="7442518"/>
          <a:ext cx="208216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38" imgW="914400" imgH="228600" progId="Equation.DSMT4">
                  <p:embed/>
                </p:oleObj>
              </mc:Choice>
              <mc:Fallback>
                <p:oleObj name="Equation" r:id="rId38" imgW="914400" imgH="2286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3801111" y="7442518"/>
                        <a:ext cx="2082165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2"/>
          <p:cNvSpPr txBox="1"/>
          <p:nvPr/>
        </p:nvSpPr>
        <p:spPr>
          <a:xfrm>
            <a:off x="2522220" y="8220075"/>
            <a:ext cx="235966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为二阶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零点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" name="Object 22"/>
          <p:cNvGraphicFramePr>
            <a:graphicFrameLocks noChangeAspect="1"/>
          </p:cNvGraphicFramePr>
          <p:nvPr/>
        </p:nvGraphicFramePr>
        <p:xfrm>
          <a:off x="1855470" y="8169275"/>
          <a:ext cx="94488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40" imgW="405765" imgH="228600" progId="Equation.DSMT4">
                  <p:embed/>
                </p:oleObj>
              </mc:Choice>
              <mc:Fallback>
                <p:oleObj name="Equation" r:id="rId40" imgW="405765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855470" y="8169275"/>
                        <a:ext cx="94488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2"/>
          <p:cNvGraphicFramePr>
            <a:graphicFrameLocks noChangeAspect="1"/>
          </p:cNvGraphicFramePr>
          <p:nvPr/>
        </p:nvGraphicFramePr>
        <p:xfrm>
          <a:off x="4881881" y="8120698"/>
          <a:ext cx="286321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Equation" r:id="rId42" imgW="1257300" imgH="228600" progId="Equation.DSMT4">
                  <p:embed/>
                </p:oleObj>
              </mc:Choice>
              <mc:Fallback>
                <p:oleObj name="Equation" r:id="rId42" imgW="1257300" imgH="2286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881881" y="8120698"/>
                        <a:ext cx="2863215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文本框 2"/>
          <p:cNvSpPr txBox="1"/>
          <p:nvPr/>
        </p:nvSpPr>
        <p:spPr>
          <a:xfrm>
            <a:off x="7663815" y="8138795"/>
            <a:ext cx="41071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是一阶零点。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4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37" grpId="0"/>
      <p:bldP spid="43" grpId="0"/>
      <p:bldP spid="51" grpId="0"/>
      <p:bldP spid="56" grpId="0"/>
      <p:bldP spid="63" grpId="0"/>
      <p:bldP spid="6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1299880" y="1454051"/>
            <a:ext cx="1478619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5999" y="752385"/>
            <a:ext cx="5351301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、解析函数零点阶数的判定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691765" y="1397000"/>
            <a:ext cx="4245610" cy="561340"/>
            <a:chOff x="4239" y="2200"/>
            <a:chExt cx="6686" cy="884"/>
          </a:xfrm>
        </p:grpSpPr>
        <p:sp>
          <p:nvSpPr>
            <p:cNvPr id="18" name="文本框 2"/>
            <p:cNvSpPr txBox="1"/>
            <p:nvPr/>
          </p:nvSpPr>
          <p:spPr>
            <a:xfrm>
              <a:off x="4239" y="2250"/>
              <a:ext cx="6687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假设       不恒等于零，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" name="Object 22"/>
            <p:cNvGraphicFramePr>
              <a:graphicFrameLocks noChangeAspect="1"/>
            </p:cNvGraphicFramePr>
            <p:nvPr/>
          </p:nvGraphicFramePr>
          <p:xfrm>
            <a:off x="5509" y="2200"/>
            <a:ext cx="1194" cy="8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1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204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509" y="2200"/>
                          <a:ext cx="1194" cy="8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6616700" y="1345565"/>
            <a:ext cx="3705860" cy="694690"/>
            <a:chOff x="10420" y="2119"/>
            <a:chExt cx="5836" cy="1094"/>
          </a:xfrm>
        </p:grpSpPr>
        <p:sp>
          <p:nvSpPr>
            <p:cNvPr id="26" name="文本框 2"/>
            <p:cNvSpPr txBox="1"/>
            <p:nvPr/>
          </p:nvSpPr>
          <p:spPr>
            <a:xfrm>
              <a:off x="10420" y="2248"/>
              <a:ext cx="5836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为        的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m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阶零点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" name="Object 22"/>
            <p:cNvGraphicFramePr>
              <a:graphicFrameLocks noChangeAspect="1"/>
            </p:cNvGraphicFramePr>
            <p:nvPr/>
          </p:nvGraphicFramePr>
          <p:xfrm>
            <a:off x="10701" y="2119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2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204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701" y="2119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22"/>
            <p:cNvGraphicFramePr>
              <a:graphicFrameLocks noChangeAspect="1"/>
            </p:cNvGraphicFramePr>
            <p:nvPr/>
          </p:nvGraphicFramePr>
          <p:xfrm>
            <a:off x="11805" y="2219"/>
            <a:ext cx="1318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name="Equation" r:id="rId5" imgW="7924800" imgH="4876800" progId="Equation.DSMT4">
                    <p:embed/>
                  </p:oleObj>
                </mc:Choice>
                <mc:Fallback>
                  <p:oleObj name="Equation" r:id="rId5" imgW="7924800" imgH="4876800" progId="Equation.DSMT4">
                    <p:embed/>
                    <p:pic>
                      <p:nvPicPr>
                        <p:cNvPr id="0" name="图片 204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805" y="2219"/>
                          <a:ext cx="1318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左右箭头 6"/>
          <p:cNvSpPr/>
          <p:nvPr/>
        </p:nvSpPr>
        <p:spPr>
          <a:xfrm>
            <a:off x="10408920" y="1622425"/>
            <a:ext cx="1049655" cy="193675"/>
          </a:xfrm>
          <a:prstGeom prst="leftRightArrow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280795" y="2231390"/>
            <a:ext cx="3295650" cy="554990"/>
            <a:chOff x="2017" y="3514"/>
            <a:chExt cx="5190" cy="874"/>
          </a:xfrm>
        </p:grpSpPr>
        <p:sp>
          <p:nvSpPr>
            <p:cNvPr id="8" name="文本框 2"/>
            <p:cNvSpPr txBox="1"/>
            <p:nvPr/>
          </p:nvSpPr>
          <p:spPr>
            <a:xfrm>
              <a:off x="2017" y="3514"/>
              <a:ext cx="5191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在某个        内，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" name="Object 22"/>
            <p:cNvGraphicFramePr>
              <a:graphicFrameLocks noChangeAspect="1"/>
            </p:cNvGraphicFramePr>
            <p:nvPr/>
          </p:nvGraphicFramePr>
          <p:xfrm>
            <a:off x="3884" y="3514"/>
            <a:ext cx="1299" cy="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4" name="Equation" r:id="rId8" imgW="9753600" imgH="5486400" progId="Equation.DSMT4">
                    <p:embed/>
                  </p:oleObj>
                </mc:Choice>
                <mc:Fallback>
                  <p:oleObj name="Equation" r:id="rId8" imgW="9753600" imgH="5486400" progId="Equation.DSMT4">
                    <p:embed/>
                    <p:pic>
                      <p:nvPicPr>
                        <p:cNvPr id="0" name="图片 204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884" y="3514"/>
                          <a:ext cx="1299" cy="8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4061460" y="2147570"/>
          <a:ext cx="2733675" cy="637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10" imgW="29870400" imgH="5791200" progId="Equation.DSMT4">
                  <p:embed/>
                </p:oleObj>
              </mc:Choice>
              <mc:Fallback>
                <p:oleObj name="Equation" r:id="rId10" imgW="29870400" imgH="57912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61460" y="2147570"/>
                        <a:ext cx="2733675" cy="637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6938010" y="2118995"/>
            <a:ext cx="4519930" cy="694690"/>
            <a:chOff x="10926" y="3337"/>
            <a:chExt cx="7118" cy="1094"/>
          </a:xfrm>
        </p:grpSpPr>
        <p:sp>
          <p:nvSpPr>
            <p:cNvPr id="38" name="文本框 2"/>
            <p:cNvSpPr txBox="1"/>
            <p:nvPr/>
          </p:nvSpPr>
          <p:spPr>
            <a:xfrm>
              <a:off x="10926" y="3467"/>
              <a:ext cx="711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其中       在    解析，但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9" name="Object 22"/>
            <p:cNvGraphicFramePr>
              <a:graphicFrameLocks noChangeAspect="1"/>
            </p:cNvGraphicFramePr>
            <p:nvPr/>
          </p:nvGraphicFramePr>
          <p:xfrm>
            <a:off x="12109" y="3398"/>
            <a:ext cx="1270" cy="9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6" name="Equation" r:id="rId12" imgW="7620000" imgH="4876800" progId="Equation.DSMT4">
                    <p:embed/>
                  </p:oleObj>
                </mc:Choice>
                <mc:Fallback>
                  <p:oleObj name="Equation" r:id="rId12" imgW="7620000" imgH="4876800" progId="Equation.DSMT4">
                    <p:embed/>
                    <p:pic>
                      <p:nvPicPr>
                        <p:cNvPr id="0" name="图片 2048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2109" y="3398"/>
                          <a:ext cx="1270" cy="9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2"/>
            <p:cNvGraphicFramePr>
              <a:graphicFrameLocks noChangeAspect="1"/>
            </p:cNvGraphicFramePr>
            <p:nvPr/>
          </p:nvGraphicFramePr>
          <p:xfrm>
            <a:off x="14155" y="3337"/>
            <a:ext cx="66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7" name="Equation" r:id="rId14" imgW="3962400" imgH="5486400" progId="Equation.DSMT4">
                    <p:embed/>
                  </p:oleObj>
                </mc:Choice>
                <mc:Fallback>
                  <p:oleObj name="Equation" r:id="rId14" imgW="3962400" imgH="5486400" progId="Equation.DSMT4">
                    <p:embed/>
                    <p:pic>
                      <p:nvPicPr>
                        <p:cNvPr id="0" name="图片 204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55" y="3337"/>
                          <a:ext cx="66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10817281" y="2091572"/>
          <a:ext cx="15478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14630400" imgH="5486400" progId="Equation.DSMT4">
                  <p:embed/>
                </p:oleObj>
              </mc:Choice>
              <mc:Fallback>
                <p:oleObj name="Equation" r:id="rId15" imgW="14630400" imgH="54864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817281" y="2091572"/>
                        <a:ext cx="1547813" cy="695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1741805" y="2991485"/>
            <a:ext cx="1202118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如果不能直接看出零点的阶数，只需要将函数在零点展开成泰勒级数即可。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1137285" y="3764915"/>
            <a:ext cx="58426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9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指出零点的阶数。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5" name="Object 22"/>
          <p:cNvGraphicFramePr>
            <a:graphicFrameLocks noChangeAspect="1"/>
          </p:cNvGraphicFramePr>
          <p:nvPr/>
        </p:nvGraphicFramePr>
        <p:xfrm>
          <a:off x="1943735" y="5634355"/>
          <a:ext cx="2639060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7" imgW="1130300" imgH="228600" progId="Equation.DSMT4">
                  <p:embed/>
                </p:oleObj>
              </mc:Choice>
              <mc:Fallback>
                <p:oleObj name="Equation" r:id="rId17" imgW="1130300" imgH="2286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43735" y="5634355"/>
                        <a:ext cx="2639060" cy="631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七角星 21"/>
          <p:cNvSpPr/>
          <p:nvPr/>
        </p:nvSpPr>
        <p:spPr>
          <a:xfrm>
            <a:off x="746065" y="285082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10654" name="Object 62"/>
          <p:cNvGraphicFramePr>
            <a:graphicFrameLocks noChangeAspect="1"/>
          </p:cNvGraphicFramePr>
          <p:nvPr/>
        </p:nvGraphicFramePr>
        <p:xfrm>
          <a:off x="1898650" y="4308475"/>
          <a:ext cx="30067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19" imgW="1231265" imgH="228600" progId="Equation.DSMT4">
                  <p:embed/>
                </p:oleObj>
              </mc:Choice>
              <mc:Fallback>
                <p:oleObj name="Equation" r:id="rId19" imgW="1231265" imgH="228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98650" y="4308475"/>
                        <a:ext cx="3006725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5219065" y="4371975"/>
            <a:ext cx="418846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有两个零点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9" name="Object 62"/>
          <p:cNvGraphicFramePr>
            <a:graphicFrameLocks noChangeAspect="1"/>
          </p:cNvGraphicFramePr>
          <p:nvPr/>
        </p:nvGraphicFramePr>
        <p:xfrm>
          <a:off x="7155498" y="4307840"/>
          <a:ext cx="198501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1" imgW="812800" imgH="228600" progId="Equation.DSMT4">
                  <p:embed/>
                </p:oleObj>
              </mc:Choice>
              <mc:Fallback>
                <p:oleObj name="Equation" r:id="rId21" imgW="812800" imgH="228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55498" y="4307840"/>
                        <a:ext cx="1985010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1889760" y="5029200"/>
            <a:ext cx="27565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由定理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，可得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62"/>
          <p:cNvGraphicFramePr>
            <a:graphicFrameLocks noChangeAspect="1"/>
          </p:cNvGraphicFramePr>
          <p:nvPr/>
        </p:nvGraphicFramePr>
        <p:xfrm>
          <a:off x="4688206" y="4965700"/>
          <a:ext cx="9620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3" imgW="393700" imgH="228600" progId="Equation.DSMT4">
                  <p:embed/>
                </p:oleObj>
              </mc:Choice>
              <mc:Fallback>
                <p:oleObj name="Equation" r:id="rId23" imgW="393700" imgH="228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88206" y="4965700"/>
                        <a:ext cx="962025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5739130" y="4965700"/>
            <a:ext cx="54610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为三阶零点，       为四阶零点；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0" name="Object 62"/>
          <p:cNvGraphicFramePr>
            <a:graphicFrameLocks noChangeAspect="1"/>
          </p:cNvGraphicFramePr>
          <p:nvPr/>
        </p:nvGraphicFramePr>
        <p:xfrm>
          <a:off x="7797801" y="4902200"/>
          <a:ext cx="93154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25" imgW="381000" imgH="228600" progId="Equation.DSMT4">
                  <p:embed/>
                </p:oleObj>
              </mc:Choice>
              <mc:Fallback>
                <p:oleObj name="Equation" r:id="rId25" imgW="381000" imgH="2286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97801" y="4902200"/>
                        <a:ext cx="931545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2"/>
          <p:cNvGraphicFramePr>
            <a:graphicFrameLocks noChangeAspect="1"/>
          </p:cNvGraphicFramePr>
          <p:nvPr/>
        </p:nvGraphicFramePr>
        <p:xfrm>
          <a:off x="4771073" y="5681028"/>
          <a:ext cx="93091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27" imgW="381000" imgH="203200" progId="Equation.DSMT4">
                  <p:embed/>
                </p:oleObj>
              </mc:Choice>
              <mc:Fallback>
                <p:oleObj name="Equation" r:id="rId27" imgW="381000" imgH="2032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771073" y="5681028"/>
                        <a:ext cx="93091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2"/>
          <p:cNvGraphicFramePr>
            <a:graphicFrameLocks noChangeAspect="1"/>
          </p:cNvGraphicFramePr>
          <p:nvPr/>
        </p:nvGraphicFramePr>
        <p:xfrm>
          <a:off x="2160588" y="5960745"/>
          <a:ext cx="8126095" cy="1228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29" imgW="3479800" imgH="444500" progId="Equation.DSMT4">
                  <p:embed/>
                </p:oleObj>
              </mc:Choice>
              <mc:Fallback>
                <p:oleObj name="Equation" r:id="rId29" imgW="3479800" imgH="4445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60588" y="5960745"/>
                        <a:ext cx="8126095" cy="1228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22"/>
          <p:cNvGraphicFramePr>
            <a:graphicFrameLocks noChangeAspect="1"/>
          </p:cNvGraphicFramePr>
          <p:nvPr/>
        </p:nvGraphicFramePr>
        <p:xfrm>
          <a:off x="5290821" y="7102475"/>
          <a:ext cx="4923790" cy="1228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Equation" r:id="rId31" imgW="2108200" imgH="444500" progId="Equation.DSMT4">
                  <p:embed/>
                </p:oleObj>
              </mc:Choice>
              <mc:Fallback>
                <p:oleObj name="Equation" r:id="rId31" imgW="2108200" imgH="4445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290821" y="7102475"/>
                        <a:ext cx="4923790" cy="1228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62"/>
          <p:cNvGraphicFramePr>
            <a:graphicFrameLocks noChangeAspect="1"/>
          </p:cNvGraphicFramePr>
          <p:nvPr/>
        </p:nvGraphicFramePr>
        <p:xfrm>
          <a:off x="2160588" y="8271511"/>
          <a:ext cx="838200" cy="50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33" imgW="342900" imgH="177165" progId="Equation.DSMT4">
                  <p:embed/>
                </p:oleObj>
              </mc:Choice>
              <mc:Fallback>
                <p:oleObj name="Equation" r:id="rId33" imgW="342900" imgH="177165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60588" y="8271511"/>
                        <a:ext cx="838200" cy="509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2"/>
          <p:cNvSpPr txBox="1"/>
          <p:nvPr/>
        </p:nvSpPr>
        <p:spPr>
          <a:xfrm>
            <a:off x="2999105" y="8251825"/>
            <a:ext cx="54610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为六阶零点。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ldLvl="0" animBg="1"/>
      <p:bldP spid="22" grpId="0" bldLvl="0" animBg="1"/>
      <p:bldP spid="13" grpId="0"/>
      <p:bldP spid="14" grpId="0"/>
      <p:bldP spid="17" grpId="0"/>
      <p:bldP spid="21" grpId="0"/>
      <p:bldP spid="36" grpId="0"/>
      <p:bldP spid="7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448947" y="1574513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5730281" y="4178919"/>
            <a:ext cx="608266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、解析函数的零点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814836" y="4126209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6484740" y="2620446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直接展开法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5763260" y="1803400"/>
            <a:ext cx="7242175" cy="62230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、泰勒展开定理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484740" y="4894638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解析函数零点的定义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6484740" y="5716963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零点阶数的判定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2"/>
            </p:custDataLst>
          </p:nvPr>
        </p:nvSpPr>
        <p:spPr>
          <a:xfrm>
            <a:off x="6632695" y="3449121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间接展开法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221158" y="4298648"/>
            <a:ext cx="574269" cy="56132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642008" y="706560"/>
            <a:ext cx="184150" cy="7781925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966521" y="3994005"/>
            <a:ext cx="3074165" cy="906813"/>
          </a:xfrm>
          <a:prstGeom prst="rect">
            <a:avLst/>
          </a:prstGeom>
          <a:noFill/>
        </p:spPr>
        <p:txBody>
          <a:bodyPr wrap="square" lIns="106218" tIns="55233" rIns="106218" bIns="0" rtlCol="0" anchor="b" anchorCtr="0">
            <a:normAutofit/>
          </a:bodyPr>
          <a:lstStyle/>
          <a:p>
            <a:r>
              <a:rPr lang="zh-CN" altLang="en-US" sz="51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作业</a:t>
            </a:r>
            <a:endParaRPr lang="zh-CN" altLang="en-US" sz="5195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57352" y="4148068"/>
            <a:ext cx="7202044" cy="6000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305"/>
              <a:t>习题</a:t>
            </a:r>
            <a:r>
              <a:rPr lang="en-US" altLang="zh-CN" sz="3305"/>
              <a:t>4.  12,  15(1)(4)(5)   </a:t>
            </a:r>
            <a:endParaRPr lang="zh-CN" altLang="en-US" sz="3305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  <p:tag name="KSO_WM_SPECIAL_SOURCE" val="bdnul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0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08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2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3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4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4973_4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Contents"/>
  <p:tag name="KSO_WM_UNIT_TEXT_FILL_FORE_SCHEMECOLOR_INDEX" val="13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4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2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2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3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3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3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3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3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3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3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4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5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5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5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5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5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5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6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66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6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7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  <p:tag name="KSO_WM_SPECIAL_SOURCE" val="bdnull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7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8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1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8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8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9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9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30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30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1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1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24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2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26.xml><?xml version="1.0" encoding="utf-8"?>
<p:tagLst xmlns:p="http://schemas.openxmlformats.org/presentationml/2006/main">
  <p:tag name="KSO_WPP_MARK_KEY" val="01ba0fcf-b656-4d2d-9f7c-596d4a8c5f3a"/>
  <p:tag name="COMMONDATA" val="eyJoZGlkIjoiZGVlMWU0ZDMwNTgzY2I5MzA3YTY2MzlkMjY5ZDc1ODMifQ==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3234</Words>
  <Application>WPS 演示</Application>
  <PresentationFormat>自定义</PresentationFormat>
  <Paragraphs>515</Paragraphs>
  <Slides>37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412</vt:i4>
      </vt:variant>
      <vt:variant>
        <vt:lpstr>幻灯片标题</vt:lpstr>
      </vt:variant>
      <vt:variant>
        <vt:i4>37</vt:i4>
      </vt:variant>
    </vt:vector>
  </HeadingPairs>
  <TitlesOfParts>
    <vt:vector size="464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Times New Roman</vt:lpstr>
      <vt:lpstr>Cambria Math</vt:lpstr>
      <vt:lpstr>MS Mincho</vt:lpstr>
      <vt:lpstr>Arial Unicode MS</vt:lpstr>
      <vt:lpstr>Calibri</vt:lpstr>
      <vt:lpstr>华文隶书</vt:lpstr>
      <vt:lpstr>Segoe Print</vt:lpstr>
      <vt:lpstr>2_Office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388</cp:revision>
  <dcterms:created xsi:type="dcterms:W3CDTF">2018-03-03T11:57:00Z</dcterms:created>
  <dcterms:modified xsi:type="dcterms:W3CDTF">2025-05-16T13:55:22Z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0A35E7AFD9464009BD21CB00F50C04A8_12</vt:lpwstr>
  </property>
</Properties>
</file>