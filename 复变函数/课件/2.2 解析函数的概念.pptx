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79" r:id="rId3"/>
    <p:sldId id="290" r:id="rId4"/>
    <p:sldId id="311" r:id="rId5"/>
    <p:sldId id="333" r:id="rId6"/>
    <p:sldId id="324" r:id="rId7"/>
    <p:sldId id="292" r:id="rId8"/>
    <p:sldId id="293" r:id="rId9"/>
    <p:sldId id="313" r:id="rId10"/>
    <p:sldId id="334" r:id="rId11"/>
    <p:sldId id="314" r:id="rId12"/>
    <p:sldId id="315" r:id="rId13"/>
    <p:sldId id="317" r:id="rId14"/>
    <p:sldId id="345" r:id="rId15"/>
    <p:sldId id="318" r:id="rId16"/>
    <p:sldId id="347" r:id="rId17"/>
    <p:sldId id="319" r:id="rId18"/>
    <p:sldId id="361" r:id="rId19"/>
    <p:sldId id="362" r:id="rId20"/>
  </p:sldIdLst>
  <p:sldSz cx="12192000" cy="8208645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13" userDrawn="1">
          <p15:clr>
            <a:srgbClr val="A4A3A4"/>
          </p15:clr>
        </p15:guide>
        <p15:guide id="2" pos="377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CC"/>
    <a:srgbClr val="66FF33"/>
    <a:srgbClr val="FFCC00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9706" autoAdjust="0"/>
    <p:restoredTop sz="94414" autoAdjust="0"/>
  </p:normalViewPr>
  <p:slideViewPr>
    <p:cSldViewPr snapToGrid="0" showGuides="1">
      <p:cViewPr varScale="1">
        <p:scale>
          <a:sx n="52" d="100"/>
          <a:sy n="52" d="100"/>
        </p:scale>
        <p:origin x="-840" y="-102"/>
      </p:cViewPr>
      <p:guideLst>
        <p:guide orient="horz" pos="2613"/>
        <p:guide pos="377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gs" Target="tags/tag20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5.wmf"/><Relationship Id="rId8" Type="http://schemas.openxmlformats.org/officeDocument/2006/relationships/image" Target="../media/image14.wmf"/><Relationship Id="rId7" Type="http://schemas.openxmlformats.org/officeDocument/2006/relationships/image" Target="../media/image13.wmf"/><Relationship Id="rId6" Type="http://schemas.openxmlformats.org/officeDocument/2006/relationships/image" Target="../media/image12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4" Type="http://schemas.openxmlformats.org/officeDocument/2006/relationships/image" Target="../media/image20.wmf"/><Relationship Id="rId13" Type="http://schemas.openxmlformats.org/officeDocument/2006/relationships/image" Target="../media/image19.wmf"/><Relationship Id="rId12" Type="http://schemas.openxmlformats.org/officeDocument/2006/relationships/image" Target="../media/image17.wmf"/><Relationship Id="rId11" Type="http://schemas.openxmlformats.org/officeDocument/2006/relationships/image" Target="../media/image18.jpeg"/><Relationship Id="rId10" Type="http://schemas.openxmlformats.org/officeDocument/2006/relationships/image" Target="../media/image16.wmf"/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28.wmf"/><Relationship Id="rId8" Type="http://schemas.openxmlformats.org/officeDocument/2006/relationships/image" Target="../media/image27.wmf"/><Relationship Id="rId7" Type="http://schemas.openxmlformats.org/officeDocument/2006/relationships/image" Target="../media/image26.wmf"/><Relationship Id="rId6" Type="http://schemas.openxmlformats.org/officeDocument/2006/relationships/image" Target="../media/image25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4" Type="http://schemas.openxmlformats.org/officeDocument/2006/relationships/image" Target="../media/image33.wmf"/><Relationship Id="rId13" Type="http://schemas.openxmlformats.org/officeDocument/2006/relationships/image" Target="../media/image32.wmf"/><Relationship Id="rId12" Type="http://schemas.openxmlformats.org/officeDocument/2006/relationships/image" Target="../media/image31.wmf"/><Relationship Id="rId11" Type="http://schemas.openxmlformats.org/officeDocument/2006/relationships/image" Target="../media/image30.wmf"/><Relationship Id="rId10" Type="http://schemas.openxmlformats.org/officeDocument/2006/relationships/image" Target="../media/image29.wmf"/><Relationship Id="rId1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42.wmf"/><Relationship Id="rId8" Type="http://schemas.openxmlformats.org/officeDocument/2006/relationships/image" Target="../media/image41.wmf"/><Relationship Id="rId7" Type="http://schemas.openxmlformats.org/officeDocument/2006/relationships/image" Target="../media/image40.wmf"/><Relationship Id="rId6" Type="http://schemas.openxmlformats.org/officeDocument/2006/relationships/image" Target="../media/image39.wmf"/><Relationship Id="rId5" Type="http://schemas.openxmlformats.org/officeDocument/2006/relationships/image" Target="../media/image38.wmf"/><Relationship Id="rId4" Type="http://schemas.openxmlformats.org/officeDocument/2006/relationships/image" Target="../media/image37.wmf"/><Relationship Id="rId3" Type="http://schemas.openxmlformats.org/officeDocument/2006/relationships/image" Target="../media/image36.wmf"/><Relationship Id="rId25" Type="http://schemas.openxmlformats.org/officeDocument/2006/relationships/image" Target="../media/image9.wmf"/><Relationship Id="rId24" Type="http://schemas.openxmlformats.org/officeDocument/2006/relationships/image" Target="../media/image7.wmf"/><Relationship Id="rId23" Type="http://schemas.openxmlformats.org/officeDocument/2006/relationships/image" Target="../media/image56.wmf"/><Relationship Id="rId22" Type="http://schemas.openxmlformats.org/officeDocument/2006/relationships/image" Target="../media/image55.wmf"/><Relationship Id="rId21" Type="http://schemas.openxmlformats.org/officeDocument/2006/relationships/image" Target="../media/image54.wmf"/><Relationship Id="rId20" Type="http://schemas.openxmlformats.org/officeDocument/2006/relationships/image" Target="../media/image53.wmf"/><Relationship Id="rId2" Type="http://schemas.openxmlformats.org/officeDocument/2006/relationships/image" Target="../media/image35.wmf"/><Relationship Id="rId19" Type="http://schemas.openxmlformats.org/officeDocument/2006/relationships/image" Target="../media/image52.wmf"/><Relationship Id="rId18" Type="http://schemas.openxmlformats.org/officeDocument/2006/relationships/image" Target="../media/image51.wmf"/><Relationship Id="rId17" Type="http://schemas.openxmlformats.org/officeDocument/2006/relationships/image" Target="../media/image50.wmf"/><Relationship Id="rId16" Type="http://schemas.openxmlformats.org/officeDocument/2006/relationships/image" Target="../media/image49.wmf"/><Relationship Id="rId15" Type="http://schemas.openxmlformats.org/officeDocument/2006/relationships/image" Target="../media/image48.wmf"/><Relationship Id="rId14" Type="http://schemas.openxmlformats.org/officeDocument/2006/relationships/image" Target="../media/image47.wmf"/><Relationship Id="rId13" Type="http://schemas.openxmlformats.org/officeDocument/2006/relationships/image" Target="../media/image46.wmf"/><Relationship Id="rId12" Type="http://schemas.openxmlformats.org/officeDocument/2006/relationships/image" Target="../media/image45.wmf"/><Relationship Id="rId11" Type="http://schemas.openxmlformats.org/officeDocument/2006/relationships/image" Target="../media/image44.wmf"/><Relationship Id="rId10" Type="http://schemas.openxmlformats.org/officeDocument/2006/relationships/image" Target="../media/image43.wmf"/><Relationship Id="rId1" Type="http://schemas.openxmlformats.org/officeDocument/2006/relationships/image" Target="../media/image34.wmf"/></Relationships>
</file>

<file path=ppt/drawings/_rels/vmlDrawing4.vml.rels><?xml version="1.0" encoding="UTF-8" standalone="yes"?>
<Relationships xmlns="http://schemas.openxmlformats.org/package/2006/relationships"><Relationship Id="rId7" Type="http://schemas.openxmlformats.org/officeDocument/2006/relationships/image" Target="../media/image63.wmf"/><Relationship Id="rId6" Type="http://schemas.openxmlformats.org/officeDocument/2006/relationships/image" Target="../media/image62.wmf"/><Relationship Id="rId5" Type="http://schemas.openxmlformats.org/officeDocument/2006/relationships/image" Target="../media/image61.wmf"/><Relationship Id="rId4" Type="http://schemas.openxmlformats.org/officeDocument/2006/relationships/image" Target="../media/image60.wmf"/><Relationship Id="rId3" Type="http://schemas.openxmlformats.org/officeDocument/2006/relationships/image" Target="../media/image59.wmf"/><Relationship Id="rId2" Type="http://schemas.openxmlformats.org/officeDocument/2006/relationships/image" Target="../media/image58.wmf"/><Relationship Id="rId1" Type="http://schemas.openxmlformats.org/officeDocument/2006/relationships/image" Target="../media/image57.w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72.wmf"/><Relationship Id="rId8" Type="http://schemas.openxmlformats.org/officeDocument/2006/relationships/image" Target="../media/image71.wmf"/><Relationship Id="rId7" Type="http://schemas.openxmlformats.org/officeDocument/2006/relationships/image" Target="../media/image70.wmf"/><Relationship Id="rId6" Type="http://schemas.openxmlformats.org/officeDocument/2006/relationships/image" Target="../media/image69.wmf"/><Relationship Id="rId5" Type="http://schemas.openxmlformats.org/officeDocument/2006/relationships/image" Target="../media/image68.wmf"/><Relationship Id="rId4" Type="http://schemas.openxmlformats.org/officeDocument/2006/relationships/image" Target="../media/image67.wmf"/><Relationship Id="rId3" Type="http://schemas.openxmlformats.org/officeDocument/2006/relationships/image" Target="../media/image66.wmf"/><Relationship Id="rId2" Type="http://schemas.openxmlformats.org/officeDocument/2006/relationships/image" Target="../media/image65.wmf"/><Relationship Id="rId10" Type="http://schemas.openxmlformats.org/officeDocument/2006/relationships/image" Target="../media/image73.wmf"/><Relationship Id="rId1" Type="http://schemas.openxmlformats.org/officeDocument/2006/relationships/image" Target="../media/image64.wmf"/></Relationships>
</file>

<file path=ppt/drawings/_rels/vmlDrawing6.vml.rels><?xml version="1.0" encoding="UTF-8" standalone="yes"?>
<Relationships xmlns="http://schemas.openxmlformats.org/package/2006/relationships"><Relationship Id="rId7" Type="http://schemas.openxmlformats.org/officeDocument/2006/relationships/image" Target="../media/image79.wmf"/><Relationship Id="rId6" Type="http://schemas.openxmlformats.org/officeDocument/2006/relationships/image" Target="../media/image66.wmf"/><Relationship Id="rId5" Type="http://schemas.openxmlformats.org/officeDocument/2006/relationships/image" Target="../media/image65.wmf"/><Relationship Id="rId4" Type="http://schemas.openxmlformats.org/officeDocument/2006/relationships/image" Target="../media/image77.wmf"/><Relationship Id="rId3" Type="http://schemas.openxmlformats.org/officeDocument/2006/relationships/image" Target="../media/image76.wmf"/><Relationship Id="rId2" Type="http://schemas.openxmlformats.org/officeDocument/2006/relationships/image" Target="../media/image75.wmf"/><Relationship Id="rId1" Type="http://schemas.openxmlformats.org/officeDocument/2006/relationships/image" Target="../media/image74.wmf"/></Relationships>
</file>

<file path=ppt/drawings/_rels/vmlDrawing7.vml.rels><?xml version="1.0" encoding="UTF-8" standalone="yes"?>
<Relationships xmlns="http://schemas.openxmlformats.org/package/2006/relationships"><Relationship Id="rId9" Type="http://schemas.openxmlformats.org/officeDocument/2006/relationships/image" Target="../media/image88.wmf"/><Relationship Id="rId8" Type="http://schemas.openxmlformats.org/officeDocument/2006/relationships/image" Target="../media/image87.wmf"/><Relationship Id="rId7" Type="http://schemas.openxmlformats.org/officeDocument/2006/relationships/image" Target="../media/image86.wmf"/><Relationship Id="rId6" Type="http://schemas.openxmlformats.org/officeDocument/2006/relationships/image" Target="../media/image85.wmf"/><Relationship Id="rId5" Type="http://schemas.openxmlformats.org/officeDocument/2006/relationships/image" Target="../media/image84.wmf"/><Relationship Id="rId4" Type="http://schemas.openxmlformats.org/officeDocument/2006/relationships/image" Target="../media/image83.wmf"/><Relationship Id="rId3" Type="http://schemas.openxmlformats.org/officeDocument/2006/relationships/image" Target="../media/image82.wmf"/><Relationship Id="rId21" Type="http://schemas.openxmlformats.org/officeDocument/2006/relationships/image" Target="../media/image100.wmf"/><Relationship Id="rId20" Type="http://schemas.openxmlformats.org/officeDocument/2006/relationships/image" Target="../media/image99.wmf"/><Relationship Id="rId2" Type="http://schemas.openxmlformats.org/officeDocument/2006/relationships/image" Target="../media/image81.wmf"/><Relationship Id="rId19" Type="http://schemas.openxmlformats.org/officeDocument/2006/relationships/image" Target="../media/image98.wmf"/><Relationship Id="rId18" Type="http://schemas.openxmlformats.org/officeDocument/2006/relationships/image" Target="../media/image97.wmf"/><Relationship Id="rId17" Type="http://schemas.openxmlformats.org/officeDocument/2006/relationships/image" Target="../media/image96.wmf"/><Relationship Id="rId16" Type="http://schemas.openxmlformats.org/officeDocument/2006/relationships/image" Target="../media/image95.wmf"/><Relationship Id="rId15" Type="http://schemas.openxmlformats.org/officeDocument/2006/relationships/image" Target="../media/image94.wmf"/><Relationship Id="rId14" Type="http://schemas.openxmlformats.org/officeDocument/2006/relationships/image" Target="../media/image93.wmf"/><Relationship Id="rId13" Type="http://schemas.openxmlformats.org/officeDocument/2006/relationships/image" Target="../media/image92.wmf"/><Relationship Id="rId12" Type="http://schemas.openxmlformats.org/officeDocument/2006/relationships/image" Target="../media/image91.wmf"/><Relationship Id="rId11" Type="http://schemas.openxmlformats.org/officeDocument/2006/relationships/image" Target="../media/image90.wmf"/><Relationship Id="rId10" Type="http://schemas.openxmlformats.org/officeDocument/2006/relationships/image" Target="../media/image89.wmf"/><Relationship Id="rId1" Type="http://schemas.openxmlformats.org/officeDocument/2006/relationships/image" Target="../media/image80.wmf"/></Relationships>
</file>

<file path=ppt/drawings/_rels/vmlDrawing8.vml.rels><?xml version="1.0" encoding="UTF-8" standalone="yes"?>
<Relationships xmlns="http://schemas.openxmlformats.org/package/2006/relationships"><Relationship Id="rId9" Type="http://schemas.openxmlformats.org/officeDocument/2006/relationships/image" Target="../media/image109.wmf"/><Relationship Id="rId8" Type="http://schemas.openxmlformats.org/officeDocument/2006/relationships/image" Target="../media/image108.wmf"/><Relationship Id="rId7" Type="http://schemas.openxmlformats.org/officeDocument/2006/relationships/image" Target="../media/image107.wmf"/><Relationship Id="rId6" Type="http://schemas.openxmlformats.org/officeDocument/2006/relationships/image" Target="../media/image106.wmf"/><Relationship Id="rId5" Type="http://schemas.openxmlformats.org/officeDocument/2006/relationships/image" Target="../media/image105.wmf"/><Relationship Id="rId4" Type="http://schemas.openxmlformats.org/officeDocument/2006/relationships/image" Target="../media/image104.wmf"/><Relationship Id="rId3" Type="http://schemas.openxmlformats.org/officeDocument/2006/relationships/image" Target="../media/image103.wmf"/><Relationship Id="rId2" Type="http://schemas.openxmlformats.org/officeDocument/2006/relationships/image" Target="../media/image102.wmf"/><Relationship Id="rId12" Type="http://schemas.openxmlformats.org/officeDocument/2006/relationships/image" Target="../media/image112.wmf"/><Relationship Id="rId11" Type="http://schemas.openxmlformats.org/officeDocument/2006/relationships/image" Target="../media/image111.wmf"/><Relationship Id="rId10" Type="http://schemas.openxmlformats.org/officeDocument/2006/relationships/image" Target="../media/image110.wmf"/><Relationship Id="rId1" Type="http://schemas.openxmlformats.org/officeDocument/2006/relationships/image" Target="../media/image101.wmf"/></Relationships>
</file>

<file path=ppt/drawings/_rels/vmlDrawing9.vml.rels><?xml version="1.0" encoding="UTF-8" standalone="yes"?>
<Relationships xmlns="http://schemas.openxmlformats.org/package/2006/relationships"><Relationship Id="rId5" Type="http://schemas.openxmlformats.org/officeDocument/2006/relationships/image" Target="../media/image115.wmf"/><Relationship Id="rId4" Type="http://schemas.openxmlformats.org/officeDocument/2006/relationships/image" Target="../media/image55.wmf"/><Relationship Id="rId3" Type="http://schemas.openxmlformats.org/officeDocument/2006/relationships/image" Target="../media/image94.wmf"/><Relationship Id="rId2" Type="http://schemas.openxmlformats.org/officeDocument/2006/relationships/image" Target="../media/image114.wmf"/><Relationship Id="rId1" Type="http://schemas.openxmlformats.org/officeDocument/2006/relationships/image" Target="../media/image113.wmf"/></Relationships>
</file>

<file path=ppt/drawings/_rels/vmlDrawing10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5.wmf"/><Relationship Id="rId8" Type="http://schemas.openxmlformats.org/officeDocument/2006/relationships/image" Target="../media/image124.wmf"/><Relationship Id="rId7" Type="http://schemas.openxmlformats.org/officeDocument/2006/relationships/image" Target="../media/image123.wmf"/><Relationship Id="rId6" Type="http://schemas.openxmlformats.org/officeDocument/2006/relationships/image" Target="../media/image122.wmf"/><Relationship Id="rId5" Type="http://schemas.openxmlformats.org/officeDocument/2006/relationships/image" Target="../media/image121.wmf"/><Relationship Id="rId4" Type="http://schemas.openxmlformats.org/officeDocument/2006/relationships/image" Target="../media/image120.wmf"/><Relationship Id="rId3" Type="http://schemas.openxmlformats.org/officeDocument/2006/relationships/image" Target="../media/image119.wmf"/><Relationship Id="rId2" Type="http://schemas.openxmlformats.org/officeDocument/2006/relationships/image" Target="../media/image118.wmf"/><Relationship Id="rId11" Type="http://schemas.openxmlformats.org/officeDocument/2006/relationships/image" Target="../media/image126.wmf"/><Relationship Id="rId10" Type="http://schemas.openxmlformats.org/officeDocument/2006/relationships/image" Target="../media/image125.wmf"/><Relationship Id="rId1" Type="http://schemas.openxmlformats.org/officeDocument/2006/relationships/image" Target="../media/image117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wmf"/><Relationship Id="rId7" Type="http://schemas.openxmlformats.org/officeDocument/2006/relationships/image" Target="../media/image124.wmf"/><Relationship Id="rId6" Type="http://schemas.openxmlformats.org/officeDocument/2006/relationships/image" Target="../media/image130.wmf"/><Relationship Id="rId5" Type="http://schemas.openxmlformats.org/officeDocument/2006/relationships/image" Target="../media/image129.wmf"/><Relationship Id="rId4" Type="http://schemas.openxmlformats.org/officeDocument/2006/relationships/image" Target="../media/image128.wmf"/><Relationship Id="rId3" Type="http://schemas.openxmlformats.org/officeDocument/2006/relationships/image" Target="../media/image127.wmf"/><Relationship Id="rId2" Type="http://schemas.openxmlformats.org/officeDocument/2006/relationships/image" Target="../media/image94.wmf"/><Relationship Id="rId1" Type="http://schemas.openxmlformats.org/officeDocument/2006/relationships/image" Target="../media/image114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4.wmf"/></Relationships>
</file>

<file path=ppt/drawings/_rels/vmlDrawing13.vml.rels><?xml version="1.0" encoding="UTF-8" standalone="yes"?>
<Relationships xmlns="http://schemas.openxmlformats.org/package/2006/relationships"><Relationship Id="rId7" Type="http://schemas.openxmlformats.org/officeDocument/2006/relationships/image" Target="../media/image137.wmf"/><Relationship Id="rId6" Type="http://schemas.openxmlformats.org/officeDocument/2006/relationships/image" Target="../media/image136.wmf"/><Relationship Id="rId5" Type="http://schemas.openxmlformats.org/officeDocument/2006/relationships/image" Target="../media/image135.wmf"/><Relationship Id="rId4" Type="http://schemas.openxmlformats.org/officeDocument/2006/relationships/image" Target="../media/image134.wmf"/><Relationship Id="rId3" Type="http://schemas.openxmlformats.org/officeDocument/2006/relationships/image" Target="../media/image133.wmf"/><Relationship Id="rId2" Type="http://schemas.openxmlformats.org/officeDocument/2006/relationships/image" Target="../media/image132.wmf"/><Relationship Id="rId1" Type="http://schemas.openxmlformats.org/officeDocument/2006/relationships/image" Target="../media/image131.wmf"/></Relationships>
</file>

<file path=ppt/drawings/_rels/vmlDrawing14.vml.rels><?xml version="1.0" encoding="UTF-8" standalone="yes"?>
<Relationships xmlns="http://schemas.openxmlformats.org/package/2006/relationships"><Relationship Id="rId5" Type="http://schemas.openxmlformats.org/officeDocument/2006/relationships/image" Target="../media/image131.wmf"/><Relationship Id="rId4" Type="http://schemas.openxmlformats.org/officeDocument/2006/relationships/image" Target="../media/image135.wmf"/><Relationship Id="rId3" Type="http://schemas.openxmlformats.org/officeDocument/2006/relationships/image" Target="../media/image139.wmf"/><Relationship Id="rId2" Type="http://schemas.openxmlformats.org/officeDocument/2006/relationships/image" Target="../media/image138.wmf"/><Relationship Id="rId1" Type="http://schemas.openxmlformats.org/officeDocument/2006/relationships/image" Target="../media/image94.wmf"/></Relationships>
</file>

<file path=ppt/drawings/_rels/vmlDrawing15.vml.rels><?xml version="1.0" encoding="UTF-8" standalone="yes"?>
<Relationships xmlns="http://schemas.openxmlformats.org/package/2006/relationships"><Relationship Id="rId7" Type="http://schemas.openxmlformats.org/officeDocument/2006/relationships/image" Target="../media/image143.wmf"/><Relationship Id="rId6" Type="http://schemas.openxmlformats.org/officeDocument/2006/relationships/image" Target="../media/image142.wmf"/><Relationship Id="rId5" Type="http://schemas.openxmlformats.org/officeDocument/2006/relationships/image" Target="../media/image141.wmf"/><Relationship Id="rId4" Type="http://schemas.openxmlformats.org/officeDocument/2006/relationships/image" Target="../media/image140.wmf"/><Relationship Id="rId3" Type="http://schemas.openxmlformats.org/officeDocument/2006/relationships/image" Target="../media/image99.wmf"/><Relationship Id="rId2" Type="http://schemas.openxmlformats.org/officeDocument/2006/relationships/image" Target="../media/image98.wmf"/><Relationship Id="rId1" Type="http://schemas.openxmlformats.org/officeDocument/2006/relationships/image" Target="../media/image9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9DF81B-7435-47FF-810F-104EA4E5F61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36650" y="1143000"/>
            <a:ext cx="4584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65D60B-1BF6-4D2B-AF67-18B93172C66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4.xml"/><Relationship Id="rId8" Type="http://schemas.openxmlformats.org/officeDocument/2006/relationships/tags" Target="../tags/tag3.xml"/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2.png"/><Relationship Id="rId5" Type="http://schemas.openxmlformats.org/officeDocument/2006/relationships/tags" Target="../tags/tag2.xml"/><Relationship Id="rId4" Type="http://schemas.openxmlformats.org/officeDocument/2006/relationships/image" Target="file:///C:\Users\1V994W2\PycharmProjects\PPT_Background_Generation/pic_temp/0_pic_quater_right_down.png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2" Type="http://schemas.openxmlformats.org/officeDocument/2006/relationships/tags" Target="../tags/tag7.xml"/><Relationship Id="rId11" Type="http://schemas.openxmlformats.org/officeDocument/2006/relationships/tags" Target="../tags/tag6.xml"/><Relationship Id="rId10" Type="http://schemas.openxmlformats.org/officeDocument/2006/relationships/tags" Target="../tags/tag5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image" Target="file:///C:\Users\1V994W2\PycharmProjects\PPT_Background_Generation/pic_temp/pic_half_down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2.png"/><Relationship Id="rId5" Type="http://schemas.openxmlformats.org/officeDocument/2006/relationships/tags" Target="../tags/tag15.xml"/><Relationship Id="rId4" Type="http://schemas.openxmlformats.org/officeDocument/2006/relationships/image" Target="file:///C:\Users\1V994W2\PycharmProjects\PPT_Background_Generation/pic_temp/0_pic_quater_right_down.png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14.xml"/><Relationship Id="rId13" Type="http://schemas.openxmlformats.org/officeDocument/2006/relationships/tags" Target="../tags/tag21.xml"/><Relationship Id="rId12" Type="http://schemas.openxmlformats.org/officeDocument/2006/relationships/tags" Target="../tags/tag20.xml"/><Relationship Id="rId11" Type="http://schemas.openxmlformats.org/officeDocument/2006/relationships/tags" Target="../tags/tag19.xml"/><Relationship Id="rId10" Type="http://schemas.openxmlformats.org/officeDocument/2006/relationships/tags" Target="../tags/tag18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2.png"/><Relationship Id="rId5" Type="http://schemas.openxmlformats.org/officeDocument/2006/relationships/tags" Target="../tags/tag23.xml"/><Relationship Id="rId4" Type="http://schemas.openxmlformats.org/officeDocument/2006/relationships/image" Target="file:///C:\Users\1V994W2\PycharmProjects\PPT_Background_Generation/pic_temp/0_pic_quater_right_down.png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22.xml"/><Relationship Id="rId15" Type="http://schemas.openxmlformats.org/officeDocument/2006/relationships/tags" Target="../tags/tag31.xml"/><Relationship Id="rId14" Type="http://schemas.openxmlformats.org/officeDocument/2006/relationships/tags" Target="../tags/tag30.xml"/><Relationship Id="rId13" Type="http://schemas.openxmlformats.org/officeDocument/2006/relationships/tags" Target="../tags/tag29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image" Target="file:///C:\Users\1V994W2\PycharmProjects\PPT_Background_Generation/pic_temp/0_pic_quater_right_down.png" TargetMode="External"/><Relationship Id="rId7" Type="http://schemas.openxmlformats.org/officeDocument/2006/relationships/image" Target="../media/image1.png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image" Target="file:///C:\Users\1V994W2\Documents\Tencent%20Files\574576071\FileRecv\&#25340;&#35013;&#32032;&#26448;\&#20845;&#21313;1\\43\subject_holdright_10,121,190_0_staid_full_0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32.xml"/><Relationship Id="rId12" Type="http://schemas.openxmlformats.org/officeDocument/2006/relationships/tags" Target="../tags/tag38.xml"/><Relationship Id="rId11" Type="http://schemas.openxmlformats.org/officeDocument/2006/relationships/tags" Target="../tags/tag37.xml"/><Relationship Id="rId10" Type="http://schemas.openxmlformats.org/officeDocument/2006/relationships/tags" Target="../tags/tag3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2.png"/><Relationship Id="rId5" Type="http://schemas.openxmlformats.org/officeDocument/2006/relationships/tags" Target="../tags/tag43.xml"/><Relationship Id="rId4" Type="http://schemas.openxmlformats.org/officeDocument/2006/relationships/image" Target="file:///C:\Users\1V994W2\PycharmProjects\PPT_Background_Generation/pic_temp/0_pic_quater_right_down.png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42.xml"/><Relationship Id="rId13" Type="http://schemas.openxmlformats.org/officeDocument/2006/relationships/tags" Target="../tags/tag49.xml"/><Relationship Id="rId12" Type="http://schemas.openxmlformats.org/officeDocument/2006/relationships/tags" Target="../tags/tag48.xml"/><Relationship Id="rId11" Type="http://schemas.openxmlformats.org/officeDocument/2006/relationships/tags" Target="../tags/tag47.xml"/><Relationship Id="rId10" Type="http://schemas.openxmlformats.org/officeDocument/2006/relationships/tags" Target="../tags/tag46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2.png"/><Relationship Id="rId5" Type="http://schemas.openxmlformats.org/officeDocument/2006/relationships/tags" Target="../tags/tag51.xml"/><Relationship Id="rId4" Type="http://schemas.openxmlformats.org/officeDocument/2006/relationships/image" Target="file:///C:\Users\1V994W2\PycharmProjects\PPT_Background_Generation/pic_temp/0_pic_quater_right_down.png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50.xml"/><Relationship Id="rId12" Type="http://schemas.openxmlformats.org/officeDocument/2006/relationships/tags" Target="../tags/tag56.xml"/><Relationship Id="rId11" Type="http://schemas.openxmlformats.org/officeDocument/2006/relationships/tags" Target="../tags/tag55.xml"/><Relationship Id="rId10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60.xml"/><Relationship Id="rId8" Type="http://schemas.openxmlformats.org/officeDocument/2006/relationships/tags" Target="../tags/tag59.xml"/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2.png"/><Relationship Id="rId5" Type="http://schemas.openxmlformats.org/officeDocument/2006/relationships/tags" Target="../tags/tag58.xml"/><Relationship Id="rId4" Type="http://schemas.openxmlformats.org/officeDocument/2006/relationships/image" Target="file:///C:\Users\1V994W2\PycharmProjects\PPT_Background_Generation/pic_temp/0_pic_quater_right_down.png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57.xml"/><Relationship Id="rId11" Type="http://schemas.openxmlformats.org/officeDocument/2006/relationships/tags" Target="../tags/tag62.xml"/><Relationship Id="rId10" Type="http://schemas.openxmlformats.org/officeDocument/2006/relationships/tags" Target="../tags/tag61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5.png"/><Relationship Id="rId2" Type="http://schemas.openxmlformats.org/officeDocument/2006/relationships/tags" Target="../tags/tag63.xml"/><Relationship Id="rId12" Type="http://schemas.openxmlformats.org/officeDocument/2006/relationships/tags" Target="../tags/tag71.xml"/><Relationship Id="rId11" Type="http://schemas.openxmlformats.org/officeDocument/2006/relationships/tags" Target="../tags/tag70.xml"/><Relationship Id="rId10" Type="http://schemas.openxmlformats.org/officeDocument/2006/relationships/tags" Target="../tags/tag69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5.xml"/><Relationship Id="rId8" Type="http://schemas.openxmlformats.org/officeDocument/2006/relationships/tags" Target="../tags/tag74.xml"/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2.png"/><Relationship Id="rId5" Type="http://schemas.openxmlformats.org/officeDocument/2006/relationships/tags" Target="../tags/tag73.xml"/><Relationship Id="rId4" Type="http://schemas.openxmlformats.org/officeDocument/2006/relationships/image" Target="file:///C:\Users\1V994W2\PycharmProjects\PPT_Background_Generation/pic_temp/0_pic_quater_right_down.png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72.xml"/><Relationship Id="rId11" Type="http://schemas.openxmlformats.org/officeDocument/2006/relationships/tags" Target="../tags/tag77.xml"/><Relationship Id="rId10" Type="http://schemas.openxmlformats.org/officeDocument/2006/relationships/tags" Target="../tags/tag76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image" Target="file:///C:\Users\1V994W2\PycharmProjects\PPT_Background_Generation/pic_temp/1_pic_quater_left_down.png" TargetMode="External"/><Relationship Id="rId7" Type="http://schemas.openxmlformats.org/officeDocument/2006/relationships/image" Target="../media/image2.png"/><Relationship Id="rId6" Type="http://schemas.openxmlformats.org/officeDocument/2006/relationships/tags" Target="../tags/tag80.xml"/><Relationship Id="rId5" Type="http://schemas.openxmlformats.org/officeDocument/2006/relationships/image" Target="file:///C:\Users\1V994W2\PycharmProjects\PPT_Background_Generation/pic_temp/0_pic_quater_right_down.png" TargetMode="External"/><Relationship Id="rId4" Type="http://schemas.openxmlformats.org/officeDocument/2006/relationships/image" Target="../media/image1.png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3" Type="http://schemas.openxmlformats.org/officeDocument/2006/relationships/tags" Target="../tags/tag85.xml"/><Relationship Id="rId12" Type="http://schemas.openxmlformats.org/officeDocument/2006/relationships/tags" Target="../tags/tag84.xml"/><Relationship Id="rId11" Type="http://schemas.openxmlformats.org/officeDocument/2006/relationships/tags" Target="../tags/tag83.xml"/><Relationship Id="rId10" Type="http://schemas.openxmlformats.org/officeDocument/2006/relationships/tags" Target="../tags/tag82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image" Target="file:///C:\Users\1V994W2\PycharmProjects\PPT_Background_Generation/pic_temp/0_pic_quater_right_down.png" TargetMode="External"/><Relationship Id="rId4" Type="http://schemas.openxmlformats.org/officeDocument/2006/relationships/image" Target="../media/image1.png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1" Type="http://schemas.openxmlformats.org/officeDocument/2006/relationships/tags" Target="../tags/tag93.xml"/><Relationship Id="rId10" Type="http://schemas.openxmlformats.org/officeDocument/2006/relationships/tags" Target="../tags/tag92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97.xml"/><Relationship Id="rId8" Type="http://schemas.openxmlformats.org/officeDocument/2006/relationships/image" Target="file:///C:\Users\1V994W2\PycharmProjects\PPT_Background_Generation/pic_temp/1_pic_quater_left_down.png" TargetMode="External"/><Relationship Id="rId7" Type="http://schemas.openxmlformats.org/officeDocument/2006/relationships/image" Target="../media/image2.png"/><Relationship Id="rId6" Type="http://schemas.openxmlformats.org/officeDocument/2006/relationships/tags" Target="../tags/tag96.xml"/><Relationship Id="rId5" Type="http://schemas.openxmlformats.org/officeDocument/2006/relationships/image" Target="file:///C:\Users\1V994W2\PycharmProjects\PPT_Background_Generation/pic_temp/0_pic_quater_right_down.png" TargetMode="External"/><Relationship Id="rId4" Type="http://schemas.openxmlformats.org/officeDocument/2006/relationships/image" Target="../media/image1.png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4" Type="http://schemas.openxmlformats.org/officeDocument/2006/relationships/tags" Target="../tags/tag102.xml"/><Relationship Id="rId13" Type="http://schemas.openxmlformats.org/officeDocument/2006/relationships/tags" Target="../tags/tag101.xml"/><Relationship Id="rId12" Type="http://schemas.openxmlformats.org/officeDocument/2006/relationships/tags" Target="../tags/tag100.xml"/><Relationship Id="rId11" Type="http://schemas.openxmlformats.org/officeDocument/2006/relationships/tags" Target="../tags/tag99.xml"/><Relationship Id="rId10" Type="http://schemas.openxmlformats.org/officeDocument/2006/relationships/tags" Target="../tags/tag98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06.xml"/><Relationship Id="rId8" Type="http://schemas.openxmlformats.org/officeDocument/2006/relationships/image" Target="file:///C:\Users\1V994W2\PycharmProjects\PPT_Background_Generation/pic_temp/1_pic_quater_left_down.png" TargetMode="External"/><Relationship Id="rId7" Type="http://schemas.openxmlformats.org/officeDocument/2006/relationships/image" Target="../media/image2.png"/><Relationship Id="rId6" Type="http://schemas.openxmlformats.org/officeDocument/2006/relationships/tags" Target="../tags/tag105.xml"/><Relationship Id="rId5" Type="http://schemas.openxmlformats.org/officeDocument/2006/relationships/image" Target="file:///C:\Users\1V994W2\PycharmProjects\PPT_Background_Generation/pic_temp/0_pic_quater_right_down.png" TargetMode="External"/><Relationship Id="rId4" Type="http://schemas.openxmlformats.org/officeDocument/2006/relationships/image" Target="../media/image1.png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4" Type="http://schemas.openxmlformats.org/officeDocument/2006/relationships/tags" Target="../tags/tag111.xml"/><Relationship Id="rId13" Type="http://schemas.openxmlformats.org/officeDocument/2006/relationships/tags" Target="../tags/tag110.xml"/><Relationship Id="rId12" Type="http://schemas.openxmlformats.org/officeDocument/2006/relationships/tags" Target="../tags/tag109.xml"/><Relationship Id="rId11" Type="http://schemas.openxmlformats.org/officeDocument/2006/relationships/tags" Target="../tags/tag108.xml"/><Relationship Id="rId10" Type="http://schemas.openxmlformats.org/officeDocument/2006/relationships/tags" Target="../tags/tag107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15.xml"/><Relationship Id="rId8" Type="http://schemas.openxmlformats.org/officeDocument/2006/relationships/image" Target="file:///C:\Users\1V994W2\PycharmProjects\PPT_Background_Generation/pic_temp/1_pic_quater_left_down.png" TargetMode="External"/><Relationship Id="rId7" Type="http://schemas.openxmlformats.org/officeDocument/2006/relationships/image" Target="../media/image2.png"/><Relationship Id="rId6" Type="http://schemas.openxmlformats.org/officeDocument/2006/relationships/tags" Target="../tags/tag114.xml"/><Relationship Id="rId5" Type="http://schemas.openxmlformats.org/officeDocument/2006/relationships/image" Target="file:///C:\Users\1V994W2\PycharmProjects\PPT_Background_Generation/pic_temp/0_pic_quater_right_down.png" TargetMode="External"/><Relationship Id="rId4" Type="http://schemas.openxmlformats.org/officeDocument/2006/relationships/image" Target="../media/image1.png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6" Type="http://schemas.openxmlformats.org/officeDocument/2006/relationships/tags" Target="../tags/tag122.xml"/><Relationship Id="rId15" Type="http://schemas.openxmlformats.org/officeDocument/2006/relationships/tags" Target="../tags/tag121.xml"/><Relationship Id="rId14" Type="http://schemas.openxmlformats.org/officeDocument/2006/relationships/tags" Target="../tags/tag120.xml"/><Relationship Id="rId13" Type="http://schemas.openxmlformats.org/officeDocument/2006/relationships/tags" Target="../tags/tag119.xml"/><Relationship Id="rId12" Type="http://schemas.openxmlformats.org/officeDocument/2006/relationships/tags" Target="../tags/tag118.xml"/><Relationship Id="rId11" Type="http://schemas.openxmlformats.org/officeDocument/2006/relationships/tags" Target="../tags/tag117.xml"/><Relationship Id="rId10" Type="http://schemas.openxmlformats.org/officeDocument/2006/relationships/tags" Target="../tags/tag116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26.xml"/><Relationship Id="rId8" Type="http://schemas.openxmlformats.org/officeDocument/2006/relationships/image" Target="file:///C:\Users\1V994W2\PycharmProjects\PPT_Background_Generation/pic_temp/1_pic_quater_left_down.png" TargetMode="External"/><Relationship Id="rId7" Type="http://schemas.openxmlformats.org/officeDocument/2006/relationships/image" Target="../media/image2.png"/><Relationship Id="rId6" Type="http://schemas.openxmlformats.org/officeDocument/2006/relationships/tags" Target="../tags/tag125.xml"/><Relationship Id="rId5" Type="http://schemas.openxmlformats.org/officeDocument/2006/relationships/image" Target="file:///C:\Users\1V994W2\PycharmProjects\PPT_Background_Generation/pic_temp/0_pic_quater_right_down.png" TargetMode="External"/><Relationship Id="rId4" Type="http://schemas.openxmlformats.org/officeDocument/2006/relationships/image" Target="../media/image1.png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3" Type="http://schemas.openxmlformats.org/officeDocument/2006/relationships/tags" Target="../tags/tag130.xml"/><Relationship Id="rId12" Type="http://schemas.openxmlformats.org/officeDocument/2006/relationships/tags" Target="../tags/tag129.xml"/><Relationship Id="rId11" Type="http://schemas.openxmlformats.org/officeDocument/2006/relationships/tags" Target="../tags/tag128.xml"/><Relationship Id="rId10" Type="http://schemas.openxmlformats.org/officeDocument/2006/relationships/tags" Target="../tags/tag127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509214"/>
          </a:xfrm>
          <a:prstGeom prst="rect">
            <a:avLst/>
          </a:prstGeom>
        </p:spPr>
      </p:pic>
      <p:pic>
        <p:nvPicPr>
          <p:cNvPr id="7" name="图片 6"/>
          <p:cNvPicPr/>
          <p:nvPr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50921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82" y="530526"/>
            <a:ext cx="10852237" cy="529006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9"/>
            </p:custDataLst>
          </p:nvPr>
        </p:nvSpPr>
        <p:spPr>
          <a:xfrm>
            <a:off x="669882" y="1140099"/>
            <a:ext cx="10852237" cy="645022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000" y="0"/>
            <a:ext cx="4064000" cy="1366891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副标题 1"/>
          <p:cNvSpPr>
            <a:spLocks noGrp="1"/>
          </p:cNvSpPr>
          <p:nvPr>
            <p:ph type="subTitle" idx="13" hasCustomPrompt="1"/>
            <p:custDataLst>
              <p:tags r:id="rId8"/>
            </p:custDataLst>
          </p:nvPr>
        </p:nvSpPr>
        <p:spPr>
          <a:xfrm>
            <a:off x="4702175" y="5527536"/>
            <a:ext cx="4536440" cy="38535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kumimoji="0" lang="zh-CN" altLang="en-US" sz="1800" b="0" i="0" spc="20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0" marR="0" lvl="0" indent="0">
              <a:lnSpc>
                <a:spcPct val="100000"/>
              </a:lnSpc>
              <a:spcAft>
                <a:spcPts val="0"/>
              </a:spcAft>
              <a:buClrTx/>
              <a:buSzTx/>
              <a:buNone/>
            </a:pPr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ctrTitle" idx="14" hasCustomPrompt="1"/>
            <p:custDataLst>
              <p:tags r:id="rId9"/>
            </p:custDataLst>
          </p:nvPr>
        </p:nvSpPr>
        <p:spPr>
          <a:xfrm>
            <a:off x="4702175" y="4284077"/>
            <a:ext cx="4536440" cy="1000239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kumimoji="0" lang="zh-CN" altLang="en-US" sz="4000" b="0" i="0" spc="40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pPr marL="0" marR="0" lvl="0" indent="0">
              <a:spcAft>
                <a:spcPts val="0"/>
              </a:spcAft>
              <a:buClrTx/>
              <a:buSzTx/>
              <a:buFontTx/>
            </a:pPr>
            <a:r>
              <a:rPr lang="zh-CN" altLang="en-US" dirty="0"/>
              <a:t>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509214"/>
          </a:xfrm>
          <a:prstGeom prst="rect">
            <a:avLst/>
          </a:prstGeom>
        </p:spPr>
      </p:pic>
      <p:pic>
        <p:nvPicPr>
          <p:cNvPr id="8" name="图片 7"/>
          <p:cNvPicPr/>
          <p:nvPr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50921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82" y="530526"/>
            <a:ext cx="10852237" cy="529006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9"/>
            </p:custDataLst>
          </p:nvPr>
        </p:nvSpPr>
        <p:spPr>
          <a:xfrm>
            <a:off x="669930" y="1140099"/>
            <a:ext cx="5283242" cy="645022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0"/>
            </p:custDataLst>
          </p:nvPr>
        </p:nvSpPr>
        <p:spPr>
          <a:xfrm>
            <a:off x="6238877" y="1140099"/>
            <a:ext cx="5283242" cy="6450222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509214"/>
          </a:xfrm>
          <a:prstGeom prst="rect">
            <a:avLst/>
          </a:prstGeom>
        </p:spPr>
      </p:pic>
      <p:pic>
        <p:nvPicPr>
          <p:cNvPr id="10" name="图片 9"/>
          <p:cNvPicPr/>
          <p:nvPr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50921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82" y="530526"/>
            <a:ext cx="10852237" cy="529006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9"/>
            </p:custDataLst>
          </p:nvPr>
        </p:nvSpPr>
        <p:spPr>
          <a:xfrm>
            <a:off x="669930" y="1140099"/>
            <a:ext cx="5283242" cy="456039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0"/>
            </p:custDataLst>
          </p:nvPr>
        </p:nvSpPr>
        <p:spPr>
          <a:xfrm>
            <a:off x="669925" y="1683532"/>
            <a:ext cx="5283200" cy="5906624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11"/>
            </p:custDataLst>
          </p:nvPr>
        </p:nvSpPr>
        <p:spPr>
          <a:xfrm>
            <a:off x="6235750" y="1140099"/>
            <a:ext cx="5283242" cy="456039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2"/>
            </p:custDataLst>
          </p:nvPr>
        </p:nvSpPr>
        <p:spPr>
          <a:xfrm>
            <a:off x="6235750" y="1683532"/>
            <a:ext cx="5283242" cy="5906624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8080" y="2626766"/>
            <a:ext cx="4389120" cy="2955112"/>
          </a:xfrm>
          <a:prstGeom prst="rect">
            <a:avLst/>
          </a:prstGeom>
        </p:spPr>
      </p:pic>
      <p:sp>
        <p:nvSpPr>
          <p:cNvPr id="7" name="任意多边形 6"/>
          <p:cNvSpPr/>
          <p:nvPr>
            <p:custDataLst>
              <p:tags r:id="rId5"/>
            </p:custDataLst>
          </p:nvPr>
        </p:nvSpPr>
        <p:spPr>
          <a:xfrm flipH="1">
            <a:off x="0" y="0"/>
            <a:ext cx="7313295" cy="8208645"/>
          </a:xfrm>
          <a:custGeom>
            <a:avLst/>
            <a:gdLst>
              <a:gd name="connsiteX0" fmla="*/ 1714500 w 7314000"/>
              <a:gd name="connsiteY0" fmla="*/ 0 h 6858000"/>
              <a:gd name="connsiteX1" fmla="*/ 7314000 w 7314000"/>
              <a:gd name="connsiteY1" fmla="*/ 0 h 6858000"/>
              <a:gd name="connsiteX2" fmla="*/ 7314000 w 7314000"/>
              <a:gd name="connsiteY2" fmla="*/ 6858000 h 6858000"/>
              <a:gd name="connsiteX3" fmla="*/ 0 w 7314000"/>
              <a:gd name="connsiteY3" fmla="*/ 6858000 h 6858000"/>
              <a:gd name="connsiteX4" fmla="*/ 1714500 w 7314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4000" h="6858000">
                <a:moveTo>
                  <a:pt x="1714500" y="0"/>
                </a:moveTo>
                <a:lnTo>
                  <a:pt x="7314000" y="0"/>
                </a:lnTo>
                <a:lnTo>
                  <a:pt x="7314000" y="6858000"/>
                </a:lnTo>
                <a:lnTo>
                  <a:pt x="0" y="6858000"/>
                </a:lnTo>
                <a:lnTo>
                  <a:pt x="1714500" y="0"/>
                </a:lnTo>
                <a:close/>
              </a:path>
            </a:pathLst>
          </a:cu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6" name="图片 5"/>
          <p:cNvPicPr/>
          <p:nvPr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99431"/>
            <a:ext cx="720090" cy="50921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509214"/>
          </a:xfrm>
          <a:prstGeom prst="rect">
            <a:avLst/>
          </a:prstGeom>
        </p:spPr>
      </p:pic>
      <p:pic>
        <p:nvPicPr>
          <p:cNvPr id="8" name="图片 7"/>
          <p:cNvPicPr/>
          <p:nvPr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50921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930" y="530526"/>
            <a:ext cx="10852237" cy="529006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669930" y="1140099"/>
            <a:ext cx="5283242" cy="6450222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6238925" y="1140099"/>
            <a:ext cx="5283242" cy="645022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509214"/>
          </a:xfrm>
          <a:prstGeom prst="rect">
            <a:avLst/>
          </a:prstGeom>
        </p:spPr>
      </p:pic>
      <p:pic>
        <p:nvPicPr>
          <p:cNvPr id="7" name="图片 6"/>
          <p:cNvPicPr/>
          <p:nvPr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509214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10571135" y="1140099"/>
            <a:ext cx="950984" cy="6450222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669925" y="1140090"/>
            <a:ext cx="9828101" cy="6450222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509214"/>
          </a:xfrm>
          <a:prstGeom prst="rect">
            <a:avLst/>
          </a:prstGeom>
        </p:spPr>
      </p:pic>
      <p:pic>
        <p:nvPicPr>
          <p:cNvPr id="6" name="图片 5"/>
          <p:cNvPicPr/>
          <p:nvPr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509214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69930" y="1140099"/>
            <a:ext cx="10852237" cy="6450222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8208645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8"/>
            </p:custDataLst>
          </p:nvPr>
        </p:nvSpPr>
        <p:spPr>
          <a:xfrm>
            <a:off x="3413124" y="2808040"/>
            <a:ext cx="5365750" cy="1674412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zh-CN" altLang="en-US" sz="8000" b="0" spc="10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pPr marL="0" lvl="0" algn="dist"/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9"/>
            </p:custDataLst>
          </p:nvPr>
        </p:nvSpPr>
        <p:spPr>
          <a:xfrm>
            <a:off x="3412807" y="4863242"/>
            <a:ext cx="5399405" cy="537362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zh-CN" altLang="en-US" sz="2000" spc="20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lvl="0" indent="0" algn="ctr">
              <a:lnSpc>
                <a:spcPct val="100000"/>
              </a:lnSpc>
              <a:spcAft>
                <a:spcPts val="0"/>
              </a:spcAft>
              <a:buClrTx/>
              <a:buSzTx/>
              <a:buNone/>
            </a:pPr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grpSp>
        <p:nvGrpSpPr>
          <p:cNvPr id="8" name="组合 7"/>
          <p:cNvGrpSpPr/>
          <p:nvPr>
            <p:custDataLst>
              <p:tags r:id="rId10"/>
            </p:custDataLst>
          </p:nvPr>
        </p:nvGrpSpPr>
        <p:grpSpPr>
          <a:xfrm>
            <a:off x="3398202" y="4728712"/>
            <a:ext cx="5395595" cy="671893"/>
            <a:chOff x="4893" y="5392"/>
            <a:chExt cx="9414" cy="884"/>
          </a:xfrm>
        </p:grpSpPr>
        <p:cxnSp>
          <p:nvCxnSpPr>
            <p:cNvPr id="9" name="直接连接符 8"/>
            <p:cNvCxnSpPr/>
            <p:nvPr>
              <p:custDataLst>
                <p:tags r:id="rId11"/>
              </p:custDataLst>
            </p:nvPr>
          </p:nvCxnSpPr>
          <p:spPr>
            <a:xfrm>
              <a:off x="4893" y="5392"/>
              <a:ext cx="9414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>
              <p:custDataLst>
                <p:tags r:id="rId12"/>
              </p:custDataLst>
            </p:nvPr>
          </p:nvCxnSpPr>
          <p:spPr>
            <a:xfrm>
              <a:off x="4893" y="6276"/>
              <a:ext cx="9414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509214"/>
          </a:xfrm>
          <a:prstGeom prst="rect">
            <a:avLst/>
          </a:prstGeom>
        </p:spPr>
      </p:pic>
      <p:pic>
        <p:nvPicPr>
          <p:cNvPr id="6" name="图片 5"/>
          <p:cNvPicPr/>
          <p:nvPr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50921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292075" y="363642"/>
            <a:ext cx="11607851" cy="7481360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509214"/>
          </a:xfrm>
          <a:prstGeom prst="rect">
            <a:avLst/>
          </a:prstGeom>
        </p:spPr>
      </p:pic>
      <p:pic>
        <p:nvPicPr>
          <p:cNvPr id="8" name="图片 7"/>
          <p:cNvPicPr/>
          <p:nvPr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50921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495223"/>
            <a:ext cx="9626400" cy="866109"/>
          </a:xfrm>
        </p:spPr>
        <p:txBody>
          <a:bodyPr wrap="square" anchor="ctr">
            <a:normAutofit/>
          </a:bodyPr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281113" y="2589709"/>
            <a:ext cx="9626600" cy="4123713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0"/>
            <a:ext cx="4824603" cy="8208645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/>
          <p:nvPr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50921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83200" y="922126"/>
            <a:ext cx="3960000" cy="1055705"/>
          </a:xfrm>
        </p:spPr>
        <p:txBody>
          <a:bodyPr wrap="square" anchor="ctr" anchorCtr="0">
            <a:normAutofit/>
          </a:bodyPr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586800" y="2111410"/>
            <a:ext cx="3956400" cy="4899333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5101200" y="921573"/>
            <a:ext cx="6480000" cy="6089978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3189059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509214"/>
          </a:xfrm>
          <a:prstGeom prst="rect">
            <a:avLst/>
          </a:prstGeom>
        </p:spPr>
      </p:pic>
      <p:pic>
        <p:nvPicPr>
          <p:cNvPr id="8" name="图片 7"/>
          <p:cNvPicPr/>
          <p:nvPr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50921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935053"/>
            <a:ext cx="10976400" cy="749766"/>
          </a:xfrm>
        </p:spPr>
        <p:txBody>
          <a:bodyPr wrap="square" anchor="ctr">
            <a:normAutofit/>
          </a:bodyPr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986449"/>
            <a:ext cx="10975975" cy="99107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3361020"/>
            <a:ext cx="10965600" cy="410647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0" y="6019399"/>
            <a:ext cx="12192000" cy="2189246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509214"/>
          </a:xfrm>
          <a:prstGeom prst="rect">
            <a:avLst/>
          </a:prstGeom>
        </p:spPr>
      </p:pic>
      <p:pic>
        <p:nvPicPr>
          <p:cNvPr id="8" name="图片 7"/>
          <p:cNvPicPr/>
          <p:nvPr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50921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801474"/>
            <a:ext cx="10976400" cy="676513"/>
          </a:xfrm>
        </p:spPr>
        <p:txBody>
          <a:bodyPr wrap="square" anchor="ctr" anchorCtr="0">
            <a:normAutofit/>
          </a:bodyPr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2012303"/>
            <a:ext cx="10990800" cy="3843628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6200651"/>
            <a:ext cx="11001600" cy="1210829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1094486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/>
          <p:nvPr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7699431"/>
            <a:ext cx="720090" cy="509214"/>
          </a:xfrm>
          <a:prstGeom prst="rect">
            <a:avLst/>
          </a:prstGeom>
        </p:spPr>
      </p:pic>
      <p:pic>
        <p:nvPicPr>
          <p:cNvPr id="10" name="图片 9"/>
          <p:cNvPicPr/>
          <p:nvPr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99431"/>
            <a:ext cx="720090" cy="50921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84394"/>
            <a:ext cx="11037600" cy="529006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990758"/>
            <a:ext cx="5342400" cy="3464436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990758"/>
            <a:ext cx="5367600" cy="3464436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5765442"/>
            <a:ext cx="5342400" cy="935053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5761133"/>
            <a:ext cx="5367600" cy="935053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1141515"/>
            <a:ext cx="12192000" cy="5925615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797" y="7062913"/>
            <a:ext cx="1620202" cy="1145732"/>
          </a:xfrm>
          <a:prstGeom prst="rect">
            <a:avLst/>
          </a:prstGeom>
        </p:spPr>
      </p:pic>
      <p:pic>
        <p:nvPicPr>
          <p:cNvPr id="8" name="图片 7"/>
          <p:cNvPicPr/>
          <p:nvPr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062913"/>
            <a:ext cx="1620202" cy="11457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602948"/>
            <a:ext cx="9144000" cy="2856867"/>
          </a:xfrm>
        </p:spPr>
        <p:txBody>
          <a:bodyPr wrap="square" anchor="b">
            <a:normAutofit/>
          </a:bodyPr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4623557"/>
            <a:ext cx="9144000" cy="198214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 userDrawn="1"/>
        </p:nvSpPr>
        <p:spPr>
          <a:xfrm>
            <a:off x="2025540" y="225337"/>
            <a:ext cx="1065530" cy="265430"/>
          </a:xfrm>
          <a:prstGeom prst="rect">
            <a:avLst/>
          </a:prstGeom>
          <a:noFill/>
        </p:spPr>
        <p:txBody>
          <a:bodyPr wrap="none" lIns="87430" tIns="43715" rIns="87430" bIns="43715" rtlCol="0">
            <a:spAutoFit/>
          </a:bodyPr>
          <a:lstStyle/>
          <a:p>
            <a:r>
              <a:rPr lang="zh-CN" altLang="en-US" sz="117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长沙理工大学</a:t>
            </a:r>
            <a:endParaRPr lang="zh-CN" altLang="en-US" sz="117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1944858" y="556142"/>
            <a:ext cx="21382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 userDrawn="1"/>
        </p:nvSpPr>
        <p:spPr>
          <a:xfrm>
            <a:off x="1967403" y="626483"/>
            <a:ext cx="2848857" cy="241300"/>
          </a:xfrm>
          <a:prstGeom prst="rect">
            <a:avLst/>
          </a:prstGeom>
          <a:noFill/>
        </p:spPr>
        <p:txBody>
          <a:bodyPr wrap="square" lIns="87430" tIns="43715" rIns="87430" bIns="43715" rtlCol="0">
            <a:spAutoFit/>
          </a:bodyPr>
          <a:lstStyle/>
          <a:p>
            <a:r>
              <a:rPr lang="en-US" altLang="zh-CN" sz="101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Changsha University of Science and  Technology</a:t>
            </a:r>
            <a:endParaRPr lang="zh-CN" altLang="en-US" sz="101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813" y="220378"/>
            <a:ext cx="721997" cy="789643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4" Type="http://schemas.openxmlformats.org/officeDocument/2006/relationships/theme" Target="../theme/theme1.xml"/><Relationship Id="rId43" Type="http://schemas.openxmlformats.org/officeDocument/2006/relationships/image" Target="file:///C:\Users\1V994W2\PycharmProjects\PPT_Background_Generation/pic_temp/pic_sup.png" TargetMode="External"/><Relationship Id="rId42" Type="http://schemas.openxmlformats.org/officeDocument/2006/relationships/image" Target="../media/image5.png"/><Relationship Id="rId41" Type="http://schemas.openxmlformats.org/officeDocument/2006/relationships/tags" Target="../tags/tag137.xml"/><Relationship Id="rId40" Type="http://schemas.openxmlformats.org/officeDocument/2006/relationships/tags" Target="../tags/tag136.xml"/><Relationship Id="rId4" Type="http://schemas.openxmlformats.org/officeDocument/2006/relationships/slideLayout" Target="../slideLayouts/slideLayout4.xml"/><Relationship Id="rId39" Type="http://schemas.openxmlformats.org/officeDocument/2006/relationships/tags" Target="../tags/tag135.xml"/><Relationship Id="rId38" Type="http://schemas.openxmlformats.org/officeDocument/2006/relationships/tags" Target="../tags/tag134.xml"/><Relationship Id="rId37" Type="http://schemas.openxmlformats.org/officeDocument/2006/relationships/tags" Target="../tags/tag133.xml"/><Relationship Id="rId36" Type="http://schemas.openxmlformats.org/officeDocument/2006/relationships/tags" Target="../tags/tag132.xml"/><Relationship Id="rId35" Type="http://schemas.openxmlformats.org/officeDocument/2006/relationships/tags" Target="../tags/tag131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35"/>
            </p:custDataLst>
          </p:nvPr>
        </p:nvSpPr>
        <p:spPr>
          <a:xfrm>
            <a:off x="669882" y="530522"/>
            <a:ext cx="10852237" cy="529006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6"/>
            </p:custDataLst>
          </p:nvPr>
        </p:nvSpPr>
        <p:spPr>
          <a:xfrm>
            <a:off x="669882" y="1150740"/>
            <a:ext cx="10852237" cy="6450222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37"/>
            </p:custDataLst>
          </p:nvPr>
        </p:nvSpPr>
        <p:spPr>
          <a:xfrm>
            <a:off x="879742" y="7600397"/>
            <a:ext cx="2700000" cy="37919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38"/>
            </p:custDataLst>
          </p:nvPr>
        </p:nvSpPr>
        <p:spPr>
          <a:xfrm>
            <a:off x="4116000" y="7600397"/>
            <a:ext cx="3960000" cy="37919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39"/>
            </p:custDataLst>
          </p:nvPr>
        </p:nvSpPr>
        <p:spPr>
          <a:xfrm>
            <a:off x="8610600" y="7600397"/>
            <a:ext cx="2700000" cy="37919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4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/>
          <p:nvPr userDrawn="1">
            <p:custDataLst>
              <p:tags r:id="rId41"/>
            </p:custDataLst>
          </p:nvPr>
        </p:nvPicPr>
        <p:blipFill>
          <a:blip r:embed="rId42" r:link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820864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1.xml"/><Relationship Id="rId1" Type="http://schemas.openxmlformats.org/officeDocument/2006/relationships/tags" Target="../tags/tag138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10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9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8.wmf"/><Relationship Id="rId34" Type="http://schemas.openxmlformats.org/officeDocument/2006/relationships/vmlDrawing" Target="../drawings/vmlDrawing1.vml"/><Relationship Id="rId33" Type="http://schemas.openxmlformats.org/officeDocument/2006/relationships/slideLayout" Target="../slideLayouts/slideLayout30.xml"/><Relationship Id="rId32" Type="http://schemas.openxmlformats.org/officeDocument/2006/relationships/tags" Target="../tags/tag139.xml"/><Relationship Id="rId31" Type="http://schemas.openxmlformats.org/officeDocument/2006/relationships/image" Target="../media/image20.wmf"/><Relationship Id="rId30" Type="http://schemas.openxmlformats.org/officeDocument/2006/relationships/oleObject" Target="../embeddings/oleObject17.bin"/><Relationship Id="rId3" Type="http://schemas.openxmlformats.org/officeDocument/2006/relationships/oleObject" Target="../embeddings/oleObject2.bin"/><Relationship Id="rId29" Type="http://schemas.openxmlformats.org/officeDocument/2006/relationships/image" Target="../media/image19.wmf"/><Relationship Id="rId28" Type="http://schemas.openxmlformats.org/officeDocument/2006/relationships/oleObject" Target="../embeddings/oleObject16.bin"/><Relationship Id="rId27" Type="http://schemas.openxmlformats.org/officeDocument/2006/relationships/image" Target="../media/image18.jpeg"/><Relationship Id="rId26" Type="http://schemas.openxmlformats.org/officeDocument/2006/relationships/image" Target="../media/image17.wmf"/><Relationship Id="rId25" Type="http://schemas.openxmlformats.org/officeDocument/2006/relationships/oleObject" Target="../embeddings/oleObject15.bin"/><Relationship Id="rId24" Type="http://schemas.openxmlformats.org/officeDocument/2006/relationships/image" Target="../media/image16.wmf"/><Relationship Id="rId23" Type="http://schemas.openxmlformats.org/officeDocument/2006/relationships/oleObject" Target="../embeddings/oleObject14.bin"/><Relationship Id="rId22" Type="http://schemas.openxmlformats.org/officeDocument/2006/relationships/image" Target="../media/image15.wmf"/><Relationship Id="rId21" Type="http://schemas.openxmlformats.org/officeDocument/2006/relationships/oleObject" Target="../embeddings/oleObject13.bin"/><Relationship Id="rId20" Type="http://schemas.openxmlformats.org/officeDocument/2006/relationships/image" Target="../media/image14.wmf"/><Relationship Id="rId2" Type="http://schemas.openxmlformats.org/officeDocument/2006/relationships/image" Target="../media/image7.wmf"/><Relationship Id="rId19" Type="http://schemas.openxmlformats.org/officeDocument/2006/relationships/oleObject" Target="../embeddings/oleObject12.bin"/><Relationship Id="rId18" Type="http://schemas.openxmlformats.org/officeDocument/2006/relationships/oleObject" Target="../embeddings/oleObject11.bin"/><Relationship Id="rId17" Type="http://schemas.openxmlformats.org/officeDocument/2006/relationships/oleObject" Target="../embeddings/oleObject10.bin"/><Relationship Id="rId16" Type="http://schemas.openxmlformats.org/officeDocument/2006/relationships/oleObject" Target="../embeddings/oleObject9.bin"/><Relationship Id="rId15" Type="http://schemas.openxmlformats.org/officeDocument/2006/relationships/image" Target="../media/image13.wmf"/><Relationship Id="rId14" Type="http://schemas.openxmlformats.org/officeDocument/2006/relationships/oleObject" Target="../embeddings/oleObject8.bin"/><Relationship Id="rId13" Type="http://schemas.openxmlformats.org/officeDocument/2006/relationships/oleObject" Target="../embeddings/oleObject7.bin"/><Relationship Id="rId12" Type="http://schemas.openxmlformats.org/officeDocument/2006/relationships/image" Target="../media/image12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11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44.xml"/><Relationship Id="rId8" Type="http://schemas.openxmlformats.org/officeDocument/2006/relationships/image" Target="../media/image21.wmf"/><Relationship Id="rId7" Type="http://schemas.openxmlformats.org/officeDocument/2006/relationships/oleObject" Target="../embeddings/oleObject19.bin"/><Relationship Id="rId6" Type="http://schemas.openxmlformats.org/officeDocument/2006/relationships/tags" Target="../tags/tag143.xml"/><Relationship Id="rId53" Type="http://schemas.openxmlformats.org/officeDocument/2006/relationships/vmlDrawing" Target="../drawings/vmlDrawing2.vml"/><Relationship Id="rId52" Type="http://schemas.openxmlformats.org/officeDocument/2006/relationships/slideLayout" Target="../slideLayouts/slideLayout29.xml"/><Relationship Id="rId51" Type="http://schemas.openxmlformats.org/officeDocument/2006/relationships/tags" Target="../tags/tag159.xml"/><Relationship Id="rId50" Type="http://schemas.openxmlformats.org/officeDocument/2006/relationships/image" Target="../media/image33.wmf"/><Relationship Id="rId5" Type="http://schemas.openxmlformats.org/officeDocument/2006/relationships/tags" Target="../tags/tag142.xml"/><Relationship Id="rId49" Type="http://schemas.openxmlformats.org/officeDocument/2006/relationships/oleObject" Target="../embeddings/oleObject34.bin"/><Relationship Id="rId48" Type="http://schemas.openxmlformats.org/officeDocument/2006/relationships/tags" Target="../tags/tag158.xml"/><Relationship Id="rId47" Type="http://schemas.openxmlformats.org/officeDocument/2006/relationships/image" Target="../media/image32.wmf"/><Relationship Id="rId46" Type="http://schemas.openxmlformats.org/officeDocument/2006/relationships/oleObject" Target="../embeddings/oleObject33.bin"/><Relationship Id="rId45" Type="http://schemas.openxmlformats.org/officeDocument/2006/relationships/tags" Target="../tags/tag157.xml"/><Relationship Id="rId44" Type="http://schemas.openxmlformats.org/officeDocument/2006/relationships/image" Target="../media/image31.wmf"/><Relationship Id="rId43" Type="http://schemas.openxmlformats.org/officeDocument/2006/relationships/oleObject" Target="../embeddings/oleObject32.bin"/><Relationship Id="rId42" Type="http://schemas.openxmlformats.org/officeDocument/2006/relationships/tags" Target="../tags/tag156.xml"/><Relationship Id="rId41" Type="http://schemas.openxmlformats.org/officeDocument/2006/relationships/image" Target="../media/image30.wmf"/><Relationship Id="rId40" Type="http://schemas.openxmlformats.org/officeDocument/2006/relationships/oleObject" Target="../embeddings/oleObject31.bin"/><Relationship Id="rId4" Type="http://schemas.openxmlformats.org/officeDocument/2006/relationships/image" Target="../media/image10.wmf"/><Relationship Id="rId39" Type="http://schemas.openxmlformats.org/officeDocument/2006/relationships/image" Target="../media/image29.wmf"/><Relationship Id="rId38" Type="http://schemas.openxmlformats.org/officeDocument/2006/relationships/oleObject" Target="../embeddings/oleObject30.bin"/><Relationship Id="rId37" Type="http://schemas.openxmlformats.org/officeDocument/2006/relationships/image" Target="../media/image28.wmf"/><Relationship Id="rId36" Type="http://schemas.openxmlformats.org/officeDocument/2006/relationships/oleObject" Target="../embeddings/oleObject29.bin"/><Relationship Id="rId35" Type="http://schemas.openxmlformats.org/officeDocument/2006/relationships/image" Target="../media/image27.wmf"/><Relationship Id="rId34" Type="http://schemas.openxmlformats.org/officeDocument/2006/relationships/oleObject" Target="../embeddings/oleObject28.bin"/><Relationship Id="rId33" Type="http://schemas.openxmlformats.org/officeDocument/2006/relationships/image" Target="../media/image26.wmf"/><Relationship Id="rId32" Type="http://schemas.openxmlformats.org/officeDocument/2006/relationships/oleObject" Target="../embeddings/oleObject27.bin"/><Relationship Id="rId31" Type="http://schemas.openxmlformats.org/officeDocument/2006/relationships/image" Target="../media/image25.wmf"/><Relationship Id="rId30" Type="http://schemas.openxmlformats.org/officeDocument/2006/relationships/oleObject" Target="../embeddings/oleObject26.bin"/><Relationship Id="rId3" Type="http://schemas.openxmlformats.org/officeDocument/2006/relationships/oleObject" Target="../embeddings/oleObject18.bin"/><Relationship Id="rId29" Type="http://schemas.openxmlformats.org/officeDocument/2006/relationships/tags" Target="../tags/tag155.xml"/><Relationship Id="rId28" Type="http://schemas.openxmlformats.org/officeDocument/2006/relationships/oleObject" Target="../embeddings/oleObject25.bin"/><Relationship Id="rId27" Type="http://schemas.openxmlformats.org/officeDocument/2006/relationships/tags" Target="../tags/tag154.xml"/><Relationship Id="rId26" Type="http://schemas.openxmlformats.org/officeDocument/2006/relationships/tags" Target="../tags/tag153.xml"/><Relationship Id="rId25" Type="http://schemas.openxmlformats.org/officeDocument/2006/relationships/tags" Target="../tags/tag152.xml"/><Relationship Id="rId24" Type="http://schemas.openxmlformats.org/officeDocument/2006/relationships/image" Target="../media/image24.wmf"/><Relationship Id="rId23" Type="http://schemas.openxmlformats.org/officeDocument/2006/relationships/oleObject" Target="../embeddings/oleObject24.bin"/><Relationship Id="rId22" Type="http://schemas.openxmlformats.org/officeDocument/2006/relationships/tags" Target="../tags/tag151.xml"/><Relationship Id="rId21" Type="http://schemas.openxmlformats.org/officeDocument/2006/relationships/image" Target="../media/image23.wmf"/><Relationship Id="rId20" Type="http://schemas.openxmlformats.org/officeDocument/2006/relationships/oleObject" Target="../embeddings/oleObject23.bin"/><Relationship Id="rId2" Type="http://schemas.openxmlformats.org/officeDocument/2006/relationships/tags" Target="../tags/tag141.xml"/><Relationship Id="rId19" Type="http://schemas.openxmlformats.org/officeDocument/2006/relationships/tags" Target="../tags/tag150.xml"/><Relationship Id="rId18" Type="http://schemas.openxmlformats.org/officeDocument/2006/relationships/tags" Target="../tags/tag149.xml"/><Relationship Id="rId17" Type="http://schemas.openxmlformats.org/officeDocument/2006/relationships/oleObject" Target="../embeddings/oleObject22.bin"/><Relationship Id="rId16" Type="http://schemas.openxmlformats.org/officeDocument/2006/relationships/tags" Target="../tags/tag148.xml"/><Relationship Id="rId15" Type="http://schemas.openxmlformats.org/officeDocument/2006/relationships/tags" Target="../tags/tag147.xml"/><Relationship Id="rId14" Type="http://schemas.openxmlformats.org/officeDocument/2006/relationships/tags" Target="../tags/tag146.xml"/><Relationship Id="rId13" Type="http://schemas.openxmlformats.org/officeDocument/2006/relationships/oleObject" Target="../embeddings/oleObject21.bin"/><Relationship Id="rId12" Type="http://schemas.openxmlformats.org/officeDocument/2006/relationships/tags" Target="../tags/tag145.xml"/><Relationship Id="rId11" Type="http://schemas.openxmlformats.org/officeDocument/2006/relationships/image" Target="../media/image22.wmf"/><Relationship Id="rId10" Type="http://schemas.openxmlformats.org/officeDocument/2006/relationships/oleObject" Target="../embeddings/oleObject20.bin"/><Relationship Id="rId1" Type="http://schemas.openxmlformats.org/officeDocument/2006/relationships/tags" Target="../tags/tag140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9.bin"/><Relationship Id="rId8" Type="http://schemas.openxmlformats.org/officeDocument/2006/relationships/image" Target="../media/image37.wmf"/><Relationship Id="rId7" Type="http://schemas.openxmlformats.org/officeDocument/2006/relationships/oleObject" Target="../embeddings/oleObject38.bin"/><Relationship Id="rId6" Type="http://schemas.openxmlformats.org/officeDocument/2006/relationships/image" Target="../media/image36.wmf"/><Relationship Id="rId58" Type="http://schemas.openxmlformats.org/officeDocument/2006/relationships/vmlDrawing" Target="../drawings/vmlDrawing3.vml"/><Relationship Id="rId57" Type="http://schemas.openxmlformats.org/officeDocument/2006/relationships/slideLayout" Target="../slideLayouts/slideLayout28.xml"/><Relationship Id="rId56" Type="http://schemas.openxmlformats.org/officeDocument/2006/relationships/tags" Target="../tags/tag162.xml"/><Relationship Id="rId55" Type="http://schemas.openxmlformats.org/officeDocument/2006/relationships/image" Target="../media/image9.wmf"/><Relationship Id="rId54" Type="http://schemas.openxmlformats.org/officeDocument/2006/relationships/oleObject" Target="../embeddings/oleObject62.bin"/><Relationship Id="rId53" Type="http://schemas.openxmlformats.org/officeDocument/2006/relationships/tags" Target="../tags/tag161.xml"/><Relationship Id="rId52" Type="http://schemas.openxmlformats.org/officeDocument/2006/relationships/image" Target="../media/image7.wmf"/><Relationship Id="rId51" Type="http://schemas.openxmlformats.org/officeDocument/2006/relationships/oleObject" Target="../embeddings/oleObject61.bin"/><Relationship Id="rId50" Type="http://schemas.openxmlformats.org/officeDocument/2006/relationships/tags" Target="../tags/tag160.xml"/><Relationship Id="rId5" Type="http://schemas.openxmlformats.org/officeDocument/2006/relationships/oleObject" Target="../embeddings/oleObject37.bin"/><Relationship Id="rId49" Type="http://schemas.openxmlformats.org/officeDocument/2006/relationships/image" Target="../media/image56.wmf"/><Relationship Id="rId48" Type="http://schemas.openxmlformats.org/officeDocument/2006/relationships/oleObject" Target="../embeddings/oleObject60.bin"/><Relationship Id="rId47" Type="http://schemas.openxmlformats.org/officeDocument/2006/relationships/image" Target="../media/image55.wmf"/><Relationship Id="rId46" Type="http://schemas.openxmlformats.org/officeDocument/2006/relationships/oleObject" Target="../embeddings/oleObject59.bin"/><Relationship Id="rId45" Type="http://schemas.openxmlformats.org/officeDocument/2006/relationships/image" Target="../media/image54.wmf"/><Relationship Id="rId44" Type="http://schemas.openxmlformats.org/officeDocument/2006/relationships/oleObject" Target="../embeddings/oleObject58.bin"/><Relationship Id="rId43" Type="http://schemas.openxmlformats.org/officeDocument/2006/relationships/image" Target="../media/image53.wmf"/><Relationship Id="rId42" Type="http://schemas.openxmlformats.org/officeDocument/2006/relationships/oleObject" Target="../embeddings/oleObject57.bin"/><Relationship Id="rId41" Type="http://schemas.openxmlformats.org/officeDocument/2006/relationships/oleObject" Target="../embeddings/oleObject56.bin"/><Relationship Id="rId40" Type="http://schemas.openxmlformats.org/officeDocument/2006/relationships/image" Target="../media/image52.wmf"/><Relationship Id="rId4" Type="http://schemas.openxmlformats.org/officeDocument/2006/relationships/image" Target="../media/image35.wmf"/><Relationship Id="rId39" Type="http://schemas.openxmlformats.org/officeDocument/2006/relationships/oleObject" Target="../embeddings/oleObject55.bin"/><Relationship Id="rId38" Type="http://schemas.openxmlformats.org/officeDocument/2006/relationships/image" Target="../media/image51.wmf"/><Relationship Id="rId37" Type="http://schemas.openxmlformats.org/officeDocument/2006/relationships/oleObject" Target="../embeddings/oleObject54.bin"/><Relationship Id="rId36" Type="http://schemas.openxmlformats.org/officeDocument/2006/relationships/oleObject" Target="../embeddings/oleObject53.bin"/><Relationship Id="rId35" Type="http://schemas.openxmlformats.org/officeDocument/2006/relationships/oleObject" Target="../embeddings/oleObject52.bin"/><Relationship Id="rId34" Type="http://schemas.openxmlformats.org/officeDocument/2006/relationships/image" Target="../media/image50.wmf"/><Relationship Id="rId33" Type="http://schemas.openxmlformats.org/officeDocument/2006/relationships/oleObject" Target="../embeddings/oleObject51.bin"/><Relationship Id="rId32" Type="http://schemas.openxmlformats.org/officeDocument/2006/relationships/image" Target="../media/image49.wmf"/><Relationship Id="rId31" Type="http://schemas.openxmlformats.org/officeDocument/2006/relationships/oleObject" Target="../embeddings/oleObject50.bin"/><Relationship Id="rId30" Type="http://schemas.openxmlformats.org/officeDocument/2006/relationships/image" Target="../media/image48.wmf"/><Relationship Id="rId3" Type="http://schemas.openxmlformats.org/officeDocument/2006/relationships/oleObject" Target="../embeddings/oleObject36.bin"/><Relationship Id="rId29" Type="http://schemas.openxmlformats.org/officeDocument/2006/relationships/oleObject" Target="../embeddings/oleObject49.bin"/><Relationship Id="rId28" Type="http://schemas.openxmlformats.org/officeDocument/2006/relationships/image" Target="../media/image47.wmf"/><Relationship Id="rId27" Type="http://schemas.openxmlformats.org/officeDocument/2006/relationships/oleObject" Target="../embeddings/oleObject48.bin"/><Relationship Id="rId26" Type="http://schemas.openxmlformats.org/officeDocument/2006/relationships/image" Target="../media/image46.wmf"/><Relationship Id="rId25" Type="http://schemas.openxmlformats.org/officeDocument/2006/relationships/oleObject" Target="../embeddings/oleObject47.bin"/><Relationship Id="rId24" Type="http://schemas.openxmlformats.org/officeDocument/2006/relationships/image" Target="../media/image45.wmf"/><Relationship Id="rId23" Type="http://schemas.openxmlformats.org/officeDocument/2006/relationships/oleObject" Target="../embeddings/oleObject46.bin"/><Relationship Id="rId22" Type="http://schemas.openxmlformats.org/officeDocument/2006/relationships/image" Target="../media/image44.wmf"/><Relationship Id="rId21" Type="http://schemas.openxmlformats.org/officeDocument/2006/relationships/oleObject" Target="../embeddings/oleObject45.bin"/><Relationship Id="rId20" Type="http://schemas.openxmlformats.org/officeDocument/2006/relationships/image" Target="../media/image43.wmf"/><Relationship Id="rId2" Type="http://schemas.openxmlformats.org/officeDocument/2006/relationships/image" Target="../media/image34.wmf"/><Relationship Id="rId19" Type="http://schemas.openxmlformats.org/officeDocument/2006/relationships/oleObject" Target="../embeddings/oleObject44.bin"/><Relationship Id="rId18" Type="http://schemas.openxmlformats.org/officeDocument/2006/relationships/image" Target="../media/image42.wmf"/><Relationship Id="rId17" Type="http://schemas.openxmlformats.org/officeDocument/2006/relationships/oleObject" Target="../embeddings/oleObject43.bin"/><Relationship Id="rId16" Type="http://schemas.openxmlformats.org/officeDocument/2006/relationships/image" Target="../media/image41.wmf"/><Relationship Id="rId15" Type="http://schemas.openxmlformats.org/officeDocument/2006/relationships/oleObject" Target="../embeddings/oleObject42.bin"/><Relationship Id="rId14" Type="http://schemas.openxmlformats.org/officeDocument/2006/relationships/image" Target="../media/image40.wmf"/><Relationship Id="rId13" Type="http://schemas.openxmlformats.org/officeDocument/2006/relationships/oleObject" Target="../embeddings/oleObject41.bin"/><Relationship Id="rId12" Type="http://schemas.openxmlformats.org/officeDocument/2006/relationships/image" Target="../media/image39.wmf"/><Relationship Id="rId11" Type="http://schemas.openxmlformats.org/officeDocument/2006/relationships/oleObject" Target="../embeddings/oleObject40.bin"/><Relationship Id="rId10" Type="http://schemas.openxmlformats.org/officeDocument/2006/relationships/image" Target="../media/image38.wmf"/><Relationship Id="rId1" Type="http://schemas.openxmlformats.org/officeDocument/2006/relationships/oleObject" Target="../embeddings/oleObject35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7.bin"/><Relationship Id="rId8" Type="http://schemas.openxmlformats.org/officeDocument/2006/relationships/image" Target="../media/image60.wmf"/><Relationship Id="rId7" Type="http://schemas.openxmlformats.org/officeDocument/2006/relationships/oleObject" Target="../embeddings/oleObject66.bin"/><Relationship Id="rId6" Type="http://schemas.openxmlformats.org/officeDocument/2006/relationships/image" Target="../media/image59.wmf"/><Relationship Id="rId5" Type="http://schemas.openxmlformats.org/officeDocument/2006/relationships/oleObject" Target="../embeddings/oleObject65.bin"/><Relationship Id="rId4" Type="http://schemas.openxmlformats.org/officeDocument/2006/relationships/image" Target="../media/image58.wmf"/><Relationship Id="rId3" Type="http://schemas.openxmlformats.org/officeDocument/2006/relationships/oleObject" Target="../embeddings/oleObject64.bin"/><Relationship Id="rId2" Type="http://schemas.openxmlformats.org/officeDocument/2006/relationships/image" Target="../media/image57.wmf"/><Relationship Id="rId18" Type="http://schemas.openxmlformats.org/officeDocument/2006/relationships/vmlDrawing" Target="../drawings/vmlDrawing4.vml"/><Relationship Id="rId17" Type="http://schemas.openxmlformats.org/officeDocument/2006/relationships/slideLayout" Target="../slideLayouts/slideLayout28.xml"/><Relationship Id="rId16" Type="http://schemas.openxmlformats.org/officeDocument/2006/relationships/tags" Target="../tags/tag163.xml"/><Relationship Id="rId15" Type="http://schemas.openxmlformats.org/officeDocument/2006/relationships/image" Target="../media/image63.wmf"/><Relationship Id="rId14" Type="http://schemas.openxmlformats.org/officeDocument/2006/relationships/oleObject" Target="../embeddings/oleObject70.bin"/><Relationship Id="rId13" Type="http://schemas.openxmlformats.org/officeDocument/2006/relationships/image" Target="../media/image62.wmf"/><Relationship Id="rId12" Type="http://schemas.openxmlformats.org/officeDocument/2006/relationships/oleObject" Target="../embeddings/oleObject69.bin"/><Relationship Id="rId11" Type="http://schemas.openxmlformats.org/officeDocument/2006/relationships/oleObject" Target="../embeddings/oleObject68.bin"/><Relationship Id="rId10" Type="http://schemas.openxmlformats.org/officeDocument/2006/relationships/image" Target="../media/image61.wmf"/><Relationship Id="rId1" Type="http://schemas.openxmlformats.org/officeDocument/2006/relationships/oleObject" Target="../embeddings/oleObject63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5.bin"/><Relationship Id="rId8" Type="http://schemas.openxmlformats.org/officeDocument/2006/relationships/image" Target="../media/image67.wmf"/><Relationship Id="rId7" Type="http://schemas.openxmlformats.org/officeDocument/2006/relationships/oleObject" Target="../embeddings/oleObject74.bin"/><Relationship Id="rId6" Type="http://schemas.openxmlformats.org/officeDocument/2006/relationships/image" Target="../media/image66.wmf"/><Relationship Id="rId5" Type="http://schemas.openxmlformats.org/officeDocument/2006/relationships/oleObject" Target="../embeddings/oleObject73.bin"/><Relationship Id="rId4" Type="http://schemas.openxmlformats.org/officeDocument/2006/relationships/image" Target="../media/image65.wmf"/><Relationship Id="rId3" Type="http://schemas.openxmlformats.org/officeDocument/2006/relationships/oleObject" Target="../embeddings/oleObject72.bin"/><Relationship Id="rId28" Type="http://schemas.openxmlformats.org/officeDocument/2006/relationships/vmlDrawing" Target="../drawings/vmlDrawing5.vml"/><Relationship Id="rId27" Type="http://schemas.openxmlformats.org/officeDocument/2006/relationships/slideLayout" Target="../slideLayouts/slideLayout27.xml"/><Relationship Id="rId26" Type="http://schemas.openxmlformats.org/officeDocument/2006/relationships/tags" Target="../tags/tag164.xml"/><Relationship Id="rId25" Type="http://schemas.openxmlformats.org/officeDocument/2006/relationships/image" Target="../media/image73.wmf"/><Relationship Id="rId24" Type="http://schemas.openxmlformats.org/officeDocument/2006/relationships/oleObject" Target="../embeddings/oleObject85.bin"/><Relationship Id="rId23" Type="http://schemas.openxmlformats.org/officeDocument/2006/relationships/image" Target="../media/image72.wmf"/><Relationship Id="rId22" Type="http://schemas.openxmlformats.org/officeDocument/2006/relationships/oleObject" Target="../embeddings/oleObject84.bin"/><Relationship Id="rId21" Type="http://schemas.openxmlformats.org/officeDocument/2006/relationships/oleObject" Target="../embeddings/oleObject83.bin"/><Relationship Id="rId20" Type="http://schemas.openxmlformats.org/officeDocument/2006/relationships/oleObject" Target="../embeddings/oleObject82.bin"/><Relationship Id="rId2" Type="http://schemas.openxmlformats.org/officeDocument/2006/relationships/image" Target="../media/image64.wmf"/><Relationship Id="rId19" Type="http://schemas.openxmlformats.org/officeDocument/2006/relationships/image" Target="../media/image71.wmf"/><Relationship Id="rId18" Type="http://schemas.openxmlformats.org/officeDocument/2006/relationships/oleObject" Target="../embeddings/oleObject81.bin"/><Relationship Id="rId17" Type="http://schemas.openxmlformats.org/officeDocument/2006/relationships/oleObject" Target="../embeddings/oleObject80.bin"/><Relationship Id="rId16" Type="http://schemas.openxmlformats.org/officeDocument/2006/relationships/oleObject" Target="../embeddings/oleObject79.bin"/><Relationship Id="rId15" Type="http://schemas.openxmlformats.org/officeDocument/2006/relationships/image" Target="../media/image70.wmf"/><Relationship Id="rId14" Type="http://schemas.openxmlformats.org/officeDocument/2006/relationships/oleObject" Target="../embeddings/oleObject78.bin"/><Relationship Id="rId13" Type="http://schemas.openxmlformats.org/officeDocument/2006/relationships/image" Target="../media/image69.wmf"/><Relationship Id="rId12" Type="http://schemas.openxmlformats.org/officeDocument/2006/relationships/oleObject" Target="../embeddings/oleObject77.bin"/><Relationship Id="rId11" Type="http://schemas.openxmlformats.org/officeDocument/2006/relationships/image" Target="../media/image68.wmf"/><Relationship Id="rId10" Type="http://schemas.openxmlformats.org/officeDocument/2006/relationships/oleObject" Target="../embeddings/oleObject76.bin"/><Relationship Id="rId1" Type="http://schemas.openxmlformats.org/officeDocument/2006/relationships/oleObject" Target="../embeddings/oleObject71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0.bin"/><Relationship Id="rId8" Type="http://schemas.openxmlformats.org/officeDocument/2006/relationships/image" Target="../media/image77.wmf"/><Relationship Id="rId7" Type="http://schemas.openxmlformats.org/officeDocument/2006/relationships/oleObject" Target="../embeddings/oleObject89.bin"/><Relationship Id="rId6" Type="http://schemas.openxmlformats.org/officeDocument/2006/relationships/image" Target="../media/image76.wmf"/><Relationship Id="rId5" Type="http://schemas.openxmlformats.org/officeDocument/2006/relationships/oleObject" Target="../embeddings/oleObject88.bin"/><Relationship Id="rId4" Type="http://schemas.openxmlformats.org/officeDocument/2006/relationships/image" Target="../media/image75.wmf"/><Relationship Id="rId36" Type="http://schemas.openxmlformats.org/officeDocument/2006/relationships/vmlDrawing" Target="../drawings/vmlDrawing6.vml"/><Relationship Id="rId35" Type="http://schemas.openxmlformats.org/officeDocument/2006/relationships/slideLayout" Target="../slideLayouts/slideLayout26.xml"/><Relationship Id="rId34" Type="http://schemas.openxmlformats.org/officeDocument/2006/relationships/tags" Target="../tags/tag171.xml"/><Relationship Id="rId33" Type="http://schemas.openxmlformats.org/officeDocument/2006/relationships/tags" Target="../tags/tag170.xml"/><Relationship Id="rId32" Type="http://schemas.openxmlformats.org/officeDocument/2006/relationships/tags" Target="../tags/tag169.xml"/><Relationship Id="rId31" Type="http://schemas.openxmlformats.org/officeDocument/2006/relationships/image" Target="../media/image79.wmf"/><Relationship Id="rId30" Type="http://schemas.openxmlformats.org/officeDocument/2006/relationships/oleObject" Target="../embeddings/oleObject104.bin"/><Relationship Id="rId3" Type="http://schemas.openxmlformats.org/officeDocument/2006/relationships/oleObject" Target="../embeddings/oleObject87.bin"/><Relationship Id="rId29" Type="http://schemas.openxmlformats.org/officeDocument/2006/relationships/tags" Target="../tags/tag168.xml"/><Relationship Id="rId28" Type="http://schemas.openxmlformats.org/officeDocument/2006/relationships/image" Target="../media/image66.wmf"/><Relationship Id="rId27" Type="http://schemas.openxmlformats.org/officeDocument/2006/relationships/oleObject" Target="../embeddings/oleObject103.bin"/><Relationship Id="rId26" Type="http://schemas.openxmlformats.org/officeDocument/2006/relationships/tags" Target="../tags/tag167.xml"/><Relationship Id="rId25" Type="http://schemas.openxmlformats.org/officeDocument/2006/relationships/image" Target="../media/image65.wmf"/><Relationship Id="rId24" Type="http://schemas.openxmlformats.org/officeDocument/2006/relationships/oleObject" Target="../embeddings/oleObject102.bin"/><Relationship Id="rId23" Type="http://schemas.openxmlformats.org/officeDocument/2006/relationships/tags" Target="../tags/tag166.xml"/><Relationship Id="rId22" Type="http://schemas.openxmlformats.org/officeDocument/2006/relationships/tags" Target="../tags/tag165.xml"/><Relationship Id="rId21" Type="http://schemas.openxmlformats.org/officeDocument/2006/relationships/oleObject" Target="../embeddings/oleObject101.bin"/><Relationship Id="rId20" Type="http://schemas.openxmlformats.org/officeDocument/2006/relationships/oleObject" Target="../embeddings/oleObject100.bin"/><Relationship Id="rId2" Type="http://schemas.openxmlformats.org/officeDocument/2006/relationships/image" Target="../media/image74.wmf"/><Relationship Id="rId19" Type="http://schemas.openxmlformats.org/officeDocument/2006/relationships/oleObject" Target="../embeddings/oleObject99.bin"/><Relationship Id="rId18" Type="http://schemas.openxmlformats.org/officeDocument/2006/relationships/oleObject" Target="../embeddings/oleObject98.bin"/><Relationship Id="rId17" Type="http://schemas.openxmlformats.org/officeDocument/2006/relationships/image" Target="../media/image78.jpeg"/><Relationship Id="rId16" Type="http://schemas.openxmlformats.org/officeDocument/2006/relationships/oleObject" Target="../embeddings/oleObject97.bin"/><Relationship Id="rId15" Type="http://schemas.openxmlformats.org/officeDocument/2006/relationships/oleObject" Target="../embeddings/oleObject96.bin"/><Relationship Id="rId14" Type="http://schemas.openxmlformats.org/officeDocument/2006/relationships/oleObject" Target="../embeddings/oleObject95.bin"/><Relationship Id="rId13" Type="http://schemas.openxmlformats.org/officeDocument/2006/relationships/oleObject" Target="../embeddings/oleObject94.bin"/><Relationship Id="rId12" Type="http://schemas.openxmlformats.org/officeDocument/2006/relationships/oleObject" Target="../embeddings/oleObject93.bin"/><Relationship Id="rId11" Type="http://schemas.openxmlformats.org/officeDocument/2006/relationships/oleObject" Target="../embeddings/oleObject92.bin"/><Relationship Id="rId10" Type="http://schemas.openxmlformats.org/officeDocument/2006/relationships/oleObject" Target="../embeddings/oleObject91.bin"/><Relationship Id="rId1" Type="http://schemas.openxmlformats.org/officeDocument/2006/relationships/oleObject" Target="../embeddings/oleObject86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83.wmf"/><Relationship Id="rId8" Type="http://schemas.openxmlformats.org/officeDocument/2006/relationships/oleObject" Target="../embeddings/oleObject108.bin"/><Relationship Id="rId7" Type="http://schemas.openxmlformats.org/officeDocument/2006/relationships/image" Target="../media/image82.wmf"/><Relationship Id="rId6" Type="http://schemas.openxmlformats.org/officeDocument/2006/relationships/oleObject" Target="../embeddings/oleObject107.bin"/><Relationship Id="rId5" Type="http://schemas.openxmlformats.org/officeDocument/2006/relationships/image" Target="../media/image78.jpeg"/><Relationship Id="rId46" Type="http://schemas.openxmlformats.org/officeDocument/2006/relationships/vmlDrawing" Target="../drawings/vmlDrawing7.vml"/><Relationship Id="rId45" Type="http://schemas.openxmlformats.org/officeDocument/2006/relationships/slideLayout" Target="../slideLayouts/slideLayout25.xml"/><Relationship Id="rId44" Type="http://schemas.openxmlformats.org/officeDocument/2006/relationships/tags" Target="../tags/tag172.xml"/><Relationship Id="rId43" Type="http://schemas.openxmlformats.org/officeDocument/2006/relationships/image" Target="../media/image100.wmf"/><Relationship Id="rId42" Type="http://schemas.openxmlformats.org/officeDocument/2006/relationships/oleObject" Target="../embeddings/oleObject125.bin"/><Relationship Id="rId41" Type="http://schemas.openxmlformats.org/officeDocument/2006/relationships/image" Target="../media/image99.wmf"/><Relationship Id="rId40" Type="http://schemas.openxmlformats.org/officeDocument/2006/relationships/oleObject" Target="../embeddings/oleObject124.bin"/><Relationship Id="rId4" Type="http://schemas.openxmlformats.org/officeDocument/2006/relationships/image" Target="../media/image81.wmf"/><Relationship Id="rId39" Type="http://schemas.openxmlformats.org/officeDocument/2006/relationships/image" Target="../media/image98.wmf"/><Relationship Id="rId38" Type="http://schemas.openxmlformats.org/officeDocument/2006/relationships/oleObject" Target="../embeddings/oleObject123.bin"/><Relationship Id="rId37" Type="http://schemas.openxmlformats.org/officeDocument/2006/relationships/image" Target="../media/image97.wmf"/><Relationship Id="rId36" Type="http://schemas.openxmlformats.org/officeDocument/2006/relationships/oleObject" Target="../embeddings/oleObject122.bin"/><Relationship Id="rId35" Type="http://schemas.openxmlformats.org/officeDocument/2006/relationships/image" Target="../media/image96.wmf"/><Relationship Id="rId34" Type="http://schemas.openxmlformats.org/officeDocument/2006/relationships/oleObject" Target="../embeddings/oleObject121.bin"/><Relationship Id="rId33" Type="http://schemas.openxmlformats.org/officeDocument/2006/relationships/image" Target="../media/image95.wmf"/><Relationship Id="rId32" Type="http://schemas.openxmlformats.org/officeDocument/2006/relationships/oleObject" Target="../embeddings/oleObject120.bin"/><Relationship Id="rId31" Type="http://schemas.openxmlformats.org/officeDocument/2006/relationships/image" Target="../media/image94.wmf"/><Relationship Id="rId30" Type="http://schemas.openxmlformats.org/officeDocument/2006/relationships/oleObject" Target="../embeddings/oleObject119.bin"/><Relationship Id="rId3" Type="http://schemas.openxmlformats.org/officeDocument/2006/relationships/oleObject" Target="../embeddings/oleObject106.bin"/><Relationship Id="rId29" Type="http://schemas.openxmlformats.org/officeDocument/2006/relationships/image" Target="../media/image93.wmf"/><Relationship Id="rId28" Type="http://schemas.openxmlformats.org/officeDocument/2006/relationships/oleObject" Target="../embeddings/oleObject118.bin"/><Relationship Id="rId27" Type="http://schemas.openxmlformats.org/officeDocument/2006/relationships/image" Target="../media/image92.wmf"/><Relationship Id="rId26" Type="http://schemas.openxmlformats.org/officeDocument/2006/relationships/oleObject" Target="../embeddings/oleObject117.bin"/><Relationship Id="rId25" Type="http://schemas.openxmlformats.org/officeDocument/2006/relationships/image" Target="../media/image91.wmf"/><Relationship Id="rId24" Type="http://schemas.openxmlformats.org/officeDocument/2006/relationships/oleObject" Target="../embeddings/oleObject116.bin"/><Relationship Id="rId23" Type="http://schemas.openxmlformats.org/officeDocument/2006/relationships/image" Target="../media/image90.wmf"/><Relationship Id="rId22" Type="http://schemas.openxmlformats.org/officeDocument/2006/relationships/oleObject" Target="../embeddings/oleObject115.bin"/><Relationship Id="rId21" Type="http://schemas.openxmlformats.org/officeDocument/2006/relationships/image" Target="../media/image89.wmf"/><Relationship Id="rId20" Type="http://schemas.openxmlformats.org/officeDocument/2006/relationships/oleObject" Target="../embeddings/oleObject114.bin"/><Relationship Id="rId2" Type="http://schemas.openxmlformats.org/officeDocument/2006/relationships/image" Target="../media/image80.wmf"/><Relationship Id="rId19" Type="http://schemas.openxmlformats.org/officeDocument/2006/relationships/image" Target="../media/image88.wmf"/><Relationship Id="rId18" Type="http://schemas.openxmlformats.org/officeDocument/2006/relationships/oleObject" Target="../embeddings/oleObject113.bin"/><Relationship Id="rId17" Type="http://schemas.openxmlformats.org/officeDocument/2006/relationships/image" Target="../media/image87.wmf"/><Relationship Id="rId16" Type="http://schemas.openxmlformats.org/officeDocument/2006/relationships/oleObject" Target="../embeddings/oleObject112.bin"/><Relationship Id="rId15" Type="http://schemas.openxmlformats.org/officeDocument/2006/relationships/image" Target="../media/image86.wmf"/><Relationship Id="rId14" Type="http://schemas.openxmlformats.org/officeDocument/2006/relationships/oleObject" Target="../embeddings/oleObject111.bin"/><Relationship Id="rId13" Type="http://schemas.openxmlformats.org/officeDocument/2006/relationships/image" Target="../media/image85.wmf"/><Relationship Id="rId12" Type="http://schemas.openxmlformats.org/officeDocument/2006/relationships/oleObject" Target="../embeddings/oleObject110.bin"/><Relationship Id="rId11" Type="http://schemas.openxmlformats.org/officeDocument/2006/relationships/image" Target="../media/image84.wmf"/><Relationship Id="rId10" Type="http://schemas.openxmlformats.org/officeDocument/2006/relationships/oleObject" Target="../embeddings/oleObject109.bin"/><Relationship Id="rId1" Type="http://schemas.openxmlformats.org/officeDocument/2006/relationships/oleObject" Target="../embeddings/oleObject105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4.wmf"/><Relationship Id="rId8" Type="http://schemas.openxmlformats.org/officeDocument/2006/relationships/oleObject" Target="../embeddings/oleObject130.bin"/><Relationship Id="rId7" Type="http://schemas.openxmlformats.org/officeDocument/2006/relationships/image" Target="../media/image103.wmf"/><Relationship Id="rId6" Type="http://schemas.openxmlformats.org/officeDocument/2006/relationships/oleObject" Target="../embeddings/oleObject129.bin"/><Relationship Id="rId5" Type="http://schemas.openxmlformats.org/officeDocument/2006/relationships/oleObject" Target="../embeddings/oleObject128.bin"/><Relationship Id="rId4" Type="http://schemas.openxmlformats.org/officeDocument/2006/relationships/image" Target="../media/image102.wmf"/><Relationship Id="rId3" Type="http://schemas.openxmlformats.org/officeDocument/2006/relationships/oleObject" Target="../embeddings/oleObject127.bin"/><Relationship Id="rId28" Type="http://schemas.openxmlformats.org/officeDocument/2006/relationships/vmlDrawing" Target="../drawings/vmlDrawing8.vml"/><Relationship Id="rId27" Type="http://schemas.openxmlformats.org/officeDocument/2006/relationships/slideLayout" Target="../slideLayouts/slideLayout28.xml"/><Relationship Id="rId26" Type="http://schemas.openxmlformats.org/officeDocument/2006/relationships/tags" Target="../tags/tag173.xml"/><Relationship Id="rId25" Type="http://schemas.openxmlformats.org/officeDocument/2006/relationships/image" Target="../media/image112.wmf"/><Relationship Id="rId24" Type="http://schemas.openxmlformats.org/officeDocument/2006/relationships/oleObject" Target="../embeddings/oleObject138.bin"/><Relationship Id="rId23" Type="http://schemas.openxmlformats.org/officeDocument/2006/relationships/image" Target="../media/image111.wmf"/><Relationship Id="rId22" Type="http://schemas.openxmlformats.org/officeDocument/2006/relationships/oleObject" Target="../embeddings/oleObject137.bin"/><Relationship Id="rId21" Type="http://schemas.openxmlformats.org/officeDocument/2006/relationships/image" Target="../media/image110.wmf"/><Relationship Id="rId20" Type="http://schemas.openxmlformats.org/officeDocument/2006/relationships/oleObject" Target="../embeddings/oleObject136.bin"/><Relationship Id="rId2" Type="http://schemas.openxmlformats.org/officeDocument/2006/relationships/image" Target="../media/image101.wmf"/><Relationship Id="rId19" Type="http://schemas.openxmlformats.org/officeDocument/2006/relationships/image" Target="../media/image109.wmf"/><Relationship Id="rId18" Type="http://schemas.openxmlformats.org/officeDocument/2006/relationships/oleObject" Target="../embeddings/oleObject135.bin"/><Relationship Id="rId17" Type="http://schemas.openxmlformats.org/officeDocument/2006/relationships/image" Target="../media/image108.wmf"/><Relationship Id="rId16" Type="http://schemas.openxmlformats.org/officeDocument/2006/relationships/oleObject" Target="../embeddings/oleObject134.bin"/><Relationship Id="rId15" Type="http://schemas.openxmlformats.org/officeDocument/2006/relationships/image" Target="../media/image107.wmf"/><Relationship Id="rId14" Type="http://schemas.openxmlformats.org/officeDocument/2006/relationships/oleObject" Target="../embeddings/oleObject133.bin"/><Relationship Id="rId13" Type="http://schemas.openxmlformats.org/officeDocument/2006/relationships/image" Target="../media/image106.wmf"/><Relationship Id="rId12" Type="http://schemas.openxmlformats.org/officeDocument/2006/relationships/oleObject" Target="../embeddings/oleObject132.bin"/><Relationship Id="rId11" Type="http://schemas.openxmlformats.org/officeDocument/2006/relationships/image" Target="../media/image105.wmf"/><Relationship Id="rId10" Type="http://schemas.openxmlformats.org/officeDocument/2006/relationships/oleObject" Target="../embeddings/oleObject131.bin"/><Relationship Id="rId1" Type="http://schemas.openxmlformats.org/officeDocument/2006/relationships/oleObject" Target="../embeddings/oleObject126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4.bin"/><Relationship Id="rId8" Type="http://schemas.openxmlformats.org/officeDocument/2006/relationships/oleObject" Target="../embeddings/oleObject143.bin"/><Relationship Id="rId7" Type="http://schemas.openxmlformats.org/officeDocument/2006/relationships/oleObject" Target="../embeddings/oleObject142.bin"/><Relationship Id="rId6" Type="http://schemas.openxmlformats.org/officeDocument/2006/relationships/image" Target="../media/image94.wmf"/><Relationship Id="rId5" Type="http://schemas.openxmlformats.org/officeDocument/2006/relationships/oleObject" Target="../embeddings/oleObject141.bin"/><Relationship Id="rId4" Type="http://schemas.openxmlformats.org/officeDocument/2006/relationships/image" Target="../media/image114.wmf"/><Relationship Id="rId3" Type="http://schemas.openxmlformats.org/officeDocument/2006/relationships/oleObject" Target="../embeddings/oleObject140.bin"/><Relationship Id="rId2" Type="http://schemas.openxmlformats.org/officeDocument/2006/relationships/image" Target="../media/image113.wmf"/><Relationship Id="rId17" Type="http://schemas.openxmlformats.org/officeDocument/2006/relationships/vmlDrawing" Target="../drawings/vmlDrawing9.vml"/><Relationship Id="rId16" Type="http://schemas.openxmlformats.org/officeDocument/2006/relationships/slideLayout" Target="../slideLayouts/slideLayout24.xml"/><Relationship Id="rId15" Type="http://schemas.openxmlformats.org/officeDocument/2006/relationships/tags" Target="../tags/tag174.xml"/><Relationship Id="rId14" Type="http://schemas.openxmlformats.org/officeDocument/2006/relationships/image" Target="../media/image116.wmf"/><Relationship Id="rId13" Type="http://schemas.openxmlformats.org/officeDocument/2006/relationships/oleObject" Target="../embeddings/oleObject146.bin"/><Relationship Id="rId12" Type="http://schemas.openxmlformats.org/officeDocument/2006/relationships/image" Target="../media/image115.wmf"/><Relationship Id="rId11" Type="http://schemas.openxmlformats.org/officeDocument/2006/relationships/oleObject" Target="../embeddings/oleObject145.bin"/><Relationship Id="rId10" Type="http://schemas.openxmlformats.org/officeDocument/2006/relationships/image" Target="../media/image55.wmf"/><Relationship Id="rId1" Type="http://schemas.openxmlformats.org/officeDocument/2006/relationships/oleObject" Target="../embeddings/oleObject139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1.bin"/><Relationship Id="rId8" Type="http://schemas.openxmlformats.org/officeDocument/2006/relationships/image" Target="../media/image120.wmf"/><Relationship Id="rId7" Type="http://schemas.openxmlformats.org/officeDocument/2006/relationships/oleObject" Target="../embeddings/oleObject150.bin"/><Relationship Id="rId6" Type="http://schemas.openxmlformats.org/officeDocument/2006/relationships/image" Target="../media/image119.wmf"/><Relationship Id="rId5" Type="http://schemas.openxmlformats.org/officeDocument/2006/relationships/oleObject" Target="../embeddings/oleObject149.bin"/><Relationship Id="rId4" Type="http://schemas.openxmlformats.org/officeDocument/2006/relationships/image" Target="../media/image118.wmf"/><Relationship Id="rId3" Type="http://schemas.openxmlformats.org/officeDocument/2006/relationships/oleObject" Target="../embeddings/oleObject148.bin"/><Relationship Id="rId26" Type="http://schemas.openxmlformats.org/officeDocument/2006/relationships/vmlDrawing" Target="../drawings/vmlDrawing10.vml"/><Relationship Id="rId25" Type="http://schemas.openxmlformats.org/officeDocument/2006/relationships/slideLayout" Target="../slideLayouts/slideLayout22.xml"/><Relationship Id="rId24" Type="http://schemas.openxmlformats.org/officeDocument/2006/relationships/tags" Target="../tags/tag175.xml"/><Relationship Id="rId23" Type="http://schemas.openxmlformats.org/officeDocument/2006/relationships/image" Target="../media/image126.wmf"/><Relationship Id="rId22" Type="http://schemas.openxmlformats.org/officeDocument/2006/relationships/oleObject" Target="../embeddings/oleObject158.bin"/><Relationship Id="rId21" Type="http://schemas.openxmlformats.org/officeDocument/2006/relationships/image" Target="../media/image125.wmf"/><Relationship Id="rId20" Type="http://schemas.openxmlformats.org/officeDocument/2006/relationships/oleObject" Target="../embeddings/oleObject157.bin"/><Relationship Id="rId2" Type="http://schemas.openxmlformats.org/officeDocument/2006/relationships/image" Target="../media/image117.wmf"/><Relationship Id="rId19" Type="http://schemas.openxmlformats.org/officeDocument/2006/relationships/image" Target="../media/image115.wmf"/><Relationship Id="rId18" Type="http://schemas.openxmlformats.org/officeDocument/2006/relationships/oleObject" Target="../embeddings/oleObject156.bin"/><Relationship Id="rId17" Type="http://schemas.openxmlformats.org/officeDocument/2006/relationships/image" Target="../media/image124.wmf"/><Relationship Id="rId16" Type="http://schemas.openxmlformats.org/officeDocument/2006/relationships/oleObject" Target="../embeddings/oleObject155.bin"/><Relationship Id="rId15" Type="http://schemas.openxmlformats.org/officeDocument/2006/relationships/image" Target="../media/image123.wmf"/><Relationship Id="rId14" Type="http://schemas.openxmlformats.org/officeDocument/2006/relationships/oleObject" Target="../embeddings/oleObject154.bin"/><Relationship Id="rId13" Type="http://schemas.openxmlformats.org/officeDocument/2006/relationships/oleObject" Target="../embeddings/oleObject153.bin"/><Relationship Id="rId12" Type="http://schemas.openxmlformats.org/officeDocument/2006/relationships/image" Target="../media/image122.wmf"/><Relationship Id="rId11" Type="http://schemas.openxmlformats.org/officeDocument/2006/relationships/oleObject" Target="../embeddings/oleObject152.bin"/><Relationship Id="rId10" Type="http://schemas.openxmlformats.org/officeDocument/2006/relationships/image" Target="../media/image121.wmf"/><Relationship Id="rId1" Type="http://schemas.openxmlformats.org/officeDocument/2006/relationships/oleObject" Target="../embeddings/oleObject147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4.bin"/><Relationship Id="rId8" Type="http://schemas.openxmlformats.org/officeDocument/2006/relationships/image" Target="../media/image127.wmf"/><Relationship Id="rId7" Type="http://schemas.openxmlformats.org/officeDocument/2006/relationships/oleObject" Target="../embeddings/oleObject163.bin"/><Relationship Id="rId6" Type="http://schemas.openxmlformats.org/officeDocument/2006/relationships/oleObject" Target="../embeddings/oleObject162.bin"/><Relationship Id="rId5" Type="http://schemas.openxmlformats.org/officeDocument/2006/relationships/oleObject" Target="../embeddings/oleObject161.bin"/><Relationship Id="rId4" Type="http://schemas.openxmlformats.org/officeDocument/2006/relationships/image" Target="../media/image94.wmf"/><Relationship Id="rId3" Type="http://schemas.openxmlformats.org/officeDocument/2006/relationships/oleObject" Target="../embeddings/oleObject160.bin"/><Relationship Id="rId22" Type="http://schemas.openxmlformats.org/officeDocument/2006/relationships/vmlDrawing" Target="../drawings/vmlDrawing11.vml"/><Relationship Id="rId21" Type="http://schemas.openxmlformats.org/officeDocument/2006/relationships/slideLayout" Target="../slideLayouts/slideLayout21.xml"/><Relationship Id="rId20" Type="http://schemas.openxmlformats.org/officeDocument/2006/relationships/tags" Target="../tags/tag176.xml"/><Relationship Id="rId2" Type="http://schemas.openxmlformats.org/officeDocument/2006/relationships/image" Target="../media/image114.wmf"/><Relationship Id="rId19" Type="http://schemas.openxmlformats.org/officeDocument/2006/relationships/image" Target="../media/image115.wmf"/><Relationship Id="rId18" Type="http://schemas.openxmlformats.org/officeDocument/2006/relationships/oleObject" Target="../embeddings/oleObject169.bin"/><Relationship Id="rId17" Type="http://schemas.openxmlformats.org/officeDocument/2006/relationships/image" Target="../media/image124.wmf"/><Relationship Id="rId16" Type="http://schemas.openxmlformats.org/officeDocument/2006/relationships/oleObject" Target="../embeddings/oleObject168.bin"/><Relationship Id="rId15" Type="http://schemas.openxmlformats.org/officeDocument/2006/relationships/oleObject" Target="../embeddings/oleObject167.bin"/><Relationship Id="rId14" Type="http://schemas.openxmlformats.org/officeDocument/2006/relationships/image" Target="../media/image130.wmf"/><Relationship Id="rId13" Type="http://schemas.openxmlformats.org/officeDocument/2006/relationships/oleObject" Target="../embeddings/oleObject166.bin"/><Relationship Id="rId12" Type="http://schemas.openxmlformats.org/officeDocument/2006/relationships/image" Target="../media/image129.wmf"/><Relationship Id="rId11" Type="http://schemas.openxmlformats.org/officeDocument/2006/relationships/oleObject" Target="../embeddings/oleObject165.bin"/><Relationship Id="rId10" Type="http://schemas.openxmlformats.org/officeDocument/2006/relationships/image" Target="../media/image128.wmf"/><Relationship Id="rId1" Type="http://schemas.openxmlformats.org/officeDocument/2006/relationships/oleObject" Target="../embeddings/oleObject159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2.vml"/><Relationship Id="rId8" Type="http://schemas.openxmlformats.org/officeDocument/2006/relationships/slideLayout" Target="../slideLayouts/slideLayout20.xml"/><Relationship Id="rId7" Type="http://schemas.openxmlformats.org/officeDocument/2006/relationships/tags" Target="../tags/tag177.xml"/><Relationship Id="rId6" Type="http://schemas.openxmlformats.org/officeDocument/2006/relationships/image" Target="../media/image78.jpeg"/><Relationship Id="rId5" Type="http://schemas.openxmlformats.org/officeDocument/2006/relationships/oleObject" Target="../embeddings/oleObject173.bin"/><Relationship Id="rId4" Type="http://schemas.openxmlformats.org/officeDocument/2006/relationships/oleObject" Target="../embeddings/oleObject172.bin"/><Relationship Id="rId3" Type="http://schemas.openxmlformats.org/officeDocument/2006/relationships/oleObject" Target="../embeddings/oleObject171.bin"/><Relationship Id="rId2" Type="http://schemas.openxmlformats.org/officeDocument/2006/relationships/image" Target="../media/image94.wmf"/><Relationship Id="rId1" Type="http://schemas.openxmlformats.org/officeDocument/2006/relationships/oleObject" Target="../embeddings/oleObject170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4.wmf"/><Relationship Id="rId8" Type="http://schemas.openxmlformats.org/officeDocument/2006/relationships/oleObject" Target="../embeddings/oleObject178.bin"/><Relationship Id="rId7" Type="http://schemas.openxmlformats.org/officeDocument/2006/relationships/oleObject" Target="../embeddings/oleObject177.bin"/><Relationship Id="rId6" Type="http://schemas.openxmlformats.org/officeDocument/2006/relationships/image" Target="../media/image133.wmf"/><Relationship Id="rId5" Type="http://schemas.openxmlformats.org/officeDocument/2006/relationships/oleObject" Target="../embeddings/oleObject176.bin"/><Relationship Id="rId4" Type="http://schemas.openxmlformats.org/officeDocument/2006/relationships/image" Target="../media/image132.wmf"/><Relationship Id="rId3" Type="http://schemas.openxmlformats.org/officeDocument/2006/relationships/oleObject" Target="../embeddings/oleObject175.bin"/><Relationship Id="rId26" Type="http://schemas.openxmlformats.org/officeDocument/2006/relationships/vmlDrawing" Target="../drawings/vmlDrawing13.vml"/><Relationship Id="rId25" Type="http://schemas.openxmlformats.org/officeDocument/2006/relationships/slideLayout" Target="../slideLayouts/slideLayout20.xml"/><Relationship Id="rId24" Type="http://schemas.openxmlformats.org/officeDocument/2006/relationships/tags" Target="../tags/tag178.xml"/><Relationship Id="rId23" Type="http://schemas.openxmlformats.org/officeDocument/2006/relationships/oleObject" Target="../embeddings/oleObject189.bin"/><Relationship Id="rId22" Type="http://schemas.openxmlformats.org/officeDocument/2006/relationships/image" Target="../media/image137.wmf"/><Relationship Id="rId21" Type="http://schemas.openxmlformats.org/officeDocument/2006/relationships/oleObject" Target="../embeddings/oleObject188.bin"/><Relationship Id="rId20" Type="http://schemas.openxmlformats.org/officeDocument/2006/relationships/image" Target="../media/image136.wmf"/><Relationship Id="rId2" Type="http://schemas.openxmlformats.org/officeDocument/2006/relationships/image" Target="../media/image131.wmf"/><Relationship Id="rId19" Type="http://schemas.openxmlformats.org/officeDocument/2006/relationships/oleObject" Target="../embeddings/oleObject187.bin"/><Relationship Id="rId18" Type="http://schemas.openxmlformats.org/officeDocument/2006/relationships/oleObject" Target="../embeddings/oleObject186.bin"/><Relationship Id="rId17" Type="http://schemas.openxmlformats.org/officeDocument/2006/relationships/oleObject" Target="../embeddings/oleObject185.bin"/><Relationship Id="rId16" Type="http://schemas.openxmlformats.org/officeDocument/2006/relationships/oleObject" Target="../embeddings/oleObject184.bin"/><Relationship Id="rId15" Type="http://schemas.openxmlformats.org/officeDocument/2006/relationships/oleObject" Target="../embeddings/oleObject183.bin"/><Relationship Id="rId14" Type="http://schemas.openxmlformats.org/officeDocument/2006/relationships/oleObject" Target="../embeddings/oleObject182.bin"/><Relationship Id="rId13" Type="http://schemas.openxmlformats.org/officeDocument/2006/relationships/oleObject" Target="../embeddings/oleObject181.bin"/><Relationship Id="rId12" Type="http://schemas.openxmlformats.org/officeDocument/2006/relationships/image" Target="../media/image135.wmf"/><Relationship Id="rId11" Type="http://schemas.openxmlformats.org/officeDocument/2006/relationships/oleObject" Target="../embeddings/oleObject180.bin"/><Relationship Id="rId10" Type="http://schemas.openxmlformats.org/officeDocument/2006/relationships/oleObject" Target="../embeddings/oleObject179.bin"/><Relationship Id="rId1" Type="http://schemas.openxmlformats.org/officeDocument/2006/relationships/oleObject" Target="../embeddings/oleObject174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95.bin"/><Relationship Id="rId8" Type="http://schemas.openxmlformats.org/officeDocument/2006/relationships/image" Target="../media/image138.wmf"/><Relationship Id="rId7" Type="http://schemas.openxmlformats.org/officeDocument/2006/relationships/oleObject" Target="../embeddings/oleObject194.bin"/><Relationship Id="rId6" Type="http://schemas.openxmlformats.org/officeDocument/2006/relationships/image" Target="../media/image78.jpeg"/><Relationship Id="rId5" Type="http://schemas.openxmlformats.org/officeDocument/2006/relationships/oleObject" Target="../embeddings/oleObject193.bin"/><Relationship Id="rId4" Type="http://schemas.openxmlformats.org/officeDocument/2006/relationships/oleObject" Target="../embeddings/oleObject192.bin"/><Relationship Id="rId3" Type="http://schemas.openxmlformats.org/officeDocument/2006/relationships/oleObject" Target="../embeddings/oleObject191.bin"/><Relationship Id="rId2" Type="http://schemas.openxmlformats.org/officeDocument/2006/relationships/image" Target="../media/image94.wmf"/><Relationship Id="rId17" Type="http://schemas.openxmlformats.org/officeDocument/2006/relationships/vmlDrawing" Target="../drawings/vmlDrawing14.vml"/><Relationship Id="rId16" Type="http://schemas.openxmlformats.org/officeDocument/2006/relationships/slideLayout" Target="../slideLayouts/slideLayout20.xml"/><Relationship Id="rId15" Type="http://schemas.openxmlformats.org/officeDocument/2006/relationships/tags" Target="../tags/tag179.xml"/><Relationship Id="rId14" Type="http://schemas.openxmlformats.org/officeDocument/2006/relationships/image" Target="../media/image131.wmf"/><Relationship Id="rId13" Type="http://schemas.openxmlformats.org/officeDocument/2006/relationships/oleObject" Target="../embeddings/oleObject197.bin"/><Relationship Id="rId12" Type="http://schemas.openxmlformats.org/officeDocument/2006/relationships/image" Target="../media/image135.wmf"/><Relationship Id="rId11" Type="http://schemas.openxmlformats.org/officeDocument/2006/relationships/oleObject" Target="../embeddings/oleObject196.bin"/><Relationship Id="rId10" Type="http://schemas.openxmlformats.org/officeDocument/2006/relationships/image" Target="../media/image139.wmf"/><Relationship Id="rId1" Type="http://schemas.openxmlformats.org/officeDocument/2006/relationships/oleObject" Target="../embeddings/oleObject190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99.bin"/><Relationship Id="rId8" Type="http://schemas.openxmlformats.org/officeDocument/2006/relationships/tags" Target="../tags/tag185.xml"/><Relationship Id="rId7" Type="http://schemas.openxmlformats.org/officeDocument/2006/relationships/tags" Target="../tags/tag184.xml"/><Relationship Id="rId6" Type="http://schemas.openxmlformats.org/officeDocument/2006/relationships/image" Target="../media/image97.wmf"/><Relationship Id="rId5" Type="http://schemas.openxmlformats.org/officeDocument/2006/relationships/oleObject" Target="../embeddings/oleObject198.bin"/><Relationship Id="rId40" Type="http://schemas.openxmlformats.org/officeDocument/2006/relationships/vmlDrawing" Target="../drawings/vmlDrawing15.vml"/><Relationship Id="rId4" Type="http://schemas.openxmlformats.org/officeDocument/2006/relationships/tags" Target="../tags/tag183.xml"/><Relationship Id="rId39" Type="http://schemas.openxmlformats.org/officeDocument/2006/relationships/slideLayout" Target="../slideLayouts/slideLayout19.xml"/><Relationship Id="rId38" Type="http://schemas.openxmlformats.org/officeDocument/2006/relationships/tags" Target="../tags/tag201.xml"/><Relationship Id="rId37" Type="http://schemas.openxmlformats.org/officeDocument/2006/relationships/oleObject" Target="../embeddings/oleObject206.bin"/><Relationship Id="rId36" Type="http://schemas.openxmlformats.org/officeDocument/2006/relationships/tags" Target="../tags/tag200.xml"/><Relationship Id="rId35" Type="http://schemas.openxmlformats.org/officeDocument/2006/relationships/tags" Target="../tags/tag199.xml"/><Relationship Id="rId34" Type="http://schemas.openxmlformats.org/officeDocument/2006/relationships/tags" Target="../tags/tag198.xml"/><Relationship Id="rId33" Type="http://schemas.openxmlformats.org/officeDocument/2006/relationships/tags" Target="../tags/tag197.xml"/><Relationship Id="rId32" Type="http://schemas.openxmlformats.org/officeDocument/2006/relationships/oleObject" Target="../embeddings/oleObject205.bin"/><Relationship Id="rId31" Type="http://schemas.openxmlformats.org/officeDocument/2006/relationships/tags" Target="../tags/tag196.xml"/><Relationship Id="rId30" Type="http://schemas.openxmlformats.org/officeDocument/2006/relationships/image" Target="../media/image143.wmf"/><Relationship Id="rId3" Type="http://schemas.openxmlformats.org/officeDocument/2006/relationships/tags" Target="../tags/tag182.xml"/><Relationship Id="rId29" Type="http://schemas.openxmlformats.org/officeDocument/2006/relationships/oleObject" Target="../embeddings/oleObject204.bin"/><Relationship Id="rId28" Type="http://schemas.openxmlformats.org/officeDocument/2006/relationships/tags" Target="../tags/tag195.xml"/><Relationship Id="rId27" Type="http://schemas.openxmlformats.org/officeDocument/2006/relationships/tags" Target="../tags/tag194.xml"/><Relationship Id="rId26" Type="http://schemas.openxmlformats.org/officeDocument/2006/relationships/tags" Target="../tags/tag193.xml"/><Relationship Id="rId25" Type="http://schemas.openxmlformats.org/officeDocument/2006/relationships/tags" Target="../tags/tag192.xml"/><Relationship Id="rId24" Type="http://schemas.openxmlformats.org/officeDocument/2006/relationships/image" Target="../media/image142.wmf"/><Relationship Id="rId23" Type="http://schemas.openxmlformats.org/officeDocument/2006/relationships/oleObject" Target="../embeddings/oleObject203.bin"/><Relationship Id="rId22" Type="http://schemas.openxmlformats.org/officeDocument/2006/relationships/tags" Target="../tags/tag191.xml"/><Relationship Id="rId21" Type="http://schemas.openxmlformats.org/officeDocument/2006/relationships/image" Target="../media/image141.wmf"/><Relationship Id="rId20" Type="http://schemas.openxmlformats.org/officeDocument/2006/relationships/oleObject" Target="../embeddings/oleObject202.bin"/><Relationship Id="rId2" Type="http://schemas.openxmlformats.org/officeDocument/2006/relationships/tags" Target="../tags/tag181.xml"/><Relationship Id="rId19" Type="http://schemas.openxmlformats.org/officeDocument/2006/relationships/tags" Target="../tags/tag190.xml"/><Relationship Id="rId18" Type="http://schemas.openxmlformats.org/officeDocument/2006/relationships/image" Target="../media/image140.wmf"/><Relationship Id="rId17" Type="http://schemas.openxmlformats.org/officeDocument/2006/relationships/oleObject" Target="../embeddings/oleObject201.bin"/><Relationship Id="rId16" Type="http://schemas.openxmlformats.org/officeDocument/2006/relationships/tags" Target="../tags/tag189.xml"/><Relationship Id="rId15" Type="http://schemas.openxmlformats.org/officeDocument/2006/relationships/tags" Target="../tags/tag188.xml"/><Relationship Id="rId14" Type="http://schemas.openxmlformats.org/officeDocument/2006/relationships/image" Target="../media/image99.wmf"/><Relationship Id="rId13" Type="http://schemas.openxmlformats.org/officeDocument/2006/relationships/oleObject" Target="../embeddings/oleObject200.bin"/><Relationship Id="rId12" Type="http://schemas.openxmlformats.org/officeDocument/2006/relationships/tags" Target="../tags/tag187.xml"/><Relationship Id="rId11" Type="http://schemas.openxmlformats.org/officeDocument/2006/relationships/tags" Target="../tags/tag186.xml"/><Relationship Id="rId10" Type="http://schemas.openxmlformats.org/officeDocument/2006/relationships/image" Target="../media/image98.wmf"/><Relationship Id="rId1" Type="http://schemas.openxmlformats.org/officeDocument/2006/relationships/tags" Target="../tags/tag18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559810" y="260350"/>
            <a:ext cx="51403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 smtClean="0"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第二节</a:t>
            </a:r>
            <a:r>
              <a:rPr lang="en-US" altLang="zh-CN" sz="3600" dirty="0" smtClean="0"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sz="3600" dirty="0" smtClean="0"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解析函数的概念</a:t>
            </a:r>
            <a:endParaRPr lang="zh-CN" altLang="en-US" sz="3600" dirty="0">
              <a:latin typeface="华文行楷" panose="02010800040101010101" pitchFamily="2" charset="-122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59744" y="2193585"/>
            <a:ext cx="4450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一、复变函数的导数与微分</a:t>
            </a:r>
            <a:endParaRPr lang="zh-CN" altLang="en-US" sz="2800" dirty="0" smtClean="0">
              <a:latin typeface="+mn-ea"/>
            </a:endParaRPr>
          </a:p>
        </p:txBody>
      </p:sp>
      <p:sp>
        <p:nvSpPr>
          <p:cNvPr id="4" name="文本框 6"/>
          <p:cNvSpPr txBox="1"/>
          <p:nvPr/>
        </p:nvSpPr>
        <p:spPr>
          <a:xfrm>
            <a:off x="3559744" y="3325765"/>
            <a:ext cx="460158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二、 解析函数的概念</a:t>
            </a:r>
            <a:endParaRPr lang="zh-CN" altLang="en-US" sz="2800" dirty="0" smtClean="0">
              <a:latin typeface="+mn-ea"/>
            </a:endParaRPr>
          </a:p>
        </p:txBody>
      </p:sp>
      <p:sp>
        <p:nvSpPr>
          <p:cNvPr id="25" name="七角星 24"/>
          <p:cNvSpPr/>
          <p:nvPr/>
        </p:nvSpPr>
        <p:spPr>
          <a:xfrm>
            <a:off x="2357611" y="4395386"/>
            <a:ext cx="914400" cy="914400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 dirty="0" smtClean="0">
                <a:solidFill>
                  <a:schemeClr val="tx1"/>
                </a:solidFill>
              </a:rPr>
              <a:t>注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5" name="文本框 6"/>
          <p:cNvSpPr txBox="1"/>
          <p:nvPr/>
        </p:nvSpPr>
        <p:spPr>
          <a:xfrm>
            <a:off x="3430905" y="4787900"/>
            <a:ext cx="56362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 smtClean="0">
                <a:latin typeface="+mn-ea"/>
              </a:rPr>
              <a:t>注意函数解析与可导之间的关系。</a:t>
            </a:r>
            <a:endParaRPr lang="zh-CN" altLang="en-US" sz="2800" dirty="0" smtClean="0">
              <a:latin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25" grpId="0" bldLvl="0" animBg="1"/>
      <p:bldP spid="25" grpId="1" bldLvl="0" animBg="1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3386937" y="286489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一、复变函数的导数与微分</a:t>
            </a:r>
            <a:endParaRPr lang="zh-CN" altLang="en-US" sz="32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20538" y="1124315"/>
            <a:ext cx="323596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latin typeface="+mn-ea"/>
              </a:rPr>
              <a:t>1</a:t>
            </a:r>
            <a:r>
              <a:rPr lang="zh-CN" altLang="en-US" sz="2800" dirty="0" smtClean="0">
                <a:latin typeface="+mn-ea"/>
              </a:rPr>
              <a:t>、复变函数的导数</a:t>
            </a:r>
            <a:endParaRPr lang="zh-CN" altLang="en-US" sz="2800" dirty="0">
              <a:latin typeface="+mn-ea"/>
            </a:endParaRPr>
          </a:p>
        </p:txBody>
      </p:sp>
      <p:graphicFrame>
        <p:nvGraphicFramePr>
          <p:cNvPr id="27652" name="Object 4"/>
          <p:cNvGraphicFramePr>
            <a:graphicFrameLocks noChangeAspect="1"/>
          </p:cNvGraphicFramePr>
          <p:nvPr/>
        </p:nvGraphicFramePr>
        <p:xfrm>
          <a:off x="5312410" y="1753553"/>
          <a:ext cx="1381125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Equation" r:id="rId1" imgW="13106400" imgH="5486400" progId="Equation.DSMT4">
                  <p:embed/>
                </p:oleObj>
              </mc:Choice>
              <mc:Fallback>
                <p:oleObj name="Equation" r:id="rId1" imgW="13106400" imgH="5486400" progId="Equation.DSMT4">
                  <p:embed/>
                  <p:pic>
                    <p:nvPicPr>
                      <p:cNvPr id="0" name="图片 204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312410" y="1753553"/>
                        <a:ext cx="1381125" cy="552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2"/>
          <p:cNvSpPr txBox="1"/>
          <p:nvPr/>
        </p:nvSpPr>
        <p:spPr>
          <a:xfrm>
            <a:off x="841987" y="1741682"/>
            <a:ext cx="1249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回顾：</a:t>
            </a:r>
            <a:endParaRPr lang="zh-CN" altLang="en-US" sz="2800" dirty="0" smtClean="0">
              <a:latin typeface="+mn-ea"/>
            </a:endParaRPr>
          </a:p>
        </p:txBody>
      </p:sp>
      <p:graphicFrame>
        <p:nvGraphicFramePr>
          <p:cNvPr id="27654" name="Object 6"/>
          <p:cNvGraphicFramePr>
            <a:graphicFrameLocks noChangeAspect="1"/>
          </p:cNvGraphicFramePr>
          <p:nvPr/>
        </p:nvGraphicFramePr>
        <p:xfrm>
          <a:off x="1979295" y="1784350"/>
          <a:ext cx="2783205" cy="521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3" imgW="1346200" imgH="228600" progId="Equation.DSMT4">
                  <p:embed/>
                </p:oleObj>
              </mc:Choice>
              <mc:Fallback>
                <p:oleObj name="Equation" r:id="rId3" imgW="1346200" imgH="228600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79295" y="1784350"/>
                        <a:ext cx="2783205" cy="5219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9" name="Object 11"/>
          <p:cNvGraphicFramePr>
            <a:graphicFrameLocks noChangeAspect="1"/>
          </p:cNvGraphicFramePr>
          <p:nvPr/>
        </p:nvGraphicFramePr>
        <p:xfrm>
          <a:off x="6595110" y="1511935"/>
          <a:ext cx="3289935" cy="916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Equation" r:id="rId5" imgW="35052000" imgH="9448800" progId="Equation.DSMT4">
                  <p:embed/>
                </p:oleObj>
              </mc:Choice>
              <mc:Fallback>
                <p:oleObj name="Equation" r:id="rId5" imgW="35052000" imgH="9448800" progId="Equation.DSMT4">
                  <p:embed/>
                  <p:pic>
                    <p:nvPicPr>
                      <p:cNvPr id="0" name="图片 205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595110" y="1511935"/>
                        <a:ext cx="3289935" cy="9163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/>
          <p:nvPr/>
        </p:nvGrpSpPr>
        <p:grpSpPr>
          <a:xfrm>
            <a:off x="2320290" y="2546985"/>
            <a:ext cx="6788150" cy="521970"/>
            <a:chOff x="3654" y="4011"/>
            <a:chExt cx="10690" cy="822"/>
          </a:xfrm>
        </p:grpSpPr>
        <p:sp>
          <p:nvSpPr>
            <p:cNvPr id="24" name="文本框 2"/>
            <p:cNvSpPr txBox="1"/>
            <p:nvPr/>
          </p:nvSpPr>
          <p:spPr>
            <a:xfrm>
              <a:off x="3654" y="4011"/>
              <a:ext cx="10690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 smtClean="0">
                  <a:latin typeface="+mn-ea"/>
                </a:rPr>
                <a:t>设             是定义在区域</a:t>
              </a:r>
              <a:r>
                <a:rPr lang="en-US" altLang="zh-CN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zh-CN" altLang="en-US" sz="2800" dirty="0" smtClean="0">
                  <a:latin typeface="+mn-ea"/>
                </a:rPr>
                <a:t>内的复变函数，</a:t>
              </a:r>
              <a:endParaRPr lang="zh-CN" altLang="en-US" sz="2800" dirty="0">
                <a:latin typeface="+mn-ea"/>
              </a:endParaRPr>
            </a:p>
          </p:txBody>
        </p:sp>
        <p:graphicFrame>
          <p:nvGraphicFramePr>
            <p:cNvPr id="20" name="Object 4"/>
            <p:cNvGraphicFramePr>
              <a:graphicFrameLocks noChangeAspect="1"/>
            </p:cNvGraphicFramePr>
            <p:nvPr/>
          </p:nvGraphicFramePr>
          <p:xfrm>
            <a:off x="4386" y="4060"/>
            <a:ext cx="2096" cy="6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2" name="Equation" r:id="rId7" imgW="14020800" imgH="4876800" progId="Equation.DSMT4">
                    <p:embed/>
                  </p:oleObj>
                </mc:Choice>
                <mc:Fallback>
                  <p:oleObj name="Equation" r:id="rId7" imgW="14020800" imgH="4876800" progId="Equation.DSMT4">
                    <p:embed/>
                    <p:pic>
                      <p:nvPicPr>
                        <p:cNvPr id="0" name="图片 205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386" y="4060"/>
                          <a:ext cx="2096" cy="69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文本框 2"/>
          <p:cNvSpPr txBox="1"/>
          <p:nvPr/>
        </p:nvSpPr>
        <p:spPr>
          <a:xfrm>
            <a:off x="873618" y="2497931"/>
            <a:ext cx="146875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0070C0"/>
                </a:solidFill>
                <a:latin typeface="+mn-ea"/>
              </a:rPr>
              <a:t>定义</a:t>
            </a:r>
            <a:r>
              <a:rPr lang="en-US" altLang="zh-CN" sz="2800" b="1" dirty="0" smtClean="0">
                <a:solidFill>
                  <a:srgbClr val="0070C0"/>
                </a:solidFill>
                <a:latin typeface="+mn-ea"/>
              </a:rPr>
              <a:t>1</a:t>
            </a:r>
            <a:r>
              <a:rPr lang="zh-CN" altLang="en-US" sz="2800" b="1" dirty="0" smtClean="0">
                <a:solidFill>
                  <a:srgbClr val="0070C0"/>
                </a:solidFill>
                <a:latin typeface="+mn-ea"/>
              </a:rPr>
              <a:t>：</a:t>
            </a:r>
            <a:endParaRPr lang="zh-CN" altLang="en-US" sz="2800" b="1" dirty="0" smtClean="0">
              <a:solidFill>
                <a:srgbClr val="0070C0"/>
              </a:solidFill>
              <a:latin typeface="+mn-ea"/>
            </a:endParaRPr>
          </a:p>
        </p:txBody>
      </p:sp>
      <p:graphicFrame>
        <p:nvGraphicFramePr>
          <p:cNvPr id="23" name="Object 11"/>
          <p:cNvGraphicFramePr>
            <a:graphicFrameLocks noChangeAspect="1"/>
          </p:cNvGraphicFramePr>
          <p:nvPr/>
        </p:nvGraphicFramePr>
        <p:xfrm>
          <a:off x="2188845" y="3598545"/>
          <a:ext cx="3367405" cy="954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Equation" r:id="rId9" imgW="34442400" imgH="9448800" progId="Equation.DSMT4">
                  <p:embed/>
                </p:oleObj>
              </mc:Choice>
              <mc:Fallback>
                <p:oleObj name="Equation" r:id="rId9" imgW="34442400" imgH="9448800" progId="Equation.DSMT4">
                  <p:embed/>
                  <p:pic>
                    <p:nvPicPr>
                      <p:cNvPr id="0" name="图片 205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188845" y="3598545"/>
                        <a:ext cx="3367405" cy="9544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3" name="Object 15"/>
          <p:cNvGraphicFramePr>
            <a:graphicFrameLocks noChangeAspect="1"/>
          </p:cNvGraphicFramePr>
          <p:nvPr/>
        </p:nvGraphicFramePr>
        <p:xfrm>
          <a:off x="8910320" y="2464435"/>
          <a:ext cx="2580005" cy="589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Equation" r:id="rId11" imgW="22860000" imgH="5486400" progId="Equation.DSMT4">
                  <p:embed/>
                </p:oleObj>
              </mc:Choice>
              <mc:Fallback>
                <p:oleObj name="Equation" r:id="rId11" imgW="22860000" imgH="5486400" progId="Equation.DSMT4">
                  <p:embed/>
                  <p:pic>
                    <p:nvPicPr>
                      <p:cNvPr id="0" name="图片 205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910320" y="2464435"/>
                        <a:ext cx="2580005" cy="5899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2"/>
          <p:cNvSpPr txBox="1"/>
          <p:nvPr/>
        </p:nvSpPr>
        <p:spPr>
          <a:xfrm>
            <a:off x="842323" y="3305938"/>
            <a:ext cx="5384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若</a:t>
            </a:r>
            <a:endParaRPr lang="zh-CN" altLang="en-US" sz="2800" dirty="0" smtClean="0">
              <a:latin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722755" y="5059045"/>
            <a:ext cx="4108450" cy="636270"/>
            <a:chOff x="2713" y="7967"/>
            <a:chExt cx="6470" cy="1002"/>
          </a:xfrm>
        </p:grpSpPr>
        <p:sp>
          <p:nvSpPr>
            <p:cNvPr id="15" name="文本框 2"/>
            <p:cNvSpPr txBox="1"/>
            <p:nvPr/>
          </p:nvSpPr>
          <p:spPr>
            <a:xfrm>
              <a:off x="2713" y="8057"/>
              <a:ext cx="6470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 smtClean="0">
                  <a:latin typeface="+mn-ea"/>
                </a:rPr>
                <a:t>则称             在    可导，</a:t>
              </a:r>
              <a:endParaRPr lang="zh-CN" altLang="en-US" sz="2800" dirty="0" smtClean="0">
                <a:latin typeface="+mn-ea"/>
              </a:endParaRPr>
            </a:p>
          </p:txBody>
        </p:sp>
        <p:graphicFrame>
          <p:nvGraphicFramePr>
            <p:cNvPr id="27664" name="Object 16"/>
            <p:cNvGraphicFramePr>
              <a:graphicFrameLocks noChangeAspect="1"/>
            </p:cNvGraphicFramePr>
            <p:nvPr/>
          </p:nvGraphicFramePr>
          <p:xfrm>
            <a:off x="4036" y="8146"/>
            <a:ext cx="2043" cy="6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5" name="Equation" r:id="rId13" imgW="14020800" imgH="4876800" progId="Equation.DSMT4">
                    <p:embed/>
                  </p:oleObj>
                </mc:Choice>
                <mc:Fallback>
                  <p:oleObj name="Equation" r:id="rId13" imgW="14020800" imgH="4876800" progId="Equation.DSMT4">
                    <p:embed/>
                    <p:pic>
                      <p:nvPicPr>
                        <p:cNvPr id="0" name="图片 205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036" y="8146"/>
                          <a:ext cx="2043" cy="67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65" name="Object 17"/>
            <p:cNvGraphicFramePr>
              <a:graphicFrameLocks noChangeAspect="1"/>
            </p:cNvGraphicFramePr>
            <p:nvPr/>
          </p:nvGraphicFramePr>
          <p:xfrm>
            <a:off x="6673" y="7967"/>
            <a:ext cx="760" cy="10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6" name="Equation" r:id="rId14" imgW="3962400" imgH="5486400" progId="Equation.DSMT4">
                    <p:embed/>
                  </p:oleObj>
                </mc:Choice>
                <mc:Fallback>
                  <p:oleObj name="Equation" r:id="rId14" imgW="3962400" imgH="5486400" progId="Equation.DSMT4">
                    <p:embed/>
                    <p:pic>
                      <p:nvPicPr>
                        <p:cNvPr id="0" name="图片 205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6673" y="7967"/>
                          <a:ext cx="760" cy="100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组合 9"/>
          <p:cNvGrpSpPr/>
          <p:nvPr/>
        </p:nvGrpSpPr>
        <p:grpSpPr>
          <a:xfrm>
            <a:off x="5556250" y="4973320"/>
            <a:ext cx="5659120" cy="636270"/>
            <a:chOff x="8750" y="7832"/>
            <a:chExt cx="8912" cy="1002"/>
          </a:xfrm>
        </p:grpSpPr>
        <p:grpSp>
          <p:nvGrpSpPr>
            <p:cNvPr id="9" name="组合 8"/>
            <p:cNvGrpSpPr/>
            <p:nvPr/>
          </p:nvGrpSpPr>
          <p:grpSpPr>
            <a:xfrm>
              <a:off x="8750" y="7979"/>
              <a:ext cx="8913" cy="846"/>
              <a:chOff x="8750" y="7979"/>
              <a:chExt cx="8913" cy="846"/>
            </a:xfrm>
          </p:grpSpPr>
          <p:sp>
            <p:nvSpPr>
              <p:cNvPr id="18" name="文本框 2"/>
              <p:cNvSpPr txBox="1"/>
              <p:nvPr/>
            </p:nvSpPr>
            <p:spPr>
              <a:xfrm>
                <a:off x="8750" y="8003"/>
                <a:ext cx="3088" cy="8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800" dirty="0" smtClean="0">
                    <a:latin typeface="+mn-ea"/>
                  </a:rPr>
                  <a:t>此极限称为</a:t>
                </a:r>
                <a:endParaRPr lang="zh-CN" altLang="en-US" sz="2800" dirty="0" smtClean="0">
                  <a:latin typeface="+mn-ea"/>
                </a:endParaRPr>
              </a:p>
            </p:txBody>
          </p:sp>
          <p:graphicFrame>
            <p:nvGraphicFramePr>
              <p:cNvPr id="27666" name="Object 18"/>
              <p:cNvGraphicFramePr>
                <a:graphicFrameLocks noChangeAspect="1"/>
              </p:cNvGraphicFramePr>
              <p:nvPr/>
            </p:nvGraphicFramePr>
            <p:xfrm>
              <a:off x="11705" y="8050"/>
              <a:ext cx="2327" cy="7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57" name="Equation" r:id="rId16" imgW="14020800" imgH="4876800" progId="Equation.DSMT4">
                      <p:embed/>
                    </p:oleObj>
                  </mc:Choice>
                  <mc:Fallback>
                    <p:oleObj name="Equation" r:id="rId16" imgW="14020800" imgH="4876800" progId="Equation.DSMT4">
                      <p:embed/>
                      <p:pic>
                        <p:nvPicPr>
                          <p:cNvPr id="0" name="图片 2056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11705" y="8050"/>
                            <a:ext cx="2327" cy="77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5" name="文本框 2"/>
              <p:cNvSpPr txBox="1"/>
              <p:nvPr/>
            </p:nvSpPr>
            <p:spPr>
              <a:xfrm>
                <a:off x="13911" y="7979"/>
                <a:ext cx="3752" cy="8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800" dirty="0" smtClean="0">
                    <a:latin typeface="+mn-ea"/>
                  </a:rPr>
                  <a:t>在    的</a:t>
                </a:r>
                <a:r>
                  <a:rPr lang="zh-CN" altLang="en-US" sz="2800" b="1" dirty="0" smtClean="0">
                    <a:solidFill>
                      <a:srgbClr val="0070C0"/>
                    </a:solidFill>
                    <a:latin typeface="+mn-ea"/>
                  </a:rPr>
                  <a:t>导数</a:t>
                </a:r>
                <a:r>
                  <a:rPr lang="zh-CN" altLang="en-US" sz="2800" dirty="0" smtClean="0">
                    <a:latin typeface="+mn-ea"/>
                  </a:rPr>
                  <a:t>，</a:t>
                </a:r>
                <a:endParaRPr lang="zh-CN" altLang="en-US" sz="2800" dirty="0">
                  <a:latin typeface="+mn-ea"/>
                </a:endParaRPr>
              </a:p>
            </p:txBody>
          </p:sp>
        </p:grpSp>
        <p:graphicFrame>
          <p:nvGraphicFramePr>
            <p:cNvPr id="27667" name="Object 19"/>
            <p:cNvGraphicFramePr>
              <a:graphicFrameLocks noChangeAspect="1"/>
            </p:cNvGraphicFramePr>
            <p:nvPr/>
          </p:nvGraphicFramePr>
          <p:xfrm>
            <a:off x="14667" y="7832"/>
            <a:ext cx="760" cy="10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8" name="Equation" r:id="rId17" imgW="3962400" imgH="5486400" progId="Equation.DSMT4">
                    <p:embed/>
                  </p:oleObj>
                </mc:Choice>
                <mc:Fallback>
                  <p:oleObj name="Equation" r:id="rId17" imgW="3962400" imgH="5486400" progId="Equation.DSMT4">
                    <p:embed/>
                    <p:pic>
                      <p:nvPicPr>
                        <p:cNvPr id="0" name="图片 205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14667" y="7832"/>
                          <a:ext cx="760" cy="100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7668" name="Object 20"/>
          <p:cNvGraphicFramePr>
            <a:graphicFrameLocks noChangeAspect="1"/>
          </p:cNvGraphicFramePr>
          <p:nvPr/>
        </p:nvGraphicFramePr>
        <p:xfrm>
          <a:off x="3274060" y="6082030"/>
          <a:ext cx="3244850" cy="919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name="Equation" r:id="rId18" imgW="34442400" imgH="9448800" progId="Equation.DSMT4">
                  <p:embed/>
                </p:oleObj>
              </mc:Choice>
              <mc:Fallback>
                <p:oleObj name="Equation" r:id="rId18" imgW="34442400" imgH="9448800" progId="Equation.DSMT4">
                  <p:embed/>
                  <p:pic>
                    <p:nvPicPr>
                      <p:cNvPr id="0" name="图片 205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274060" y="6082030"/>
                        <a:ext cx="3244850" cy="919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0" name="Object 22"/>
          <p:cNvGraphicFramePr>
            <a:graphicFrameLocks noChangeAspect="1"/>
          </p:cNvGraphicFramePr>
          <p:nvPr/>
        </p:nvGraphicFramePr>
        <p:xfrm>
          <a:off x="1939925" y="6308090"/>
          <a:ext cx="1234440" cy="494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" name="Equation" r:id="rId19" imgW="13106400" imgH="5486400" progId="Equation.DSMT4">
                  <p:embed/>
                </p:oleObj>
              </mc:Choice>
              <mc:Fallback>
                <p:oleObj name="Equation" r:id="rId19" imgW="13106400" imgH="5486400" progId="Equation.DSMT4">
                  <p:embed/>
                  <p:pic>
                    <p:nvPicPr>
                      <p:cNvPr id="0" name="图片 2059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939925" y="6308090"/>
                        <a:ext cx="1234440" cy="4940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1" name="Object 23"/>
          <p:cNvGraphicFramePr>
            <a:graphicFrameLocks noChangeAspect="1"/>
          </p:cNvGraphicFramePr>
          <p:nvPr/>
        </p:nvGraphicFramePr>
        <p:xfrm>
          <a:off x="6904990" y="6082030"/>
          <a:ext cx="1348105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" name="Equation" r:id="rId21" imgW="14325600" imgH="9448800" progId="Equation.DSMT4">
                  <p:embed/>
                </p:oleObj>
              </mc:Choice>
              <mc:Fallback>
                <p:oleObj name="Equation" r:id="rId21" imgW="14325600" imgH="9448800" progId="Equation.DSMT4">
                  <p:embed/>
                  <p:pic>
                    <p:nvPicPr>
                      <p:cNvPr id="0" name="图片 2060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904990" y="6082030"/>
                        <a:ext cx="1348105" cy="850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2" name="Object 24"/>
          <p:cNvGraphicFramePr>
            <a:graphicFrameLocks noChangeAspect="1"/>
          </p:cNvGraphicFramePr>
          <p:nvPr/>
        </p:nvGraphicFramePr>
        <p:xfrm>
          <a:off x="8395335" y="6038850"/>
          <a:ext cx="1320165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" name="Equation" r:id="rId23" imgW="14020800" imgH="9448800" progId="Equation.DSMT4">
                  <p:embed/>
                </p:oleObj>
              </mc:Choice>
              <mc:Fallback>
                <p:oleObj name="Equation" r:id="rId23" imgW="14020800" imgH="9448800" progId="Equation.DSMT4">
                  <p:embed/>
                  <p:pic>
                    <p:nvPicPr>
                      <p:cNvPr id="0" name="图片 2061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8395335" y="6038850"/>
                        <a:ext cx="1320165" cy="850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3" name="Object 25"/>
          <p:cNvGraphicFramePr>
            <a:graphicFrameLocks noChangeAspect="1"/>
          </p:cNvGraphicFramePr>
          <p:nvPr/>
        </p:nvGraphicFramePr>
        <p:xfrm>
          <a:off x="5995670" y="3278505"/>
          <a:ext cx="1989455" cy="577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" name="Equation" r:id="rId25" imgW="17983200" imgH="5486400" progId="Equation.DSMT4">
                  <p:embed/>
                </p:oleObj>
              </mc:Choice>
              <mc:Fallback>
                <p:oleObj name="Equation" r:id="rId25" imgW="17983200" imgH="5486400" progId="Equation.DSMT4">
                  <p:embed/>
                  <p:pic>
                    <p:nvPicPr>
                      <p:cNvPr id="0" name="图片 2062" descr="水滴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995670" y="3278505"/>
                        <a:ext cx="1989455" cy="577215"/>
                      </a:xfrm>
                      <a:prstGeom prst="rect">
                        <a:avLst/>
                      </a:prstGeom>
                      <a:blipFill rotWithShape="0">
                        <a:blip r:embed="rId27"/>
                      </a:blip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文本框 2"/>
          <p:cNvSpPr txBox="1"/>
          <p:nvPr/>
        </p:nvSpPr>
        <p:spPr>
          <a:xfrm>
            <a:off x="729615" y="5095875"/>
            <a:ext cx="10375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存在，</a:t>
            </a:r>
            <a:endParaRPr lang="zh-CN" altLang="en-US" sz="2800" dirty="0" smtClean="0">
              <a:latin typeface="+mn-ea"/>
            </a:endParaRPr>
          </a:p>
        </p:txBody>
      </p:sp>
      <p:sp>
        <p:nvSpPr>
          <p:cNvPr id="27" name="文本框 2"/>
          <p:cNvSpPr txBox="1"/>
          <p:nvPr/>
        </p:nvSpPr>
        <p:spPr>
          <a:xfrm>
            <a:off x="873977" y="5840594"/>
            <a:ext cx="894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记作</a:t>
            </a:r>
            <a:endParaRPr lang="zh-CN" altLang="en-US" sz="2800" dirty="0" smtClean="0">
              <a:latin typeface="+mn-ea"/>
            </a:endParaRPr>
          </a:p>
        </p:txBody>
      </p:sp>
      <p:graphicFrame>
        <p:nvGraphicFramePr>
          <p:cNvPr id="27674" name="Object 26" descr="水滴"/>
          <p:cNvGraphicFramePr>
            <a:graphicFrameLocks noChangeAspect="1"/>
          </p:cNvGraphicFramePr>
          <p:nvPr/>
        </p:nvGraphicFramePr>
        <p:xfrm>
          <a:off x="8639175" y="3322955"/>
          <a:ext cx="2376170" cy="532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4" name="Equation" r:id="rId28" imgW="20726400" imgH="4876800" progId="Equation.DSMT4">
                  <p:embed/>
                </p:oleObj>
              </mc:Choice>
              <mc:Fallback>
                <p:oleObj name="Equation" r:id="rId28" imgW="20726400" imgH="4876800" progId="Equation.DSMT4">
                  <p:embed/>
                  <p:pic>
                    <p:nvPicPr>
                      <p:cNvPr id="0" name="图片 2063" descr="水滴"/>
                      <p:cNvPicPr>
                        <a:picLocks noChangeAspect="1"/>
                      </p:cNvPicPr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8639175" y="3322955"/>
                        <a:ext cx="2376170" cy="532765"/>
                      </a:xfrm>
                      <a:prstGeom prst="rect">
                        <a:avLst/>
                      </a:prstGeom>
                      <a:blipFill rotWithShape="0">
                        <a:blip r:embed="rId27"/>
                      </a:blip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6" descr="水滴"/>
          <p:cNvGraphicFramePr>
            <a:graphicFrameLocks noChangeAspect="1"/>
          </p:cNvGraphicFramePr>
          <p:nvPr/>
        </p:nvGraphicFramePr>
        <p:xfrm>
          <a:off x="6595110" y="4097655"/>
          <a:ext cx="3085465" cy="455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30" imgW="1511300" imgH="228600" progId="Equation.DSMT4">
                  <p:embed/>
                </p:oleObj>
              </mc:Choice>
              <mc:Fallback>
                <p:oleObj name="Equation" r:id="rId30" imgW="1511300" imgH="228600" progId="Equation.DSMT4">
                  <p:embed/>
                  <p:pic>
                    <p:nvPicPr>
                      <p:cNvPr id="0" name="图片 2063" descr="水滴"/>
                      <p:cNvPicPr>
                        <a:picLocks noChangeAspect="1"/>
                      </p:cNvPicPr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6595110" y="4097655"/>
                        <a:ext cx="3085465" cy="455930"/>
                      </a:xfrm>
                      <a:prstGeom prst="rect">
                        <a:avLst/>
                      </a:prstGeom>
                      <a:blipFill rotWithShape="0">
                        <a:blip r:embed="rId27"/>
                      </a:blip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7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7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7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7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7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7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7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1" grpId="0"/>
      <p:bldP spid="14" grpId="0"/>
      <p:bldP spid="26" grpId="0"/>
      <p:bldP spid="27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2214880" y="1111885"/>
            <a:ext cx="5260340" cy="521970"/>
            <a:chOff x="3488" y="1751"/>
            <a:chExt cx="8284" cy="822"/>
          </a:xfrm>
        </p:grpSpPr>
        <p:sp>
          <p:nvSpPr>
            <p:cNvPr id="24" name="文本框 2"/>
            <p:cNvSpPr txBox="1"/>
            <p:nvPr>
              <p:custDataLst>
                <p:tags r:id="rId1"/>
              </p:custDataLst>
            </p:nvPr>
          </p:nvSpPr>
          <p:spPr>
            <a:xfrm>
              <a:off x="3488" y="1751"/>
              <a:ext cx="8284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 smtClean="0">
                  <a:latin typeface="+mn-ea"/>
                </a:rPr>
                <a:t>若            在区域</a:t>
              </a:r>
              <a:r>
                <a:rPr lang="en-US" altLang="zh-CN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zh-CN" altLang="en-US" sz="2800" dirty="0" smtClean="0">
                  <a:latin typeface="+mn-ea"/>
                </a:rPr>
                <a:t>内处处可导，</a:t>
              </a:r>
              <a:endParaRPr lang="zh-CN" altLang="en-US" sz="2800" dirty="0">
                <a:latin typeface="+mn-ea"/>
              </a:endParaRPr>
            </a:p>
          </p:txBody>
        </p:sp>
        <p:graphicFrame>
          <p:nvGraphicFramePr>
            <p:cNvPr id="20" name="Object 4"/>
            <p:cNvGraphicFramePr>
              <a:graphicFrameLocks noChangeAspect="1"/>
            </p:cNvGraphicFramePr>
            <p:nvPr>
              <p:custDataLst>
                <p:tags r:id="rId2"/>
              </p:custDataLst>
            </p:nvPr>
          </p:nvGraphicFramePr>
          <p:xfrm>
            <a:off x="4120" y="1830"/>
            <a:ext cx="2108" cy="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3" name="Equation" r:id="rId3" imgW="14020800" imgH="4876800" progId="Equation.DSMT4">
                    <p:embed/>
                  </p:oleObj>
                </mc:Choice>
                <mc:Fallback>
                  <p:oleObj name="Equation" r:id="rId3" imgW="14020800" imgH="4876800" progId="Equation.DSMT4">
                    <p:embed/>
                    <p:pic>
                      <p:nvPicPr>
                        <p:cNvPr id="0" name="图片 307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120" y="1830"/>
                          <a:ext cx="2108" cy="7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文本框 2"/>
          <p:cNvSpPr txBox="1"/>
          <p:nvPr>
            <p:custDataLst>
              <p:tags r:id="rId5"/>
            </p:custDataLst>
          </p:nvPr>
        </p:nvSpPr>
        <p:spPr>
          <a:xfrm>
            <a:off x="933524" y="1162250"/>
            <a:ext cx="146875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0070C0"/>
                </a:solidFill>
                <a:latin typeface="+mn-ea"/>
              </a:rPr>
              <a:t>定义2：</a:t>
            </a:r>
            <a:endParaRPr lang="zh-CN" altLang="en-US" sz="2800" dirty="0">
              <a:latin typeface="+mn-ea"/>
            </a:endParaRPr>
          </a:p>
        </p:txBody>
      </p:sp>
      <p:graphicFrame>
        <p:nvGraphicFramePr>
          <p:cNvPr id="27668" name="Object 20"/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3887153" y="2668588"/>
          <a:ext cx="3373437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Equation" r:id="rId7" imgW="32004000" imgH="9448800" progId="Equation.DSMT4">
                  <p:embed/>
                </p:oleObj>
              </mc:Choice>
              <mc:Fallback>
                <p:oleObj name="Equation" r:id="rId7" imgW="32004000" imgH="9448800" progId="Equation.DSMT4">
                  <p:embed/>
                  <p:pic>
                    <p:nvPicPr>
                      <p:cNvPr id="0" name="图片 307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87153" y="2668588"/>
                        <a:ext cx="3373437" cy="1028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0" name="Object 22"/>
          <p:cNvGraphicFramePr>
            <a:graphicFrameLocks noChangeAspect="1"/>
          </p:cNvGraphicFramePr>
          <p:nvPr>
            <p:custDataLst>
              <p:tags r:id="rId9"/>
            </p:custDataLst>
          </p:nvPr>
        </p:nvGraphicFramePr>
        <p:xfrm>
          <a:off x="2610803" y="2932430"/>
          <a:ext cx="1220787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Equation" r:id="rId10" imgW="11582400" imgH="4876800" progId="Equation.DSMT4">
                  <p:embed/>
                </p:oleObj>
              </mc:Choice>
              <mc:Fallback>
                <p:oleObj name="Equation" r:id="rId10" imgW="11582400" imgH="4876800" progId="Equation.DSMT4">
                  <p:embed/>
                  <p:pic>
                    <p:nvPicPr>
                      <p:cNvPr id="0" name="图片 3074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610803" y="2932430"/>
                        <a:ext cx="1220787" cy="492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/>
          <p:cNvGrpSpPr/>
          <p:nvPr/>
        </p:nvGrpSpPr>
        <p:grpSpPr>
          <a:xfrm>
            <a:off x="7260590" y="1112520"/>
            <a:ext cx="4555490" cy="570865"/>
            <a:chOff x="11434" y="1752"/>
            <a:chExt cx="7174" cy="899"/>
          </a:xfrm>
        </p:grpSpPr>
        <p:sp>
          <p:nvSpPr>
            <p:cNvPr id="14" name="文本框 2"/>
            <p:cNvSpPr txBox="1"/>
            <p:nvPr>
              <p:custDataLst>
                <p:tags r:id="rId12"/>
              </p:custDataLst>
            </p:nvPr>
          </p:nvSpPr>
          <p:spPr>
            <a:xfrm>
              <a:off x="11434" y="1752"/>
              <a:ext cx="1408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 smtClean="0">
                  <a:latin typeface="+mn-ea"/>
                </a:rPr>
                <a:t>则称</a:t>
              </a:r>
              <a:endParaRPr lang="zh-CN" altLang="en-US" sz="2800" dirty="0" smtClean="0">
                <a:latin typeface="+mn-ea"/>
              </a:endParaRPr>
            </a:p>
          </p:txBody>
        </p:sp>
        <p:graphicFrame>
          <p:nvGraphicFramePr>
            <p:cNvPr id="51216" name="Object 16"/>
            <p:cNvGraphicFramePr>
              <a:graphicFrameLocks noChangeAspect="1"/>
            </p:cNvGraphicFramePr>
            <p:nvPr/>
          </p:nvGraphicFramePr>
          <p:xfrm>
            <a:off x="12795" y="1879"/>
            <a:ext cx="2328" cy="7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Equation" r:id="rId13" imgW="14020800" imgH="4876800" progId="Equation.DSMT4">
                    <p:embed/>
                  </p:oleObj>
                </mc:Choice>
                <mc:Fallback>
                  <p:oleObj name="Equation" r:id="rId13" imgW="14020800" imgH="4876800" progId="Equation.DSMT4">
                    <p:embed/>
                    <p:pic>
                      <p:nvPicPr>
                        <p:cNvPr id="0" name="图片 307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2795" y="1879"/>
                          <a:ext cx="2328" cy="77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文本框 2"/>
            <p:cNvSpPr txBox="1"/>
            <p:nvPr/>
          </p:nvSpPr>
          <p:spPr>
            <a:xfrm>
              <a:off x="15078" y="1812"/>
              <a:ext cx="3531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 smtClean="0">
                  <a:solidFill>
                    <a:srgbClr val="0070C0"/>
                  </a:solidFill>
                  <a:latin typeface="+mn-ea"/>
                </a:rPr>
                <a:t>在D上可导</a:t>
              </a:r>
              <a:r>
                <a:rPr lang="zh-CN" altLang="en-US" sz="2800" dirty="0" smtClean="0">
                  <a:latin typeface="+mn-ea"/>
                </a:rPr>
                <a:t>。</a:t>
              </a:r>
              <a:endParaRPr lang="zh-CN" altLang="en-US" sz="2800" dirty="0">
                <a:latin typeface="+mn-ea"/>
              </a:endParaRPr>
            </a:p>
          </p:txBody>
        </p:sp>
      </p:grpSp>
      <p:grpSp>
        <p:nvGrpSpPr>
          <p:cNvPr id="8" name="组合 7"/>
          <p:cNvGrpSpPr/>
          <p:nvPr>
            <p:custDataLst>
              <p:tags r:id="rId14"/>
            </p:custDataLst>
          </p:nvPr>
        </p:nvGrpSpPr>
        <p:grpSpPr>
          <a:xfrm>
            <a:off x="2402205" y="2052955"/>
            <a:ext cx="5260340" cy="521970"/>
            <a:chOff x="3783" y="4283"/>
            <a:chExt cx="8284" cy="822"/>
          </a:xfrm>
        </p:grpSpPr>
        <p:sp>
          <p:nvSpPr>
            <p:cNvPr id="27" name="文本框 2"/>
            <p:cNvSpPr txBox="1"/>
            <p:nvPr>
              <p:custDataLst>
                <p:tags r:id="rId15"/>
              </p:custDataLst>
            </p:nvPr>
          </p:nvSpPr>
          <p:spPr>
            <a:xfrm>
              <a:off x="3783" y="4283"/>
              <a:ext cx="8284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 smtClean="0">
                  <a:latin typeface="+mn-ea"/>
                </a:rPr>
                <a:t>若            在区域</a:t>
              </a:r>
              <a:r>
                <a:rPr lang="en-US" altLang="zh-CN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zh-CN" altLang="en-US" sz="2800" dirty="0" smtClean="0">
                  <a:latin typeface="+mn-ea"/>
                </a:rPr>
                <a:t>内处处可导，</a:t>
              </a:r>
              <a:endParaRPr lang="zh-CN" altLang="en-US" sz="2800" dirty="0">
                <a:latin typeface="+mn-ea"/>
              </a:endParaRPr>
            </a:p>
          </p:txBody>
        </p:sp>
        <p:graphicFrame>
          <p:nvGraphicFramePr>
            <p:cNvPr id="28" name="Object 4"/>
            <p:cNvGraphicFramePr>
              <a:graphicFrameLocks noChangeAspect="1"/>
            </p:cNvGraphicFramePr>
            <p:nvPr>
              <p:custDataLst>
                <p:tags r:id="rId16"/>
              </p:custDataLst>
            </p:nvPr>
          </p:nvGraphicFramePr>
          <p:xfrm>
            <a:off x="4558" y="4386"/>
            <a:ext cx="1933" cy="6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name="Equation" r:id="rId17" imgW="14020800" imgH="4876800" progId="Equation.DSMT4">
                    <p:embed/>
                  </p:oleObj>
                </mc:Choice>
                <mc:Fallback>
                  <p:oleObj name="Equation" r:id="rId17" imgW="14020800" imgH="4876800" progId="Equation.DSMT4">
                    <p:embed/>
                    <p:pic>
                      <p:nvPicPr>
                        <p:cNvPr id="0" name="图片 307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558" y="4386"/>
                          <a:ext cx="1933" cy="64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" name="文本框 2"/>
          <p:cNvSpPr txBox="1"/>
          <p:nvPr>
            <p:custDataLst>
              <p:tags r:id="rId18"/>
            </p:custDataLst>
          </p:nvPr>
        </p:nvSpPr>
        <p:spPr>
          <a:xfrm>
            <a:off x="956060" y="2003793"/>
            <a:ext cx="146875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0070C0"/>
                </a:solidFill>
                <a:latin typeface="+mn-ea"/>
              </a:rPr>
              <a:t>定义3：</a:t>
            </a:r>
            <a:endParaRPr lang="zh-CN" altLang="en-US" sz="2800" b="1" i="1" u="sng" dirty="0">
              <a:latin typeface="+mn-ea"/>
            </a:endParaRPr>
          </a:p>
        </p:txBody>
      </p:sp>
      <p:sp>
        <p:nvSpPr>
          <p:cNvPr id="30" name="文本框 2"/>
          <p:cNvSpPr txBox="1"/>
          <p:nvPr>
            <p:custDataLst>
              <p:tags r:id="rId19"/>
            </p:custDataLst>
          </p:nvPr>
        </p:nvSpPr>
        <p:spPr>
          <a:xfrm>
            <a:off x="7486939" y="2035111"/>
            <a:ext cx="894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则对</a:t>
            </a:r>
            <a:endParaRPr lang="zh-CN" altLang="en-US" sz="2800" dirty="0" smtClean="0">
              <a:latin typeface="+mn-ea"/>
            </a:endParaRPr>
          </a:p>
        </p:txBody>
      </p:sp>
      <p:graphicFrame>
        <p:nvGraphicFramePr>
          <p:cNvPr id="31" name="Object 16"/>
          <p:cNvGraphicFramePr>
            <a:graphicFrameLocks noChangeAspect="1"/>
          </p:cNvGraphicFramePr>
          <p:nvPr/>
        </p:nvGraphicFramePr>
        <p:xfrm>
          <a:off x="8380730" y="2050733"/>
          <a:ext cx="1317625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Equation" r:id="rId20" imgW="12496800" imgH="4876800" progId="Equation.DSMT4">
                  <p:embed/>
                </p:oleObj>
              </mc:Choice>
              <mc:Fallback>
                <p:oleObj name="Equation" r:id="rId20" imgW="12496800" imgH="4876800" progId="Equation.DSMT4">
                  <p:embed/>
                  <p:pic>
                    <p:nvPicPr>
                      <p:cNvPr id="0" name="图片 3077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8380730" y="2050733"/>
                        <a:ext cx="1317625" cy="4905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9" name="Object 19"/>
          <p:cNvGraphicFramePr>
            <a:graphicFrameLocks noChangeAspect="1"/>
          </p:cNvGraphicFramePr>
          <p:nvPr>
            <p:custDataLst>
              <p:tags r:id="rId22"/>
            </p:custDataLst>
          </p:nvPr>
        </p:nvGraphicFramePr>
        <p:xfrm>
          <a:off x="917545" y="3855403"/>
          <a:ext cx="215265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Equation" r:id="rId23" imgW="20421600" imgH="4876800" progId="Equation.DSMT4">
                  <p:embed/>
                </p:oleObj>
              </mc:Choice>
              <mc:Fallback>
                <p:oleObj name="Equation" r:id="rId23" imgW="20421600" imgH="4876800" progId="Equation.DSMT4">
                  <p:embed/>
                  <p:pic>
                    <p:nvPicPr>
                      <p:cNvPr id="0" name="图片 3078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917545" y="3855403"/>
                        <a:ext cx="2152650" cy="492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/>
          <p:cNvGrpSpPr/>
          <p:nvPr>
            <p:custDataLst>
              <p:tags r:id="rId25"/>
            </p:custDataLst>
          </p:nvPr>
        </p:nvGrpSpPr>
        <p:grpSpPr>
          <a:xfrm>
            <a:off x="2980055" y="3802380"/>
            <a:ext cx="5030470" cy="545465"/>
            <a:chOff x="4693" y="7038"/>
            <a:chExt cx="7922" cy="859"/>
          </a:xfrm>
        </p:grpSpPr>
        <p:sp>
          <p:nvSpPr>
            <p:cNvPr id="33" name="文本框 2"/>
            <p:cNvSpPr txBox="1"/>
            <p:nvPr>
              <p:custDataLst>
                <p:tags r:id="rId26"/>
              </p:custDataLst>
            </p:nvPr>
          </p:nvSpPr>
          <p:spPr>
            <a:xfrm>
              <a:off x="4693" y="7038"/>
              <a:ext cx="7922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 smtClean="0">
                  <a:latin typeface="+mn-ea"/>
                </a:rPr>
                <a:t>称为函数             的</a:t>
              </a:r>
              <a:r>
                <a:rPr lang="zh-CN" altLang="en-US" sz="2800" b="1" dirty="0" smtClean="0">
                  <a:solidFill>
                    <a:srgbClr val="0070C0"/>
                  </a:solidFill>
                  <a:latin typeface="+mn-ea"/>
                </a:rPr>
                <a:t>导(函)数</a:t>
              </a:r>
              <a:r>
                <a:rPr lang="zh-CN" altLang="en-US" sz="2800" dirty="0" smtClean="0">
                  <a:latin typeface="+mn-ea"/>
                </a:rPr>
                <a:t>。</a:t>
              </a:r>
              <a:endParaRPr lang="zh-CN" altLang="en-US" sz="2800" dirty="0">
                <a:latin typeface="+mn-ea"/>
              </a:endParaRPr>
            </a:p>
          </p:txBody>
        </p:sp>
        <p:graphicFrame>
          <p:nvGraphicFramePr>
            <p:cNvPr id="51220" name="Object 20"/>
            <p:cNvGraphicFramePr>
              <a:graphicFrameLocks noChangeAspect="1"/>
            </p:cNvGraphicFramePr>
            <p:nvPr>
              <p:custDataLst>
                <p:tags r:id="rId27"/>
              </p:custDataLst>
            </p:nvPr>
          </p:nvGraphicFramePr>
          <p:xfrm>
            <a:off x="7089" y="7124"/>
            <a:ext cx="2061" cy="7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0" name="Equation" r:id="rId28" imgW="14020800" imgH="4876800" progId="Equation.DSMT4">
                    <p:embed/>
                  </p:oleObj>
                </mc:Choice>
                <mc:Fallback>
                  <p:oleObj name="Equation" r:id="rId28" imgW="14020800" imgH="4876800" progId="Equation.DSMT4">
                    <p:embed/>
                    <p:pic>
                      <p:nvPicPr>
                        <p:cNvPr id="0" name="图片 307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089" y="7124"/>
                          <a:ext cx="2061" cy="77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1221" name="Object 21"/>
          <p:cNvGraphicFramePr>
            <a:graphicFrameLocks noChangeAspect="1"/>
          </p:cNvGraphicFramePr>
          <p:nvPr>
            <p:custDataLst>
              <p:tags r:id="rId29"/>
            </p:custDataLst>
          </p:nvPr>
        </p:nvGraphicFramePr>
        <p:xfrm>
          <a:off x="7352605" y="2762149"/>
          <a:ext cx="931863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Equation" r:id="rId30" imgW="8839200" imgH="9448800" progId="Equation.DSMT4">
                  <p:embed/>
                </p:oleObj>
              </mc:Choice>
              <mc:Fallback>
                <p:oleObj name="Equation" r:id="rId30" imgW="8839200" imgH="9448800" progId="Equation.DSMT4">
                  <p:embed/>
                  <p:pic>
                    <p:nvPicPr>
                      <p:cNvPr id="0" name="图片 3080"/>
                      <p:cNvPicPr>
                        <a:picLocks noChangeAspect="1"/>
                      </p:cNvPicPr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7352605" y="2762149"/>
                        <a:ext cx="931863" cy="952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22" name="Object 22"/>
          <p:cNvGraphicFramePr>
            <a:graphicFrameLocks noChangeAspect="1"/>
          </p:cNvGraphicFramePr>
          <p:nvPr/>
        </p:nvGraphicFramePr>
        <p:xfrm>
          <a:off x="8359140" y="2754630"/>
          <a:ext cx="866775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Equation" r:id="rId32" imgW="8229600" imgH="9448800" progId="Equation.DSMT4">
                  <p:embed/>
                </p:oleObj>
              </mc:Choice>
              <mc:Fallback>
                <p:oleObj name="Equation" r:id="rId32" imgW="8229600" imgH="9448800" progId="Equation.DSMT4">
                  <p:embed/>
                  <p:pic>
                    <p:nvPicPr>
                      <p:cNvPr id="0" name="图片 3081"/>
                      <p:cNvPicPr>
                        <a:picLocks noChangeAspect="1"/>
                      </p:cNvPicPr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8359140" y="2754630"/>
                        <a:ext cx="866775" cy="952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4"/>
          <p:cNvGraphicFramePr>
            <a:graphicFrameLocks noChangeAspect="1"/>
          </p:cNvGraphicFramePr>
          <p:nvPr/>
        </p:nvGraphicFramePr>
        <p:xfrm>
          <a:off x="2400935" y="4799642"/>
          <a:ext cx="106045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Equation" r:id="rId34" imgW="10058400" imgH="5486400" progId="Equation.DSMT4">
                  <p:embed/>
                </p:oleObj>
              </mc:Choice>
              <mc:Fallback>
                <p:oleObj name="Equation" r:id="rId34" imgW="10058400" imgH="5486400" progId="Equation.DSMT4">
                  <p:embed/>
                  <p:pic>
                    <p:nvPicPr>
                      <p:cNvPr id="0" name="图片 3082"/>
                      <p:cNvPicPr>
                        <a:picLocks noChangeAspect="1"/>
                      </p:cNvPicPr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2400935" y="4799642"/>
                        <a:ext cx="1060450" cy="552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24" name="Object 24"/>
          <p:cNvGraphicFramePr>
            <a:graphicFrameLocks noChangeAspect="1"/>
          </p:cNvGraphicFramePr>
          <p:nvPr/>
        </p:nvGraphicFramePr>
        <p:xfrm>
          <a:off x="3816985" y="4835843"/>
          <a:ext cx="897255" cy="478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Equation" r:id="rId36" imgW="368300" imgH="203200" progId="Equation.DSMT4">
                  <p:embed/>
                </p:oleObj>
              </mc:Choice>
              <mc:Fallback>
                <p:oleObj name="Equation" r:id="rId36" imgW="368300" imgH="203200" progId="Equation.DSMT4">
                  <p:embed/>
                  <p:pic>
                    <p:nvPicPr>
                      <p:cNvPr id="0" name="图片 3083"/>
                      <p:cNvPicPr>
                        <a:picLocks noChangeAspect="1"/>
                      </p:cNvPicPr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3816985" y="4835843"/>
                        <a:ext cx="897255" cy="4781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七角星 24"/>
          <p:cNvSpPr/>
          <p:nvPr/>
        </p:nvSpPr>
        <p:spPr>
          <a:xfrm>
            <a:off x="1165081" y="4572551"/>
            <a:ext cx="914400" cy="914400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 smtClean="0">
                <a:solidFill>
                  <a:schemeClr val="tx1"/>
                </a:solidFill>
              </a:rPr>
              <a:t>注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graphicFrame>
        <p:nvGraphicFramePr>
          <p:cNvPr id="4" name="Object 24"/>
          <p:cNvGraphicFramePr>
            <a:graphicFrameLocks noChangeAspect="1"/>
          </p:cNvGraphicFramePr>
          <p:nvPr/>
        </p:nvGraphicFramePr>
        <p:xfrm>
          <a:off x="4714240" y="4848225"/>
          <a:ext cx="617855" cy="5676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38" imgW="254000" imgH="241300" progId="Equation.DSMT4">
                  <p:embed/>
                </p:oleObj>
              </mc:Choice>
              <mc:Fallback>
                <p:oleObj name="Equation" r:id="rId38" imgW="254000" imgH="241300" progId="Equation.DSMT4">
                  <p:embed/>
                  <p:pic>
                    <p:nvPicPr>
                      <p:cNvPr id="0" name="图片 3083"/>
                      <p:cNvPicPr>
                        <a:picLocks noChangeAspect="1"/>
                      </p:cNvPicPr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4714240" y="4848225"/>
                        <a:ext cx="617855" cy="5676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4"/>
          <p:cNvGraphicFramePr>
            <a:graphicFrameLocks noChangeAspect="1"/>
          </p:cNvGraphicFramePr>
          <p:nvPr/>
        </p:nvGraphicFramePr>
        <p:xfrm>
          <a:off x="3531235" y="4997451"/>
          <a:ext cx="309245" cy="269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40" imgW="127000" imgH="114300" progId="Equation.DSMT4">
                  <p:embed/>
                </p:oleObj>
              </mc:Choice>
              <mc:Fallback>
                <p:oleObj name="Equation" r:id="rId40" imgW="127000" imgH="114300" progId="Equation.DSMT4">
                  <p:embed/>
                  <p:pic>
                    <p:nvPicPr>
                      <p:cNvPr id="0" name="图片 3083"/>
                      <p:cNvPicPr>
                        <a:picLocks noChangeAspect="1"/>
                      </p:cNvPicPr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3531235" y="4997451"/>
                        <a:ext cx="309245" cy="2692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4"/>
          <p:cNvGraphicFramePr>
            <a:graphicFrameLocks noChangeAspect="1"/>
          </p:cNvGraphicFramePr>
          <p:nvPr>
            <p:custDataLst>
              <p:tags r:id="rId42"/>
            </p:custDataLst>
          </p:nvPr>
        </p:nvGraphicFramePr>
        <p:xfrm>
          <a:off x="2400935" y="5704162"/>
          <a:ext cx="2087562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Equation" r:id="rId43" imgW="19812000" imgH="5486400" progId="Equation.DSMT4">
                  <p:embed/>
                </p:oleObj>
              </mc:Choice>
              <mc:Fallback>
                <p:oleObj name="Equation" r:id="rId43" imgW="19812000" imgH="5486400" progId="Equation.DSMT4">
                  <p:embed/>
                  <p:pic>
                    <p:nvPicPr>
                      <p:cNvPr id="0" name="图片 4098"/>
                      <p:cNvPicPr>
                        <a:picLocks noChangeAspect="1"/>
                      </p:cNvPicPr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2400935" y="5704162"/>
                        <a:ext cx="2087562" cy="552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14"/>
          <p:cNvGraphicFramePr>
            <a:graphicFrameLocks noChangeAspect="1"/>
          </p:cNvGraphicFramePr>
          <p:nvPr>
            <p:custDataLst>
              <p:tags r:id="rId45"/>
            </p:custDataLst>
          </p:nvPr>
        </p:nvGraphicFramePr>
        <p:xfrm>
          <a:off x="4625340" y="5735320"/>
          <a:ext cx="1024255" cy="528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Equation" r:id="rId46" imgW="381000" imgH="203200" progId="Equation.DSMT4">
                  <p:embed/>
                </p:oleObj>
              </mc:Choice>
              <mc:Fallback>
                <p:oleObj name="Equation" r:id="rId46" imgW="381000" imgH="203200" progId="Equation.DSMT4">
                  <p:embed/>
                  <p:pic>
                    <p:nvPicPr>
                      <p:cNvPr id="0" name="图片 4099"/>
                      <p:cNvPicPr>
                        <a:picLocks noChangeAspect="1"/>
                      </p:cNvPicPr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4625340" y="5735320"/>
                        <a:ext cx="1024255" cy="5283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"/>
          <p:cNvGraphicFramePr>
            <a:graphicFrameLocks noChangeAspect="1"/>
          </p:cNvGraphicFramePr>
          <p:nvPr>
            <p:custDataLst>
              <p:tags r:id="rId48"/>
            </p:custDataLst>
          </p:nvPr>
        </p:nvGraphicFramePr>
        <p:xfrm>
          <a:off x="5810250" y="4940300"/>
          <a:ext cx="1383030" cy="475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49" imgW="571500" imgH="203200" progId="Equation.DSMT4">
                  <p:embed/>
                </p:oleObj>
              </mc:Choice>
              <mc:Fallback>
                <p:oleObj name="Equation" r:id="rId49" imgW="571500" imgH="203200" progId="Equation.DSMT4">
                  <p:embed/>
                  <p:pic>
                    <p:nvPicPr>
                      <p:cNvPr id="0" name="图片 4098"/>
                      <p:cNvPicPr>
                        <a:picLocks noChangeAspect="1"/>
                      </p:cNvPicPr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5810250" y="4940300"/>
                        <a:ext cx="1383030" cy="4756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5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7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7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1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1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1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1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9" grpId="0"/>
      <p:bldP spid="30" grpId="0"/>
      <p:bldP spid="25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1484443" y="2180682"/>
            <a:ext cx="894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 smtClean="0">
                <a:latin typeface="+mn-ea"/>
              </a:rPr>
              <a:t>解：</a:t>
            </a:r>
            <a:endParaRPr lang="zh-CN" altLang="en-US" sz="2800" dirty="0" smtClean="0">
              <a:latin typeface="+mn-ea"/>
            </a:endParaRPr>
          </a:p>
        </p:txBody>
      </p:sp>
      <p:graphicFrame>
        <p:nvGraphicFramePr>
          <p:cNvPr id="24" name="Object 20"/>
          <p:cNvGraphicFramePr>
            <a:graphicFrameLocks noChangeAspect="1"/>
          </p:cNvGraphicFramePr>
          <p:nvPr/>
        </p:nvGraphicFramePr>
        <p:xfrm>
          <a:off x="2435225" y="2223135"/>
          <a:ext cx="845185" cy="4362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" name="Equation" r:id="rId1" imgW="381000" imgH="203200" progId="Equation.DSMT4">
                  <p:embed/>
                </p:oleObj>
              </mc:Choice>
              <mc:Fallback>
                <p:oleObj name="Equation" r:id="rId1" imgW="381000" imgH="203200" progId="Equation.DSMT4">
                  <p:embed/>
                  <p:pic>
                    <p:nvPicPr>
                      <p:cNvPr id="0" name="图片 410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35225" y="2223135"/>
                        <a:ext cx="845185" cy="4362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4"/>
          <p:cNvGraphicFramePr>
            <a:graphicFrameLocks noChangeAspect="1"/>
          </p:cNvGraphicFramePr>
          <p:nvPr/>
        </p:nvGraphicFramePr>
        <p:xfrm>
          <a:off x="3280093" y="1941513"/>
          <a:ext cx="3432175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" name="Equation" r:id="rId3" imgW="1459865" imgH="393700" progId="Equation.DSMT4">
                  <p:embed/>
                </p:oleObj>
              </mc:Choice>
              <mc:Fallback>
                <p:oleObj name="Equation" r:id="rId3" imgW="1459865" imgH="393700" progId="Equation.DSMT4">
                  <p:embed/>
                  <p:pic>
                    <p:nvPicPr>
                      <p:cNvPr id="0" name="图片 409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80093" y="1941513"/>
                        <a:ext cx="3432175" cy="9048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4"/>
          <p:cNvGraphicFramePr>
            <a:graphicFrameLocks noChangeAspect="1"/>
          </p:cNvGraphicFramePr>
          <p:nvPr/>
        </p:nvGraphicFramePr>
        <p:xfrm>
          <a:off x="6795136" y="2105025"/>
          <a:ext cx="1374140" cy="6718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" name="Equation" r:id="rId5" imgW="584200" imgH="292100" progId="Equation.DSMT4">
                  <p:embed/>
                </p:oleObj>
              </mc:Choice>
              <mc:Fallback>
                <p:oleObj name="Equation" r:id="rId5" imgW="584200" imgH="292100" progId="Equation.DSMT4">
                  <p:embed/>
                  <p:pic>
                    <p:nvPicPr>
                      <p:cNvPr id="0" name="图片 4097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795136" y="2105025"/>
                        <a:ext cx="1374140" cy="6718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14"/>
          <p:cNvGraphicFramePr>
            <a:graphicFrameLocks noChangeAspect="1"/>
          </p:cNvGraphicFramePr>
          <p:nvPr/>
        </p:nvGraphicFramePr>
        <p:xfrm>
          <a:off x="3280410" y="2920365"/>
          <a:ext cx="3265170" cy="8553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" name="Equation" r:id="rId7" imgW="3432175" imgH="919480" progId="Equation.DSMT4">
                  <p:embed/>
                </p:oleObj>
              </mc:Choice>
              <mc:Fallback>
                <p:oleObj name="Equation" r:id="rId7" imgW="3432175" imgH="919480" progId="Equation.DSMT4">
                  <p:embed/>
                  <p:pic>
                    <p:nvPicPr>
                      <p:cNvPr id="0" name="图片 409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80410" y="2920365"/>
                        <a:ext cx="3265170" cy="8553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等于号 49"/>
          <p:cNvSpPr/>
          <p:nvPr/>
        </p:nvSpPr>
        <p:spPr>
          <a:xfrm>
            <a:off x="3531870" y="5838190"/>
            <a:ext cx="2068830" cy="298450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51" name="Object 14"/>
          <p:cNvGraphicFramePr>
            <a:graphicFrameLocks noChangeAspect="1"/>
          </p:cNvGraphicFramePr>
          <p:nvPr/>
        </p:nvGraphicFramePr>
        <p:xfrm>
          <a:off x="3712528" y="5383213"/>
          <a:ext cx="170815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" name="Equation" r:id="rId9" imgW="774065" imgH="203200" progId="Equation.DSMT4">
                  <p:embed/>
                </p:oleObj>
              </mc:Choice>
              <mc:Fallback>
                <p:oleObj name="Equation" r:id="rId9" imgW="774065" imgH="203200" progId="Equation.DSMT4">
                  <p:embed/>
                  <p:pic>
                    <p:nvPicPr>
                      <p:cNvPr id="0" name="图片 4097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712528" y="5383213"/>
                        <a:ext cx="1708150" cy="438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14"/>
          <p:cNvGraphicFramePr>
            <a:graphicFrameLocks noChangeAspect="1"/>
          </p:cNvGraphicFramePr>
          <p:nvPr/>
        </p:nvGraphicFramePr>
        <p:xfrm>
          <a:off x="3739833" y="6136323"/>
          <a:ext cx="165354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" name="Equation" r:id="rId11" imgW="749300" imgH="203200" progId="Equation.DSMT4">
                  <p:embed/>
                </p:oleObj>
              </mc:Choice>
              <mc:Fallback>
                <p:oleObj name="Equation" r:id="rId11" imgW="749300" imgH="203200" progId="Equation.DSMT4">
                  <p:embed/>
                  <p:pic>
                    <p:nvPicPr>
                      <p:cNvPr id="0" name="图片 409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739833" y="6136323"/>
                        <a:ext cx="1653540" cy="438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14"/>
          <p:cNvGraphicFramePr>
            <a:graphicFrameLocks noChangeAspect="1"/>
          </p:cNvGraphicFramePr>
          <p:nvPr/>
        </p:nvGraphicFramePr>
        <p:xfrm>
          <a:off x="5674679" y="5535295"/>
          <a:ext cx="2494280" cy="903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" name="Equation" r:id="rId13" imgW="1130300" imgH="419100" progId="Equation.DSMT4">
                  <p:embed/>
                </p:oleObj>
              </mc:Choice>
              <mc:Fallback>
                <p:oleObj name="Equation" r:id="rId13" imgW="1130300" imgH="419100" progId="Equation.DSMT4">
                  <p:embed/>
                  <p:pic>
                    <p:nvPicPr>
                      <p:cNvPr id="0" name="图片 4097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674679" y="5535295"/>
                        <a:ext cx="2494280" cy="9036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14"/>
          <p:cNvGraphicFramePr>
            <a:graphicFrameLocks noChangeAspect="1"/>
          </p:cNvGraphicFramePr>
          <p:nvPr/>
        </p:nvGraphicFramePr>
        <p:xfrm>
          <a:off x="8361045" y="5807710"/>
          <a:ext cx="2466975" cy="630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" name="Equation" r:id="rId15" imgW="1117600" imgH="292100" progId="Equation.DSMT4">
                  <p:embed/>
                </p:oleObj>
              </mc:Choice>
              <mc:Fallback>
                <p:oleObj name="Equation" r:id="rId15" imgW="1117600" imgH="292100" progId="Equation.DSMT4">
                  <p:embed/>
                  <p:pic>
                    <p:nvPicPr>
                      <p:cNvPr id="0" name="图片 4097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361045" y="5807710"/>
                        <a:ext cx="2466975" cy="6305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14"/>
          <p:cNvGraphicFramePr>
            <a:graphicFrameLocks noChangeAspect="1"/>
          </p:cNvGraphicFramePr>
          <p:nvPr/>
        </p:nvGraphicFramePr>
        <p:xfrm>
          <a:off x="10828020" y="5826125"/>
          <a:ext cx="476885" cy="438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" name="Equation" r:id="rId17" imgW="215900" imgH="203200" progId="Equation.DSMT4">
                  <p:embed/>
                </p:oleObj>
              </mc:Choice>
              <mc:Fallback>
                <p:oleObj name="Equation" r:id="rId17" imgW="215900" imgH="203200" progId="Equation.DSMT4">
                  <p:embed/>
                  <p:pic>
                    <p:nvPicPr>
                      <p:cNvPr id="0" name="图片 4097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0828020" y="5826125"/>
                        <a:ext cx="476885" cy="4387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4"/>
          <p:cNvGraphicFramePr>
            <a:graphicFrameLocks noChangeAspect="1"/>
          </p:cNvGraphicFramePr>
          <p:nvPr/>
        </p:nvGraphicFramePr>
        <p:xfrm>
          <a:off x="8408036" y="1927225"/>
          <a:ext cx="2330450" cy="993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19" imgW="990600" imgH="431800" progId="Equation.DSMT4">
                  <p:embed/>
                </p:oleObj>
              </mc:Choice>
              <mc:Fallback>
                <p:oleObj name="Equation" r:id="rId19" imgW="990600" imgH="431800" progId="Equation.DSMT4">
                  <p:embed/>
                  <p:pic>
                    <p:nvPicPr>
                      <p:cNvPr id="0" name="图片 4097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408036" y="1927225"/>
                        <a:ext cx="2330450" cy="9931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4"/>
          <p:cNvGraphicFramePr>
            <a:graphicFrameLocks noChangeAspect="1"/>
          </p:cNvGraphicFramePr>
          <p:nvPr/>
        </p:nvGraphicFramePr>
        <p:xfrm>
          <a:off x="8468044" y="1927225"/>
          <a:ext cx="1344295" cy="467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21" imgW="571500" imgH="203200" progId="Equation.DSMT4">
                  <p:embed/>
                </p:oleObj>
              </mc:Choice>
              <mc:Fallback>
                <p:oleObj name="Equation" r:id="rId21" imgW="571500" imgH="203200" progId="Equation.DSMT4">
                  <p:embed/>
                  <p:pic>
                    <p:nvPicPr>
                      <p:cNvPr id="0" name="图片 4097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8468044" y="1927225"/>
                        <a:ext cx="1344295" cy="4673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4"/>
          <p:cNvGraphicFramePr>
            <a:graphicFrameLocks noChangeAspect="1"/>
          </p:cNvGraphicFramePr>
          <p:nvPr/>
        </p:nvGraphicFramePr>
        <p:xfrm>
          <a:off x="10370504" y="1956435"/>
          <a:ext cx="23939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23" imgW="101600" imgH="190500" progId="Equation.DSMT4">
                  <p:embed/>
                </p:oleObj>
              </mc:Choice>
              <mc:Fallback>
                <p:oleObj name="Equation" r:id="rId23" imgW="101600" imgH="190500" progId="Equation.DSMT4">
                  <p:embed/>
                  <p:pic>
                    <p:nvPicPr>
                      <p:cNvPr id="0" name="图片 4097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0370504" y="1956435"/>
                        <a:ext cx="239395" cy="438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4"/>
          <p:cNvGraphicFramePr>
            <a:graphicFrameLocks noChangeAspect="1"/>
          </p:cNvGraphicFramePr>
          <p:nvPr/>
        </p:nvGraphicFramePr>
        <p:xfrm>
          <a:off x="9793289" y="2073275"/>
          <a:ext cx="329565" cy="321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25" imgW="139700" imgH="139700" progId="Equation.DSMT4">
                  <p:embed/>
                </p:oleObj>
              </mc:Choice>
              <mc:Fallback>
                <p:oleObj name="Equation" r:id="rId25" imgW="139700" imgH="139700" progId="Equation.DSMT4">
                  <p:embed/>
                  <p:pic>
                    <p:nvPicPr>
                      <p:cNvPr id="0" name="图片 4097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9793289" y="2073275"/>
                        <a:ext cx="329565" cy="3213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7132955" y="2533650"/>
          <a:ext cx="1121410" cy="208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27" imgW="1066800" imgH="203200" progId="Equation.DSMT4">
                  <p:embed/>
                </p:oleObj>
              </mc:Choice>
              <mc:Fallback>
                <p:oleObj name="Equation" r:id="rId27" imgW="1066800" imgH="203200" progId="Equation.DSMT4">
                  <p:embed/>
                  <p:pic>
                    <p:nvPicPr>
                      <p:cNvPr id="0" name="图片 4097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7132955" y="2533650"/>
                        <a:ext cx="1121410" cy="2089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4"/>
          <p:cNvGraphicFramePr>
            <a:graphicFrameLocks noChangeAspect="1"/>
          </p:cNvGraphicFramePr>
          <p:nvPr/>
        </p:nvGraphicFramePr>
        <p:xfrm>
          <a:off x="6596380" y="2945130"/>
          <a:ext cx="3526790" cy="830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Equation" r:id="rId29" imgW="1739900" imgH="419100" progId="Equation.DSMT4">
                  <p:embed/>
                </p:oleObj>
              </mc:Choice>
              <mc:Fallback>
                <p:oleObj name="Equation" r:id="rId29" imgW="1739900" imgH="419100" progId="Equation.DSMT4">
                  <p:embed/>
                  <p:pic>
                    <p:nvPicPr>
                      <p:cNvPr id="0" name="图片 4097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6596380" y="2945130"/>
                        <a:ext cx="3526790" cy="8305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4"/>
          <p:cNvGraphicFramePr>
            <a:graphicFrameLocks noChangeAspect="1"/>
          </p:cNvGraphicFramePr>
          <p:nvPr/>
        </p:nvGraphicFramePr>
        <p:xfrm>
          <a:off x="3216910" y="3775710"/>
          <a:ext cx="5509260" cy="881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" name="Equation" r:id="rId31" imgW="2717800" imgH="444500" progId="Equation.DSMT4">
                  <p:embed/>
                </p:oleObj>
              </mc:Choice>
              <mc:Fallback>
                <p:oleObj name="Equation" r:id="rId31" imgW="2717800" imgH="444500" progId="Equation.DSMT4">
                  <p:embed/>
                  <p:pic>
                    <p:nvPicPr>
                      <p:cNvPr id="0" name="图片 4097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3216910" y="3775710"/>
                        <a:ext cx="5509260" cy="8813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14"/>
          <p:cNvGraphicFramePr>
            <a:graphicFrameLocks noChangeAspect="1"/>
          </p:cNvGraphicFramePr>
          <p:nvPr/>
        </p:nvGraphicFramePr>
        <p:xfrm>
          <a:off x="673100" y="5383530"/>
          <a:ext cx="3012440" cy="881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" name="Equation" r:id="rId33" imgW="1485900" imgH="444500" progId="Equation.DSMT4">
                  <p:embed/>
                </p:oleObj>
              </mc:Choice>
              <mc:Fallback>
                <p:oleObj name="Equation" r:id="rId33" imgW="1485900" imgH="444500" progId="Equation.DSMT4">
                  <p:embed/>
                  <p:pic>
                    <p:nvPicPr>
                      <p:cNvPr id="0" name="图片 4097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673100" y="5383530"/>
                        <a:ext cx="3012440" cy="8813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" name="等于号 63"/>
          <p:cNvSpPr/>
          <p:nvPr/>
        </p:nvSpPr>
        <p:spPr>
          <a:xfrm>
            <a:off x="3531870" y="7194550"/>
            <a:ext cx="2068830" cy="298450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65" name="Object 14"/>
          <p:cNvGraphicFramePr>
            <a:graphicFrameLocks noChangeAspect="1"/>
          </p:cNvGraphicFramePr>
          <p:nvPr/>
        </p:nvGraphicFramePr>
        <p:xfrm>
          <a:off x="3712528" y="6739573"/>
          <a:ext cx="170815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" name="Equation" r:id="rId35" imgW="774065" imgH="203200" progId="Equation.DSMT4">
                  <p:embed/>
                </p:oleObj>
              </mc:Choice>
              <mc:Fallback>
                <p:oleObj name="Equation" r:id="rId35" imgW="774065" imgH="203200" progId="Equation.DSMT4">
                  <p:embed/>
                  <p:pic>
                    <p:nvPicPr>
                      <p:cNvPr id="0" name="图片 4097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712528" y="6739573"/>
                        <a:ext cx="1708150" cy="438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Object 14"/>
          <p:cNvGraphicFramePr>
            <a:graphicFrameLocks noChangeAspect="1"/>
          </p:cNvGraphicFramePr>
          <p:nvPr/>
        </p:nvGraphicFramePr>
        <p:xfrm>
          <a:off x="3739833" y="7492683"/>
          <a:ext cx="165354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" name="Equation" r:id="rId36" imgW="749300" imgH="203200" progId="Equation.DSMT4">
                  <p:embed/>
                </p:oleObj>
              </mc:Choice>
              <mc:Fallback>
                <p:oleObj name="Equation" r:id="rId36" imgW="749300" imgH="203200" progId="Equation.DSMT4">
                  <p:embed/>
                  <p:pic>
                    <p:nvPicPr>
                      <p:cNvPr id="0" name="图片 409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739833" y="7492683"/>
                        <a:ext cx="1653540" cy="438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14"/>
          <p:cNvGraphicFramePr>
            <a:graphicFrameLocks noChangeAspect="1"/>
          </p:cNvGraphicFramePr>
          <p:nvPr/>
        </p:nvGraphicFramePr>
        <p:xfrm>
          <a:off x="5674679" y="6891020"/>
          <a:ext cx="2494280" cy="903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" name="Equation" r:id="rId37" imgW="1130300" imgH="419100" progId="Equation.DSMT4">
                  <p:embed/>
                </p:oleObj>
              </mc:Choice>
              <mc:Fallback>
                <p:oleObj name="Equation" r:id="rId37" imgW="1130300" imgH="419100" progId="Equation.DSMT4">
                  <p:embed/>
                  <p:pic>
                    <p:nvPicPr>
                      <p:cNvPr id="0" name="图片 4097"/>
                      <p:cNvPicPr>
                        <a:picLocks noChangeAspect="1"/>
                      </p:cNvPicPr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5674679" y="6891020"/>
                        <a:ext cx="2494280" cy="9036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Object 14"/>
          <p:cNvGraphicFramePr>
            <a:graphicFrameLocks noChangeAspect="1"/>
          </p:cNvGraphicFramePr>
          <p:nvPr/>
        </p:nvGraphicFramePr>
        <p:xfrm>
          <a:off x="8361045" y="7164070"/>
          <a:ext cx="2466975" cy="630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" name="Equation" r:id="rId39" imgW="1117600" imgH="292100" progId="Equation.DSMT4">
                  <p:embed/>
                </p:oleObj>
              </mc:Choice>
              <mc:Fallback>
                <p:oleObj name="Equation" r:id="rId39" imgW="1117600" imgH="292100" progId="Equation.DSMT4">
                  <p:embed/>
                  <p:pic>
                    <p:nvPicPr>
                      <p:cNvPr id="0" name="图片 4097"/>
                      <p:cNvPicPr>
                        <a:picLocks noChangeAspect="1"/>
                      </p:cNvPicPr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8361045" y="7164070"/>
                        <a:ext cx="2466975" cy="6305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" name="Object 14"/>
          <p:cNvGraphicFramePr>
            <a:graphicFrameLocks noChangeAspect="1"/>
          </p:cNvGraphicFramePr>
          <p:nvPr/>
        </p:nvGraphicFramePr>
        <p:xfrm>
          <a:off x="10828020" y="7182485"/>
          <a:ext cx="476885" cy="438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" name="Equation" r:id="rId41" imgW="215900" imgH="203200" progId="Equation.DSMT4">
                  <p:embed/>
                </p:oleObj>
              </mc:Choice>
              <mc:Fallback>
                <p:oleObj name="Equation" r:id="rId41" imgW="215900" imgH="203200" progId="Equation.DSMT4">
                  <p:embed/>
                  <p:pic>
                    <p:nvPicPr>
                      <p:cNvPr id="0" name="图片 4097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0828020" y="7182485"/>
                        <a:ext cx="476885" cy="4387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" name="Object 14"/>
          <p:cNvGraphicFramePr>
            <a:graphicFrameLocks noChangeAspect="1"/>
          </p:cNvGraphicFramePr>
          <p:nvPr/>
        </p:nvGraphicFramePr>
        <p:xfrm>
          <a:off x="673100" y="6739890"/>
          <a:ext cx="3012440" cy="881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" name="Equation" r:id="rId42" imgW="1485900" imgH="444500" progId="Equation.DSMT4">
                  <p:embed/>
                </p:oleObj>
              </mc:Choice>
              <mc:Fallback>
                <p:oleObj name="Equation" r:id="rId42" imgW="1485900" imgH="444500" progId="Equation.DSMT4">
                  <p:embed/>
                  <p:pic>
                    <p:nvPicPr>
                      <p:cNvPr id="0" name="图片 4097"/>
                      <p:cNvPicPr>
                        <a:picLocks noChangeAspect="1"/>
                      </p:cNvPicPr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673100" y="6739890"/>
                        <a:ext cx="3012440" cy="8813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" name="Object 14"/>
          <p:cNvGraphicFramePr>
            <a:graphicFrameLocks noChangeAspect="1"/>
          </p:cNvGraphicFramePr>
          <p:nvPr/>
        </p:nvGraphicFramePr>
        <p:xfrm>
          <a:off x="3307080" y="4875848"/>
          <a:ext cx="149352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" name="Equation" r:id="rId44" imgW="736600" imgH="203200" progId="Equation.DSMT4">
                  <p:embed/>
                </p:oleObj>
              </mc:Choice>
              <mc:Fallback>
                <p:oleObj name="Equation" r:id="rId44" imgW="736600" imgH="203200" progId="Equation.DSMT4">
                  <p:embed/>
                  <p:pic>
                    <p:nvPicPr>
                      <p:cNvPr id="0" name="图片 4097"/>
                      <p:cNvPicPr>
                        <a:picLocks noChangeAspect="1"/>
                      </p:cNvPicPr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3307080" y="4875848"/>
                        <a:ext cx="1493520" cy="4032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1384300" y="1133475"/>
            <a:ext cx="7788910" cy="561975"/>
            <a:chOff x="2180" y="1785"/>
            <a:chExt cx="12266" cy="885"/>
          </a:xfrm>
        </p:grpSpPr>
        <p:sp>
          <p:nvSpPr>
            <p:cNvPr id="16" name="文本框 2"/>
            <p:cNvSpPr txBox="1"/>
            <p:nvPr/>
          </p:nvSpPr>
          <p:spPr>
            <a:xfrm>
              <a:off x="3511" y="1785"/>
              <a:ext cx="10935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 dirty="0" smtClean="0">
                  <a:latin typeface="+mn-ea"/>
                </a:rPr>
                <a:t>已知                                       求                         </a:t>
              </a:r>
              <a:endParaRPr lang="zh-CN" altLang="en-US" sz="2800" dirty="0" smtClean="0">
                <a:latin typeface="+mn-ea"/>
              </a:endParaRPr>
            </a:p>
          </p:txBody>
        </p:sp>
        <p:graphicFrame>
          <p:nvGraphicFramePr>
            <p:cNvPr id="13" name="Object 18"/>
            <p:cNvGraphicFramePr>
              <a:graphicFrameLocks noChangeAspect="1"/>
            </p:cNvGraphicFramePr>
            <p:nvPr/>
          </p:nvGraphicFramePr>
          <p:xfrm>
            <a:off x="4907" y="1858"/>
            <a:ext cx="5977" cy="8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2" name="Equation" r:id="rId46" imgW="42976800" imgH="4876800" progId="Equation.DSMT4">
                    <p:embed/>
                  </p:oleObj>
                </mc:Choice>
                <mc:Fallback>
                  <p:oleObj name="Equation" r:id="rId46" imgW="42976800" imgH="4876800" progId="Equation.DSMT4">
                    <p:embed/>
                    <p:pic>
                      <p:nvPicPr>
                        <p:cNvPr id="0" name="图片 410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7"/>
                        <a:stretch>
                          <a:fillRect/>
                        </a:stretch>
                      </p:blipFill>
                      <p:spPr>
                        <a:xfrm>
                          <a:off x="4907" y="1858"/>
                          <a:ext cx="5977" cy="81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文本框 2"/>
            <p:cNvSpPr txBox="1"/>
            <p:nvPr/>
          </p:nvSpPr>
          <p:spPr>
            <a:xfrm>
              <a:off x="2180" y="1848"/>
              <a:ext cx="1353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2800" b="1" dirty="0" smtClean="0">
                  <a:solidFill>
                    <a:schemeClr val="accent1"/>
                  </a:solidFill>
                  <a:latin typeface="+mn-ea"/>
                  <a:cs typeface="+mn-ea"/>
                </a:rPr>
                <a:t>例</a:t>
              </a:r>
              <a:r>
                <a:rPr lang="en-US" altLang="zh-CN" sz="2800" b="1" dirty="0" smtClean="0">
                  <a:solidFill>
                    <a:schemeClr val="accent1"/>
                  </a:solidFill>
                  <a:latin typeface="+mn-ea"/>
                  <a:cs typeface="+mn-ea"/>
                </a:rPr>
                <a:t>1.</a:t>
              </a:r>
              <a:endParaRPr lang="en-US" altLang="zh-CN" sz="2800" b="1" dirty="0" smtClean="0">
                <a:solidFill>
                  <a:schemeClr val="accent1"/>
                </a:solidFill>
                <a:latin typeface="+mn-ea"/>
                <a:cs typeface="+mn-ea"/>
              </a:endParaRPr>
            </a:p>
          </p:txBody>
        </p:sp>
        <p:graphicFrame>
          <p:nvGraphicFramePr>
            <p:cNvPr id="22" name="Object 20"/>
            <p:cNvGraphicFramePr>
              <a:graphicFrameLocks noChangeAspect="1"/>
            </p:cNvGraphicFramePr>
            <p:nvPr/>
          </p:nvGraphicFramePr>
          <p:xfrm>
            <a:off x="12003" y="1863"/>
            <a:ext cx="1720" cy="7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3" name="Equation" r:id="rId48" imgW="10363200" imgH="4876800" progId="Equation.DSMT4">
                    <p:embed/>
                  </p:oleObj>
                </mc:Choice>
                <mc:Fallback>
                  <p:oleObj name="Equation" r:id="rId48" imgW="10363200" imgH="4876800" progId="Equation.DSMT4">
                    <p:embed/>
                    <p:pic>
                      <p:nvPicPr>
                        <p:cNvPr id="0" name="图片 410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9"/>
                        <a:stretch>
                          <a:fillRect/>
                        </a:stretch>
                      </p:blipFill>
                      <p:spPr>
                        <a:xfrm>
                          <a:off x="12003" y="1863"/>
                          <a:ext cx="1720" cy="77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7652" name="Object 4"/>
          <p:cNvGraphicFramePr>
            <a:graphicFrameLocks noChangeAspect="1"/>
          </p:cNvGraphicFramePr>
          <p:nvPr>
            <p:custDataLst>
              <p:tags r:id="rId50"/>
            </p:custDataLst>
          </p:nvPr>
        </p:nvGraphicFramePr>
        <p:xfrm>
          <a:off x="1509395" y="265113"/>
          <a:ext cx="1381125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Equation" r:id="rId51" imgW="13106400" imgH="5486400" progId="Equation.DSMT4">
                  <p:embed/>
                </p:oleObj>
              </mc:Choice>
              <mc:Fallback>
                <p:oleObj name="Equation" r:id="rId51" imgW="13106400" imgH="5486400" progId="Equation.DSMT4">
                  <p:embed/>
                  <p:pic>
                    <p:nvPicPr>
                      <p:cNvPr id="0" name="图片 2048"/>
                      <p:cNvPicPr>
                        <a:picLocks noChangeAspect="1"/>
                      </p:cNvPicPr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1509395" y="265113"/>
                        <a:ext cx="1381125" cy="552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9" name="Object 11"/>
          <p:cNvGraphicFramePr>
            <a:graphicFrameLocks noChangeAspect="1"/>
          </p:cNvGraphicFramePr>
          <p:nvPr>
            <p:custDataLst>
              <p:tags r:id="rId53"/>
            </p:custDataLst>
          </p:nvPr>
        </p:nvGraphicFramePr>
        <p:xfrm>
          <a:off x="2792095" y="23495"/>
          <a:ext cx="3289935" cy="916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Equation" r:id="rId54" imgW="35052000" imgH="9448800" progId="Equation.DSMT4">
                  <p:embed/>
                </p:oleObj>
              </mc:Choice>
              <mc:Fallback>
                <p:oleObj name="Equation" r:id="rId54" imgW="35052000" imgH="9448800" progId="Equation.DSMT4">
                  <p:embed/>
                  <p:pic>
                    <p:nvPicPr>
                      <p:cNvPr id="0" name="图片 2050"/>
                      <p:cNvPicPr>
                        <a:picLocks noChangeAspect="1"/>
                      </p:cNvPicPr>
                      <p:nvPr/>
                    </p:nvPicPr>
                    <p:blipFill>
                      <a:blip r:embed="rId55"/>
                      <a:stretch>
                        <a:fillRect/>
                      </a:stretch>
                    </p:blipFill>
                    <p:spPr>
                      <a:xfrm>
                        <a:off x="2792095" y="23495"/>
                        <a:ext cx="3289935" cy="9163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5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50" grpId="0" animBg="1"/>
      <p:bldP spid="6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椭圆形标注 23"/>
          <p:cNvSpPr/>
          <p:nvPr/>
        </p:nvSpPr>
        <p:spPr>
          <a:xfrm>
            <a:off x="7574915" y="3391535"/>
            <a:ext cx="1561465" cy="1192530"/>
          </a:xfrm>
          <a:prstGeom prst="wedgeEllipseCallout">
            <a:avLst>
              <a:gd name="adj1" fmla="val 28609"/>
              <a:gd name="adj2" fmla="val -8162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230630" y="814070"/>
            <a:ext cx="6923405" cy="530860"/>
            <a:chOff x="1938" y="1282"/>
            <a:chExt cx="10903" cy="836"/>
          </a:xfrm>
        </p:grpSpPr>
        <p:sp>
          <p:nvSpPr>
            <p:cNvPr id="37" name="文本框 2"/>
            <p:cNvSpPr txBox="1"/>
            <p:nvPr/>
          </p:nvSpPr>
          <p:spPr>
            <a:xfrm>
              <a:off x="3301" y="1282"/>
              <a:ext cx="9540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 smtClean="0">
                  <a:latin typeface="+mn-ea"/>
                </a:rPr>
                <a:t>证明函数                      处处不可导。</a:t>
              </a:r>
              <a:endParaRPr lang="zh-CN" altLang="en-US" sz="2800" dirty="0" smtClean="0">
                <a:latin typeface="+mn-ea"/>
              </a:endParaRPr>
            </a:p>
          </p:txBody>
        </p:sp>
        <p:sp>
          <p:nvSpPr>
            <p:cNvPr id="38" name="文本框 2"/>
            <p:cNvSpPr txBox="1"/>
            <p:nvPr/>
          </p:nvSpPr>
          <p:spPr>
            <a:xfrm>
              <a:off x="1938" y="1296"/>
              <a:ext cx="1353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zh-CN" altLang="en-US" sz="2800" b="1" dirty="0" smtClean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例</a:t>
              </a:r>
              <a:r>
                <a:rPr lang="en-US" altLang="zh-CN" sz="2800" b="1" dirty="0" smtClean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2</a:t>
              </a:r>
              <a:r>
                <a:rPr lang="zh-CN" altLang="en-US" sz="2800" b="1" dirty="0" smtClean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.</a:t>
              </a:r>
              <a:endParaRPr lang="zh-CN" altLang="en-US" sz="2800" b="1" dirty="0" smtClean="0">
                <a:solidFill>
                  <a:schemeClr val="accent1"/>
                </a:solidFill>
                <a:latin typeface="+mn-ea"/>
                <a:cs typeface="+mn-ea"/>
                <a:sym typeface="+mn-ea"/>
              </a:endParaRPr>
            </a:p>
          </p:txBody>
        </p:sp>
        <p:graphicFrame>
          <p:nvGraphicFramePr>
            <p:cNvPr id="41" name="Object 4"/>
            <p:cNvGraphicFramePr>
              <a:graphicFrameLocks noChangeAspect="1"/>
            </p:cNvGraphicFramePr>
            <p:nvPr/>
          </p:nvGraphicFramePr>
          <p:xfrm>
            <a:off x="5795" y="1345"/>
            <a:ext cx="3340" cy="7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1" name="Equation" r:id="rId1" imgW="20116800" imgH="4876800" progId="Equation.DSMT4">
                    <p:embed/>
                  </p:oleObj>
                </mc:Choice>
                <mc:Fallback>
                  <p:oleObj name="Equation" r:id="rId1" imgW="20116800" imgH="4876800" progId="Equation.DSMT4">
                    <p:embed/>
                    <p:pic>
                      <p:nvPicPr>
                        <p:cNvPr id="0" name="图片 410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5795" y="1345"/>
                          <a:ext cx="3340" cy="77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文本框 2"/>
          <p:cNvSpPr txBox="1"/>
          <p:nvPr/>
        </p:nvSpPr>
        <p:spPr>
          <a:xfrm>
            <a:off x="2735262" y="5659363"/>
            <a:ext cx="55168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此函数处处不可导，但是处处连续</a:t>
            </a:r>
            <a:endParaRPr lang="zh-CN" altLang="en-US" sz="2800" dirty="0" smtClean="0">
              <a:latin typeface="+mn-ea"/>
            </a:endParaRPr>
          </a:p>
        </p:txBody>
      </p:sp>
      <p:sp>
        <p:nvSpPr>
          <p:cNvPr id="15" name="七角星 14"/>
          <p:cNvSpPr/>
          <p:nvPr/>
        </p:nvSpPr>
        <p:spPr>
          <a:xfrm>
            <a:off x="1757884" y="5449343"/>
            <a:ext cx="914400" cy="914400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 smtClean="0">
                <a:solidFill>
                  <a:schemeClr val="tx1"/>
                </a:solidFill>
              </a:rPr>
              <a:t>注</a:t>
            </a:r>
            <a:endParaRPr lang="zh-CN" altLang="en-US" sz="2800" dirty="0" smtClean="0">
              <a:solidFill>
                <a:schemeClr val="tx1"/>
              </a:solidFill>
            </a:endParaRPr>
          </a:p>
        </p:txBody>
      </p:sp>
      <p:sp>
        <p:nvSpPr>
          <p:cNvPr id="4" name="文本框 2"/>
          <p:cNvSpPr txBox="1"/>
          <p:nvPr/>
        </p:nvSpPr>
        <p:spPr>
          <a:xfrm>
            <a:off x="1312885" y="1545629"/>
            <a:ext cx="1249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 smtClean="0">
                <a:latin typeface="+mn-ea"/>
              </a:rPr>
              <a:t>证明：</a:t>
            </a:r>
            <a:endParaRPr lang="zh-CN" altLang="en-US" sz="2800" dirty="0" smtClean="0">
              <a:latin typeface="+mn-ea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562543" y="1563053"/>
          <a:ext cx="1407795" cy="504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3" imgW="558800" imgH="203200" progId="Equation.DSMT4">
                  <p:embed/>
                </p:oleObj>
              </mc:Choice>
              <mc:Fallback>
                <p:oleObj name="Equation" r:id="rId3" imgW="558800" imgH="203200" progId="Equation.DSMT4">
                  <p:embed/>
                  <p:pic>
                    <p:nvPicPr>
                      <p:cNvPr id="0" name="图片 4100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62543" y="1563053"/>
                        <a:ext cx="1407795" cy="5041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5105400" y="2356485"/>
          <a:ext cx="2590800" cy="1039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5" imgW="1028700" imgH="419100" progId="Equation.DSMT4">
                  <p:embed/>
                </p:oleObj>
              </mc:Choice>
              <mc:Fallback>
                <p:oleObj name="Equation" r:id="rId5" imgW="1028700" imgH="419100" progId="Equation.DSMT4">
                  <p:embed/>
                  <p:pic>
                    <p:nvPicPr>
                      <p:cNvPr id="0" name="图片 410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05400" y="2356485"/>
                        <a:ext cx="2590800" cy="10394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/>
        </p:nvGraphicFramePr>
        <p:xfrm>
          <a:off x="4885055" y="3391535"/>
          <a:ext cx="2559050" cy="1039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7" imgW="1016000" imgH="419100" progId="Equation.DSMT4">
                  <p:embed/>
                </p:oleObj>
              </mc:Choice>
              <mc:Fallback>
                <p:oleObj name="Equation" r:id="rId7" imgW="1016000" imgH="419100" progId="Equation.DSMT4">
                  <p:embed/>
                  <p:pic>
                    <p:nvPicPr>
                      <p:cNvPr id="0" name="图片 4100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885055" y="3391535"/>
                        <a:ext cx="2559050" cy="10394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4"/>
          <p:cNvGraphicFramePr>
            <a:graphicFrameLocks noChangeAspect="1"/>
          </p:cNvGraphicFramePr>
          <p:nvPr/>
        </p:nvGraphicFramePr>
        <p:xfrm>
          <a:off x="7443788" y="3391535"/>
          <a:ext cx="1439545" cy="1039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9" imgW="571500" imgH="419100" progId="Equation.DSMT4">
                  <p:embed/>
                </p:oleObj>
              </mc:Choice>
              <mc:Fallback>
                <p:oleObj name="Equation" r:id="rId9" imgW="571500" imgH="419100" progId="Equation.DSMT4">
                  <p:embed/>
                  <p:pic>
                    <p:nvPicPr>
                      <p:cNvPr id="0" name="图片 410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443788" y="3391535"/>
                        <a:ext cx="1439545" cy="10394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2"/>
          <p:cNvSpPr txBox="1"/>
          <p:nvPr/>
        </p:nvSpPr>
        <p:spPr>
          <a:xfrm>
            <a:off x="8883355" y="3755429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 smtClean="0">
                <a:latin typeface="+mn-ea"/>
              </a:rPr>
              <a:t>不存在。</a:t>
            </a:r>
            <a:endParaRPr lang="zh-CN" altLang="en-US" sz="2800" dirty="0" smtClean="0">
              <a:latin typeface="+mn-ea"/>
            </a:endParaRPr>
          </a:p>
        </p:txBody>
      </p:sp>
      <p:sp>
        <p:nvSpPr>
          <p:cNvPr id="19" name="文本框 2"/>
          <p:cNvSpPr txBox="1"/>
          <p:nvPr/>
        </p:nvSpPr>
        <p:spPr>
          <a:xfrm>
            <a:off x="1470434" y="4596855"/>
            <a:ext cx="88665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 smtClean="0">
                <a:latin typeface="+mn-ea"/>
              </a:rPr>
              <a:t>由</a:t>
            </a:r>
            <a:r>
              <a:rPr lang="en-US" altLang="zh-CN" sz="2800" dirty="0" smtClean="0">
                <a:latin typeface="+mn-ea"/>
              </a:rPr>
              <a:t>z</a:t>
            </a:r>
            <a:r>
              <a:rPr lang="zh-CN" altLang="en-US" sz="2800" dirty="0" smtClean="0">
                <a:latin typeface="+mn-ea"/>
              </a:rPr>
              <a:t>的任意性可知，</a:t>
            </a:r>
            <a:r>
              <a:rPr lang="zh-CN" altLang="en-US" sz="2800" dirty="0" smtClean="0">
                <a:latin typeface="+mn-ea"/>
              </a:rPr>
              <a:t>所以</a:t>
            </a:r>
            <a:r>
              <a:rPr lang="zh-CN" altLang="en-US" sz="2800" dirty="0" smtClean="0">
                <a:latin typeface="+mn-ea"/>
              </a:rPr>
              <a:t>函数                    处处不可导。</a:t>
            </a:r>
            <a:endParaRPr lang="zh-CN" altLang="en-US" sz="2800" dirty="0" smtClean="0">
              <a:latin typeface="+mn-ea"/>
            </a:endParaRPr>
          </a:p>
        </p:txBody>
      </p:sp>
      <p:graphicFrame>
        <p:nvGraphicFramePr>
          <p:cNvPr id="22" name="Object 4"/>
          <p:cNvGraphicFramePr>
            <a:graphicFrameLocks noChangeAspect="1"/>
          </p:cNvGraphicFramePr>
          <p:nvPr/>
        </p:nvGraphicFramePr>
        <p:xfrm>
          <a:off x="5874044" y="4628139"/>
          <a:ext cx="2120900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Equation" r:id="rId11" imgW="20116800" imgH="4876800" progId="Equation.DSMT4">
                  <p:embed/>
                </p:oleObj>
              </mc:Choice>
              <mc:Fallback>
                <p:oleObj name="Equation" r:id="rId11" imgW="20116800" imgH="4876800" progId="Equation.DSMT4">
                  <p:embed/>
                  <p:pic>
                    <p:nvPicPr>
                      <p:cNvPr id="0" name="图片 410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874044" y="4628139"/>
                        <a:ext cx="2120900" cy="4905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1427798" y="2419033"/>
          <a:ext cx="3677285" cy="976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12" imgW="1459865" imgH="393700" progId="Equation.DSMT4">
                  <p:embed/>
                </p:oleObj>
              </mc:Choice>
              <mc:Fallback>
                <p:oleObj name="Equation" r:id="rId12" imgW="1459865" imgH="393700" progId="Equation.DSMT4">
                  <p:embed/>
                  <p:pic>
                    <p:nvPicPr>
                      <p:cNvPr id="0" name="图片 4100"/>
                      <p:cNvPicPr>
                        <a:picLocks noChangeAspect="1"/>
                      </p:cNvPicPr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427798" y="2419033"/>
                        <a:ext cx="3677285" cy="9766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2"/>
          <p:cNvSpPr txBox="1"/>
          <p:nvPr/>
        </p:nvSpPr>
        <p:spPr>
          <a:xfrm>
            <a:off x="2735262" y="6487403"/>
            <a:ext cx="3383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 smtClean="0">
                <a:latin typeface="+mn-ea"/>
              </a:rPr>
              <a:t>函数在一个点连续，</a:t>
            </a:r>
            <a:endParaRPr lang="zh-CN" altLang="en-US" sz="2800" dirty="0" smtClean="0">
              <a:latin typeface="+mn-ea"/>
            </a:endParaRPr>
          </a:p>
        </p:txBody>
      </p:sp>
      <p:sp>
        <p:nvSpPr>
          <p:cNvPr id="18" name="文本框 2"/>
          <p:cNvSpPr txBox="1"/>
          <p:nvPr/>
        </p:nvSpPr>
        <p:spPr>
          <a:xfrm>
            <a:off x="6118542" y="6487403"/>
            <a:ext cx="4450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 smtClean="0">
                <a:latin typeface="+mn-ea"/>
              </a:rPr>
              <a:t>函数在这个点不</a:t>
            </a:r>
            <a:r>
              <a:rPr lang="zh-CN" altLang="en-US" sz="2800" dirty="0" smtClean="0">
                <a:latin typeface="+mn-ea"/>
              </a:rPr>
              <a:t>一定可导。</a:t>
            </a:r>
            <a:endParaRPr lang="zh-CN" altLang="en-US" sz="2800" dirty="0" smtClean="0">
              <a:latin typeface="+mn-ea"/>
            </a:endParaRPr>
          </a:p>
        </p:txBody>
      </p:sp>
      <p:graphicFrame>
        <p:nvGraphicFramePr>
          <p:cNvPr id="20" name="Object 4"/>
          <p:cNvGraphicFramePr>
            <a:graphicFrameLocks noChangeAspect="1"/>
          </p:cNvGraphicFramePr>
          <p:nvPr/>
        </p:nvGraphicFramePr>
        <p:xfrm>
          <a:off x="8446771" y="2067560"/>
          <a:ext cx="960120" cy="1039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Equation" r:id="rId14" imgW="381000" imgH="419100" progId="Equation.DSMT4">
                  <p:embed/>
                </p:oleObj>
              </mc:Choice>
              <mc:Fallback>
                <p:oleObj name="Equation" r:id="rId14" imgW="381000" imgH="419100" progId="Equation.DSMT4">
                  <p:embed/>
                  <p:pic>
                    <p:nvPicPr>
                      <p:cNvPr id="0" name="图片 4100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8446771" y="2067560"/>
                        <a:ext cx="960120" cy="10394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6" grpId="0"/>
      <p:bldP spid="19" grpId="0"/>
      <p:bldP spid="13" grpId="0"/>
      <p:bldP spid="15" grpId="0" bldLvl="0" animBg="1"/>
      <p:bldP spid="17" grpId="0"/>
      <p:bldP spid="18" grpId="0"/>
      <p:bldP spid="24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208853" y="1505976"/>
            <a:ext cx="324675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+mn-ea"/>
              </a:rPr>
              <a:t>2</a:t>
            </a:r>
            <a:r>
              <a:rPr lang="zh-CN" altLang="en-US" sz="2800" b="1" dirty="0" smtClean="0">
                <a:solidFill>
                  <a:schemeClr val="accent1"/>
                </a:solidFill>
                <a:latin typeface="+mn-ea"/>
              </a:rPr>
              <a:t>、复变函数的微分</a:t>
            </a:r>
            <a:endParaRPr lang="zh-CN" altLang="en-US" sz="2800" b="1" dirty="0" smtClean="0">
              <a:solidFill>
                <a:schemeClr val="accent1"/>
              </a:solidFill>
              <a:latin typeface="+mn-ea"/>
            </a:endParaRPr>
          </a:p>
        </p:txBody>
      </p:sp>
      <p:graphicFrame>
        <p:nvGraphicFramePr>
          <p:cNvPr id="28684" name="Object 12"/>
          <p:cNvGraphicFramePr>
            <a:graphicFrameLocks noChangeAspect="1"/>
          </p:cNvGraphicFramePr>
          <p:nvPr/>
        </p:nvGraphicFramePr>
        <p:xfrm>
          <a:off x="3564255" y="3785235"/>
          <a:ext cx="2251710" cy="525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Equation" r:id="rId1" imgW="28041600" imgH="5486400" progId="Equation.DSMT4">
                  <p:embed/>
                </p:oleObj>
              </mc:Choice>
              <mc:Fallback>
                <p:oleObj name="Equation" r:id="rId1" imgW="28041600" imgH="5486400" progId="Equation.DSMT4">
                  <p:embed/>
                  <p:pic>
                    <p:nvPicPr>
                      <p:cNvPr id="0" name="图片 5121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64255" y="3785235"/>
                        <a:ext cx="2251710" cy="5257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2"/>
          <p:cNvSpPr txBox="1"/>
          <p:nvPr/>
        </p:nvSpPr>
        <p:spPr>
          <a:xfrm>
            <a:off x="1806831" y="2453046"/>
            <a:ext cx="1249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chemeClr val="accent1"/>
                </a:solidFill>
                <a:latin typeface="+mn-ea"/>
              </a:rPr>
              <a:t>定义：</a:t>
            </a:r>
            <a:endParaRPr lang="zh-CN" altLang="en-US" sz="2800" b="1" dirty="0" smtClean="0">
              <a:solidFill>
                <a:schemeClr val="accent1"/>
              </a:solidFill>
              <a:latin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938145" y="2334260"/>
            <a:ext cx="8382000" cy="706120"/>
            <a:chOff x="4627" y="3676"/>
            <a:chExt cx="13200" cy="1112"/>
          </a:xfrm>
        </p:grpSpPr>
        <p:sp>
          <p:nvSpPr>
            <p:cNvPr id="10" name="文本框 2"/>
            <p:cNvSpPr txBox="1"/>
            <p:nvPr/>
          </p:nvSpPr>
          <p:spPr>
            <a:xfrm>
              <a:off x="4627" y="3857"/>
              <a:ext cx="13200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 smtClean="0">
                  <a:latin typeface="+mn-ea"/>
                </a:rPr>
                <a:t>设函数             在    的某邻域            内有定义，</a:t>
              </a:r>
              <a:endParaRPr lang="zh-CN" altLang="en-US" sz="2800" dirty="0" smtClean="0">
                <a:latin typeface="+mn-ea"/>
              </a:endParaRPr>
            </a:p>
          </p:txBody>
        </p:sp>
        <p:graphicFrame>
          <p:nvGraphicFramePr>
            <p:cNvPr id="28683" name="Object 11"/>
            <p:cNvGraphicFramePr>
              <a:graphicFrameLocks noChangeAspect="1"/>
            </p:cNvGraphicFramePr>
            <p:nvPr/>
          </p:nvGraphicFramePr>
          <p:xfrm>
            <a:off x="6462" y="3820"/>
            <a:ext cx="1923" cy="8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1" name="Equation" r:id="rId3" imgW="14020800" imgH="4876800" progId="Equation.DSMT4">
                    <p:embed/>
                  </p:oleObj>
                </mc:Choice>
                <mc:Fallback>
                  <p:oleObj name="Equation" r:id="rId3" imgW="14020800" imgH="4876800" progId="Equation.DSMT4">
                    <p:embed/>
                    <p:pic>
                      <p:nvPicPr>
                        <p:cNvPr id="0" name="图片 512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462" y="3820"/>
                          <a:ext cx="1923" cy="80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85" name="Object 13"/>
            <p:cNvGraphicFramePr>
              <a:graphicFrameLocks noChangeAspect="1"/>
            </p:cNvGraphicFramePr>
            <p:nvPr/>
          </p:nvGraphicFramePr>
          <p:xfrm>
            <a:off x="9260" y="3676"/>
            <a:ext cx="668" cy="11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3" name="Equation" r:id="rId5" imgW="3962400" imgH="5486400" progId="Equation.DSMT4">
                    <p:embed/>
                  </p:oleObj>
                </mc:Choice>
                <mc:Fallback>
                  <p:oleObj name="Equation" r:id="rId5" imgW="3962400" imgH="5486400" progId="Equation.DSMT4">
                    <p:embed/>
                    <p:pic>
                      <p:nvPicPr>
                        <p:cNvPr id="0" name="图片 512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9260" y="3676"/>
                          <a:ext cx="668" cy="111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86" name="Object 14"/>
            <p:cNvGraphicFramePr>
              <a:graphicFrameLocks noChangeAspect="1"/>
            </p:cNvGraphicFramePr>
            <p:nvPr/>
          </p:nvGraphicFramePr>
          <p:xfrm>
            <a:off x="12111" y="3834"/>
            <a:ext cx="1921" cy="9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4" name="Equation" r:id="rId7" imgW="13411200" imgH="5486400" progId="Equation.DSMT4">
                    <p:embed/>
                  </p:oleObj>
                </mc:Choice>
                <mc:Fallback>
                  <p:oleObj name="Equation" r:id="rId7" imgW="13411200" imgH="5486400" progId="Equation.DSMT4">
                    <p:embed/>
                    <p:pic>
                      <p:nvPicPr>
                        <p:cNvPr id="0" name="图片 512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2111" y="3834"/>
                          <a:ext cx="1921" cy="94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文本框 2"/>
          <p:cNvSpPr txBox="1"/>
          <p:nvPr/>
        </p:nvSpPr>
        <p:spPr>
          <a:xfrm>
            <a:off x="1231072" y="3151516"/>
            <a:ext cx="292227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+mn-ea"/>
              </a:rPr>
              <a:t>A</a:t>
            </a:r>
            <a:r>
              <a:rPr lang="zh-CN" altLang="en-US" sz="2800" dirty="0" smtClean="0">
                <a:latin typeface="+mn-ea"/>
              </a:rPr>
              <a:t>是一个复常数。</a:t>
            </a:r>
            <a:endParaRPr lang="zh-CN" altLang="en-US" sz="2800" dirty="0">
              <a:latin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960495" y="3151505"/>
            <a:ext cx="2764790" cy="524510"/>
            <a:chOff x="6237" y="4963"/>
            <a:chExt cx="4354" cy="826"/>
          </a:xfrm>
        </p:grpSpPr>
        <p:sp>
          <p:nvSpPr>
            <p:cNvPr id="15" name="文本框 2"/>
            <p:cNvSpPr txBox="1"/>
            <p:nvPr/>
          </p:nvSpPr>
          <p:spPr>
            <a:xfrm>
              <a:off x="6237" y="4963"/>
              <a:ext cx="4354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 smtClean="0">
                  <a:latin typeface="+mn-ea"/>
                </a:rPr>
                <a:t>若在           内有</a:t>
              </a:r>
              <a:endParaRPr lang="zh-CN" altLang="en-US" sz="2800" dirty="0" smtClean="0">
                <a:latin typeface="+mn-ea"/>
              </a:endParaRPr>
            </a:p>
          </p:txBody>
        </p:sp>
        <p:graphicFrame>
          <p:nvGraphicFramePr>
            <p:cNvPr id="28687" name="Object 15"/>
            <p:cNvGraphicFramePr>
              <a:graphicFrameLocks noChangeAspect="1"/>
            </p:cNvGraphicFramePr>
            <p:nvPr/>
          </p:nvGraphicFramePr>
          <p:xfrm>
            <a:off x="7573" y="4963"/>
            <a:ext cx="1687" cy="8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5" name="Equation" r:id="rId9" imgW="13411200" imgH="5486400" progId="Equation.DSMT4">
                    <p:embed/>
                  </p:oleObj>
                </mc:Choice>
                <mc:Fallback>
                  <p:oleObj name="Equation" r:id="rId9" imgW="13411200" imgH="5486400" progId="Equation.DSMT4">
                    <p:embed/>
                    <p:pic>
                      <p:nvPicPr>
                        <p:cNvPr id="0" name="图片 512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7573" y="4963"/>
                          <a:ext cx="1687" cy="82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688" name="Object 16"/>
          <p:cNvGraphicFramePr>
            <a:graphicFrameLocks noChangeAspect="1"/>
          </p:cNvGraphicFramePr>
          <p:nvPr/>
        </p:nvGraphicFramePr>
        <p:xfrm>
          <a:off x="5815965" y="3815080"/>
          <a:ext cx="1857375" cy="466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" name="Equation" r:id="rId10" imgW="23164800" imgH="4876800" progId="Equation.DSMT4">
                  <p:embed/>
                </p:oleObj>
              </mc:Choice>
              <mc:Fallback>
                <p:oleObj name="Equation" r:id="rId10" imgW="23164800" imgH="4876800" progId="Equation.DSMT4">
                  <p:embed/>
                  <p:pic>
                    <p:nvPicPr>
                      <p:cNvPr id="0" name="图片 5125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815965" y="3815080"/>
                        <a:ext cx="1857375" cy="4660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/>
          <p:nvPr/>
        </p:nvGrpSpPr>
        <p:grpSpPr>
          <a:xfrm>
            <a:off x="1209040" y="4447540"/>
            <a:ext cx="5109210" cy="521970"/>
            <a:chOff x="1904" y="7004"/>
            <a:chExt cx="8046" cy="822"/>
          </a:xfrm>
        </p:grpSpPr>
        <p:sp>
          <p:nvSpPr>
            <p:cNvPr id="19" name="文本框 2"/>
            <p:cNvSpPr txBox="1"/>
            <p:nvPr/>
          </p:nvSpPr>
          <p:spPr>
            <a:xfrm>
              <a:off x="1904" y="7004"/>
              <a:ext cx="8046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 smtClean="0">
                  <a:latin typeface="+mn-ea"/>
                </a:rPr>
                <a:t>其中         是    的高阶无穷小，</a:t>
              </a:r>
              <a:endParaRPr lang="zh-CN" altLang="en-US" sz="2800" dirty="0" smtClean="0">
                <a:latin typeface="+mn-ea"/>
              </a:endParaRPr>
            </a:p>
          </p:txBody>
        </p:sp>
        <p:graphicFrame>
          <p:nvGraphicFramePr>
            <p:cNvPr id="28690" name="Object 18"/>
            <p:cNvGraphicFramePr>
              <a:graphicFrameLocks noChangeAspect="1"/>
            </p:cNvGraphicFramePr>
            <p:nvPr/>
          </p:nvGraphicFramePr>
          <p:xfrm>
            <a:off x="3253" y="7031"/>
            <a:ext cx="1266" cy="7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7" name="Equation" r:id="rId12" imgW="10058400" imgH="4876800" progId="Equation.DSMT4">
                    <p:embed/>
                  </p:oleObj>
                </mc:Choice>
                <mc:Fallback>
                  <p:oleObj name="Equation" r:id="rId12" imgW="10058400" imgH="4876800" progId="Equation.DSMT4">
                    <p:embed/>
                    <p:pic>
                      <p:nvPicPr>
                        <p:cNvPr id="0" name="图片 512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3253" y="7031"/>
                          <a:ext cx="1266" cy="73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91" name="Object 19"/>
            <p:cNvGraphicFramePr>
              <a:graphicFrameLocks noChangeAspect="1"/>
            </p:cNvGraphicFramePr>
            <p:nvPr/>
          </p:nvGraphicFramePr>
          <p:xfrm>
            <a:off x="5233" y="7099"/>
            <a:ext cx="614" cy="5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8" name="Equation" r:id="rId14" imgW="4876800" imgH="3962400" progId="Equation.DSMT4">
                    <p:embed/>
                  </p:oleObj>
                </mc:Choice>
                <mc:Fallback>
                  <p:oleObj name="Equation" r:id="rId14" imgW="4876800" imgH="3962400" progId="Equation.DSMT4">
                    <p:embed/>
                    <p:pic>
                      <p:nvPicPr>
                        <p:cNvPr id="0" name="图片 512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5233" y="7099"/>
                          <a:ext cx="614" cy="59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6"/>
          <p:cNvGrpSpPr/>
          <p:nvPr/>
        </p:nvGrpSpPr>
        <p:grpSpPr>
          <a:xfrm>
            <a:off x="6028690" y="4307205"/>
            <a:ext cx="3794760" cy="652780"/>
            <a:chOff x="9494" y="6783"/>
            <a:chExt cx="5976" cy="1028"/>
          </a:xfrm>
        </p:grpSpPr>
        <p:sp>
          <p:nvSpPr>
            <p:cNvPr id="22" name="文本框 2"/>
            <p:cNvSpPr txBox="1"/>
            <p:nvPr/>
          </p:nvSpPr>
          <p:spPr>
            <a:xfrm>
              <a:off x="9494" y="6982"/>
              <a:ext cx="5976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 smtClean="0">
                  <a:latin typeface="+mn-ea"/>
                </a:rPr>
                <a:t>则称            在    可微，</a:t>
              </a:r>
              <a:endParaRPr lang="zh-CN" altLang="en-US" sz="2800" dirty="0" smtClean="0">
                <a:latin typeface="+mn-ea"/>
              </a:endParaRPr>
            </a:p>
          </p:txBody>
        </p:sp>
        <p:graphicFrame>
          <p:nvGraphicFramePr>
            <p:cNvPr id="28692" name="Object 20"/>
            <p:cNvGraphicFramePr>
              <a:graphicFrameLocks noChangeAspect="1"/>
            </p:cNvGraphicFramePr>
            <p:nvPr/>
          </p:nvGraphicFramePr>
          <p:xfrm>
            <a:off x="10825" y="7004"/>
            <a:ext cx="1777" cy="7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9" name="Equation" r:id="rId16" imgW="14020800" imgH="4876800" progId="Equation.DSMT4">
                    <p:embed/>
                  </p:oleObj>
                </mc:Choice>
                <mc:Fallback>
                  <p:oleObj name="Equation" r:id="rId16" imgW="14020800" imgH="4876800" progId="Equation.DSMT4">
                    <p:embed/>
                    <p:pic>
                      <p:nvPicPr>
                        <p:cNvPr id="0" name="图片 512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0825" y="7004"/>
                          <a:ext cx="1777" cy="74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93" name="Object 21"/>
            <p:cNvGraphicFramePr>
              <a:graphicFrameLocks noChangeAspect="1"/>
            </p:cNvGraphicFramePr>
            <p:nvPr/>
          </p:nvGraphicFramePr>
          <p:xfrm>
            <a:off x="13402" y="6783"/>
            <a:ext cx="618" cy="10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0" name="Equation" r:id="rId17" imgW="3962400" imgH="5486400" progId="Equation.DSMT4">
                    <p:embed/>
                  </p:oleObj>
                </mc:Choice>
                <mc:Fallback>
                  <p:oleObj name="Equation" r:id="rId17" imgW="3962400" imgH="5486400" progId="Equation.DSMT4">
                    <p:embed/>
                    <p:pic>
                      <p:nvPicPr>
                        <p:cNvPr id="0" name="图片 512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3402" y="6783"/>
                          <a:ext cx="618" cy="102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694" name="Object 22"/>
          <p:cNvGraphicFramePr>
            <a:graphicFrameLocks noChangeAspect="1"/>
          </p:cNvGraphicFramePr>
          <p:nvPr/>
        </p:nvGraphicFramePr>
        <p:xfrm>
          <a:off x="9823450" y="4447540"/>
          <a:ext cx="584200" cy="377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" name="Equation" r:id="rId18" imgW="7315200" imgH="3962400" progId="Equation.DSMT4">
                  <p:embed/>
                </p:oleObj>
              </mc:Choice>
              <mc:Fallback>
                <p:oleObj name="Equation" r:id="rId18" imgW="7315200" imgH="3962400" progId="Equation.DSMT4">
                  <p:embed/>
                  <p:pic>
                    <p:nvPicPr>
                      <p:cNvPr id="0" name="图片 5130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9823450" y="4447540"/>
                        <a:ext cx="584200" cy="3771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1243965" y="5045710"/>
            <a:ext cx="4253230" cy="643255"/>
            <a:chOff x="1959" y="7946"/>
            <a:chExt cx="6698" cy="1013"/>
          </a:xfrm>
        </p:grpSpPr>
        <p:sp>
          <p:nvSpPr>
            <p:cNvPr id="27" name="文本框 2"/>
            <p:cNvSpPr txBox="1"/>
            <p:nvPr/>
          </p:nvSpPr>
          <p:spPr>
            <a:xfrm>
              <a:off x="1959" y="8083"/>
              <a:ext cx="6698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 smtClean="0">
                  <a:latin typeface="+mn-ea"/>
                </a:rPr>
                <a:t>称为           在    的</a:t>
              </a:r>
              <a:r>
                <a:rPr lang="zh-CN" altLang="en-US" sz="2800" b="1" dirty="0" smtClean="0">
                  <a:solidFill>
                    <a:schemeClr val="accent1"/>
                  </a:solidFill>
                  <a:latin typeface="+mn-ea"/>
                </a:rPr>
                <a:t>微分</a:t>
              </a:r>
              <a:r>
                <a:rPr lang="zh-CN" altLang="en-US" sz="2800" dirty="0" smtClean="0">
                  <a:latin typeface="+mn-ea"/>
                </a:rPr>
                <a:t>，</a:t>
              </a:r>
              <a:endParaRPr lang="zh-CN" altLang="en-US" sz="2800" dirty="0">
                <a:latin typeface="+mn-ea"/>
              </a:endParaRPr>
            </a:p>
          </p:txBody>
        </p:sp>
        <p:graphicFrame>
          <p:nvGraphicFramePr>
            <p:cNvPr id="28" name="Object 20"/>
            <p:cNvGraphicFramePr>
              <a:graphicFrameLocks noChangeAspect="1"/>
            </p:cNvGraphicFramePr>
            <p:nvPr/>
          </p:nvGraphicFramePr>
          <p:xfrm>
            <a:off x="3131" y="8168"/>
            <a:ext cx="1777" cy="7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2" name="Equation" r:id="rId20" imgW="14020800" imgH="4876800" progId="Equation.DSMT4">
                    <p:embed/>
                  </p:oleObj>
                </mc:Choice>
                <mc:Fallback>
                  <p:oleObj name="Equation" r:id="rId20" imgW="14020800" imgH="4876800" progId="Equation.DSMT4">
                    <p:embed/>
                    <p:pic>
                      <p:nvPicPr>
                        <p:cNvPr id="0" name="图片 513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131" y="8168"/>
                          <a:ext cx="1777" cy="74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Object 21"/>
            <p:cNvGraphicFramePr>
              <a:graphicFrameLocks noChangeAspect="1"/>
            </p:cNvGraphicFramePr>
            <p:nvPr/>
          </p:nvGraphicFramePr>
          <p:xfrm>
            <a:off x="5642" y="7946"/>
            <a:ext cx="608" cy="10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3" name="Equation" r:id="rId21" imgW="3962400" imgH="5486400" progId="Equation.DSMT4">
                    <p:embed/>
                  </p:oleObj>
                </mc:Choice>
                <mc:Fallback>
                  <p:oleObj name="Equation" r:id="rId21" imgW="3962400" imgH="5486400" progId="Equation.DSMT4">
                    <p:embed/>
                    <p:pic>
                      <p:nvPicPr>
                        <p:cNvPr id="0" name="图片 513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642" y="7946"/>
                          <a:ext cx="608" cy="101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697" name="Object 25"/>
          <p:cNvGraphicFramePr>
            <a:graphicFrameLocks noChangeAspect="1"/>
          </p:cNvGraphicFramePr>
          <p:nvPr/>
        </p:nvGraphicFramePr>
        <p:xfrm>
          <a:off x="6318250" y="5199380"/>
          <a:ext cx="2251710" cy="459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" name="Equation" r:id="rId22" imgW="24993600" imgH="4267200" progId="Equation.DSMT4">
                  <p:embed/>
                </p:oleObj>
              </mc:Choice>
              <mc:Fallback>
                <p:oleObj name="Equation" r:id="rId22" imgW="24993600" imgH="4267200" progId="Equation.DSMT4">
                  <p:embed/>
                  <p:pic>
                    <p:nvPicPr>
                      <p:cNvPr id="0" name="图片 5133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6318250" y="5199380"/>
                        <a:ext cx="2251710" cy="4591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文本框 2"/>
          <p:cNvSpPr txBox="1"/>
          <p:nvPr/>
        </p:nvSpPr>
        <p:spPr>
          <a:xfrm>
            <a:off x="5424234" y="5166892"/>
            <a:ext cx="894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记作</a:t>
            </a:r>
            <a:endParaRPr lang="zh-CN" altLang="en-US" sz="2800" dirty="0" smtClean="0">
              <a:latin typeface="+mn-ea"/>
            </a:endParaRPr>
          </a:p>
        </p:txBody>
      </p:sp>
      <p:graphicFrame>
        <p:nvGraphicFramePr>
          <p:cNvPr id="28698" name="Object 26"/>
          <p:cNvGraphicFramePr>
            <a:graphicFrameLocks noChangeAspect="1"/>
          </p:cNvGraphicFramePr>
          <p:nvPr/>
        </p:nvGraphicFramePr>
        <p:xfrm>
          <a:off x="2879725" y="3798570"/>
          <a:ext cx="684530" cy="408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5" name="Equation" r:id="rId24" imgW="8534400" imgH="4267200" progId="Equation.DSMT4">
                  <p:embed/>
                </p:oleObj>
              </mc:Choice>
              <mc:Fallback>
                <p:oleObj name="Equation" r:id="rId24" imgW="8534400" imgH="4267200" progId="Equation.DSMT4">
                  <p:embed/>
                  <p:pic>
                    <p:nvPicPr>
                      <p:cNvPr id="0" name="图片 5134"/>
                      <p:cNvPicPr>
                        <a:picLocks noChangeAspect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2879725" y="3798570"/>
                        <a:ext cx="684530" cy="4089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8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8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8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8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8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/>
      <p:bldP spid="3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动作按钮: 帮助 59"/>
          <p:cNvSpPr/>
          <p:nvPr/>
        </p:nvSpPr>
        <p:spPr>
          <a:xfrm>
            <a:off x="5492750" y="1906905"/>
            <a:ext cx="889635" cy="827405"/>
          </a:xfrm>
          <a:prstGeom prst="actionButtonHelp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125374" y="1102443"/>
            <a:ext cx="538035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+mn-ea"/>
              </a:rPr>
              <a:t>3</a:t>
            </a:r>
            <a:r>
              <a:rPr lang="zh-CN" altLang="en-US" sz="2800" b="1" dirty="0" smtClean="0">
                <a:solidFill>
                  <a:schemeClr val="accent1"/>
                </a:solidFill>
                <a:latin typeface="+mn-ea"/>
              </a:rPr>
              <a:t>、连续、可导与可微之间的关系</a:t>
            </a:r>
            <a:endParaRPr lang="zh-CN" altLang="en-US" sz="2800" b="1" dirty="0" smtClean="0">
              <a:solidFill>
                <a:schemeClr val="accent1"/>
              </a:solidFill>
              <a:latin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675130" y="1983105"/>
            <a:ext cx="3858260" cy="591185"/>
            <a:chOff x="2638" y="3123"/>
            <a:chExt cx="6076" cy="931"/>
          </a:xfrm>
        </p:grpSpPr>
        <p:sp>
          <p:nvSpPr>
            <p:cNvPr id="9" name="文本框 2"/>
            <p:cNvSpPr txBox="1"/>
            <p:nvPr/>
          </p:nvSpPr>
          <p:spPr>
            <a:xfrm>
              <a:off x="2638" y="3232"/>
              <a:ext cx="6076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 smtClean="0">
                  <a:latin typeface="+mn-ea"/>
                </a:rPr>
                <a:t>函数             在     可导</a:t>
              </a:r>
              <a:endParaRPr lang="zh-CN" altLang="en-US" sz="2800" dirty="0" smtClean="0">
                <a:latin typeface="+mn-ea"/>
              </a:endParaRPr>
            </a:p>
          </p:txBody>
        </p:sp>
        <p:graphicFrame>
          <p:nvGraphicFramePr>
            <p:cNvPr id="27657" name="Object 9"/>
            <p:cNvGraphicFramePr>
              <a:graphicFrameLocks noChangeAspect="1"/>
            </p:cNvGraphicFramePr>
            <p:nvPr/>
          </p:nvGraphicFramePr>
          <p:xfrm>
            <a:off x="4055" y="3184"/>
            <a:ext cx="1915" cy="7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5" name="Equation" r:id="rId1" imgW="14020800" imgH="4876800" progId="Equation.DSMT4">
                    <p:embed/>
                  </p:oleObj>
                </mc:Choice>
                <mc:Fallback>
                  <p:oleObj name="Equation" r:id="rId1" imgW="14020800" imgH="4876800" progId="Equation.DSMT4">
                    <p:embed/>
                    <p:pic>
                      <p:nvPicPr>
                        <p:cNvPr id="0" name="图片 614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055" y="3184"/>
                          <a:ext cx="1915" cy="79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03" name="Object 7"/>
            <p:cNvGraphicFramePr>
              <a:graphicFrameLocks noChangeAspect="1"/>
            </p:cNvGraphicFramePr>
            <p:nvPr/>
          </p:nvGraphicFramePr>
          <p:xfrm>
            <a:off x="6767" y="3123"/>
            <a:ext cx="540" cy="8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6" name="Equation" r:id="rId3" imgW="3962400" imgH="5486400" progId="Equation.DSMT4">
                    <p:embed/>
                  </p:oleObj>
                </mc:Choice>
                <mc:Fallback>
                  <p:oleObj name="Equation" r:id="rId3" imgW="3962400" imgH="5486400" progId="Equation.DSMT4">
                    <p:embed/>
                    <p:pic>
                      <p:nvPicPr>
                        <p:cNvPr id="0" name="图片 614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767" y="3123"/>
                          <a:ext cx="540" cy="89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组合 9"/>
          <p:cNvGrpSpPr/>
          <p:nvPr/>
        </p:nvGrpSpPr>
        <p:grpSpPr>
          <a:xfrm>
            <a:off x="6382385" y="1963420"/>
            <a:ext cx="2934970" cy="590550"/>
            <a:chOff x="10051" y="3092"/>
            <a:chExt cx="4622" cy="930"/>
          </a:xfrm>
        </p:grpSpPr>
        <p:sp>
          <p:nvSpPr>
            <p:cNvPr id="11" name="文本框 2"/>
            <p:cNvSpPr txBox="1"/>
            <p:nvPr/>
          </p:nvSpPr>
          <p:spPr>
            <a:xfrm>
              <a:off x="11907" y="3200"/>
              <a:ext cx="2767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 smtClean="0">
                  <a:latin typeface="+mn-ea"/>
                </a:rPr>
                <a:t>在    连续</a:t>
              </a:r>
              <a:r>
                <a:rPr lang="en-US" altLang="zh-CN" sz="2800" dirty="0" smtClean="0">
                  <a:latin typeface="+mn-ea"/>
                </a:rPr>
                <a:t>;</a:t>
              </a:r>
              <a:endParaRPr lang="zh-CN" altLang="en-US" sz="2800" dirty="0">
                <a:latin typeface="+mn-ea"/>
              </a:endParaRPr>
            </a:p>
          </p:txBody>
        </p:sp>
        <p:graphicFrame>
          <p:nvGraphicFramePr>
            <p:cNvPr id="12" name="Object 9"/>
            <p:cNvGraphicFramePr>
              <a:graphicFrameLocks noChangeAspect="1"/>
            </p:cNvGraphicFramePr>
            <p:nvPr/>
          </p:nvGraphicFramePr>
          <p:xfrm>
            <a:off x="10051" y="3197"/>
            <a:ext cx="1915" cy="7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7" name="Equation" r:id="rId5" imgW="14020800" imgH="4876800" progId="Equation.DSMT4">
                    <p:embed/>
                  </p:oleObj>
                </mc:Choice>
                <mc:Fallback>
                  <p:oleObj name="Equation" r:id="rId5" imgW="14020800" imgH="4876800" progId="Equation.DSMT4">
                    <p:embed/>
                    <p:pic>
                      <p:nvPicPr>
                        <p:cNvPr id="0" name="图片 614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0051" y="3197"/>
                          <a:ext cx="1915" cy="79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7"/>
            <p:cNvGraphicFramePr>
              <a:graphicFrameLocks noChangeAspect="1"/>
            </p:cNvGraphicFramePr>
            <p:nvPr/>
          </p:nvGraphicFramePr>
          <p:xfrm>
            <a:off x="12584" y="3092"/>
            <a:ext cx="540" cy="8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8" name="Equation" r:id="rId7" imgW="3962400" imgH="5486400" progId="Equation.DSMT4">
                    <p:embed/>
                  </p:oleObj>
                </mc:Choice>
                <mc:Fallback>
                  <p:oleObj name="Equation" r:id="rId7" imgW="3962400" imgH="5486400" progId="Equation.DSMT4">
                    <p:embed/>
                    <p:pic>
                      <p:nvPicPr>
                        <p:cNvPr id="0" name="图片 614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2584" y="3092"/>
                          <a:ext cx="540" cy="89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4" name="组合 33"/>
          <p:cNvGrpSpPr/>
          <p:nvPr/>
        </p:nvGrpSpPr>
        <p:grpSpPr>
          <a:xfrm>
            <a:off x="1634490" y="4725670"/>
            <a:ext cx="3858260" cy="590550"/>
            <a:chOff x="2574" y="7442"/>
            <a:chExt cx="6076" cy="930"/>
          </a:xfrm>
        </p:grpSpPr>
        <p:sp>
          <p:nvSpPr>
            <p:cNvPr id="14" name="文本框 2"/>
            <p:cNvSpPr txBox="1"/>
            <p:nvPr/>
          </p:nvSpPr>
          <p:spPr>
            <a:xfrm>
              <a:off x="2574" y="7550"/>
              <a:ext cx="6076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 smtClean="0">
                  <a:latin typeface="+mn-ea"/>
                </a:rPr>
                <a:t>函数             在     可导</a:t>
              </a:r>
              <a:endParaRPr lang="zh-CN" altLang="en-US" sz="2800" dirty="0" smtClean="0">
                <a:latin typeface="+mn-ea"/>
              </a:endParaRPr>
            </a:p>
          </p:txBody>
        </p:sp>
        <p:graphicFrame>
          <p:nvGraphicFramePr>
            <p:cNvPr id="15" name="Object 9"/>
            <p:cNvGraphicFramePr>
              <a:graphicFrameLocks noChangeAspect="1"/>
            </p:cNvGraphicFramePr>
            <p:nvPr/>
          </p:nvGraphicFramePr>
          <p:xfrm>
            <a:off x="3905" y="7547"/>
            <a:ext cx="1915" cy="7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9" name="Equation" r:id="rId9" imgW="14020800" imgH="4876800" progId="Equation.DSMT4">
                    <p:embed/>
                  </p:oleObj>
                </mc:Choice>
                <mc:Fallback>
                  <p:oleObj name="Equation" r:id="rId9" imgW="14020800" imgH="4876800" progId="Equation.DSMT4">
                    <p:embed/>
                    <p:pic>
                      <p:nvPicPr>
                        <p:cNvPr id="0" name="图片 614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905" y="7547"/>
                          <a:ext cx="1915" cy="79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7"/>
            <p:cNvGraphicFramePr>
              <a:graphicFrameLocks noChangeAspect="1"/>
            </p:cNvGraphicFramePr>
            <p:nvPr/>
          </p:nvGraphicFramePr>
          <p:xfrm>
            <a:off x="6650" y="7442"/>
            <a:ext cx="540" cy="8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0" name="Equation" r:id="rId10" imgW="3962400" imgH="5486400" progId="Equation.DSMT4">
                    <p:embed/>
                  </p:oleObj>
                </mc:Choice>
                <mc:Fallback>
                  <p:oleObj name="Equation" r:id="rId10" imgW="3962400" imgH="5486400" progId="Equation.DSMT4">
                    <p:embed/>
                    <p:pic>
                      <p:nvPicPr>
                        <p:cNvPr id="0" name="图片 614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650" y="7442"/>
                          <a:ext cx="540" cy="89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6" name="组合 35"/>
          <p:cNvGrpSpPr/>
          <p:nvPr/>
        </p:nvGrpSpPr>
        <p:grpSpPr>
          <a:xfrm>
            <a:off x="6342380" y="4722495"/>
            <a:ext cx="3221990" cy="591185"/>
            <a:chOff x="9988" y="7437"/>
            <a:chExt cx="5074" cy="931"/>
          </a:xfrm>
        </p:grpSpPr>
        <p:sp>
          <p:nvSpPr>
            <p:cNvPr id="17" name="文本框 2"/>
            <p:cNvSpPr txBox="1"/>
            <p:nvPr/>
          </p:nvSpPr>
          <p:spPr>
            <a:xfrm>
              <a:off x="11870" y="7546"/>
              <a:ext cx="3192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 smtClean="0">
                  <a:latin typeface="+mn-ea"/>
                </a:rPr>
                <a:t>在    可微。</a:t>
              </a:r>
              <a:endParaRPr lang="zh-CN" altLang="en-US" sz="2800" dirty="0">
                <a:latin typeface="+mn-ea"/>
              </a:endParaRPr>
            </a:p>
          </p:txBody>
        </p:sp>
        <p:graphicFrame>
          <p:nvGraphicFramePr>
            <p:cNvPr id="18" name="Object 9"/>
            <p:cNvGraphicFramePr>
              <a:graphicFrameLocks noChangeAspect="1"/>
            </p:cNvGraphicFramePr>
            <p:nvPr/>
          </p:nvGraphicFramePr>
          <p:xfrm>
            <a:off x="9988" y="7515"/>
            <a:ext cx="1915" cy="7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1" name="Equation" r:id="rId11" imgW="14020800" imgH="4876800" progId="Equation.DSMT4">
                    <p:embed/>
                  </p:oleObj>
                </mc:Choice>
                <mc:Fallback>
                  <p:oleObj name="Equation" r:id="rId11" imgW="14020800" imgH="4876800" progId="Equation.DSMT4">
                    <p:embed/>
                    <p:pic>
                      <p:nvPicPr>
                        <p:cNvPr id="0" name="图片 615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9988" y="7515"/>
                          <a:ext cx="1915" cy="79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7"/>
            <p:cNvGraphicFramePr>
              <a:graphicFrameLocks noChangeAspect="1"/>
            </p:cNvGraphicFramePr>
            <p:nvPr/>
          </p:nvGraphicFramePr>
          <p:xfrm>
            <a:off x="12495" y="7437"/>
            <a:ext cx="540" cy="8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2" name="Equation" r:id="rId12" imgW="3962400" imgH="5486400" progId="Equation.DSMT4">
                    <p:embed/>
                  </p:oleObj>
                </mc:Choice>
                <mc:Fallback>
                  <p:oleObj name="Equation" r:id="rId12" imgW="3962400" imgH="5486400" progId="Equation.DSMT4">
                    <p:embed/>
                    <p:pic>
                      <p:nvPicPr>
                        <p:cNvPr id="0" name="图片 615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2495" y="7437"/>
                          <a:ext cx="540" cy="89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1" name="动作按钮: 自定义 60"/>
          <p:cNvSpPr/>
          <p:nvPr/>
        </p:nvSpPr>
        <p:spPr>
          <a:xfrm>
            <a:off x="5495290" y="1910080"/>
            <a:ext cx="887095" cy="785495"/>
          </a:xfrm>
          <a:prstGeom prst="actionButtonBlank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6000">
                <a:solidFill>
                  <a:schemeClr val="tx1"/>
                </a:solidFill>
              </a:rPr>
              <a:t>!</a:t>
            </a:r>
            <a:endParaRPr lang="en-US" altLang="zh-CN" sz="6000">
              <a:solidFill>
                <a:schemeClr val="tx1"/>
              </a:solidFill>
            </a:endParaRPr>
          </a:p>
        </p:txBody>
      </p:sp>
      <p:sp>
        <p:nvSpPr>
          <p:cNvPr id="20" name="左右箭头 19"/>
          <p:cNvSpPr/>
          <p:nvPr/>
        </p:nvSpPr>
        <p:spPr>
          <a:xfrm>
            <a:off x="5612406" y="4949633"/>
            <a:ext cx="724618" cy="258793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1" name="右箭头 20"/>
          <p:cNvSpPr/>
          <p:nvPr/>
        </p:nvSpPr>
        <p:spPr>
          <a:xfrm>
            <a:off x="5564469" y="2185117"/>
            <a:ext cx="776377" cy="2587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grpSp>
        <p:nvGrpSpPr>
          <p:cNvPr id="6" name="组合 5"/>
          <p:cNvGrpSpPr/>
          <p:nvPr/>
        </p:nvGrpSpPr>
        <p:grpSpPr>
          <a:xfrm>
            <a:off x="1597025" y="3072765"/>
            <a:ext cx="3858260" cy="590550"/>
            <a:chOff x="2515" y="4839"/>
            <a:chExt cx="6076" cy="930"/>
          </a:xfrm>
        </p:grpSpPr>
        <p:sp>
          <p:nvSpPr>
            <p:cNvPr id="22" name="文本框 2"/>
            <p:cNvSpPr txBox="1"/>
            <p:nvPr/>
          </p:nvSpPr>
          <p:spPr>
            <a:xfrm>
              <a:off x="2515" y="4947"/>
              <a:ext cx="6076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 smtClean="0">
                  <a:latin typeface="+mn-ea"/>
                </a:rPr>
                <a:t>函数             在     可导</a:t>
              </a:r>
              <a:endParaRPr lang="zh-CN" altLang="en-US" sz="2800" dirty="0" smtClean="0">
                <a:latin typeface="+mn-ea"/>
              </a:endParaRPr>
            </a:p>
          </p:txBody>
        </p:sp>
        <p:graphicFrame>
          <p:nvGraphicFramePr>
            <p:cNvPr id="23" name="Object 9"/>
            <p:cNvGraphicFramePr>
              <a:graphicFrameLocks noChangeAspect="1"/>
            </p:cNvGraphicFramePr>
            <p:nvPr/>
          </p:nvGraphicFramePr>
          <p:xfrm>
            <a:off x="3871" y="4917"/>
            <a:ext cx="1915" cy="7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3" name="Equation" r:id="rId13" imgW="14020800" imgH="4876800" progId="Equation.DSMT4">
                    <p:embed/>
                  </p:oleObj>
                </mc:Choice>
                <mc:Fallback>
                  <p:oleObj name="Equation" r:id="rId13" imgW="14020800" imgH="4876800" progId="Equation.DSMT4">
                    <p:embed/>
                    <p:pic>
                      <p:nvPicPr>
                        <p:cNvPr id="0" name="图片 615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871" y="4917"/>
                          <a:ext cx="1915" cy="79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Object 7"/>
            <p:cNvGraphicFramePr>
              <a:graphicFrameLocks noChangeAspect="1"/>
            </p:cNvGraphicFramePr>
            <p:nvPr/>
          </p:nvGraphicFramePr>
          <p:xfrm>
            <a:off x="6670" y="4839"/>
            <a:ext cx="540" cy="8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4" name="Equation" r:id="rId14" imgW="3962400" imgH="5486400" progId="Equation.DSMT4">
                    <p:embed/>
                  </p:oleObj>
                </mc:Choice>
                <mc:Fallback>
                  <p:oleObj name="Equation" r:id="rId14" imgW="3962400" imgH="5486400" progId="Equation.DSMT4">
                    <p:embed/>
                    <p:pic>
                      <p:nvPicPr>
                        <p:cNvPr id="0" name="图片 615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670" y="4839"/>
                          <a:ext cx="540" cy="89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4"/>
          <p:cNvGrpSpPr/>
          <p:nvPr/>
        </p:nvGrpSpPr>
        <p:grpSpPr>
          <a:xfrm>
            <a:off x="6416675" y="3052445"/>
            <a:ext cx="2900680" cy="591185"/>
            <a:chOff x="10105" y="4807"/>
            <a:chExt cx="4568" cy="931"/>
          </a:xfrm>
        </p:grpSpPr>
        <p:sp>
          <p:nvSpPr>
            <p:cNvPr id="25" name="文本框 2"/>
            <p:cNvSpPr txBox="1"/>
            <p:nvPr/>
          </p:nvSpPr>
          <p:spPr>
            <a:xfrm>
              <a:off x="11907" y="4916"/>
              <a:ext cx="2767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 smtClean="0">
                  <a:latin typeface="+mn-ea"/>
                </a:rPr>
                <a:t>在    连续</a:t>
              </a:r>
              <a:r>
                <a:rPr lang="en-US" altLang="zh-CN" sz="2800" dirty="0" smtClean="0">
                  <a:latin typeface="+mn-ea"/>
                </a:rPr>
                <a:t>;</a:t>
              </a:r>
              <a:endParaRPr lang="zh-CN" altLang="en-US" sz="2800" dirty="0">
                <a:latin typeface="+mn-ea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10105" y="4807"/>
              <a:ext cx="3020" cy="903"/>
              <a:chOff x="10105" y="4807"/>
              <a:chExt cx="3020" cy="903"/>
            </a:xfrm>
          </p:grpSpPr>
          <p:graphicFrame>
            <p:nvGraphicFramePr>
              <p:cNvPr id="26" name="Object 9"/>
              <p:cNvGraphicFramePr>
                <a:graphicFrameLocks noChangeAspect="1"/>
              </p:cNvGraphicFramePr>
              <p:nvPr/>
            </p:nvGraphicFramePr>
            <p:xfrm>
              <a:off x="10105" y="4912"/>
              <a:ext cx="1915" cy="79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55" name="Equation" r:id="rId15" imgW="14020800" imgH="4876800" progId="Equation.DSMT4">
                      <p:embed/>
                    </p:oleObj>
                  </mc:Choice>
                  <mc:Fallback>
                    <p:oleObj name="Equation" r:id="rId15" imgW="14020800" imgH="4876800" progId="Equation.DSMT4">
                      <p:embed/>
                      <p:pic>
                        <p:nvPicPr>
                          <p:cNvPr id="0" name="图片 6154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10105" y="4912"/>
                            <a:ext cx="1915" cy="798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" name="Object 7"/>
              <p:cNvGraphicFramePr>
                <a:graphicFrameLocks noChangeAspect="1"/>
              </p:cNvGraphicFramePr>
              <p:nvPr/>
            </p:nvGraphicFramePr>
            <p:xfrm>
              <a:off x="12585" y="4807"/>
              <a:ext cx="540" cy="8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56" name="Equation" r:id="rId16" imgW="3962400" imgH="5486400" progId="Equation.DSMT4">
                      <p:embed/>
                    </p:oleObj>
                  </mc:Choice>
                  <mc:Fallback>
                    <p:oleObj name="Equation" r:id="rId16" imgW="3962400" imgH="5486400" progId="Equation.DSMT4">
                      <p:embed/>
                      <p:pic>
                        <p:nvPicPr>
                          <p:cNvPr id="0" name="图片 6155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12585" y="4807"/>
                            <a:ext cx="540" cy="896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7" name="组合 6"/>
          <p:cNvGrpSpPr/>
          <p:nvPr/>
        </p:nvGrpSpPr>
        <p:grpSpPr>
          <a:xfrm>
            <a:off x="5584825" y="3246755"/>
            <a:ext cx="810260" cy="414020"/>
            <a:chOff x="8795" y="5113"/>
            <a:chExt cx="1276" cy="652"/>
          </a:xfrm>
        </p:grpSpPr>
        <p:sp>
          <p:nvSpPr>
            <p:cNvPr id="29" name="左箭头 28"/>
            <p:cNvSpPr/>
            <p:nvPr/>
          </p:nvSpPr>
          <p:spPr>
            <a:xfrm>
              <a:off x="8795" y="5219"/>
              <a:ext cx="1277" cy="408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28" name="组合 27"/>
            <p:cNvGrpSpPr/>
            <p:nvPr/>
          </p:nvGrpSpPr>
          <p:grpSpPr>
            <a:xfrm>
              <a:off x="9090" y="5113"/>
              <a:ext cx="679" cy="652"/>
              <a:chOff x="7384216" y="6072992"/>
              <a:chExt cx="431323" cy="414070"/>
            </a:xfrm>
          </p:grpSpPr>
          <p:cxnSp>
            <p:nvCxnSpPr>
              <p:cNvPr id="33" name="直接连接符 32"/>
              <p:cNvCxnSpPr/>
              <p:nvPr/>
            </p:nvCxnSpPr>
            <p:spPr>
              <a:xfrm>
                <a:off x="7384216" y="6072992"/>
                <a:ext cx="431321" cy="362310"/>
              </a:xfrm>
              <a:prstGeom prst="line">
                <a:avLst/>
              </a:prstGeom>
              <a:ln w="57150">
                <a:solidFill>
                  <a:srgbClr val="FF33C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 rot="5400000">
                <a:off x="7418722" y="6090245"/>
                <a:ext cx="396817" cy="396817"/>
              </a:xfrm>
              <a:prstGeom prst="line">
                <a:avLst/>
              </a:prstGeom>
              <a:ln w="57150">
                <a:solidFill>
                  <a:srgbClr val="FF33C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9" name="文本框 2"/>
          <p:cNvSpPr txBox="1"/>
          <p:nvPr/>
        </p:nvSpPr>
        <p:spPr>
          <a:xfrm>
            <a:off x="6584533" y="1102306"/>
            <a:ext cx="4805680" cy="521970"/>
          </a:xfrm>
          <a:prstGeom prst="rect">
            <a:avLst/>
          </a:prstGeom>
          <a:blipFill>
            <a:blip r:embed="rId17"/>
            <a:tile tx="0" ty="0" sx="100000" sy="100000" flip="none" algn="tl"/>
          </a:blipFill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同一元函数中三者之间的关系</a:t>
            </a:r>
            <a:endParaRPr lang="zh-CN" altLang="en-US" sz="2800" dirty="0" smtClean="0">
              <a:latin typeface="+mn-ea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1600835" y="3879850"/>
            <a:ext cx="4108450" cy="590550"/>
            <a:chOff x="2521" y="6110"/>
            <a:chExt cx="6470" cy="930"/>
          </a:xfrm>
        </p:grpSpPr>
        <p:sp>
          <p:nvSpPr>
            <p:cNvPr id="40" name="文本框 2"/>
            <p:cNvSpPr txBox="1"/>
            <p:nvPr/>
          </p:nvSpPr>
          <p:spPr>
            <a:xfrm>
              <a:off x="2521" y="6218"/>
              <a:ext cx="6470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 smtClean="0">
                  <a:latin typeface="+mn-ea"/>
                </a:rPr>
                <a:t>函数             在    不连续</a:t>
              </a:r>
              <a:endParaRPr lang="zh-CN" altLang="en-US" sz="2800" dirty="0" smtClean="0">
                <a:latin typeface="+mn-ea"/>
              </a:endParaRPr>
            </a:p>
          </p:txBody>
        </p:sp>
        <p:graphicFrame>
          <p:nvGraphicFramePr>
            <p:cNvPr id="41" name="Object 9"/>
            <p:cNvGraphicFramePr>
              <a:graphicFrameLocks noChangeAspect="1"/>
            </p:cNvGraphicFramePr>
            <p:nvPr/>
          </p:nvGraphicFramePr>
          <p:xfrm>
            <a:off x="3878" y="6188"/>
            <a:ext cx="1915" cy="7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7" name="Equation" r:id="rId18" imgW="14020800" imgH="4876800" progId="Equation.DSMT4">
                    <p:embed/>
                  </p:oleObj>
                </mc:Choice>
                <mc:Fallback>
                  <p:oleObj name="Equation" r:id="rId18" imgW="14020800" imgH="4876800" progId="Equation.DSMT4">
                    <p:embed/>
                    <p:pic>
                      <p:nvPicPr>
                        <p:cNvPr id="0" name="图片 615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878" y="6188"/>
                          <a:ext cx="1915" cy="79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" name="Object 7"/>
            <p:cNvGraphicFramePr>
              <a:graphicFrameLocks noChangeAspect="1"/>
            </p:cNvGraphicFramePr>
            <p:nvPr/>
          </p:nvGraphicFramePr>
          <p:xfrm>
            <a:off x="6703" y="6110"/>
            <a:ext cx="540" cy="8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8" name="Equation" r:id="rId19" imgW="3962400" imgH="5486400" progId="Equation.DSMT4">
                    <p:embed/>
                  </p:oleObj>
                </mc:Choice>
                <mc:Fallback>
                  <p:oleObj name="Equation" r:id="rId19" imgW="3962400" imgH="5486400" progId="Equation.DSMT4">
                    <p:embed/>
                    <p:pic>
                      <p:nvPicPr>
                        <p:cNvPr id="0" name="图片 615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703" y="6110"/>
                          <a:ext cx="540" cy="89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" name="组合 31"/>
          <p:cNvGrpSpPr/>
          <p:nvPr/>
        </p:nvGrpSpPr>
        <p:grpSpPr>
          <a:xfrm>
            <a:off x="6492875" y="3888740"/>
            <a:ext cx="3333115" cy="574040"/>
            <a:chOff x="10225" y="6124"/>
            <a:chExt cx="5249" cy="904"/>
          </a:xfrm>
        </p:grpSpPr>
        <p:sp>
          <p:nvSpPr>
            <p:cNvPr id="43" name="文本框 2"/>
            <p:cNvSpPr txBox="1"/>
            <p:nvPr/>
          </p:nvSpPr>
          <p:spPr>
            <a:xfrm>
              <a:off x="12148" y="6206"/>
              <a:ext cx="3327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 smtClean="0">
                  <a:latin typeface="+mn-ea"/>
                </a:rPr>
                <a:t>在    不可导</a:t>
              </a:r>
              <a:r>
                <a:rPr lang="en-US" altLang="zh-CN" sz="2800" dirty="0" smtClean="0">
                  <a:latin typeface="+mn-ea"/>
                </a:rPr>
                <a:t>;</a:t>
              </a:r>
              <a:endParaRPr lang="zh-CN" altLang="en-US" sz="2800" dirty="0">
                <a:latin typeface="+mn-ea"/>
              </a:endParaRPr>
            </a:p>
          </p:txBody>
        </p:sp>
        <p:graphicFrame>
          <p:nvGraphicFramePr>
            <p:cNvPr id="44" name="Object 9"/>
            <p:cNvGraphicFramePr>
              <a:graphicFrameLocks noChangeAspect="1"/>
            </p:cNvGraphicFramePr>
            <p:nvPr/>
          </p:nvGraphicFramePr>
          <p:xfrm>
            <a:off x="10225" y="6188"/>
            <a:ext cx="1915" cy="7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9" name="Equation" r:id="rId20" imgW="14020800" imgH="4876800" progId="Equation.DSMT4">
                    <p:embed/>
                  </p:oleObj>
                </mc:Choice>
                <mc:Fallback>
                  <p:oleObj name="Equation" r:id="rId20" imgW="14020800" imgH="4876800" progId="Equation.DSMT4">
                    <p:embed/>
                    <p:pic>
                      <p:nvPicPr>
                        <p:cNvPr id="0" name="图片 615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0225" y="6188"/>
                          <a:ext cx="1915" cy="79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" name="Object 7"/>
            <p:cNvGraphicFramePr>
              <a:graphicFrameLocks noChangeAspect="1"/>
            </p:cNvGraphicFramePr>
            <p:nvPr/>
          </p:nvGraphicFramePr>
          <p:xfrm>
            <a:off x="12853" y="6124"/>
            <a:ext cx="540" cy="8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60" name="Equation" r:id="rId21" imgW="3962400" imgH="5486400" progId="Equation.DSMT4">
                    <p:embed/>
                  </p:oleObj>
                </mc:Choice>
                <mc:Fallback>
                  <p:oleObj name="Equation" r:id="rId21" imgW="3962400" imgH="5486400" progId="Equation.DSMT4">
                    <p:embed/>
                    <p:pic>
                      <p:nvPicPr>
                        <p:cNvPr id="0" name="图片 615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2853" y="6124"/>
                          <a:ext cx="540" cy="89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6" name="右箭头 45"/>
          <p:cNvSpPr/>
          <p:nvPr/>
        </p:nvSpPr>
        <p:spPr>
          <a:xfrm>
            <a:off x="5716085" y="4053436"/>
            <a:ext cx="776377" cy="2587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grpSp>
        <p:nvGrpSpPr>
          <p:cNvPr id="2" name="组合 1"/>
          <p:cNvGrpSpPr/>
          <p:nvPr/>
        </p:nvGrpSpPr>
        <p:grpSpPr>
          <a:xfrm>
            <a:off x="1988185" y="5951220"/>
            <a:ext cx="3897630" cy="643255"/>
            <a:chOff x="1959" y="8025"/>
            <a:chExt cx="6138" cy="1013"/>
          </a:xfrm>
        </p:grpSpPr>
        <p:sp>
          <p:nvSpPr>
            <p:cNvPr id="30" name="文本框 2"/>
            <p:cNvSpPr txBox="1"/>
            <p:nvPr>
              <p:custDataLst>
                <p:tags r:id="rId22"/>
              </p:custDataLst>
            </p:nvPr>
          </p:nvSpPr>
          <p:spPr>
            <a:xfrm>
              <a:off x="1959" y="8083"/>
              <a:ext cx="6138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2800" dirty="0" smtClean="0">
                  <a:latin typeface="+mn-ea"/>
                </a:rPr>
                <a:t>若           在    的</a:t>
              </a:r>
              <a:r>
                <a:rPr lang="zh-CN" altLang="en-US" sz="2800" dirty="0" smtClean="0">
                  <a:latin typeface="+mn-ea"/>
                </a:rPr>
                <a:t>可微，</a:t>
              </a:r>
              <a:endParaRPr lang="zh-CN" altLang="en-US" sz="2800" dirty="0" smtClean="0">
                <a:latin typeface="+mn-ea"/>
              </a:endParaRPr>
            </a:p>
          </p:txBody>
        </p:sp>
        <p:graphicFrame>
          <p:nvGraphicFramePr>
            <p:cNvPr id="57" name="Object 20"/>
            <p:cNvGraphicFramePr>
              <a:graphicFrameLocks noChangeAspect="1"/>
            </p:cNvGraphicFramePr>
            <p:nvPr>
              <p:custDataLst>
                <p:tags r:id="rId23"/>
              </p:custDataLst>
            </p:nvPr>
          </p:nvGraphicFramePr>
          <p:xfrm>
            <a:off x="2699" y="8112"/>
            <a:ext cx="1777" cy="7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2" name="Equation" r:id="rId24" imgW="14020800" imgH="4876800" progId="Equation.DSMT4">
                    <p:embed/>
                  </p:oleObj>
                </mc:Choice>
                <mc:Fallback>
                  <p:oleObj name="Equation" r:id="rId24" imgW="14020800" imgH="4876800" progId="Equation.DSMT4">
                    <p:embed/>
                    <p:pic>
                      <p:nvPicPr>
                        <p:cNvPr id="0" name="图片 513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2699" y="8112"/>
                          <a:ext cx="1777" cy="74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8" name="Object 21"/>
            <p:cNvGraphicFramePr>
              <a:graphicFrameLocks noChangeAspect="1"/>
            </p:cNvGraphicFramePr>
            <p:nvPr>
              <p:custDataLst>
                <p:tags r:id="rId26"/>
              </p:custDataLst>
            </p:nvPr>
          </p:nvGraphicFramePr>
          <p:xfrm>
            <a:off x="4987" y="8025"/>
            <a:ext cx="608" cy="10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3" name="Equation" r:id="rId27" imgW="3962400" imgH="5486400" progId="Equation.DSMT4">
                    <p:embed/>
                  </p:oleObj>
                </mc:Choice>
                <mc:Fallback>
                  <p:oleObj name="Equation" r:id="rId27" imgW="3962400" imgH="5486400" progId="Equation.DSMT4">
                    <p:embed/>
                    <p:pic>
                      <p:nvPicPr>
                        <p:cNvPr id="0" name="图片 513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4987" y="8025"/>
                          <a:ext cx="608" cy="101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697" name="Object 25"/>
          <p:cNvGraphicFramePr>
            <a:graphicFrameLocks noChangeAspect="1"/>
          </p:cNvGraphicFramePr>
          <p:nvPr>
            <p:custDataLst>
              <p:tags r:id="rId29"/>
            </p:custDataLst>
          </p:nvPr>
        </p:nvGraphicFramePr>
        <p:xfrm>
          <a:off x="6492875" y="6062980"/>
          <a:ext cx="3049270" cy="525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" name="Equation" r:id="rId30" imgW="1625600" imgH="228600" progId="Equation.DSMT4">
                  <p:embed/>
                </p:oleObj>
              </mc:Choice>
              <mc:Fallback>
                <p:oleObj name="Equation" r:id="rId30" imgW="1625600" imgH="228600" progId="Equation.DSMT4">
                  <p:embed/>
                  <p:pic>
                    <p:nvPicPr>
                      <p:cNvPr id="0" name="图片 5133"/>
                      <p:cNvPicPr>
                        <a:picLocks noChangeAspect="1"/>
                      </p:cNvPicPr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6492875" y="6062980"/>
                        <a:ext cx="3049270" cy="5257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" name="文本框 2"/>
          <p:cNvSpPr txBox="1"/>
          <p:nvPr>
            <p:custDataLst>
              <p:tags r:id="rId32"/>
            </p:custDataLst>
          </p:nvPr>
        </p:nvSpPr>
        <p:spPr>
          <a:xfrm>
            <a:off x="5883974" y="6022237"/>
            <a:ext cx="5384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 smtClean="0">
                <a:latin typeface="+mn-ea"/>
              </a:rPr>
              <a:t>则</a:t>
            </a:r>
            <a:endParaRPr lang="zh-CN" altLang="en-US" sz="2800" dirty="0" smtClean="0">
              <a:latin typeface="+mn-ea"/>
            </a:endParaRPr>
          </a:p>
        </p:txBody>
      </p:sp>
      <p:sp>
        <p:nvSpPr>
          <p:cNvPr id="62" name="七角星 61"/>
          <p:cNvSpPr/>
          <p:nvPr>
            <p:custDataLst>
              <p:tags r:id="rId33"/>
            </p:custDataLst>
          </p:nvPr>
        </p:nvSpPr>
        <p:spPr>
          <a:xfrm>
            <a:off x="953339" y="5679848"/>
            <a:ext cx="914400" cy="914400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</a:rPr>
              <a:t>注</a:t>
            </a:r>
            <a:endParaRPr lang="zh-CN" altLang="en-US" sz="2800" dirty="0" smtClean="0">
              <a:solidFill>
                <a:schemeClr val="tx1"/>
              </a:solidFill>
            </a:endParaRPr>
          </a:p>
        </p:txBody>
      </p:sp>
    </p:spTree>
    <p:custDataLst>
      <p:tags r:id="rId3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8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0" grpId="0" bldLvl="0" animBg="1"/>
      <p:bldP spid="21" grpId="0" bldLvl="0" animBg="1"/>
      <p:bldP spid="39" grpId="0" bldLvl="0" animBg="1"/>
      <p:bldP spid="46" grpId="0" bldLvl="0" animBg="1"/>
      <p:bldP spid="60" grpId="0" bldLvl="0" animBg="1"/>
      <p:bldP spid="61" grpId="0" bldLvl="0" animBg="1"/>
      <p:bldP spid="59" grpId="0"/>
      <p:bldP spid="62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87436" y="707146"/>
            <a:ext cx="213804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+mn-ea"/>
              </a:rPr>
              <a:t>4.  </a:t>
            </a:r>
            <a:r>
              <a:rPr lang="zh-CN" altLang="en-US" sz="2800" b="1" dirty="0" smtClean="0">
                <a:solidFill>
                  <a:schemeClr val="accent1"/>
                </a:solidFill>
                <a:latin typeface="+mn-ea"/>
              </a:rPr>
              <a:t>求导法则</a:t>
            </a:r>
            <a:endParaRPr lang="zh-CN" altLang="en-US" sz="2800" b="1" dirty="0" smtClean="0">
              <a:solidFill>
                <a:schemeClr val="accent1"/>
              </a:solidFill>
              <a:latin typeface="+mn-ea"/>
            </a:endParaRPr>
          </a:p>
        </p:txBody>
      </p:sp>
      <p:graphicFrame>
        <p:nvGraphicFramePr>
          <p:cNvPr id="27657" name="Object 9"/>
          <p:cNvGraphicFramePr>
            <a:graphicFrameLocks noChangeAspect="1"/>
          </p:cNvGraphicFramePr>
          <p:nvPr/>
        </p:nvGraphicFramePr>
        <p:xfrm>
          <a:off x="762000" y="1435100"/>
          <a:ext cx="583565" cy="483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" name="Equation" r:id="rId1" imgW="292100" imgH="203200" progId="Equation.DSMT4">
                  <p:embed/>
                </p:oleObj>
              </mc:Choice>
              <mc:Fallback>
                <p:oleObj name="Equation" r:id="rId1" imgW="292100" imgH="203200" progId="Equation.DSMT4">
                  <p:embed/>
                  <p:pic>
                    <p:nvPicPr>
                      <p:cNvPr id="0" name="图片 716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62000" y="1435100"/>
                        <a:ext cx="583565" cy="4838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3" name="Object 7"/>
          <p:cNvGraphicFramePr>
            <a:graphicFrameLocks noChangeAspect="1"/>
          </p:cNvGraphicFramePr>
          <p:nvPr/>
        </p:nvGraphicFramePr>
        <p:xfrm>
          <a:off x="1341755" y="1409065"/>
          <a:ext cx="589280" cy="509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Equation" r:id="rId3" imgW="6705600" imgH="4876800" progId="Equation.DSMT4">
                  <p:embed/>
                </p:oleObj>
              </mc:Choice>
              <mc:Fallback>
                <p:oleObj name="Equation" r:id="rId3" imgW="6705600" imgH="4876800" progId="Equation.DSMT4">
                  <p:embed/>
                  <p:pic>
                    <p:nvPicPr>
                      <p:cNvPr id="0" name="图片 716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41755" y="1409065"/>
                        <a:ext cx="589280" cy="5099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文本框 2"/>
          <p:cNvSpPr txBox="1"/>
          <p:nvPr/>
        </p:nvSpPr>
        <p:spPr>
          <a:xfrm>
            <a:off x="3496768" y="721522"/>
            <a:ext cx="3738880" cy="521970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同一元函数的求导法则</a:t>
            </a:r>
            <a:endParaRPr lang="zh-CN" altLang="en-US" sz="2800" dirty="0" smtClean="0">
              <a:latin typeface="+mn-ea"/>
            </a:endParaRPr>
          </a:p>
        </p:txBody>
      </p:sp>
      <p:graphicFrame>
        <p:nvGraphicFramePr>
          <p:cNvPr id="53262" name="Object 14"/>
          <p:cNvGraphicFramePr>
            <a:graphicFrameLocks noChangeAspect="1"/>
          </p:cNvGraphicFramePr>
          <p:nvPr/>
        </p:nvGraphicFramePr>
        <p:xfrm>
          <a:off x="2769870" y="1325245"/>
          <a:ext cx="695325" cy="577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" name="Equation" r:id="rId6" imgW="7924800" imgH="5486400" progId="Equation.DSMT4">
                  <p:embed/>
                </p:oleObj>
              </mc:Choice>
              <mc:Fallback>
                <p:oleObj name="Equation" r:id="rId6" imgW="7924800" imgH="5486400" progId="Equation.DSMT4">
                  <p:embed/>
                  <p:pic>
                    <p:nvPicPr>
                      <p:cNvPr id="0" name="图片 7170"/>
                      <p:cNvPicPr>
                        <a:picLocks noChangeAspect="1"/>
                      </p:cNvPicPr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769870" y="1325245"/>
                        <a:ext cx="695325" cy="5772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3" name="Object 15"/>
          <p:cNvGraphicFramePr>
            <a:graphicFrameLocks noChangeAspect="1"/>
          </p:cNvGraphicFramePr>
          <p:nvPr/>
        </p:nvGraphicFramePr>
        <p:xfrm>
          <a:off x="3496945" y="1402715"/>
          <a:ext cx="1844675" cy="523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" name="Equation" r:id="rId8" imgW="965200" imgH="228600" progId="Equation.DSMT4">
                  <p:embed/>
                </p:oleObj>
              </mc:Choice>
              <mc:Fallback>
                <p:oleObj name="Equation" r:id="rId8" imgW="965200" imgH="228600" progId="Equation.DSMT4">
                  <p:embed/>
                  <p:pic>
                    <p:nvPicPr>
                      <p:cNvPr id="0" name="图片 7171"/>
                      <p:cNvPicPr>
                        <a:picLocks noChangeAspect="1"/>
                      </p:cNvPicPr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496945" y="1402715"/>
                        <a:ext cx="1844675" cy="5232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4" name="Object 16"/>
          <p:cNvGraphicFramePr>
            <a:graphicFrameLocks noChangeAspect="1"/>
          </p:cNvGraphicFramePr>
          <p:nvPr/>
        </p:nvGraphicFramePr>
        <p:xfrm>
          <a:off x="795655" y="2014855"/>
          <a:ext cx="1871345" cy="513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" name="Equation" r:id="rId10" imgW="21336000" imgH="4876800" progId="Equation.DSMT4">
                  <p:embed/>
                </p:oleObj>
              </mc:Choice>
              <mc:Fallback>
                <p:oleObj name="Equation" r:id="rId10" imgW="21336000" imgH="48768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95655" y="2014855"/>
                        <a:ext cx="1871345" cy="5137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5" name="Object 17"/>
          <p:cNvGraphicFramePr>
            <a:graphicFrameLocks noChangeAspect="1"/>
          </p:cNvGraphicFramePr>
          <p:nvPr/>
        </p:nvGraphicFramePr>
        <p:xfrm>
          <a:off x="2667000" y="2021205"/>
          <a:ext cx="1953260" cy="510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" name="Equation" r:id="rId12" imgW="22250400" imgH="4876800" progId="Equation.DSMT4">
                  <p:embed/>
                </p:oleObj>
              </mc:Choice>
              <mc:Fallback>
                <p:oleObj name="Equation" r:id="rId12" imgW="22250400" imgH="4876800" progId="Equation.DSMT4">
                  <p:embed/>
                  <p:pic>
                    <p:nvPicPr>
                      <p:cNvPr id="0" name="图片 7173"/>
                      <p:cNvPicPr>
                        <a:picLocks noChangeAspect="1"/>
                      </p:cNvPicPr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667000" y="2021205"/>
                        <a:ext cx="1953260" cy="5105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6" name="Object 18"/>
          <p:cNvGraphicFramePr>
            <a:graphicFrameLocks noChangeAspect="1"/>
          </p:cNvGraphicFramePr>
          <p:nvPr/>
        </p:nvGraphicFramePr>
        <p:xfrm>
          <a:off x="5030470" y="2018030"/>
          <a:ext cx="1577975" cy="513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" name="Equation" r:id="rId14" imgW="17983200" imgH="4876800" progId="Equation.DSMT4">
                  <p:embed/>
                </p:oleObj>
              </mc:Choice>
              <mc:Fallback>
                <p:oleObj name="Equation" r:id="rId14" imgW="17983200" imgH="4876800" progId="Equation.DSMT4">
                  <p:embed/>
                  <p:pic>
                    <p:nvPicPr>
                      <p:cNvPr id="0" name="图片 7174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030470" y="2018030"/>
                        <a:ext cx="1577975" cy="5137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7" name="Object 19"/>
          <p:cNvGraphicFramePr>
            <a:graphicFrameLocks noChangeAspect="1"/>
          </p:cNvGraphicFramePr>
          <p:nvPr/>
        </p:nvGraphicFramePr>
        <p:xfrm>
          <a:off x="6608445" y="2021205"/>
          <a:ext cx="3157220" cy="510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" name="Equation" r:id="rId16" imgW="35966400" imgH="4876800" progId="Equation.DSMT4">
                  <p:embed/>
                </p:oleObj>
              </mc:Choice>
              <mc:Fallback>
                <p:oleObj name="Equation" r:id="rId16" imgW="35966400" imgH="4876800" progId="Equation.DSMT4">
                  <p:embed/>
                  <p:pic>
                    <p:nvPicPr>
                      <p:cNvPr id="0" name="图片 7175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608445" y="2021205"/>
                        <a:ext cx="3157220" cy="5105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8" name="Object 20"/>
          <p:cNvGraphicFramePr>
            <a:graphicFrameLocks noChangeAspect="1"/>
          </p:cNvGraphicFramePr>
          <p:nvPr/>
        </p:nvGraphicFramePr>
        <p:xfrm>
          <a:off x="796290" y="2601595"/>
          <a:ext cx="1043940" cy="1058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7" name="Equation" r:id="rId18" imgW="11887200" imgH="10058400" progId="Equation.DSMT4">
                  <p:embed/>
                </p:oleObj>
              </mc:Choice>
              <mc:Fallback>
                <p:oleObj name="Equation" r:id="rId18" imgW="11887200" imgH="10058400" progId="Equation.DSMT4">
                  <p:embed/>
                  <p:pic>
                    <p:nvPicPr>
                      <p:cNvPr id="0" name="图片 7176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796290" y="2601595"/>
                        <a:ext cx="1043940" cy="10585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9" name="Object 21"/>
          <p:cNvGraphicFramePr>
            <a:graphicFrameLocks noChangeAspect="1"/>
          </p:cNvGraphicFramePr>
          <p:nvPr/>
        </p:nvGraphicFramePr>
        <p:xfrm>
          <a:off x="1815465" y="2598420"/>
          <a:ext cx="3211830" cy="1053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8" name="Equation" r:id="rId20" imgW="36576000" imgH="10058400" progId="Equation.DSMT4">
                  <p:embed/>
                </p:oleObj>
              </mc:Choice>
              <mc:Fallback>
                <p:oleObj name="Equation" r:id="rId20" imgW="36576000" imgH="10058400" progId="Equation.DSMT4">
                  <p:embed/>
                  <p:pic>
                    <p:nvPicPr>
                      <p:cNvPr id="0" name="图片 7177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815465" y="2598420"/>
                        <a:ext cx="3211830" cy="10534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70" name="Object 22"/>
          <p:cNvGraphicFramePr>
            <a:graphicFrameLocks noChangeAspect="1"/>
          </p:cNvGraphicFramePr>
          <p:nvPr/>
        </p:nvGraphicFramePr>
        <p:xfrm>
          <a:off x="884555" y="3883025"/>
          <a:ext cx="1391920" cy="513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9" name="Equation" r:id="rId22" imgW="15849600" imgH="4876800" progId="Equation.DSMT4">
                  <p:embed/>
                </p:oleObj>
              </mc:Choice>
              <mc:Fallback>
                <p:oleObj name="Equation" r:id="rId22" imgW="15849600" imgH="4876800" progId="Equation.DSMT4">
                  <p:embed/>
                  <p:pic>
                    <p:nvPicPr>
                      <p:cNvPr id="0" name="图片 7178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884555" y="3883025"/>
                        <a:ext cx="1391920" cy="5137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71" name="Object 23"/>
          <p:cNvGraphicFramePr>
            <a:graphicFrameLocks noChangeAspect="1"/>
          </p:cNvGraphicFramePr>
          <p:nvPr/>
        </p:nvGraphicFramePr>
        <p:xfrm>
          <a:off x="2276475" y="3883025"/>
          <a:ext cx="2059305" cy="510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0" name="Equation" r:id="rId24" imgW="23469600" imgH="4876800" progId="Equation.DSMT4">
                  <p:embed/>
                </p:oleObj>
              </mc:Choice>
              <mc:Fallback>
                <p:oleObj name="Equation" r:id="rId24" imgW="23469600" imgH="4876800" progId="Equation.DSMT4">
                  <p:embed/>
                  <p:pic>
                    <p:nvPicPr>
                      <p:cNvPr id="0" name="图片 7179"/>
                      <p:cNvPicPr>
                        <a:picLocks noChangeAspect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2276475" y="3883025"/>
                        <a:ext cx="2059305" cy="5105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72" name="Object 24"/>
          <p:cNvGraphicFramePr>
            <a:graphicFrameLocks noChangeAspect="1"/>
          </p:cNvGraphicFramePr>
          <p:nvPr/>
        </p:nvGraphicFramePr>
        <p:xfrm>
          <a:off x="767080" y="4669790"/>
          <a:ext cx="777240" cy="513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1" name="Equation" r:id="rId26" imgW="8839200" imgH="4876800" progId="Equation.DSMT4">
                  <p:embed/>
                </p:oleObj>
              </mc:Choice>
              <mc:Fallback>
                <p:oleObj name="Equation" r:id="rId26" imgW="8839200" imgH="4876800" progId="Equation.DSMT4">
                  <p:embed/>
                  <p:pic>
                    <p:nvPicPr>
                      <p:cNvPr id="0" name="图片 7180"/>
                      <p:cNvPicPr>
                        <a:picLocks noChangeAspect="1"/>
                      </p:cNvPicPr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767080" y="4669790"/>
                        <a:ext cx="777240" cy="513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73" name="Object 25"/>
          <p:cNvGraphicFramePr>
            <a:graphicFrameLocks noChangeAspect="1"/>
          </p:cNvGraphicFramePr>
          <p:nvPr/>
        </p:nvGraphicFramePr>
        <p:xfrm>
          <a:off x="1522095" y="4478020"/>
          <a:ext cx="1089660" cy="932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2" name="Equation" r:id="rId28" imgW="14020800" imgH="10058400" progId="Equation.DSMT4">
                  <p:embed/>
                </p:oleObj>
              </mc:Choice>
              <mc:Fallback>
                <p:oleObj name="Equation" r:id="rId28" imgW="14020800" imgH="10058400" progId="Equation.DSMT4">
                  <p:embed/>
                  <p:pic>
                    <p:nvPicPr>
                      <p:cNvPr id="0" name="图片 7181"/>
                      <p:cNvPicPr>
                        <a:picLocks noChangeAspect="1"/>
                      </p:cNvPicPr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22095" y="4478020"/>
                        <a:ext cx="1089660" cy="9321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74" name="Object 26"/>
          <p:cNvGraphicFramePr>
            <a:graphicFrameLocks noChangeAspect="1"/>
          </p:cNvGraphicFramePr>
          <p:nvPr/>
        </p:nvGraphicFramePr>
        <p:xfrm>
          <a:off x="2611755" y="4660900"/>
          <a:ext cx="1232535" cy="513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3" name="Equation" r:id="rId30" imgW="14020800" imgH="4876800" progId="Equation.DSMT4">
                  <p:embed/>
                </p:oleObj>
              </mc:Choice>
              <mc:Fallback>
                <p:oleObj name="Equation" r:id="rId30" imgW="14020800" imgH="4876800" progId="Equation.DSMT4">
                  <p:embed/>
                  <p:pic>
                    <p:nvPicPr>
                      <p:cNvPr id="0" name="图片 7182"/>
                      <p:cNvPicPr>
                        <a:picLocks noChangeAspect="1"/>
                      </p:cNvPicPr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2611755" y="4660900"/>
                        <a:ext cx="1232535" cy="513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文本框 2"/>
          <p:cNvSpPr txBox="1"/>
          <p:nvPr/>
        </p:nvSpPr>
        <p:spPr>
          <a:xfrm>
            <a:off x="3725604" y="4648719"/>
            <a:ext cx="46482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与            是两个互为反函数</a:t>
            </a:r>
            <a:endParaRPr lang="zh-CN" altLang="en-US" sz="2800" dirty="0" smtClean="0">
              <a:latin typeface="+mn-ea"/>
            </a:endParaRPr>
          </a:p>
        </p:txBody>
      </p:sp>
      <p:graphicFrame>
        <p:nvGraphicFramePr>
          <p:cNvPr id="53275" name="Object 27"/>
          <p:cNvGraphicFramePr>
            <a:graphicFrameLocks noChangeAspect="1"/>
          </p:cNvGraphicFramePr>
          <p:nvPr/>
        </p:nvGraphicFramePr>
        <p:xfrm>
          <a:off x="4124325" y="4661535"/>
          <a:ext cx="1233805" cy="511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4" name="Equation" r:id="rId32" imgW="584200" imgH="203200" progId="Equation.DSMT4">
                  <p:embed/>
                </p:oleObj>
              </mc:Choice>
              <mc:Fallback>
                <p:oleObj name="Equation" r:id="rId32" imgW="584200" imgH="203200" progId="Equation.DSMT4">
                  <p:embed/>
                  <p:pic>
                    <p:nvPicPr>
                      <p:cNvPr id="0" name="图片 7183"/>
                      <p:cNvPicPr>
                        <a:picLocks noChangeAspect="1"/>
                      </p:cNvPicPr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4124325" y="4661535"/>
                        <a:ext cx="1233805" cy="5118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文本框 2"/>
          <p:cNvSpPr txBox="1"/>
          <p:nvPr/>
        </p:nvSpPr>
        <p:spPr>
          <a:xfrm>
            <a:off x="8221667" y="4644550"/>
            <a:ext cx="24022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的单值函数</a:t>
            </a:r>
            <a:r>
              <a:rPr lang="en-US" altLang="zh-CN" sz="2800" dirty="0" smtClean="0">
                <a:latin typeface="+mn-ea"/>
              </a:rPr>
              <a:t>,</a:t>
            </a:r>
            <a:r>
              <a:rPr lang="zh-CN" altLang="en-US" sz="2800" dirty="0" smtClean="0">
                <a:latin typeface="+mn-ea"/>
              </a:rPr>
              <a:t>且</a:t>
            </a:r>
            <a:endParaRPr lang="zh-CN" altLang="en-US" sz="2800" dirty="0" smtClean="0">
              <a:latin typeface="+mn-ea"/>
            </a:endParaRPr>
          </a:p>
        </p:txBody>
      </p:sp>
      <p:graphicFrame>
        <p:nvGraphicFramePr>
          <p:cNvPr id="53276" name="Object 28"/>
          <p:cNvGraphicFramePr>
            <a:graphicFrameLocks noChangeAspect="1"/>
          </p:cNvGraphicFramePr>
          <p:nvPr/>
        </p:nvGraphicFramePr>
        <p:xfrm>
          <a:off x="10624185" y="4644390"/>
          <a:ext cx="1321435" cy="495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5" name="Equation" r:id="rId34" imgW="15544800" imgH="4876800" progId="Equation.DSMT4">
                  <p:embed/>
                </p:oleObj>
              </mc:Choice>
              <mc:Fallback>
                <p:oleObj name="Equation" r:id="rId34" imgW="15544800" imgH="4876800" progId="Equation.DSMT4">
                  <p:embed/>
                  <p:pic>
                    <p:nvPicPr>
                      <p:cNvPr id="0" name="图片 7184"/>
                      <p:cNvPicPr>
                        <a:picLocks noChangeAspect="1"/>
                      </p:cNvPicPr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10624185" y="4644390"/>
                        <a:ext cx="1321435" cy="4959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2"/>
          <p:cNvSpPr txBox="1"/>
          <p:nvPr/>
        </p:nvSpPr>
        <p:spPr>
          <a:xfrm>
            <a:off x="6674943" y="1409227"/>
            <a:ext cx="2316480" cy="521970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</p:spPr>
        <p:txBody>
          <a:bodyPr wrap="none" rtlCol="0">
            <a:spAutoFit/>
          </a:bodyPr>
          <a:p>
            <a:r>
              <a:rPr lang="zh-CN" altLang="en-US" sz="2800" dirty="0" smtClean="0">
                <a:latin typeface="+mn-ea"/>
              </a:rPr>
              <a:t>四则运算法则</a:t>
            </a:r>
            <a:endParaRPr lang="zh-CN" altLang="en-US" sz="2800" dirty="0" smtClean="0">
              <a:latin typeface="+mn-ea"/>
            </a:endParaRPr>
          </a:p>
        </p:txBody>
      </p:sp>
      <p:sp>
        <p:nvSpPr>
          <p:cNvPr id="4" name="文本框 2"/>
          <p:cNvSpPr txBox="1"/>
          <p:nvPr/>
        </p:nvSpPr>
        <p:spPr>
          <a:xfrm>
            <a:off x="5524958" y="3843817"/>
            <a:ext cx="3027680" cy="521970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</p:spPr>
        <p:txBody>
          <a:bodyPr wrap="none" rtlCol="0">
            <a:spAutoFit/>
          </a:bodyPr>
          <a:p>
            <a:r>
              <a:rPr lang="zh-CN" altLang="en-US" sz="2800" dirty="0" smtClean="0">
                <a:latin typeface="+mn-ea"/>
              </a:rPr>
              <a:t>复合函数求导法则</a:t>
            </a:r>
            <a:endParaRPr lang="zh-CN" altLang="en-US" sz="2800" dirty="0" smtClean="0">
              <a:latin typeface="+mn-ea"/>
            </a:endParaRPr>
          </a:p>
        </p:txBody>
      </p:sp>
      <p:sp>
        <p:nvSpPr>
          <p:cNvPr id="5" name="文本框 2"/>
          <p:cNvSpPr txBox="1"/>
          <p:nvPr/>
        </p:nvSpPr>
        <p:spPr>
          <a:xfrm>
            <a:off x="9273363" y="5183032"/>
            <a:ext cx="2672080" cy="521970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</p:spPr>
        <p:txBody>
          <a:bodyPr wrap="none" rtlCol="0">
            <a:spAutoFit/>
          </a:bodyPr>
          <a:p>
            <a:r>
              <a:rPr lang="zh-CN" altLang="en-US" sz="2800" dirty="0" smtClean="0">
                <a:latin typeface="+mn-ea"/>
              </a:rPr>
              <a:t>反</a:t>
            </a:r>
            <a:r>
              <a:rPr lang="zh-CN" altLang="en-US" sz="2800" dirty="0" smtClean="0">
                <a:latin typeface="+mn-ea"/>
              </a:rPr>
              <a:t>函数求导法则</a:t>
            </a:r>
            <a:endParaRPr lang="zh-CN" altLang="en-US" sz="2800" dirty="0" smtClean="0">
              <a:latin typeface="+mn-ea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530350" y="6069965"/>
          <a:ext cx="3994785" cy="548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36" imgW="48768000" imgH="5791200" progId="Equation.DSMT4">
                  <p:embed/>
                </p:oleObj>
              </mc:Choice>
              <mc:Fallback>
                <p:oleObj name="Equation" r:id="rId36" imgW="48768000" imgH="5791200" progId="Equation.DSMT4">
                  <p:embed/>
                  <p:pic>
                    <p:nvPicPr>
                      <p:cNvPr id="0" name="图片 13312"/>
                      <p:cNvPicPr>
                        <a:picLocks noChangeAspect="1"/>
                      </p:cNvPicPr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1530350" y="6069965"/>
                        <a:ext cx="3994785" cy="5486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2"/>
          <p:cNvSpPr txBox="1"/>
          <p:nvPr/>
        </p:nvSpPr>
        <p:spPr>
          <a:xfrm>
            <a:off x="5806440" y="6096635"/>
            <a:ext cx="31851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在复平面处处可导</a:t>
            </a:r>
            <a:r>
              <a:rPr lang="zh-CN" altLang="en-US" sz="2800" dirty="0" smtClean="0">
                <a:latin typeface="+mn-ea"/>
              </a:rPr>
              <a:t>。</a:t>
            </a:r>
            <a:endParaRPr lang="zh-CN" altLang="en-US" sz="2800" dirty="0" smtClean="0">
              <a:latin typeface="+mn-ea"/>
            </a:endParaRPr>
          </a:p>
        </p:txBody>
      </p:sp>
      <p:graphicFrame>
        <p:nvGraphicFramePr>
          <p:cNvPr id="10" name="Object 17"/>
          <p:cNvGraphicFramePr>
            <a:graphicFrameLocks noChangeAspect="1"/>
          </p:cNvGraphicFramePr>
          <p:nvPr/>
        </p:nvGraphicFramePr>
        <p:xfrm>
          <a:off x="1501775" y="6711950"/>
          <a:ext cx="4318000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38" imgW="51206400" imgH="10972800" progId="Equation.DSMT4">
                  <p:embed/>
                </p:oleObj>
              </mc:Choice>
              <mc:Fallback>
                <p:oleObj name="Equation" r:id="rId38" imgW="51206400" imgH="10972800" progId="Equation.DSMT4">
                  <p:embed/>
                  <p:pic>
                    <p:nvPicPr>
                      <p:cNvPr id="0" name="图片 13313"/>
                      <p:cNvPicPr>
                        <a:picLocks noChangeAspect="1"/>
                      </p:cNvPicPr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1501775" y="6711950"/>
                        <a:ext cx="4318000" cy="10382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2"/>
          <p:cNvSpPr txBox="1"/>
          <p:nvPr/>
        </p:nvSpPr>
        <p:spPr>
          <a:xfrm>
            <a:off x="5918835" y="6969760"/>
            <a:ext cx="28651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在             可导。</a:t>
            </a:r>
            <a:endParaRPr lang="en-US" altLang="zh-CN" sz="2800" dirty="0" smtClean="0">
              <a:latin typeface="+mn-ea"/>
            </a:endParaRPr>
          </a:p>
        </p:txBody>
      </p:sp>
      <p:graphicFrame>
        <p:nvGraphicFramePr>
          <p:cNvPr id="13" name="Object 18"/>
          <p:cNvGraphicFramePr>
            <a:graphicFrameLocks noChangeAspect="1"/>
          </p:cNvGraphicFramePr>
          <p:nvPr/>
        </p:nvGraphicFramePr>
        <p:xfrm>
          <a:off x="6395085" y="6992620"/>
          <a:ext cx="1285875" cy="519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40" imgW="15240000" imgH="5486400" progId="Equation.DSMT4">
                  <p:embed/>
                </p:oleObj>
              </mc:Choice>
              <mc:Fallback>
                <p:oleObj name="Equation" r:id="rId40" imgW="15240000" imgH="5486400" progId="Equation.DSMT4">
                  <p:embed/>
                  <p:pic>
                    <p:nvPicPr>
                      <p:cNvPr id="0" name="图片 13314"/>
                      <p:cNvPicPr>
                        <a:picLocks noChangeAspect="1"/>
                      </p:cNvPicPr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6395085" y="6992620"/>
                        <a:ext cx="1285875" cy="5194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七角星 19"/>
          <p:cNvSpPr/>
          <p:nvPr/>
        </p:nvSpPr>
        <p:spPr>
          <a:xfrm>
            <a:off x="417293" y="5797239"/>
            <a:ext cx="914400" cy="914400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</a:rPr>
              <a:t>注</a:t>
            </a:r>
            <a:endParaRPr lang="zh-CN" altLang="en-US" sz="2800" dirty="0" smtClean="0">
              <a:solidFill>
                <a:schemeClr val="tx1"/>
              </a:solidFill>
            </a:endParaRPr>
          </a:p>
        </p:txBody>
      </p:sp>
      <p:graphicFrame>
        <p:nvGraphicFramePr>
          <p:cNvPr id="17" name="Object 10"/>
          <p:cNvGraphicFramePr>
            <a:graphicFrameLocks noChangeAspect="1"/>
          </p:cNvGraphicFramePr>
          <p:nvPr/>
        </p:nvGraphicFramePr>
        <p:xfrm>
          <a:off x="9101773" y="6052185"/>
          <a:ext cx="2133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42" imgW="1002665" imgH="228600" progId="Equation.DSMT4">
                  <p:embed/>
                </p:oleObj>
              </mc:Choice>
              <mc:Fallback>
                <p:oleObj name="Equation" r:id="rId42" imgW="1002665" imgH="228600" progId="Equation.DSMT4">
                  <p:embed/>
                  <p:pic>
                    <p:nvPicPr>
                      <p:cNvPr id="0" name="图片 19458"/>
                      <p:cNvPicPr>
                        <a:picLocks noChangeAspect="1"/>
                      </p:cNvPicPr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9101773" y="6052185"/>
                        <a:ext cx="21336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4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7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3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3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3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3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3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3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3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3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3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3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3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3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53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3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53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9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8" grpId="0" bldLvl="0" animBg="1"/>
      <p:bldP spid="42" grpId="0"/>
      <p:bldP spid="44" grpId="0"/>
      <p:bldP spid="2" grpId="0" bldLvl="0" animBg="1"/>
      <p:bldP spid="4" grpId="0" bldLvl="0" animBg="1"/>
      <p:bldP spid="5" grpId="0" bldLvl="0" animBg="1"/>
      <p:bldP spid="9" grpId="0"/>
      <p:bldP spid="12" grpId="0"/>
      <p:bldP spid="20" grpId="0" bldLvl="0" animBg="1"/>
      <p:bldP spid="20" grpId="1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2"/>
          <p:cNvSpPr txBox="1"/>
          <p:nvPr/>
        </p:nvSpPr>
        <p:spPr>
          <a:xfrm>
            <a:off x="1248410" y="2174240"/>
            <a:ext cx="13315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 smtClean="0">
                <a:latin typeface="+mn-ea"/>
              </a:rPr>
              <a:t>解：</a:t>
            </a:r>
            <a:endParaRPr lang="zh-CN" altLang="en-US" sz="2800" dirty="0" smtClean="0">
              <a:latin typeface="+mn-ea"/>
            </a:endParaRPr>
          </a:p>
        </p:txBody>
      </p:sp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7274560" y="1973580"/>
          <a:ext cx="994410" cy="977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1" imgW="393700" imgH="393700" progId="Equation.DSMT4">
                  <p:embed/>
                </p:oleObj>
              </mc:Choice>
              <mc:Fallback>
                <p:oleObj name="Equation" r:id="rId1" imgW="393700" imgH="393700" progId="Equation.DSMT4">
                  <p:embed/>
                  <p:pic>
                    <p:nvPicPr>
                      <p:cNvPr id="0" name="图片 410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274560" y="1973580"/>
                        <a:ext cx="994410" cy="9772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2"/>
          <p:cNvSpPr txBox="1"/>
          <p:nvPr/>
        </p:nvSpPr>
        <p:spPr>
          <a:xfrm>
            <a:off x="2038759" y="3138260"/>
            <a:ext cx="5384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 smtClean="0">
                <a:latin typeface="+mn-ea"/>
              </a:rPr>
              <a:t>且</a:t>
            </a:r>
            <a:endParaRPr lang="zh-CN" altLang="en-US" sz="2800" dirty="0" smtClean="0">
              <a:latin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230630" y="967105"/>
            <a:ext cx="8710295" cy="976630"/>
            <a:chOff x="1938" y="1523"/>
            <a:chExt cx="13717" cy="1538"/>
          </a:xfrm>
        </p:grpSpPr>
        <p:sp>
          <p:nvSpPr>
            <p:cNvPr id="38" name="文本框 2"/>
            <p:cNvSpPr txBox="1"/>
            <p:nvPr/>
          </p:nvSpPr>
          <p:spPr>
            <a:xfrm>
              <a:off x="1938" y="1881"/>
              <a:ext cx="13717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 smtClean="0">
                  <a:solidFill>
                    <a:schemeClr val="accent1"/>
                  </a:solidFill>
                  <a:latin typeface="+mn-ea"/>
                  <a:cs typeface="+mn-ea"/>
                </a:rPr>
                <a:t>例</a:t>
              </a:r>
              <a:r>
                <a:rPr lang="en-US" altLang="zh-CN" sz="2800" b="1" dirty="0" smtClean="0">
                  <a:solidFill>
                    <a:schemeClr val="accent1"/>
                  </a:solidFill>
                  <a:latin typeface="+mn-ea"/>
                  <a:cs typeface="+mn-ea"/>
                </a:rPr>
                <a:t>3</a:t>
              </a:r>
              <a:r>
                <a:rPr lang="en-US" altLang="zh-CN" sz="2800" b="1" dirty="0" smtClean="0">
                  <a:solidFill>
                    <a:schemeClr val="accent1"/>
                  </a:solidFill>
                  <a:latin typeface="+mn-ea"/>
                  <a:cs typeface="+mn-ea"/>
                </a:rPr>
                <a:t>. </a:t>
              </a:r>
              <a:r>
                <a:rPr lang="zh-CN" altLang="en-US" sz="2800" dirty="0" smtClean="0">
                  <a:latin typeface="+mn-ea"/>
                </a:rPr>
                <a:t>说明函数                 在何处可导？并求出其导数</a:t>
              </a:r>
              <a:r>
                <a:rPr lang="zh-CN" altLang="en-US" sz="2800" dirty="0" smtClean="0">
                  <a:latin typeface="+mn-ea"/>
                </a:rPr>
                <a:t> </a:t>
              </a:r>
              <a:endParaRPr lang="zh-CN" altLang="en-US" sz="2800" dirty="0" smtClean="0">
                <a:latin typeface="+mn-ea"/>
              </a:endParaRPr>
            </a:p>
          </p:txBody>
        </p:sp>
        <p:graphicFrame>
          <p:nvGraphicFramePr>
            <p:cNvPr id="20" name="Object 4"/>
            <p:cNvGraphicFramePr>
              <a:graphicFrameLocks noChangeAspect="1"/>
            </p:cNvGraphicFramePr>
            <p:nvPr/>
          </p:nvGraphicFramePr>
          <p:xfrm>
            <a:off x="5525" y="1523"/>
            <a:ext cx="2721" cy="15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" name="Equation" r:id="rId3" imgW="685800" imgH="393700" progId="Equation.DSMT4">
                    <p:embed/>
                  </p:oleObj>
                </mc:Choice>
                <mc:Fallback>
                  <p:oleObj name="Equation" r:id="rId3" imgW="685800" imgH="393700" progId="Equation.DSMT4">
                    <p:embed/>
                    <p:pic>
                      <p:nvPicPr>
                        <p:cNvPr id="0" name="图片 410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525" y="1523"/>
                          <a:ext cx="2721" cy="153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" name="文本框 2"/>
          <p:cNvSpPr txBox="1"/>
          <p:nvPr/>
        </p:nvSpPr>
        <p:spPr>
          <a:xfrm>
            <a:off x="2038985" y="2200910"/>
            <a:ext cx="78949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 smtClean="0">
                <a:latin typeface="+mn-ea"/>
              </a:rPr>
              <a:t>由求导法则，可知                  在          都</a:t>
            </a:r>
            <a:r>
              <a:rPr lang="zh-CN" altLang="en-US" sz="2800" dirty="0" smtClean="0">
                <a:latin typeface="+mn-ea"/>
              </a:rPr>
              <a:t>可导，</a:t>
            </a:r>
            <a:endParaRPr lang="zh-CN" altLang="en-US" sz="2800" dirty="0" smtClean="0">
              <a:latin typeface="+mn-ea"/>
            </a:endParaRPr>
          </a:p>
        </p:txBody>
      </p:sp>
      <p:graphicFrame>
        <p:nvGraphicFramePr>
          <p:cNvPr id="25" name="Object 4"/>
          <p:cNvGraphicFramePr>
            <a:graphicFrameLocks noChangeAspect="1"/>
          </p:cNvGraphicFramePr>
          <p:nvPr/>
        </p:nvGraphicFramePr>
        <p:xfrm>
          <a:off x="5122228" y="1946593"/>
          <a:ext cx="1727835" cy="976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Equation" r:id="rId5" imgW="685800" imgH="393700" progId="Equation.DSMT4">
                  <p:embed/>
                </p:oleObj>
              </mc:Choice>
              <mc:Fallback>
                <p:oleObj name="Equation" r:id="rId5" imgW="685800" imgH="393700" progId="Equation.DSMT4">
                  <p:embed/>
                  <p:pic>
                    <p:nvPicPr>
                      <p:cNvPr id="0" name="图片 4100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22228" y="1946593"/>
                        <a:ext cx="1727835" cy="9766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4"/>
          <p:cNvGraphicFramePr>
            <a:graphicFrameLocks noChangeAspect="1"/>
          </p:cNvGraphicFramePr>
          <p:nvPr/>
        </p:nvGraphicFramePr>
        <p:xfrm>
          <a:off x="2689226" y="3138171"/>
          <a:ext cx="2303780" cy="977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Equation" r:id="rId6" imgW="914400" imgH="393700" progId="Equation.DSMT4">
                  <p:embed/>
                </p:oleObj>
              </mc:Choice>
              <mc:Fallback>
                <p:oleObj name="Equation" r:id="rId6" imgW="914400" imgH="393700" progId="Equation.DSMT4">
                  <p:embed/>
                  <p:pic>
                    <p:nvPicPr>
                      <p:cNvPr id="0" name="图片 4100"/>
                      <p:cNvPicPr>
                        <a:picLocks noChangeAspect="1"/>
                      </p:cNvPicPr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689226" y="3138171"/>
                        <a:ext cx="2303780" cy="9772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4"/>
          <p:cNvGraphicFramePr>
            <a:graphicFrameLocks noChangeAspect="1"/>
          </p:cNvGraphicFramePr>
          <p:nvPr/>
        </p:nvGraphicFramePr>
        <p:xfrm>
          <a:off x="4864418" y="3137853"/>
          <a:ext cx="3712845" cy="1040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" name="Equation" r:id="rId8" imgW="1473200" imgH="419100" progId="Equation.DSMT4">
                  <p:embed/>
                </p:oleObj>
              </mc:Choice>
              <mc:Fallback>
                <p:oleObj name="Equation" r:id="rId8" imgW="1473200" imgH="419100" progId="Equation.DSMT4">
                  <p:embed/>
                  <p:pic>
                    <p:nvPicPr>
                      <p:cNvPr id="0" name="图片 4100"/>
                      <p:cNvPicPr>
                        <a:picLocks noChangeAspect="1"/>
                      </p:cNvPicPr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864418" y="3137853"/>
                        <a:ext cx="3712845" cy="10401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4"/>
          <p:cNvGraphicFramePr>
            <a:graphicFrameLocks noChangeAspect="1"/>
          </p:cNvGraphicFramePr>
          <p:nvPr/>
        </p:nvGraphicFramePr>
        <p:xfrm>
          <a:off x="8577581" y="3137853"/>
          <a:ext cx="1791970" cy="1040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" name="Equation" r:id="rId10" imgW="711200" imgH="419100" progId="Equation.DSMT4">
                  <p:embed/>
                </p:oleObj>
              </mc:Choice>
              <mc:Fallback>
                <p:oleObj name="Equation" r:id="rId10" imgW="711200" imgH="419100" progId="Equation.DSMT4">
                  <p:embed/>
                  <p:pic>
                    <p:nvPicPr>
                      <p:cNvPr id="0" name="图片 4100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577581" y="3137853"/>
                        <a:ext cx="1791970" cy="10401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4"/>
          <p:cNvGraphicFramePr>
            <a:graphicFrameLocks noChangeAspect="1"/>
          </p:cNvGraphicFramePr>
          <p:nvPr/>
        </p:nvGraphicFramePr>
        <p:xfrm>
          <a:off x="5266056" y="3138171"/>
          <a:ext cx="144018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" name="Equation" r:id="rId12" imgW="571500" imgH="203200" progId="Equation.DSMT4">
                  <p:embed/>
                </p:oleObj>
              </mc:Choice>
              <mc:Fallback>
                <p:oleObj name="Equation" r:id="rId12" imgW="571500" imgH="203200" progId="Equation.DSMT4">
                  <p:embed/>
                  <p:pic>
                    <p:nvPicPr>
                      <p:cNvPr id="0" name="图片 4100"/>
                      <p:cNvPicPr>
                        <a:picLocks noChangeAspect="1"/>
                      </p:cNvPicPr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266056" y="3138171"/>
                        <a:ext cx="1440180" cy="5048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4"/>
          <p:cNvGraphicFramePr>
            <a:graphicFrameLocks noChangeAspect="1"/>
          </p:cNvGraphicFramePr>
          <p:nvPr/>
        </p:nvGraphicFramePr>
        <p:xfrm>
          <a:off x="6705918" y="3138171"/>
          <a:ext cx="166433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" name="Equation" r:id="rId14" imgW="660400" imgH="203200" progId="Equation.DSMT4">
                  <p:embed/>
                </p:oleObj>
              </mc:Choice>
              <mc:Fallback>
                <p:oleObj name="Equation" r:id="rId14" imgW="660400" imgH="203200" progId="Equation.DSMT4">
                  <p:embed/>
                  <p:pic>
                    <p:nvPicPr>
                      <p:cNvPr id="0" name="图片 4100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705918" y="3138171"/>
                        <a:ext cx="1664335" cy="5048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1002665" y="4371975"/>
            <a:ext cx="10603230" cy="1040130"/>
            <a:chOff x="1579" y="6885"/>
            <a:chExt cx="16698" cy="1638"/>
          </a:xfrm>
        </p:grpSpPr>
        <p:sp>
          <p:nvSpPr>
            <p:cNvPr id="39" name="文本框 2"/>
            <p:cNvSpPr txBox="1"/>
            <p:nvPr/>
          </p:nvSpPr>
          <p:spPr>
            <a:xfrm>
              <a:off x="1579" y="7293"/>
              <a:ext cx="16699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 b="1" dirty="0" smtClean="0">
                  <a:solidFill>
                    <a:srgbClr val="0070C0"/>
                  </a:solidFill>
                  <a:latin typeface="+mn-ea"/>
                </a:rPr>
                <a:t>练习</a:t>
              </a:r>
              <a:r>
                <a:rPr lang="en-US" altLang="zh-CN" sz="2800" b="1" dirty="0" smtClean="0">
                  <a:solidFill>
                    <a:srgbClr val="0070C0"/>
                  </a:solidFill>
                  <a:latin typeface="+mn-ea"/>
                </a:rPr>
                <a:t>.</a:t>
              </a:r>
              <a:r>
                <a:rPr lang="zh-CN" altLang="en-US" sz="2800" dirty="0" smtClean="0">
                  <a:latin typeface="+mn-ea"/>
                </a:rPr>
                <a:t>说明函数                                       在何处可导？并求其导数。</a:t>
              </a:r>
              <a:endParaRPr lang="zh-CN" altLang="en-US" sz="2800" dirty="0" smtClean="0">
                <a:latin typeface="+mn-ea"/>
              </a:endParaRPr>
            </a:p>
          </p:txBody>
        </p:sp>
        <p:graphicFrame>
          <p:nvGraphicFramePr>
            <p:cNvPr id="40" name="Object 4"/>
            <p:cNvGraphicFramePr>
              <a:graphicFrameLocks noChangeAspect="1"/>
            </p:cNvGraphicFramePr>
            <p:nvPr/>
          </p:nvGraphicFramePr>
          <p:xfrm>
            <a:off x="5264" y="6885"/>
            <a:ext cx="6349" cy="1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" name="Equation" r:id="rId16" imgW="1600200" imgH="419100" progId="Equation.DSMT4">
                    <p:embed/>
                  </p:oleObj>
                </mc:Choice>
                <mc:Fallback>
                  <p:oleObj name="Equation" r:id="rId16" imgW="1600200" imgH="419100" progId="Equation.DSMT4">
                    <p:embed/>
                    <p:pic>
                      <p:nvPicPr>
                        <p:cNvPr id="0" name="图片 410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5264" y="6885"/>
                          <a:ext cx="6349" cy="163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3" name="Object 4"/>
          <p:cNvGraphicFramePr>
            <a:graphicFrameLocks noChangeAspect="1"/>
          </p:cNvGraphicFramePr>
          <p:nvPr/>
        </p:nvGraphicFramePr>
        <p:xfrm>
          <a:off x="1370648" y="5766753"/>
          <a:ext cx="3296285" cy="1040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" name="Equation" r:id="rId18" imgW="1308100" imgH="419100" progId="Equation.DSMT4">
                  <p:embed/>
                </p:oleObj>
              </mc:Choice>
              <mc:Fallback>
                <p:oleObj name="Equation" r:id="rId18" imgW="1308100" imgH="419100" progId="Equation.DSMT4">
                  <p:embed/>
                  <p:pic>
                    <p:nvPicPr>
                      <p:cNvPr id="0" name="图片 4100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370648" y="5766753"/>
                        <a:ext cx="3296285" cy="10401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4"/>
          <p:cNvGraphicFramePr>
            <a:graphicFrameLocks noChangeAspect="1"/>
          </p:cNvGraphicFramePr>
          <p:nvPr/>
        </p:nvGraphicFramePr>
        <p:xfrm>
          <a:off x="7483476" y="5798186"/>
          <a:ext cx="1536700" cy="977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" name="Equation" r:id="rId20" imgW="609600" imgH="393700" progId="Equation.DSMT4">
                  <p:embed/>
                </p:oleObj>
              </mc:Choice>
              <mc:Fallback>
                <p:oleObj name="Equation" r:id="rId20" imgW="609600" imgH="393700" progId="Equation.DSMT4">
                  <p:embed/>
                  <p:pic>
                    <p:nvPicPr>
                      <p:cNvPr id="0" name="图片 4100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7483476" y="5798186"/>
                        <a:ext cx="1536700" cy="9772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4"/>
          <p:cNvGraphicFramePr>
            <a:graphicFrameLocks noChangeAspect="1"/>
          </p:cNvGraphicFramePr>
          <p:nvPr/>
        </p:nvGraphicFramePr>
        <p:xfrm>
          <a:off x="4666934" y="5766753"/>
          <a:ext cx="2816225" cy="1040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" name="Equation" r:id="rId22" imgW="1117600" imgH="419100" progId="Equation.DSMT4">
                  <p:embed/>
                </p:oleObj>
              </mc:Choice>
              <mc:Fallback>
                <p:oleObj name="Equation" r:id="rId22" imgW="1117600" imgH="419100" progId="Equation.DSMT4">
                  <p:embed/>
                  <p:pic>
                    <p:nvPicPr>
                      <p:cNvPr id="0" name="图片 4100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666934" y="5766753"/>
                        <a:ext cx="2816225" cy="10401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4"/>
          <p:cNvGraphicFramePr>
            <a:graphicFrameLocks noChangeAspect="1"/>
          </p:cNvGraphicFramePr>
          <p:nvPr/>
        </p:nvGraphicFramePr>
        <p:xfrm>
          <a:off x="9394191" y="5829936"/>
          <a:ext cx="1056640" cy="977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" name="Equation" r:id="rId24" imgW="419100" imgH="393700" progId="Equation.DSMT4">
                  <p:embed/>
                </p:oleObj>
              </mc:Choice>
              <mc:Fallback>
                <p:oleObj name="Equation" r:id="rId24" imgW="419100" imgH="393700" progId="Equation.DSMT4">
                  <p:embed/>
                  <p:pic>
                    <p:nvPicPr>
                      <p:cNvPr id="0" name="图片 4100"/>
                      <p:cNvPicPr>
                        <a:picLocks noChangeAspect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9394191" y="5829936"/>
                        <a:ext cx="1056640" cy="9772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4" grpId="0"/>
      <p:bldP spid="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文本框 2"/>
          <p:cNvSpPr txBox="1"/>
          <p:nvPr/>
        </p:nvSpPr>
        <p:spPr>
          <a:xfrm>
            <a:off x="9156879" y="1854983"/>
            <a:ext cx="894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则称             </a:t>
            </a:r>
            <a:endParaRPr lang="zh-CN" altLang="en-US" sz="2800" dirty="0">
              <a:latin typeface="+mn-ea"/>
            </a:endParaRPr>
          </a:p>
        </p:txBody>
      </p:sp>
      <p:sp>
        <p:nvSpPr>
          <p:cNvPr id="2" name="文本框 2"/>
          <p:cNvSpPr txBox="1"/>
          <p:nvPr/>
        </p:nvSpPr>
        <p:spPr>
          <a:xfrm>
            <a:off x="3767542" y="323535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二、解析函数的概念</a:t>
            </a:r>
            <a:endParaRPr lang="zh-CN" altLang="en-US" sz="32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68563" y="1205215"/>
            <a:ext cx="324675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+mn-ea"/>
              </a:rPr>
              <a:t>1</a:t>
            </a:r>
            <a:r>
              <a:rPr lang="zh-CN" altLang="en-US" sz="2800" b="1" dirty="0" smtClean="0">
                <a:solidFill>
                  <a:schemeClr val="accent1"/>
                </a:solidFill>
                <a:latin typeface="+mn-ea"/>
              </a:rPr>
              <a:t>、解析函数的定义</a:t>
            </a:r>
            <a:endParaRPr lang="zh-CN" altLang="en-US" sz="2800" b="1" dirty="0" smtClean="0">
              <a:solidFill>
                <a:schemeClr val="accent1"/>
              </a:solidFill>
              <a:latin typeface="+mn-ea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290320" y="1684655"/>
            <a:ext cx="7994650" cy="770890"/>
            <a:chOff x="2032" y="2653"/>
            <a:chExt cx="12590" cy="1214"/>
          </a:xfrm>
        </p:grpSpPr>
        <p:sp>
          <p:nvSpPr>
            <p:cNvPr id="44" name="文本框 2"/>
            <p:cNvSpPr txBox="1"/>
            <p:nvPr/>
          </p:nvSpPr>
          <p:spPr>
            <a:xfrm>
              <a:off x="2032" y="2937"/>
              <a:ext cx="12591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 smtClean="0">
                  <a:latin typeface="+mn-ea"/>
                </a:rPr>
                <a:t>    若函数             在    某个邻域           处处可导，           </a:t>
              </a:r>
              <a:endParaRPr lang="zh-CN" altLang="en-US" sz="2800" dirty="0" smtClean="0">
                <a:latin typeface="+mn-ea"/>
              </a:endParaRPr>
            </a:p>
          </p:txBody>
        </p:sp>
        <p:graphicFrame>
          <p:nvGraphicFramePr>
            <p:cNvPr id="53272" name="Object 24"/>
            <p:cNvGraphicFramePr>
              <a:graphicFrameLocks noChangeAspect="1"/>
            </p:cNvGraphicFramePr>
            <p:nvPr/>
          </p:nvGraphicFramePr>
          <p:xfrm>
            <a:off x="10253" y="3015"/>
            <a:ext cx="1648" cy="8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93" name="Equation" r:id="rId1" imgW="13411200" imgH="5486400" progId="Equation.DSMT4">
                    <p:embed/>
                  </p:oleObj>
                </mc:Choice>
                <mc:Fallback>
                  <p:oleObj name="Equation" r:id="rId1" imgW="13411200" imgH="5486400" progId="Equation.DSMT4">
                    <p:embed/>
                    <p:pic>
                      <p:nvPicPr>
                        <p:cNvPr id="0" name="图片 819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0253" y="3015"/>
                          <a:ext cx="1648" cy="80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273" name="Object 25"/>
            <p:cNvGraphicFramePr>
              <a:graphicFrameLocks noChangeAspect="1"/>
            </p:cNvGraphicFramePr>
            <p:nvPr/>
          </p:nvGraphicFramePr>
          <p:xfrm>
            <a:off x="7244" y="2653"/>
            <a:ext cx="736" cy="1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94" name="Equation" r:id="rId3" imgW="3962400" imgH="5486400" progId="Equation.DSMT4">
                    <p:embed/>
                  </p:oleObj>
                </mc:Choice>
                <mc:Fallback>
                  <p:oleObj name="Equation" r:id="rId3" imgW="3962400" imgH="5486400" progId="Equation.DSMT4">
                    <p:embed/>
                    <p:pic>
                      <p:nvPicPr>
                        <p:cNvPr id="0" name="图片 819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244" y="2653"/>
                          <a:ext cx="736" cy="121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274" name="Object 26"/>
            <p:cNvGraphicFramePr>
              <a:graphicFrameLocks noChangeAspect="1"/>
            </p:cNvGraphicFramePr>
            <p:nvPr/>
          </p:nvGraphicFramePr>
          <p:xfrm>
            <a:off x="4525" y="2876"/>
            <a:ext cx="1967" cy="8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95" name="Equation" r:id="rId5" imgW="14020800" imgH="4876800" progId="Equation.DSMT4">
                    <p:embed/>
                  </p:oleObj>
                </mc:Choice>
                <mc:Fallback>
                  <p:oleObj name="Equation" r:id="rId5" imgW="14020800" imgH="4876800" progId="Equation.DSMT4">
                    <p:embed/>
                    <p:pic>
                      <p:nvPicPr>
                        <p:cNvPr id="0" name="图片 819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525" y="2876"/>
                          <a:ext cx="1967" cy="81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组合 9"/>
          <p:cNvGrpSpPr/>
          <p:nvPr/>
        </p:nvGrpSpPr>
        <p:grpSpPr>
          <a:xfrm>
            <a:off x="1399540" y="2395855"/>
            <a:ext cx="2343150" cy="718820"/>
            <a:chOff x="2204" y="3773"/>
            <a:chExt cx="3690" cy="1132"/>
          </a:xfrm>
        </p:grpSpPr>
        <p:sp>
          <p:nvSpPr>
            <p:cNvPr id="4" name="文本框 2"/>
            <p:cNvSpPr txBox="1"/>
            <p:nvPr/>
          </p:nvSpPr>
          <p:spPr>
            <a:xfrm>
              <a:off x="2204" y="3851"/>
              <a:ext cx="3690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2800" dirty="0" smtClean="0">
                  <a:latin typeface="+mn-ea"/>
                </a:rPr>
                <a:t>  在     </a:t>
              </a:r>
              <a:r>
                <a:rPr lang="zh-CN" altLang="en-US" sz="2800" b="1" dirty="0" smtClean="0">
                  <a:solidFill>
                    <a:schemeClr val="accent1"/>
                  </a:solidFill>
                  <a:latin typeface="+mn-ea"/>
                </a:rPr>
                <a:t>解析</a:t>
              </a:r>
              <a:r>
                <a:rPr lang="zh-CN" altLang="en-US" sz="2800" dirty="0" smtClean="0">
                  <a:latin typeface="+mn-ea"/>
                </a:rPr>
                <a:t>，</a:t>
              </a:r>
              <a:endParaRPr lang="zh-CN" altLang="en-US" sz="2800" dirty="0">
                <a:latin typeface="+mn-ea"/>
              </a:endParaRPr>
            </a:p>
          </p:txBody>
        </p:sp>
        <p:graphicFrame>
          <p:nvGraphicFramePr>
            <p:cNvPr id="54291" name="Object 19"/>
            <p:cNvGraphicFramePr>
              <a:graphicFrameLocks noChangeAspect="1"/>
            </p:cNvGraphicFramePr>
            <p:nvPr/>
          </p:nvGraphicFramePr>
          <p:xfrm>
            <a:off x="3266" y="3773"/>
            <a:ext cx="687" cy="11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96" name="Equation" r:id="rId7" imgW="3962400" imgH="5486400" progId="Equation.DSMT4">
                    <p:embed/>
                  </p:oleObj>
                </mc:Choice>
                <mc:Fallback>
                  <p:oleObj name="Equation" r:id="rId7" imgW="3962400" imgH="5486400" progId="Equation.DSMT4">
                    <p:embed/>
                    <p:pic>
                      <p:nvPicPr>
                        <p:cNvPr id="0" name="图片 819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266" y="3773"/>
                          <a:ext cx="687" cy="113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4292" name="Object 20"/>
          <p:cNvGraphicFramePr>
            <a:graphicFrameLocks noChangeAspect="1"/>
          </p:cNvGraphicFramePr>
          <p:nvPr/>
        </p:nvGraphicFramePr>
        <p:xfrm>
          <a:off x="9950121" y="1865169"/>
          <a:ext cx="1357312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" name="Equation" r:id="rId8" imgW="14020800" imgH="4876800" progId="Equation.DSMT4">
                  <p:embed/>
                </p:oleObj>
              </mc:Choice>
              <mc:Fallback>
                <p:oleObj name="Equation" r:id="rId8" imgW="14020800" imgH="4876800" progId="Equation.DSMT4">
                  <p:embed/>
                  <p:pic>
                    <p:nvPicPr>
                      <p:cNvPr id="0" name="图片 819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950121" y="1865169"/>
                        <a:ext cx="1357312" cy="565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文本框 2"/>
          <p:cNvSpPr txBox="1"/>
          <p:nvPr/>
        </p:nvSpPr>
        <p:spPr>
          <a:xfrm>
            <a:off x="6136587" y="2455873"/>
            <a:ext cx="2672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否则称</a:t>
            </a:r>
            <a:r>
              <a:rPr lang="zh-CN" altLang="en-US" sz="2800" b="1" dirty="0" smtClean="0">
                <a:solidFill>
                  <a:schemeClr val="accent1"/>
                </a:solidFill>
                <a:latin typeface="+mn-ea"/>
              </a:rPr>
              <a:t>不解析</a:t>
            </a:r>
            <a:r>
              <a:rPr lang="zh-CN" altLang="en-US" sz="2800" dirty="0" smtClean="0">
                <a:latin typeface="+mn-ea"/>
              </a:rPr>
              <a:t>。</a:t>
            </a:r>
            <a:endParaRPr lang="zh-CN" altLang="en-US" sz="2800" dirty="0" smtClean="0">
              <a:latin typeface="+mn-ea"/>
            </a:endParaRPr>
          </a:p>
        </p:txBody>
      </p:sp>
      <p:sp>
        <p:nvSpPr>
          <p:cNvPr id="29" name="文本框 2"/>
          <p:cNvSpPr txBox="1"/>
          <p:nvPr/>
        </p:nvSpPr>
        <p:spPr>
          <a:xfrm>
            <a:off x="2695845" y="3343169"/>
            <a:ext cx="4450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解析的点一定是可导的点；</a:t>
            </a:r>
            <a:endParaRPr lang="zh-CN" altLang="en-US" sz="2800" dirty="0" smtClean="0">
              <a:latin typeface="+mn-ea"/>
            </a:endParaRPr>
          </a:p>
        </p:txBody>
      </p:sp>
      <p:sp>
        <p:nvSpPr>
          <p:cNvPr id="30" name="文本框 2"/>
          <p:cNvSpPr txBox="1"/>
          <p:nvPr/>
        </p:nvSpPr>
        <p:spPr>
          <a:xfrm>
            <a:off x="2647154" y="3962138"/>
            <a:ext cx="40944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不可导的点一定不解析。</a:t>
            </a:r>
            <a:endParaRPr lang="zh-CN" altLang="en-US" sz="2800" dirty="0" smtClean="0">
              <a:latin typeface="+mn-ea"/>
            </a:endParaRPr>
          </a:p>
        </p:txBody>
      </p:sp>
      <p:sp>
        <p:nvSpPr>
          <p:cNvPr id="31" name="文本框 2"/>
          <p:cNvSpPr txBox="1"/>
          <p:nvPr/>
        </p:nvSpPr>
        <p:spPr>
          <a:xfrm>
            <a:off x="2695401" y="4788014"/>
            <a:ext cx="4805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可导的点是不是一定解析呢？</a:t>
            </a:r>
            <a:endParaRPr lang="zh-CN" altLang="en-US" sz="2800" dirty="0" smtClean="0">
              <a:latin typeface="+mn-ea"/>
            </a:endParaRPr>
          </a:p>
        </p:txBody>
      </p:sp>
      <p:sp>
        <p:nvSpPr>
          <p:cNvPr id="32" name="文本框 2"/>
          <p:cNvSpPr txBox="1"/>
          <p:nvPr/>
        </p:nvSpPr>
        <p:spPr>
          <a:xfrm>
            <a:off x="1665492" y="5752102"/>
            <a:ext cx="1249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反例：</a:t>
            </a:r>
            <a:endParaRPr lang="zh-CN" altLang="en-US" sz="2800" dirty="0" smtClean="0">
              <a:latin typeface="+mn-ea"/>
            </a:endParaRPr>
          </a:p>
        </p:txBody>
      </p:sp>
      <p:graphicFrame>
        <p:nvGraphicFramePr>
          <p:cNvPr id="54293" name="Object 21"/>
          <p:cNvGraphicFramePr>
            <a:graphicFrameLocks noChangeAspect="1"/>
          </p:cNvGraphicFramePr>
          <p:nvPr/>
        </p:nvGraphicFramePr>
        <p:xfrm>
          <a:off x="2810666" y="5751854"/>
          <a:ext cx="415925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8" name="Equation" r:id="rId9" imgW="42976800" imgH="4876800" progId="Equation.DSMT4">
                  <p:embed/>
                </p:oleObj>
              </mc:Choice>
              <mc:Fallback>
                <p:oleObj name="Equation" r:id="rId9" imgW="42976800" imgH="4876800" progId="Equation.DSMT4">
                  <p:embed/>
                  <p:pic>
                    <p:nvPicPr>
                      <p:cNvPr id="0" name="图片 8197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810666" y="5751854"/>
                        <a:ext cx="4159250" cy="565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2"/>
          <p:cNvSpPr txBox="1"/>
          <p:nvPr/>
        </p:nvSpPr>
        <p:spPr>
          <a:xfrm>
            <a:off x="1168419" y="1855623"/>
            <a:ext cx="62865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latin typeface="+mn-ea"/>
              </a:rPr>
              <a:t>(1)</a:t>
            </a:r>
            <a:endParaRPr lang="en-US" altLang="zh-CN" sz="2800" dirty="0" smtClean="0">
              <a:latin typeface="+mn-ea"/>
            </a:endParaRPr>
          </a:p>
        </p:txBody>
      </p:sp>
      <p:graphicFrame>
        <p:nvGraphicFramePr>
          <p:cNvPr id="54294" name="Object 22"/>
          <p:cNvGraphicFramePr>
            <a:graphicFrameLocks noChangeAspect="1"/>
          </p:cNvGraphicFramePr>
          <p:nvPr/>
        </p:nvGraphicFramePr>
        <p:xfrm>
          <a:off x="7292508" y="5751837"/>
          <a:ext cx="796925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" name="Equation" r:id="rId11" imgW="8229600" imgH="4267200" progId="Equation.DSMT4">
                  <p:embed/>
                </p:oleObj>
              </mc:Choice>
              <mc:Fallback>
                <p:oleObj name="Equation" r:id="rId11" imgW="8229600" imgH="4267200" progId="Equation.DSMT4">
                  <p:embed/>
                  <p:pic>
                    <p:nvPicPr>
                      <p:cNvPr id="0" name="图片 8198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292508" y="5751837"/>
                        <a:ext cx="796925" cy="4937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七角星 19"/>
          <p:cNvSpPr/>
          <p:nvPr/>
        </p:nvSpPr>
        <p:spPr>
          <a:xfrm>
            <a:off x="1665703" y="3146749"/>
            <a:ext cx="914400" cy="914400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 smtClean="0">
                <a:solidFill>
                  <a:schemeClr val="tx1"/>
                </a:solidFill>
              </a:rPr>
              <a:t>注</a:t>
            </a:r>
            <a:endParaRPr lang="zh-CN" altLang="en-US" sz="2800" dirty="0" smtClean="0">
              <a:solidFill>
                <a:schemeClr val="tx1"/>
              </a:solidFill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3554095" y="2346325"/>
            <a:ext cx="2740660" cy="718820"/>
            <a:chOff x="5597" y="3695"/>
            <a:chExt cx="4316" cy="1132"/>
          </a:xfrm>
        </p:grpSpPr>
        <p:graphicFrame>
          <p:nvGraphicFramePr>
            <p:cNvPr id="5" name="Object 19"/>
            <p:cNvGraphicFramePr>
              <a:graphicFrameLocks noChangeAspect="1"/>
            </p:cNvGraphicFramePr>
            <p:nvPr/>
          </p:nvGraphicFramePr>
          <p:xfrm>
            <a:off x="5597" y="3695"/>
            <a:ext cx="687" cy="11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Equation" r:id="rId13" imgW="3962400" imgH="5486400" progId="Equation.DSMT4">
                    <p:embed/>
                  </p:oleObj>
                </mc:Choice>
                <mc:Fallback>
                  <p:oleObj name="Equation" r:id="rId13" imgW="3962400" imgH="5486400" progId="Equation.DSMT4">
                    <p:embed/>
                    <p:pic>
                      <p:nvPicPr>
                        <p:cNvPr id="0" name="图片 819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597" y="3695"/>
                          <a:ext cx="687" cy="113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文本框 2"/>
            <p:cNvSpPr txBox="1"/>
            <p:nvPr/>
          </p:nvSpPr>
          <p:spPr>
            <a:xfrm>
              <a:off x="5933" y="3851"/>
              <a:ext cx="3980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2800" dirty="0" smtClean="0">
                  <a:latin typeface="+mn-ea"/>
                </a:rPr>
                <a:t>  称为解析点；</a:t>
              </a:r>
              <a:endParaRPr lang="zh-CN" altLang="en-US" sz="2800" dirty="0">
                <a:latin typeface="+mn-ea"/>
              </a:endParaRPr>
            </a:p>
          </p:txBody>
        </p:sp>
      </p:grpSp>
      <p:pic>
        <p:nvPicPr>
          <p:cNvPr id="59420" name="Picture 28" descr="C:\Program Files (x86)\Microsoft Office\MEDIA\CAGCAT10\j0183290.wmf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1665478" y="4613695"/>
            <a:ext cx="811022" cy="869967"/>
          </a:xfrm>
          <a:prstGeom prst="rect">
            <a:avLst/>
          </a:prstGeom>
          <a:noFill/>
        </p:spPr>
      </p:pic>
      <p:sp>
        <p:nvSpPr>
          <p:cNvPr id="8" name="文本框 2"/>
          <p:cNvSpPr txBox="1"/>
          <p:nvPr/>
        </p:nvSpPr>
        <p:spPr>
          <a:xfrm>
            <a:off x="7501081" y="4788014"/>
            <a:ext cx="5384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 smtClean="0">
                <a:latin typeface="+mn-ea"/>
              </a:rPr>
              <a:t>否</a:t>
            </a:r>
            <a:endParaRPr lang="zh-CN" altLang="en-US" sz="2800" dirty="0" smtClean="0">
              <a:latin typeface="+mn-ea"/>
            </a:endParaRPr>
          </a:p>
        </p:txBody>
      </p:sp>
    </p:spTree>
    <p:custDataLst>
      <p:tags r:id="rId1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4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9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59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4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54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3" grpId="0"/>
      <p:bldP spid="26" grpId="0"/>
      <p:bldP spid="29" grpId="0"/>
      <p:bldP spid="30" grpId="0"/>
      <p:bldP spid="31" grpId="0"/>
      <p:bldP spid="32" grpId="0"/>
      <p:bldP spid="18" grpId="0"/>
      <p:bldP spid="20" grpId="0" bldLvl="0" animBg="1"/>
      <p:bldP spid="20" grpId="1" bldLvl="0" animBg="1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4032337" y="232730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二、解析函数的概念</a:t>
            </a:r>
            <a:endParaRPr lang="zh-CN" altLang="en-US" sz="32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aphicFrame>
        <p:nvGraphicFramePr>
          <p:cNvPr id="55313" name="Object 17"/>
          <p:cNvGraphicFramePr>
            <a:graphicFrameLocks noChangeAspect="1"/>
          </p:cNvGraphicFramePr>
          <p:nvPr/>
        </p:nvGraphicFramePr>
        <p:xfrm>
          <a:off x="1510709" y="2815080"/>
          <a:ext cx="862013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name="Equation" r:id="rId1" imgW="9753600" imgH="4267200" progId="Equation.DSMT4">
                  <p:embed/>
                </p:oleObj>
              </mc:Choice>
              <mc:Fallback>
                <p:oleObj name="Equation" r:id="rId1" imgW="9753600" imgH="4267200" progId="Equation.DSMT4">
                  <p:embed/>
                  <p:pic>
                    <p:nvPicPr>
                      <p:cNvPr id="0" name="图片 10241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10709" y="2815080"/>
                        <a:ext cx="862013" cy="450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14" name="Object 18"/>
          <p:cNvGraphicFramePr>
            <a:graphicFrameLocks noChangeAspect="1"/>
          </p:cNvGraphicFramePr>
          <p:nvPr/>
        </p:nvGraphicFramePr>
        <p:xfrm>
          <a:off x="2553841" y="2541503"/>
          <a:ext cx="2828925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3" name="Equation" r:id="rId3" imgW="32004000" imgH="9448800" progId="Equation.DSMT4">
                  <p:embed/>
                </p:oleObj>
              </mc:Choice>
              <mc:Fallback>
                <p:oleObj name="Equation" r:id="rId3" imgW="32004000" imgH="9448800" progId="Equation.DSMT4">
                  <p:embed/>
                  <p:pic>
                    <p:nvPicPr>
                      <p:cNvPr id="0" name="图片 10242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53841" y="2541503"/>
                        <a:ext cx="2828925" cy="9985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16" name="Object 20"/>
          <p:cNvGraphicFramePr>
            <a:graphicFrameLocks noChangeAspect="1"/>
          </p:cNvGraphicFramePr>
          <p:nvPr/>
        </p:nvGraphicFramePr>
        <p:xfrm>
          <a:off x="2704313" y="3539602"/>
          <a:ext cx="3262312" cy="1192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4" name="Equation" r:id="rId5" imgW="36880800" imgH="11277600" progId="Equation.DSMT4">
                  <p:embed/>
                </p:oleObj>
              </mc:Choice>
              <mc:Fallback>
                <p:oleObj name="Equation" r:id="rId5" imgW="36880800" imgH="11277600" progId="Equation.DSMT4">
                  <p:embed/>
                  <p:pic>
                    <p:nvPicPr>
                      <p:cNvPr id="0" name="图片 10243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04313" y="3539602"/>
                        <a:ext cx="3262312" cy="11922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17" name="Object 21"/>
          <p:cNvGraphicFramePr>
            <a:graphicFrameLocks noChangeAspect="1"/>
          </p:cNvGraphicFramePr>
          <p:nvPr/>
        </p:nvGraphicFramePr>
        <p:xfrm>
          <a:off x="2516166" y="4688047"/>
          <a:ext cx="7467600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5" name="Equation" r:id="rId7" imgW="84429600" imgH="11887200" progId="Equation.DSMT4">
                  <p:embed/>
                </p:oleObj>
              </mc:Choice>
              <mc:Fallback>
                <p:oleObj name="Equation" r:id="rId7" imgW="84429600" imgH="11887200" progId="Equation.DSMT4">
                  <p:embed/>
                  <p:pic>
                    <p:nvPicPr>
                      <p:cNvPr id="0" name="图片 10244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516166" y="4688047"/>
                        <a:ext cx="7467600" cy="1257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文本框 2"/>
          <p:cNvSpPr txBox="1"/>
          <p:nvPr/>
        </p:nvSpPr>
        <p:spPr>
          <a:xfrm>
            <a:off x="10122194" y="5055597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不存在，</a:t>
            </a:r>
            <a:endParaRPr lang="zh-CN" altLang="en-US" sz="2800" dirty="0" smtClean="0">
              <a:latin typeface="+mn-ea"/>
            </a:endParaRPr>
          </a:p>
        </p:txBody>
      </p:sp>
      <p:sp>
        <p:nvSpPr>
          <p:cNvPr id="35" name="文本框 2"/>
          <p:cNvSpPr txBox="1"/>
          <p:nvPr/>
        </p:nvSpPr>
        <p:spPr>
          <a:xfrm>
            <a:off x="1728653" y="5926704"/>
            <a:ext cx="1249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所以，</a:t>
            </a:r>
            <a:endParaRPr lang="zh-CN" altLang="en-US" sz="2800" dirty="0" smtClean="0">
              <a:latin typeface="+mn-ea"/>
            </a:endParaRPr>
          </a:p>
        </p:txBody>
      </p:sp>
      <p:graphicFrame>
        <p:nvGraphicFramePr>
          <p:cNvPr id="36" name="Object 14"/>
          <p:cNvGraphicFramePr>
            <a:graphicFrameLocks noChangeAspect="1"/>
          </p:cNvGraphicFramePr>
          <p:nvPr/>
        </p:nvGraphicFramePr>
        <p:xfrm>
          <a:off x="2704714" y="5969755"/>
          <a:ext cx="144462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6" name="Equation" r:id="rId9" imgW="14935200" imgH="4572000" progId="Equation.DSMT4">
                  <p:embed/>
                </p:oleObj>
              </mc:Choice>
              <mc:Fallback>
                <p:oleObj name="Equation" r:id="rId9" imgW="14935200" imgH="4572000" progId="Equation.DSMT4">
                  <p:embed/>
                  <p:pic>
                    <p:nvPicPr>
                      <p:cNvPr id="0" name="图片 10245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704714" y="5969755"/>
                        <a:ext cx="1444625" cy="5302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文本框 2"/>
          <p:cNvSpPr txBox="1"/>
          <p:nvPr/>
        </p:nvSpPr>
        <p:spPr>
          <a:xfrm>
            <a:off x="4149057" y="5969891"/>
            <a:ext cx="280416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在        不可导。</a:t>
            </a:r>
            <a:endParaRPr lang="zh-CN" altLang="en-US" sz="2800" dirty="0" smtClean="0">
              <a:latin typeface="+mn-ea"/>
            </a:endParaRPr>
          </a:p>
        </p:txBody>
      </p:sp>
      <p:graphicFrame>
        <p:nvGraphicFramePr>
          <p:cNvPr id="38" name="Object 15"/>
          <p:cNvGraphicFramePr>
            <a:graphicFrameLocks noChangeAspect="1"/>
          </p:cNvGraphicFramePr>
          <p:nvPr/>
        </p:nvGraphicFramePr>
        <p:xfrm>
          <a:off x="4584512" y="5957069"/>
          <a:ext cx="825500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7" name="Equation" r:id="rId11" imgW="8534400" imgH="4267200" progId="Equation.DSMT4">
                  <p:embed/>
                </p:oleObj>
              </mc:Choice>
              <mc:Fallback>
                <p:oleObj name="Equation" r:id="rId11" imgW="8534400" imgH="4267200" progId="Equation.DSMT4">
                  <p:embed/>
                  <p:pic>
                    <p:nvPicPr>
                      <p:cNvPr id="0" name="图片 1024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584512" y="5957069"/>
                        <a:ext cx="825500" cy="4937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文本框 2"/>
          <p:cNvSpPr txBox="1"/>
          <p:nvPr/>
        </p:nvSpPr>
        <p:spPr>
          <a:xfrm>
            <a:off x="6761125" y="5995145"/>
            <a:ext cx="894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故，</a:t>
            </a:r>
            <a:endParaRPr lang="zh-CN" altLang="en-US" sz="2800" dirty="0" smtClean="0">
              <a:latin typeface="+mn-ea"/>
            </a:endParaRPr>
          </a:p>
        </p:txBody>
      </p:sp>
      <p:graphicFrame>
        <p:nvGraphicFramePr>
          <p:cNvPr id="40" name="Object 14"/>
          <p:cNvGraphicFramePr>
            <a:graphicFrameLocks noChangeAspect="1"/>
          </p:cNvGraphicFramePr>
          <p:nvPr/>
        </p:nvGraphicFramePr>
        <p:xfrm>
          <a:off x="7333326" y="5995016"/>
          <a:ext cx="144462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8" name="Equation" r:id="rId13" imgW="14935200" imgH="4572000" progId="Equation.DSMT4">
                  <p:embed/>
                </p:oleObj>
              </mc:Choice>
              <mc:Fallback>
                <p:oleObj name="Equation" r:id="rId13" imgW="14935200" imgH="4572000" progId="Equation.DSMT4">
                  <p:embed/>
                  <p:pic>
                    <p:nvPicPr>
                      <p:cNvPr id="0" name="图片 10247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333326" y="5995016"/>
                        <a:ext cx="1444625" cy="5302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文本框 2"/>
          <p:cNvSpPr txBox="1"/>
          <p:nvPr/>
        </p:nvSpPr>
        <p:spPr>
          <a:xfrm>
            <a:off x="8778304" y="5945622"/>
            <a:ext cx="280416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在        不解析。</a:t>
            </a:r>
            <a:endParaRPr lang="zh-CN" altLang="en-US" sz="2800" dirty="0" smtClean="0">
              <a:latin typeface="+mn-ea"/>
            </a:endParaRPr>
          </a:p>
        </p:txBody>
      </p:sp>
      <p:graphicFrame>
        <p:nvGraphicFramePr>
          <p:cNvPr id="43" name="Object 15"/>
          <p:cNvGraphicFramePr>
            <a:graphicFrameLocks noChangeAspect="1"/>
          </p:cNvGraphicFramePr>
          <p:nvPr/>
        </p:nvGraphicFramePr>
        <p:xfrm>
          <a:off x="9326051" y="5956840"/>
          <a:ext cx="795338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9" name="Equation" r:id="rId14" imgW="8229600" imgH="4267200" progId="Equation.DSMT4">
                  <p:embed/>
                </p:oleObj>
              </mc:Choice>
              <mc:Fallback>
                <p:oleObj name="Equation" r:id="rId14" imgW="8229600" imgH="4267200" progId="Equation.DSMT4">
                  <p:embed/>
                  <p:pic>
                    <p:nvPicPr>
                      <p:cNvPr id="0" name="图片 10248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9326051" y="5956840"/>
                        <a:ext cx="795338" cy="4937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/>
          <p:cNvGrpSpPr/>
          <p:nvPr/>
        </p:nvGrpSpPr>
        <p:grpSpPr>
          <a:xfrm>
            <a:off x="1270635" y="1005205"/>
            <a:ext cx="9958070" cy="521970"/>
            <a:chOff x="2001" y="1583"/>
            <a:chExt cx="15682" cy="822"/>
          </a:xfrm>
        </p:grpSpPr>
        <p:sp>
          <p:nvSpPr>
            <p:cNvPr id="3" name="文本框 2"/>
            <p:cNvSpPr txBox="1"/>
            <p:nvPr/>
          </p:nvSpPr>
          <p:spPr>
            <a:xfrm>
              <a:off x="2001" y="1583"/>
              <a:ext cx="15682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 b="1" dirty="0" smtClean="0">
                  <a:solidFill>
                    <a:schemeClr val="accent1"/>
                  </a:solidFill>
                  <a:latin typeface="+mn-ea"/>
                  <a:cs typeface="+mn-ea"/>
                </a:rPr>
                <a:t>例</a:t>
              </a:r>
              <a:r>
                <a:rPr lang="en-US" altLang="zh-CN" sz="2800" b="1" dirty="0" smtClean="0">
                  <a:solidFill>
                    <a:schemeClr val="accent1"/>
                  </a:solidFill>
                  <a:latin typeface="+mn-ea"/>
                  <a:cs typeface="+mn-ea"/>
                </a:rPr>
                <a:t>4</a:t>
              </a:r>
              <a:r>
                <a:rPr lang="en-US" altLang="zh-CN" sz="2800" b="1" dirty="0" smtClean="0">
                  <a:solidFill>
                    <a:schemeClr val="accent1"/>
                  </a:solidFill>
                  <a:latin typeface="+mn-ea"/>
                  <a:cs typeface="+mn-ea"/>
                </a:rPr>
                <a:t>. </a:t>
              </a:r>
              <a:r>
                <a:rPr lang="en-US" altLang="zh-CN" sz="2800" dirty="0" smtClean="0">
                  <a:latin typeface="+mn-ea"/>
                </a:rPr>
                <a:t>  </a:t>
              </a:r>
              <a:r>
                <a:rPr lang="zh-CN" altLang="en-US" sz="2800" dirty="0" smtClean="0">
                  <a:latin typeface="+mn-ea"/>
                </a:rPr>
                <a:t>讨论函数                                    在         的解析性。</a:t>
              </a:r>
              <a:r>
                <a:rPr lang="zh-CN" altLang="en-US" sz="2800" dirty="0" smtClean="0">
                  <a:latin typeface="+mn-ea"/>
                </a:rPr>
                <a:t> </a:t>
              </a:r>
              <a:endParaRPr lang="zh-CN" altLang="en-US" sz="2800" dirty="0" smtClean="0">
                <a:latin typeface="+mn-ea"/>
              </a:endParaRPr>
            </a:p>
          </p:txBody>
        </p:sp>
        <p:graphicFrame>
          <p:nvGraphicFramePr>
            <p:cNvPr id="4" name="Object 21"/>
            <p:cNvGraphicFramePr>
              <a:graphicFrameLocks noChangeAspect="1"/>
            </p:cNvGraphicFramePr>
            <p:nvPr/>
          </p:nvGraphicFramePr>
          <p:xfrm>
            <a:off x="6157" y="1611"/>
            <a:ext cx="5442" cy="7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98" name="Equation" r:id="rId16" imgW="1765300" imgH="203200" progId="Equation.DSMT4">
                    <p:embed/>
                  </p:oleObj>
                </mc:Choice>
                <mc:Fallback>
                  <p:oleObj name="Equation" r:id="rId16" imgW="1765300" imgH="203200" progId="Equation.DSMT4">
                    <p:embed/>
                    <p:pic>
                      <p:nvPicPr>
                        <p:cNvPr id="0" name="图片 819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6157" y="1611"/>
                          <a:ext cx="5442" cy="76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294" name="Object 22"/>
            <p:cNvGraphicFramePr>
              <a:graphicFrameLocks noChangeAspect="1"/>
            </p:cNvGraphicFramePr>
            <p:nvPr/>
          </p:nvGraphicFramePr>
          <p:xfrm>
            <a:off x="12457" y="1583"/>
            <a:ext cx="1255" cy="7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99" name="Equation" r:id="rId18" imgW="8229600" imgH="4267200" progId="Equation.DSMT4">
                    <p:embed/>
                  </p:oleObj>
                </mc:Choice>
                <mc:Fallback>
                  <p:oleObj name="Equation" r:id="rId18" imgW="8229600" imgH="4267200" progId="Equation.DSMT4">
                    <p:embed/>
                    <p:pic>
                      <p:nvPicPr>
                        <p:cNvPr id="0" name="图片 819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12457" y="1583"/>
                          <a:ext cx="1255" cy="77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文本框 2"/>
          <p:cNvSpPr txBox="1"/>
          <p:nvPr/>
        </p:nvSpPr>
        <p:spPr>
          <a:xfrm>
            <a:off x="2553809" y="1801000"/>
            <a:ext cx="216916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 smtClean="0">
                <a:latin typeface="+mn-ea"/>
              </a:rPr>
              <a:t>由例</a:t>
            </a:r>
            <a:r>
              <a:rPr lang="en-US" altLang="zh-CN" sz="2800" dirty="0" smtClean="0">
                <a:latin typeface="+mn-ea"/>
              </a:rPr>
              <a:t>2</a:t>
            </a:r>
            <a:r>
              <a:rPr lang="zh-CN" altLang="en-US" sz="2800" dirty="0" smtClean="0">
                <a:latin typeface="+mn-ea"/>
              </a:rPr>
              <a:t>可知，</a:t>
            </a:r>
            <a:endParaRPr lang="zh-CN" altLang="en-US" sz="2800" dirty="0">
              <a:latin typeface="+mn-ea"/>
            </a:endParaRPr>
          </a:p>
        </p:txBody>
      </p:sp>
      <p:graphicFrame>
        <p:nvGraphicFramePr>
          <p:cNvPr id="54295" name="Object 23"/>
          <p:cNvGraphicFramePr>
            <a:graphicFrameLocks noChangeAspect="1"/>
          </p:cNvGraphicFramePr>
          <p:nvPr/>
        </p:nvGraphicFramePr>
        <p:xfrm>
          <a:off x="5086668" y="1780223"/>
          <a:ext cx="1385887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0" name="Equation" r:id="rId20" imgW="14325600" imgH="4876800" progId="Equation.DSMT4">
                  <p:embed/>
                </p:oleObj>
              </mc:Choice>
              <mc:Fallback>
                <p:oleObj name="Equation" r:id="rId20" imgW="14325600" imgH="4876800" progId="Equation.DSMT4">
                  <p:embed/>
                  <p:pic>
                    <p:nvPicPr>
                      <p:cNvPr id="0" name="图片 8199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086668" y="1780223"/>
                        <a:ext cx="1385887" cy="5635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2"/>
          <p:cNvSpPr txBox="1"/>
          <p:nvPr/>
        </p:nvSpPr>
        <p:spPr>
          <a:xfrm>
            <a:off x="1086779" y="1839322"/>
            <a:ext cx="894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 smtClean="0">
                <a:latin typeface="+mn-ea"/>
              </a:rPr>
              <a:t>解：</a:t>
            </a:r>
            <a:endParaRPr lang="zh-CN" altLang="en-US" sz="2800" dirty="0" smtClean="0">
              <a:latin typeface="+mn-ea"/>
            </a:endParaRPr>
          </a:p>
        </p:txBody>
      </p:sp>
      <p:sp>
        <p:nvSpPr>
          <p:cNvPr id="31" name="文本框 2"/>
          <p:cNvSpPr txBox="1"/>
          <p:nvPr/>
        </p:nvSpPr>
        <p:spPr>
          <a:xfrm>
            <a:off x="2849071" y="7160374"/>
            <a:ext cx="37388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 smtClean="0">
                <a:latin typeface="+mn-ea"/>
              </a:rPr>
              <a:t>可导的点不</a:t>
            </a:r>
            <a:r>
              <a:rPr lang="zh-CN" altLang="en-US" sz="2800" dirty="0" smtClean="0">
                <a:latin typeface="+mn-ea"/>
              </a:rPr>
              <a:t>一定解析。</a:t>
            </a:r>
            <a:endParaRPr lang="zh-CN" altLang="en-US" sz="2800" dirty="0" smtClean="0">
              <a:latin typeface="+mn-ea"/>
            </a:endParaRPr>
          </a:p>
        </p:txBody>
      </p:sp>
      <p:sp>
        <p:nvSpPr>
          <p:cNvPr id="7" name="七角星 6"/>
          <p:cNvSpPr/>
          <p:nvPr/>
        </p:nvSpPr>
        <p:spPr>
          <a:xfrm>
            <a:off x="1661893" y="6767519"/>
            <a:ext cx="914400" cy="914400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</a:rPr>
              <a:t>注</a:t>
            </a:r>
            <a:endParaRPr lang="zh-CN" altLang="en-US" sz="2800" dirty="0" smtClean="0">
              <a:solidFill>
                <a:schemeClr val="tx1"/>
              </a:solidFill>
            </a:endParaRPr>
          </a:p>
        </p:txBody>
      </p:sp>
      <p:graphicFrame>
        <p:nvGraphicFramePr>
          <p:cNvPr id="5" name="Object 20"/>
          <p:cNvGraphicFramePr>
            <a:graphicFrameLocks noChangeAspect="1"/>
          </p:cNvGraphicFramePr>
          <p:nvPr/>
        </p:nvGraphicFramePr>
        <p:xfrm>
          <a:off x="5560060" y="2560320"/>
          <a:ext cx="4422775" cy="1149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22" imgW="2171700" imgH="469900" progId="Equation.DSMT4">
                  <p:embed/>
                </p:oleObj>
              </mc:Choice>
              <mc:Fallback>
                <p:oleObj name="Equation" r:id="rId22" imgW="2171700" imgH="469900" progId="Equation.DSMT4">
                  <p:embed/>
                  <p:pic>
                    <p:nvPicPr>
                      <p:cNvPr id="0" name="图片 10243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5560060" y="2560320"/>
                        <a:ext cx="4422775" cy="11499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4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5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5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5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55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4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1" grpId="0"/>
      <p:bldP spid="34" grpId="0"/>
      <p:bldP spid="35" grpId="0"/>
      <p:bldP spid="37" grpId="0"/>
      <p:bldP spid="39" grpId="0"/>
      <p:bldP spid="41" grpId="0"/>
      <p:bldP spid="31" grpId="0"/>
      <p:bldP spid="7" grpId="0" bldLvl="0" animBg="1"/>
      <p:bldP spid="7" grpId="1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2"/>
          <p:cNvSpPr txBox="1"/>
          <p:nvPr/>
        </p:nvSpPr>
        <p:spPr>
          <a:xfrm>
            <a:off x="2580005" y="4824095"/>
            <a:ext cx="61944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 smtClean="0">
                <a:latin typeface="+mn-ea"/>
              </a:rPr>
              <a:t>不是</a:t>
            </a:r>
            <a:r>
              <a:rPr lang="zh-CN" altLang="en-US" sz="2800" dirty="0" smtClean="0">
                <a:latin typeface="+mn-ea"/>
              </a:rPr>
              <a:t>                                   的奇点。</a:t>
            </a:r>
            <a:endParaRPr lang="zh-CN" altLang="en-US" sz="2800" dirty="0" smtClean="0">
              <a:latin typeface="+mn-ea"/>
            </a:endParaRPr>
          </a:p>
        </p:txBody>
      </p:sp>
      <p:sp>
        <p:nvSpPr>
          <p:cNvPr id="11" name="文本框 2"/>
          <p:cNvSpPr txBox="1"/>
          <p:nvPr/>
        </p:nvSpPr>
        <p:spPr>
          <a:xfrm>
            <a:off x="2387060" y="3758068"/>
            <a:ext cx="499498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 smtClean="0">
                <a:latin typeface="+mn-ea"/>
              </a:rPr>
              <a:t>不是</a:t>
            </a:r>
            <a:r>
              <a:rPr lang="zh-CN" altLang="en-US" sz="2800" dirty="0" smtClean="0">
                <a:latin typeface="+mn-ea"/>
              </a:rPr>
              <a:t>           的奇点；</a:t>
            </a:r>
            <a:endParaRPr lang="zh-CN" altLang="en-US" sz="2800" dirty="0" smtClean="0">
              <a:latin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65192" y="2542216"/>
            <a:ext cx="894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例，</a:t>
            </a:r>
            <a:endParaRPr lang="zh-CN" altLang="en-US" sz="2800" dirty="0" smtClean="0">
              <a:latin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251585" y="1282065"/>
            <a:ext cx="4994910" cy="721360"/>
            <a:chOff x="1971" y="2019"/>
            <a:chExt cx="7866" cy="1136"/>
          </a:xfrm>
        </p:grpSpPr>
        <p:sp>
          <p:nvSpPr>
            <p:cNvPr id="44" name="文本框 2"/>
            <p:cNvSpPr txBox="1"/>
            <p:nvPr/>
          </p:nvSpPr>
          <p:spPr>
            <a:xfrm>
              <a:off x="1971" y="2203"/>
              <a:ext cx="7866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 smtClean="0">
                  <a:latin typeface="+mn-ea"/>
                </a:rPr>
                <a:t>若函数             在   不解析，</a:t>
              </a:r>
              <a:endParaRPr lang="zh-CN" altLang="en-US" sz="2800" dirty="0" smtClean="0">
                <a:latin typeface="+mn-ea"/>
              </a:endParaRPr>
            </a:p>
          </p:txBody>
        </p:sp>
        <p:graphicFrame>
          <p:nvGraphicFramePr>
            <p:cNvPr id="53273" name="Object 25"/>
            <p:cNvGraphicFramePr>
              <a:graphicFrameLocks noChangeAspect="1"/>
            </p:cNvGraphicFramePr>
            <p:nvPr/>
          </p:nvGraphicFramePr>
          <p:xfrm>
            <a:off x="6482" y="2019"/>
            <a:ext cx="696" cy="1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65" name="Equation" r:id="rId1" imgW="3962400" imgH="5486400" progId="Equation.DSMT4">
                    <p:embed/>
                  </p:oleObj>
                </mc:Choice>
                <mc:Fallback>
                  <p:oleObj name="Equation" r:id="rId1" imgW="3962400" imgH="5486400" progId="Equation.DSMT4">
                    <p:embed/>
                    <p:pic>
                      <p:nvPicPr>
                        <p:cNvPr id="0" name="图片 1126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6482" y="2019"/>
                          <a:ext cx="696" cy="113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274" name="Object 26"/>
            <p:cNvGraphicFramePr>
              <a:graphicFrameLocks noChangeAspect="1"/>
            </p:cNvGraphicFramePr>
            <p:nvPr/>
          </p:nvGraphicFramePr>
          <p:xfrm>
            <a:off x="3741" y="2197"/>
            <a:ext cx="2158" cy="8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66" name="Equation" r:id="rId3" imgW="14020800" imgH="4876800" progId="Equation.DSMT4">
                    <p:embed/>
                  </p:oleObj>
                </mc:Choice>
                <mc:Fallback>
                  <p:oleObj name="Equation" r:id="rId3" imgW="14020800" imgH="4876800" progId="Equation.DSMT4">
                    <p:embed/>
                    <p:pic>
                      <p:nvPicPr>
                        <p:cNvPr id="0" name="图片 1126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741" y="2197"/>
                          <a:ext cx="2158" cy="89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组合 13"/>
          <p:cNvGrpSpPr/>
          <p:nvPr/>
        </p:nvGrpSpPr>
        <p:grpSpPr>
          <a:xfrm>
            <a:off x="1353820" y="1863090"/>
            <a:ext cx="4464050" cy="678180"/>
            <a:chOff x="2132" y="2934"/>
            <a:chExt cx="7030" cy="1068"/>
          </a:xfrm>
        </p:grpSpPr>
        <p:sp>
          <p:nvSpPr>
            <p:cNvPr id="42" name="文本框 2"/>
            <p:cNvSpPr txBox="1"/>
            <p:nvPr/>
          </p:nvSpPr>
          <p:spPr>
            <a:xfrm>
              <a:off x="2132" y="3131"/>
              <a:ext cx="7030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 smtClean="0">
                  <a:latin typeface="+mn-ea"/>
                </a:rPr>
                <a:t>则称    为             的</a:t>
              </a:r>
              <a:r>
                <a:rPr lang="zh-CN" altLang="en-US" sz="2800" b="1" dirty="0" smtClean="0">
                  <a:solidFill>
                    <a:schemeClr val="accent1"/>
                  </a:solidFill>
                  <a:latin typeface="+mn-ea"/>
                </a:rPr>
                <a:t>奇点</a:t>
              </a:r>
              <a:r>
                <a:rPr lang="zh-CN" altLang="en-US" sz="2800" dirty="0" smtClean="0">
                  <a:latin typeface="+mn-ea"/>
                </a:rPr>
                <a:t>。</a:t>
              </a:r>
              <a:endParaRPr lang="zh-CN" altLang="en-US" sz="2800" dirty="0">
                <a:latin typeface="+mn-ea"/>
              </a:endParaRPr>
            </a:p>
          </p:txBody>
        </p:sp>
        <p:graphicFrame>
          <p:nvGraphicFramePr>
            <p:cNvPr id="54291" name="Object 19"/>
            <p:cNvGraphicFramePr>
              <a:graphicFrameLocks noChangeAspect="1"/>
            </p:cNvGraphicFramePr>
            <p:nvPr/>
          </p:nvGraphicFramePr>
          <p:xfrm>
            <a:off x="3530" y="2934"/>
            <a:ext cx="648" cy="10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67" name="Equation" r:id="rId5" imgW="3962400" imgH="5486400" progId="Equation.DSMT4">
                    <p:embed/>
                  </p:oleObj>
                </mc:Choice>
                <mc:Fallback>
                  <p:oleObj name="Equation" r:id="rId5" imgW="3962400" imgH="5486400" progId="Equation.DSMT4">
                    <p:embed/>
                    <p:pic>
                      <p:nvPicPr>
                        <p:cNvPr id="0" name="图片 1126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530" y="2934"/>
                          <a:ext cx="648" cy="106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292" name="Object 20"/>
            <p:cNvGraphicFramePr>
              <a:graphicFrameLocks noChangeAspect="1"/>
            </p:cNvGraphicFramePr>
            <p:nvPr/>
          </p:nvGraphicFramePr>
          <p:xfrm>
            <a:off x="4741" y="3197"/>
            <a:ext cx="1823" cy="7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68" name="Equation" r:id="rId6" imgW="14020800" imgH="4876800" progId="Equation.DSMT4">
                    <p:embed/>
                  </p:oleObj>
                </mc:Choice>
                <mc:Fallback>
                  <p:oleObj name="Equation" r:id="rId6" imgW="14020800" imgH="4876800" progId="Equation.DSMT4">
                    <p:embed/>
                    <p:pic>
                      <p:nvPicPr>
                        <p:cNvPr id="0" name="图片 1126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741" y="3197"/>
                          <a:ext cx="1823" cy="75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" name="文本框 2"/>
          <p:cNvSpPr txBox="1"/>
          <p:nvPr/>
        </p:nvSpPr>
        <p:spPr>
          <a:xfrm>
            <a:off x="622727" y="1429403"/>
            <a:ext cx="62865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latin typeface="+mn-ea"/>
              </a:rPr>
              <a:t>(2)</a:t>
            </a:r>
            <a:endParaRPr lang="en-US" altLang="zh-CN" sz="2800" dirty="0" smtClean="0">
              <a:latin typeface="+mn-ea"/>
            </a:endParaRPr>
          </a:p>
        </p:txBody>
      </p:sp>
      <p:graphicFrame>
        <p:nvGraphicFramePr>
          <p:cNvPr id="57363" name="Object 19"/>
          <p:cNvGraphicFramePr>
            <a:graphicFrameLocks noChangeAspect="1"/>
          </p:cNvGraphicFramePr>
          <p:nvPr/>
        </p:nvGraphicFramePr>
        <p:xfrm>
          <a:off x="2959735" y="2426335"/>
          <a:ext cx="1560830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7" name="Equation" r:id="rId7" imgW="647700" imgH="393700" progId="Equation.DSMT4">
                  <p:embed/>
                </p:oleObj>
              </mc:Choice>
              <mc:Fallback>
                <p:oleObj name="Equation" r:id="rId7" imgW="647700" imgH="393700" progId="Equation.DSMT4">
                  <p:embed/>
                  <p:pic>
                    <p:nvPicPr>
                      <p:cNvPr id="0" name="图片 1127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59735" y="2426335"/>
                        <a:ext cx="1560830" cy="11017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64" name="Object 20"/>
          <p:cNvGraphicFramePr>
            <a:graphicFrameLocks noChangeAspect="1"/>
          </p:cNvGraphicFramePr>
          <p:nvPr/>
        </p:nvGraphicFramePr>
        <p:xfrm>
          <a:off x="1350963" y="2723515"/>
          <a:ext cx="101473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8" name="Equation" r:id="rId9" imgW="419100" imgH="165100" progId="Equation.DSMT4">
                  <p:embed/>
                </p:oleObj>
              </mc:Choice>
              <mc:Fallback>
                <p:oleObj name="Equation" r:id="rId9" imgW="419100" imgH="165100" progId="Equation.DSMT4">
                  <p:embed/>
                  <p:pic>
                    <p:nvPicPr>
                      <p:cNvPr id="0" name="图片 11277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350963" y="2723515"/>
                        <a:ext cx="101473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65" name="Object 21"/>
          <p:cNvGraphicFramePr>
            <a:graphicFrameLocks noChangeAspect="1"/>
          </p:cNvGraphicFramePr>
          <p:nvPr/>
        </p:nvGraphicFramePr>
        <p:xfrm>
          <a:off x="3279140" y="3805555"/>
          <a:ext cx="852805" cy="426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9" name="Equation" r:id="rId11" imgW="393700" imgH="165100" progId="Equation.DSMT4">
                  <p:embed/>
                </p:oleObj>
              </mc:Choice>
              <mc:Fallback>
                <p:oleObj name="Equation" r:id="rId11" imgW="393700" imgH="165100" progId="Equation.DSMT4">
                  <p:embed/>
                  <p:pic>
                    <p:nvPicPr>
                      <p:cNvPr id="0" name="图片 11278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279140" y="3805555"/>
                        <a:ext cx="852805" cy="4267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69" name="Object 25"/>
          <p:cNvGraphicFramePr>
            <a:graphicFrameLocks noChangeAspect="1"/>
          </p:cNvGraphicFramePr>
          <p:nvPr/>
        </p:nvGraphicFramePr>
        <p:xfrm>
          <a:off x="1666240" y="3757930"/>
          <a:ext cx="720725" cy="462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2" name="Equation" r:id="rId13" imgW="342900" imgH="177165" progId="Equation.DSMT4">
                  <p:embed/>
                </p:oleObj>
              </mc:Choice>
              <mc:Fallback>
                <p:oleObj name="Equation" r:id="rId13" imgW="342900" imgH="177165" progId="Equation.DSMT4">
                  <p:embed/>
                  <p:pic>
                    <p:nvPicPr>
                      <p:cNvPr id="0" name="图片 11281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666240" y="3757930"/>
                        <a:ext cx="720725" cy="4622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七角星 36"/>
          <p:cNvSpPr/>
          <p:nvPr/>
        </p:nvSpPr>
        <p:spPr>
          <a:xfrm>
            <a:off x="948560" y="5601865"/>
            <a:ext cx="914400" cy="914400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 smtClean="0">
                <a:solidFill>
                  <a:schemeClr val="tx1"/>
                </a:solidFill>
              </a:rPr>
              <a:t>注</a:t>
            </a:r>
            <a:endParaRPr lang="zh-CN" altLang="en-US" sz="2800" dirty="0" smtClean="0">
              <a:solidFill>
                <a:schemeClr val="tx1"/>
              </a:solidFill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696585" y="1333500"/>
            <a:ext cx="6125210" cy="721360"/>
            <a:chOff x="8971" y="2100"/>
            <a:chExt cx="9646" cy="1136"/>
          </a:xfrm>
        </p:grpSpPr>
        <p:sp>
          <p:nvSpPr>
            <p:cNvPr id="4" name="文本框 2"/>
            <p:cNvSpPr txBox="1"/>
            <p:nvPr/>
          </p:nvSpPr>
          <p:spPr>
            <a:xfrm>
              <a:off x="8971" y="2265"/>
              <a:ext cx="9646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 dirty="0" smtClean="0">
                  <a:latin typeface="+mn-ea"/>
                </a:rPr>
                <a:t>但在    的任一去心</a:t>
              </a:r>
              <a:r>
                <a:rPr lang="zh-CN" altLang="en-US" sz="2800" dirty="0" smtClean="0">
                  <a:latin typeface="+mn-ea"/>
                </a:rPr>
                <a:t>邻域内都有解析点，</a:t>
              </a:r>
              <a:endParaRPr lang="zh-CN" altLang="en-US" sz="2800" dirty="0" smtClean="0">
                <a:latin typeface="+mn-ea"/>
              </a:endParaRPr>
            </a:p>
          </p:txBody>
        </p:sp>
        <p:graphicFrame>
          <p:nvGraphicFramePr>
            <p:cNvPr id="5" name="Object 25"/>
            <p:cNvGraphicFramePr>
              <a:graphicFrameLocks noChangeAspect="1"/>
            </p:cNvGraphicFramePr>
            <p:nvPr/>
          </p:nvGraphicFramePr>
          <p:xfrm>
            <a:off x="10227" y="2100"/>
            <a:ext cx="696" cy="1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Equation" r:id="rId15" imgW="3962400" imgH="5486400" progId="Equation.DSMT4">
                    <p:embed/>
                  </p:oleObj>
                </mc:Choice>
                <mc:Fallback>
                  <p:oleObj name="Equation" r:id="rId15" imgW="3962400" imgH="5486400" progId="Equation.DSMT4">
                    <p:embed/>
                    <p:pic>
                      <p:nvPicPr>
                        <p:cNvPr id="0" name="图片 1126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0227" y="2100"/>
                          <a:ext cx="696" cy="113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文本框 2"/>
          <p:cNvSpPr txBox="1"/>
          <p:nvPr/>
        </p:nvSpPr>
        <p:spPr>
          <a:xfrm>
            <a:off x="2140585" y="5994400"/>
            <a:ext cx="41535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 smtClean="0">
                <a:latin typeface="+mn-ea"/>
              </a:rPr>
              <a:t>奇点一定是不解析的点；</a:t>
            </a:r>
            <a:endParaRPr lang="zh-CN" altLang="en-US" sz="2800" dirty="0" smtClean="0">
              <a:latin typeface="+mn-ea"/>
            </a:endParaRPr>
          </a:p>
        </p:txBody>
      </p:sp>
      <p:sp>
        <p:nvSpPr>
          <p:cNvPr id="8" name="文本框 2"/>
          <p:cNvSpPr txBox="1"/>
          <p:nvPr/>
        </p:nvSpPr>
        <p:spPr>
          <a:xfrm>
            <a:off x="2140585" y="6726555"/>
            <a:ext cx="41535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 smtClean="0">
                <a:latin typeface="+mn-ea"/>
              </a:rPr>
              <a:t>不解析的点不一定是奇点。</a:t>
            </a:r>
            <a:endParaRPr lang="zh-CN" altLang="en-US" sz="2800" dirty="0" smtClean="0">
              <a:latin typeface="+mn-ea"/>
            </a:endParaRPr>
          </a:p>
        </p:txBody>
      </p:sp>
      <p:sp>
        <p:nvSpPr>
          <p:cNvPr id="10" name="文本框 2"/>
          <p:cNvSpPr txBox="1"/>
          <p:nvPr/>
        </p:nvSpPr>
        <p:spPr>
          <a:xfrm>
            <a:off x="2375535" y="2716530"/>
            <a:ext cx="35921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 smtClean="0">
                <a:latin typeface="+mn-ea"/>
              </a:rPr>
              <a:t>是                的奇点；</a:t>
            </a:r>
            <a:endParaRPr lang="zh-CN" altLang="en-US" sz="2800" dirty="0" smtClean="0">
              <a:latin typeface="+mn-ea"/>
            </a:endParaRPr>
          </a:p>
        </p:txBody>
      </p:sp>
      <p:graphicFrame>
        <p:nvGraphicFramePr>
          <p:cNvPr id="12" name="Object 21"/>
          <p:cNvGraphicFramePr>
            <a:graphicFrameLocks noChangeAspect="1"/>
          </p:cNvGraphicFramePr>
          <p:nvPr/>
        </p:nvGraphicFramePr>
        <p:xfrm>
          <a:off x="3510915" y="4840605"/>
          <a:ext cx="3455670" cy="4864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8" name="Equation" r:id="rId16" imgW="1765300" imgH="203200" progId="Equation.DSMT4">
                  <p:embed/>
                </p:oleObj>
              </mc:Choice>
              <mc:Fallback>
                <p:oleObj name="Equation" r:id="rId16" imgW="1765300" imgH="203200" progId="Equation.DSMT4">
                  <p:embed/>
                  <p:pic>
                    <p:nvPicPr>
                      <p:cNvPr id="0" name="图片 8197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510915" y="4840605"/>
                        <a:ext cx="3455670" cy="4864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94" name="Object 22"/>
          <p:cNvGraphicFramePr>
            <a:graphicFrameLocks noChangeAspect="1"/>
          </p:cNvGraphicFramePr>
          <p:nvPr/>
        </p:nvGraphicFramePr>
        <p:xfrm>
          <a:off x="1785788" y="4799337"/>
          <a:ext cx="796925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" name="Equation" r:id="rId18" imgW="8229600" imgH="4267200" progId="Equation.DSMT4">
                  <p:embed/>
                </p:oleObj>
              </mc:Choice>
              <mc:Fallback>
                <p:oleObj name="Equation" r:id="rId18" imgW="8229600" imgH="4267200" progId="Equation.DSMT4">
                  <p:embed/>
                  <p:pic>
                    <p:nvPicPr>
                      <p:cNvPr id="0" name="图片 8198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785788" y="4799337"/>
                        <a:ext cx="796925" cy="4937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0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7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7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7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7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4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3" grpId="0"/>
      <p:bldP spid="37" grpId="0" bldLvl="0" animBg="1"/>
      <p:bldP spid="7" grpId="0"/>
      <p:bldP spid="8" grpId="0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文本框 2"/>
          <p:cNvSpPr txBox="1"/>
          <p:nvPr/>
        </p:nvSpPr>
        <p:spPr>
          <a:xfrm>
            <a:off x="1205931" y="3481519"/>
            <a:ext cx="30340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 在</a:t>
            </a:r>
            <a:r>
              <a:rPr lang="zh-CN" altLang="en-US" sz="2800" b="1" dirty="0" smtClean="0">
                <a:solidFill>
                  <a:schemeClr val="accent1"/>
                </a:solidFill>
                <a:latin typeface="+mn-ea"/>
              </a:rPr>
              <a:t>区域</a:t>
            </a:r>
            <a:r>
              <a:rPr lang="en-US" altLang="zh-CN" sz="2800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800" b="1" dirty="0" smtClean="0">
                <a:solidFill>
                  <a:schemeClr val="accent1"/>
                </a:solidFill>
                <a:latin typeface="+mn-ea"/>
              </a:rPr>
              <a:t>内解析</a:t>
            </a:r>
            <a:r>
              <a:rPr lang="zh-CN" altLang="en-US" sz="2800" dirty="0" smtClean="0">
                <a:latin typeface="+mn-ea"/>
              </a:rPr>
              <a:t>；</a:t>
            </a:r>
            <a:endParaRPr lang="zh-CN" altLang="en-US" sz="2800" dirty="0">
              <a:latin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921510" y="2490470"/>
            <a:ext cx="6568440" cy="565150"/>
            <a:chOff x="3026" y="3922"/>
            <a:chExt cx="10344" cy="890"/>
          </a:xfrm>
        </p:grpSpPr>
        <p:sp>
          <p:nvSpPr>
            <p:cNvPr id="44" name="文本框 2"/>
            <p:cNvSpPr txBox="1"/>
            <p:nvPr/>
          </p:nvSpPr>
          <p:spPr>
            <a:xfrm>
              <a:off x="3026" y="3922"/>
              <a:ext cx="10345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 smtClean="0">
                  <a:latin typeface="+mn-ea"/>
                </a:rPr>
                <a:t>若复变函数             在区域</a:t>
              </a:r>
              <a:r>
                <a:rPr lang="en-US" altLang="zh-CN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 </a:t>
              </a:r>
              <a:r>
                <a:rPr lang="zh-CN" altLang="en-US" sz="2800" dirty="0" smtClean="0">
                  <a:latin typeface="+mn-ea"/>
                </a:rPr>
                <a:t>内处处解析，</a:t>
              </a:r>
              <a:endParaRPr lang="zh-CN" altLang="en-US" sz="2800" dirty="0">
                <a:latin typeface="+mn-ea"/>
              </a:endParaRPr>
            </a:p>
          </p:txBody>
        </p:sp>
        <p:graphicFrame>
          <p:nvGraphicFramePr>
            <p:cNvPr id="53274" name="Object 26"/>
            <p:cNvGraphicFramePr>
              <a:graphicFrameLocks noChangeAspect="1"/>
            </p:cNvGraphicFramePr>
            <p:nvPr/>
          </p:nvGraphicFramePr>
          <p:xfrm>
            <a:off x="5879" y="3922"/>
            <a:ext cx="2158" cy="8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89" name="Equation" r:id="rId1" imgW="14020800" imgH="4876800" progId="Equation.DSMT4">
                    <p:embed/>
                  </p:oleObj>
                </mc:Choice>
                <mc:Fallback>
                  <p:oleObj name="Equation" r:id="rId1" imgW="14020800" imgH="4876800" progId="Equation.DSMT4">
                    <p:embed/>
                    <p:pic>
                      <p:nvPicPr>
                        <p:cNvPr id="0" name="图片 1228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5879" y="3922"/>
                          <a:ext cx="2158" cy="89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4292" name="Object 20"/>
          <p:cNvGraphicFramePr>
            <a:graphicFrameLocks noChangeAspect="1"/>
          </p:cNvGraphicFramePr>
          <p:nvPr/>
        </p:nvGraphicFramePr>
        <p:xfrm>
          <a:off x="9384978" y="2490311"/>
          <a:ext cx="1357312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name="Equation" r:id="rId3" imgW="14020800" imgH="4876800" progId="Equation.DSMT4">
                  <p:embed/>
                </p:oleObj>
              </mc:Choice>
              <mc:Fallback>
                <p:oleObj name="Equation" r:id="rId3" imgW="14020800" imgH="4876800" progId="Equation.DSMT4">
                  <p:embed/>
                  <p:pic>
                    <p:nvPicPr>
                      <p:cNvPr id="0" name="图片 12289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384978" y="2490311"/>
                        <a:ext cx="1357312" cy="565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4059555" y="3465830"/>
            <a:ext cx="4759960" cy="542290"/>
            <a:chOff x="6393" y="5458"/>
            <a:chExt cx="7496" cy="854"/>
          </a:xfrm>
        </p:grpSpPr>
        <p:sp>
          <p:nvSpPr>
            <p:cNvPr id="26" name="文本框 2"/>
            <p:cNvSpPr txBox="1"/>
            <p:nvPr/>
          </p:nvSpPr>
          <p:spPr>
            <a:xfrm>
              <a:off x="6393" y="5458"/>
              <a:ext cx="7496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2800" i="1" dirty="0" smtClean="0">
                  <a:latin typeface="+mn-ea"/>
                </a:rPr>
                <a:t> </a:t>
              </a:r>
              <a:r>
                <a:rPr lang="zh-CN" altLang="en-US" sz="2800" dirty="0" smtClean="0">
                  <a:latin typeface="+mn-ea"/>
                </a:rPr>
                <a:t>称为             的</a:t>
              </a:r>
              <a:r>
                <a:rPr lang="zh-CN" altLang="en-US" sz="2800" b="1" dirty="0" smtClean="0">
                  <a:solidFill>
                    <a:schemeClr val="accent1"/>
                  </a:solidFill>
                  <a:latin typeface="+mn-ea"/>
                </a:rPr>
                <a:t>解析区域</a:t>
              </a:r>
              <a:r>
                <a:rPr lang="zh-CN" altLang="en-US" sz="2800" dirty="0" smtClean="0">
                  <a:latin typeface="+mn-ea"/>
                </a:rPr>
                <a:t>；</a:t>
              </a:r>
              <a:endParaRPr lang="zh-CN" altLang="en-US" sz="2800" dirty="0">
                <a:latin typeface="+mn-ea"/>
              </a:endParaRPr>
            </a:p>
          </p:txBody>
        </p:sp>
        <p:graphicFrame>
          <p:nvGraphicFramePr>
            <p:cNvPr id="58384" name="Object 16"/>
            <p:cNvGraphicFramePr>
              <a:graphicFrameLocks noChangeAspect="1"/>
            </p:cNvGraphicFramePr>
            <p:nvPr/>
          </p:nvGraphicFramePr>
          <p:xfrm>
            <a:off x="8183" y="5458"/>
            <a:ext cx="2052" cy="8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1" name="Equation" r:id="rId4" imgW="14020800" imgH="4876800" progId="Equation.DSMT4">
                    <p:embed/>
                  </p:oleObj>
                </mc:Choice>
                <mc:Fallback>
                  <p:oleObj name="Equation" r:id="rId4" imgW="14020800" imgH="4876800" progId="Equation.DSMT4">
                    <p:embed/>
                    <p:pic>
                      <p:nvPicPr>
                        <p:cNvPr id="0" name="图片 1229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8183" y="5458"/>
                          <a:ext cx="2052" cy="85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" name="文本框 2"/>
          <p:cNvSpPr txBox="1"/>
          <p:nvPr/>
        </p:nvSpPr>
        <p:spPr>
          <a:xfrm>
            <a:off x="1337175" y="4471486"/>
            <a:ext cx="36398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800" dirty="0" smtClean="0">
                <a:latin typeface="+mn-ea"/>
              </a:rPr>
              <a:t>上的一个</a:t>
            </a:r>
            <a:r>
              <a:rPr lang="zh-CN" altLang="en-US" sz="2800" b="1" dirty="0" smtClean="0">
                <a:solidFill>
                  <a:schemeClr val="accent1"/>
                </a:solidFill>
                <a:latin typeface="+mn-ea"/>
              </a:rPr>
              <a:t>解析函数</a:t>
            </a:r>
            <a:r>
              <a:rPr lang="zh-CN" altLang="en-US" sz="2800" dirty="0" smtClean="0">
                <a:latin typeface="+mn-ea"/>
              </a:rPr>
              <a:t>。</a:t>
            </a:r>
            <a:endParaRPr lang="zh-CN" altLang="en-US" sz="2800" dirty="0">
              <a:latin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8625205" y="3486785"/>
            <a:ext cx="3120390" cy="521970"/>
            <a:chOff x="13583" y="5491"/>
            <a:chExt cx="4914" cy="822"/>
          </a:xfrm>
        </p:grpSpPr>
        <p:sp>
          <p:nvSpPr>
            <p:cNvPr id="4" name="文本框 2"/>
            <p:cNvSpPr txBox="1"/>
            <p:nvPr/>
          </p:nvSpPr>
          <p:spPr>
            <a:xfrm>
              <a:off x="13583" y="5491"/>
              <a:ext cx="4914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2800" dirty="0" smtClean="0">
                  <a:latin typeface="+mn-ea"/>
                </a:rPr>
                <a:t>也称           是区域</a:t>
              </a:r>
              <a:endParaRPr lang="zh-CN" altLang="en-US" sz="2800" dirty="0">
                <a:latin typeface="+mn-ea"/>
              </a:endParaRPr>
            </a:p>
          </p:txBody>
        </p:sp>
        <p:graphicFrame>
          <p:nvGraphicFramePr>
            <p:cNvPr id="31" name="Object 20"/>
            <p:cNvGraphicFramePr>
              <a:graphicFrameLocks noChangeAspect="1"/>
            </p:cNvGraphicFramePr>
            <p:nvPr/>
          </p:nvGraphicFramePr>
          <p:xfrm>
            <a:off x="14901" y="5546"/>
            <a:ext cx="1841" cy="7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2" name="Equation" r:id="rId5" imgW="14020800" imgH="4876800" progId="Equation.DSMT4">
                    <p:embed/>
                  </p:oleObj>
                </mc:Choice>
                <mc:Fallback>
                  <p:oleObj name="Equation" r:id="rId5" imgW="14020800" imgH="4876800" progId="Equation.DSMT4">
                    <p:embed/>
                    <p:pic>
                      <p:nvPicPr>
                        <p:cNvPr id="0" name="图片 1229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4901" y="5546"/>
                          <a:ext cx="1841" cy="76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7" name="圆角矩形 36"/>
          <p:cNvSpPr/>
          <p:nvPr/>
        </p:nvSpPr>
        <p:spPr>
          <a:xfrm>
            <a:off x="4977234" y="4402051"/>
            <a:ext cx="2380890" cy="672860"/>
          </a:xfrm>
          <a:prstGeom prst="roundRect">
            <a:avLst/>
          </a:prstGeom>
          <a:blipFill>
            <a:blip r:embed="rId6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 smtClean="0">
                <a:solidFill>
                  <a:schemeClr val="tx1"/>
                </a:solidFill>
              </a:rPr>
              <a:t>全纯函数</a:t>
            </a:r>
            <a:endParaRPr lang="zh-CN" altLang="en-US" sz="2800" dirty="0" smtClean="0">
              <a:solidFill>
                <a:schemeClr val="tx1"/>
              </a:solidFill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7551331" y="4456949"/>
            <a:ext cx="2380890" cy="672860"/>
          </a:xfrm>
          <a:prstGeom prst="roundRect">
            <a:avLst/>
          </a:prstGeom>
          <a:blipFill>
            <a:blip r:embed="rId6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 smtClean="0">
                <a:solidFill>
                  <a:schemeClr val="tx1"/>
                </a:solidFill>
              </a:rPr>
              <a:t>正则函数</a:t>
            </a:r>
            <a:endParaRPr lang="zh-CN" altLang="en-US" sz="2800" dirty="0" smtClean="0">
              <a:solidFill>
                <a:schemeClr val="tx1"/>
              </a:solidFill>
            </a:endParaRPr>
          </a:p>
        </p:txBody>
      </p:sp>
      <p:sp>
        <p:nvSpPr>
          <p:cNvPr id="15" name="文本框 2"/>
          <p:cNvSpPr txBox="1"/>
          <p:nvPr/>
        </p:nvSpPr>
        <p:spPr>
          <a:xfrm>
            <a:off x="1337627" y="2494626"/>
            <a:ext cx="62865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latin typeface="+mn-ea"/>
              </a:rPr>
              <a:t>(3)</a:t>
            </a:r>
            <a:endParaRPr lang="en-US" altLang="zh-CN" sz="2800" dirty="0" smtClean="0">
              <a:latin typeface="+mn-ea"/>
            </a:endParaRPr>
          </a:p>
        </p:txBody>
      </p:sp>
      <p:sp>
        <p:nvSpPr>
          <p:cNvPr id="16" name="文本框 2"/>
          <p:cNvSpPr txBox="1"/>
          <p:nvPr/>
        </p:nvSpPr>
        <p:spPr>
          <a:xfrm>
            <a:off x="8490307" y="2490677"/>
            <a:ext cx="894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则称</a:t>
            </a:r>
            <a:endParaRPr lang="zh-CN" altLang="en-US" sz="2800" dirty="0" smtClean="0">
              <a:latin typeface="+mn-ea"/>
            </a:endParaRPr>
          </a:p>
        </p:txBody>
      </p:sp>
    </p:spTree>
    <p:custDataLst>
      <p:tags r:id="rId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4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42" grpId="0"/>
      <p:bldP spid="30" grpId="0"/>
      <p:bldP spid="37" grpId="0" bldLvl="0" animBg="1"/>
      <p:bldP spid="38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"/>
          <p:cNvSpPr txBox="1"/>
          <p:nvPr/>
        </p:nvSpPr>
        <p:spPr>
          <a:xfrm>
            <a:off x="1514442" y="4762694"/>
            <a:ext cx="474980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复变函数       在区域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800" dirty="0" smtClean="0">
                <a:latin typeface="+mn-ea"/>
              </a:rPr>
              <a:t>内可导</a:t>
            </a:r>
            <a:endParaRPr lang="zh-CN" altLang="en-US" sz="2800" dirty="0">
              <a:latin typeface="+mn-ea"/>
            </a:endParaRPr>
          </a:p>
        </p:txBody>
      </p:sp>
      <p:graphicFrame>
        <p:nvGraphicFramePr>
          <p:cNvPr id="24" name="Object 12"/>
          <p:cNvGraphicFramePr>
            <a:graphicFrameLocks noChangeAspect="1"/>
          </p:cNvGraphicFramePr>
          <p:nvPr/>
        </p:nvGraphicFramePr>
        <p:xfrm>
          <a:off x="3072130" y="4818380"/>
          <a:ext cx="643890" cy="475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6" name="Equation" r:id="rId1" imgW="7924800" imgH="4876800" progId="Equation.DSMT4">
                  <p:embed/>
                </p:oleObj>
              </mc:Choice>
              <mc:Fallback>
                <p:oleObj name="Equation" r:id="rId1" imgW="7924800" imgH="4876800" progId="Equation.DSMT4">
                  <p:embed/>
                  <p:pic>
                    <p:nvPicPr>
                      <p:cNvPr id="0" name="图片 12295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72130" y="4818380"/>
                        <a:ext cx="643890" cy="4756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2"/>
          <p:cNvGraphicFramePr>
            <a:graphicFrameLocks noChangeAspect="1"/>
          </p:cNvGraphicFramePr>
          <p:nvPr/>
        </p:nvGraphicFramePr>
        <p:xfrm>
          <a:off x="1781175" y="5436235"/>
          <a:ext cx="1087755" cy="512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3" imgW="520700" imgH="203200" progId="Equation.DSMT4">
                  <p:embed/>
                </p:oleObj>
              </mc:Choice>
              <mc:Fallback>
                <p:oleObj name="Equation" r:id="rId3" imgW="520700" imgH="203200" progId="Equation.DSMT4">
                  <p:embed/>
                  <p:pic>
                    <p:nvPicPr>
                      <p:cNvPr id="0" name="图片 1229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81175" y="5436235"/>
                        <a:ext cx="1087755" cy="5124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2"/>
          <p:cNvGraphicFramePr>
            <a:graphicFrameLocks noChangeAspect="1"/>
          </p:cNvGraphicFramePr>
          <p:nvPr/>
        </p:nvGraphicFramePr>
        <p:xfrm>
          <a:off x="2986088" y="5462270"/>
          <a:ext cx="1275080" cy="512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5" imgW="609600" imgH="203200" progId="Equation.DSMT4">
                  <p:embed/>
                </p:oleObj>
              </mc:Choice>
              <mc:Fallback>
                <p:oleObj name="Equation" r:id="rId5" imgW="609600" imgH="203200" progId="Equation.DSMT4">
                  <p:embed/>
                  <p:pic>
                    <p:nvPicPr>
                      <p:cNvPr id="0" name="图片 1229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86088" y="5462270"/>
                        <a:ext cx="1275080" cy="5124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右箭头 26"/>
          <p:cNvSpPr/>
          <p:nvPr/>
        </p:nvSpPr>
        <p:spPr>
          <a:xfrm>
            <a:off x="740410" y="5648325"/>
            <a:ext cx="911860" cy="1403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32" name="Object 12"/>
          <p:cNvGraphicFramePr>
            <a:graphicFrameLocks noChangeAspect="1"/>
          </p:cNvGraphicFramePr>
          <p:nvPr/>
        </p:nvGraphicFramePr>
        <p:xfrm>
          <a:off x="4349115" y="5455920"/>
          <a:ext cx="643890" cy="475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" name="Equation" r:id="rId7" imgW="7924800" imgH="4876800" progId="Equation.DSMT4">
                  <p:embed/>
                </p:oleObj>
              </mc:Choice>
              <mc:Fallback>
                <p:oleObj name="Equation" r:id="rId7" imgW="7924800" imgH="4876800" progId="Equation.DSMT4">
                  <p:embed/>
                  <p:pic>
                    <p:nvPicPr>
                      <p:cNvPr id="0" name="图片 12295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349115" y="5455920"/>
                        <a:ext cx="643890" cy="4756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文本框 2"/>
          <p:cNvSpPr txBox="1"/>
          <p:nvPr/>
        </p:nvSpPr>
        <p:spPr>
          <a:xfrm>
            <a:off x="5010752" y="5467544"/>
            <a:ext cx="33870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在          内处处</a:t>
            </a:r>
            <a:r>
              <a:rPr lang="zh-CN" altLang="en-US" sz="2800" dirty="0" smtClean="0">
                <a:latin typeface="+mn-ea"/>
              </a:rPr>
              <a:t>可导</a:t>
            </a:r>
            <a:endParaRPr lang="zh-CN" altLang="en-US" sz="2800" dirty="0">
              <a:latin typeface="+mn-ea"/>
            </a:endParaRPr>
          </a:p>
        </p:txBody>
      </p:sp>
      <p:graphicFrame>
        <p:nvGraphicFramePr>
          <p:cNvPr id="35" name="Object 12"/>
          <p:cNvGraphicFramePr>
            <a:graphicFrameLocks noChangeAspect="1"/>
          </p:cNvGraphicFramePr>
          <p:nvPr/>
        </p:nvGraphicFramePr>
        <p:xfrm>
          <a:off x="5485766" y="5484495"/>
          <a:ext cx="1035685" cy="512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" name="Equation" r:id="rId8" imgW="495300" imgH="203200" progId="Equation.DSMT4">
                  <p:embed/>
                </p:oleObj>
              </mc:Choice>
              <mc:Fallback>
                <p:oleObj name="Equation" r:id="rId8" imgW="495300" imgH="203200" progId="Equation.DSMT4">
                  <p:embed/>
                  <p:pic>
                    <p:nvPicPr>
                      <p:cNvPr id="0" name="图片 12295"/>
                      <p:cNvPicPr>
                        <a:picLocks noChangeAspect="1"/>
                      </p:cNvPicPr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485766" y="5484495"/>
                        <a:ext cx="1035685" cy="5124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右箭头 38"/>
          <p:cNvSpPr/>
          <p:nvPr/>
        </p:nvSpPr>
        <p:spPr>
          <a:xfrm>
            <a:off x="758190" y="6336030"/>
            <a:ext cx="911860" cy="1403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40" name="Object 12"/>
          <p:cNvGraphicFramePr>
            <a:graphicFrameLocks noChangeAspect="1"/>
          </p:cNvGraphicFramePr>
          <p:nvPr/>
        </p:nvGraphicFramePr>
        <p:xfrm>
          <a:off x="3415665" y="6141720"/>
          <a:ext cx="643890" cy="475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" name="Equation" r:id="rId10" imgW="7924800" imgH="4876800" progId="Equation.DSMT4">
                  <p:embed/>
                </p:oleObj>
              </mc:Choice>
              <mc:Fallback>
                <p:oleObj name="Equation" r:id="rId10" imgW="7924800" imgH="4876800" progId="Equation.DSMT4">
                  <p:embed/>
                  <p:pic>
                    <p:nvPicPr>
                      <p:cNvPr id="0" name="图片 12295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415665" y="6141720"/>
                        <a:ext cx="643890" cy="4756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文本框 2"/>
          <p:cNvSpPr txBox="1"/>
          <p:nvPr/>
        </p:nvSpPr>
        <p:spPr>
          <a:xfrm>
            <a:off x="4059522" y="6141914"/>
            <a:ext cx="1796415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>
                <a:latin typeface="+mn-ea"/>
              </a:rPr>
              <a:t>在</a:t>
            </a:r>
            <a:r>
              <a:rPr lang="en-US" altLang="zh-CN" sz="2800" dirty="0">
                <a:latin typeface="+mn-ea"/>
              </a:rPr>
              <a:t>z</a:t>
            </a:r>
            <a:r>
              <a:rPr lang="zh-CN" altLang="en-US" sz="2800" dirty="0">
                <a:latin typeface="+mn-ea"/>
              </a:rPr>
              <a:t>解析，</a:t>
            </a:r>
            <a:endParaRPr lang="zh-CN" altLang="en-US" sz="2800" dirty="0">
              <a:latin typeface="+mn-ea"/>
            </a:endParaRPr>
          </a:p>
        </p:txBody>
      </p:sp>
      <p:sp>
        <p:nvSpPr>
          <p:cNvPr id="46" name="右箭头 45"/>
          <p:cNvSpPr/>
          <p:nvPr/>
        </p:nvSpPr>
        <p:spPr>
          <a:xfrm>
            <a:off x="720090" y="7100570"/>
            <a:ext cx="911860" cy="1403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文本框 2"/>
          <p:cNvSpPr txBox="1"/>
          <p:nvPr/>
        </p:nvSpPr>
        <p:spPr>
          <a:xfrm>
            <a:off x="1781250" y="6883259"/>
            <a:ext cx="46443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复变函数      在区域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800" dirty="0" smtClean="0">
                <a:latin typeface="+mn-ea"/>
              </a:rPr>
              <a:t>内解析</a:t>
            </a:r>
            <a:endParaRPr lang="zh-CN" altLang="en-US" sz="2800" dirty="0">
              <a:latin typeface="+mn-ea"/>
            </a:endParaRPr>
          </a:p>
        </p:txBody>
      </p:sp>
      <p:graphicFrame>
        <p:nvGraphicFramePr>
          <p:cNvPr id="48" name="Object 12"/>
          <p:cNvGraphicFramePr>
            <a:graphicFrameLocks noChangeAspect="1"/>
          </p:cNvGraphicFramePr>
          <p:nvPr/>
        </p:nvGraphicFramePr>
        <p:xfrm>
          <a:off x="3327400" y="6932930"/>
          <a:ext cx="642620" cy="475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" name="Equation" r:id="rId11" imgW="7924800" imgH="4876800" progId="Equation.DSMT4">
                  <p:embed/>
                </p:oleObj>
              </mc:Choice>
              <mc:Fallback>
                <p:oleObj name="Equation" r:id="rId11" imgW="7924800" imgH="4876800" progId="Equation.DSMT4">
                  <p:embed/>
                  <p:pic>
                    <p:nvPicPr>
                      <p:cNvPr id="0" name="图片 12294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327400" y="6932930"/>
                        <a:ext cx="642620" cy="4756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文本框 2"/>
          <p:cNvSpPr txBox="1"/>
          <p:nvPr/>
        </p:nvSpPr>
        <p:spPr>
          <a:xfrm>
            <a:off x="1020520" y="808214"/>
            <a:ext cx="46443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复变函数      在区域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800" dirty="0" smtClean="0">
                <a:latin typeface="+mn-ea"/>
              </a:rPr>
              <a:t>内解析</a:t>
            </a:r>
            <a:endParaRPr lang="zh-CN" altLang="en-US" sz="2800" dirty="0">
              <a:latin typeface="+mn-ea"/>
            </a:endParaRPr>
          </a:p>
        </p:txBody>
      </p:sp>
      <p:graphicFrame>
        <p:nvGraphicFramePr>
          <p:cNvPr id="53" name="Object 12"/>
          <p:cNvGraphicFramePr>
            <a:graphicFrameLocks noChangeAspect="1"/>
          </p:cNvGraphicFramePr>
          <p:nvPr/>
        </p:nvGraphicFramePr>
        <p:xfrm>
          <a:off x="2566670" y="857885"/>
          <a:ext cx="642620" cy="475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" name="Equation" r:id="rId13" imgW="7924800" imgH="4876800" progId="Equation.DSMT4">
                  <p:embed/>
                </p:oleObj>
              </mc:Choice>
              <mc:Fallback>
                <p:oleObj name="Equation" r:id="rId13" imgW="7924800" imgH="4876800" progId="Equation.DSMT4">
                  <p:embed/>
                  <p:pic>
                    <p:nvPicPr>
                      <p:cNvPr id="0" name="图片 12294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566670" y="857885"/>
                        <a:ext cx="642620" cy="4756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右箭头 54"/>
          <p:cNvSpPr/>
          <p:nvPr/>
        </p:nvSpPr>
        <p:spPr>
          <a:xfrm>
            <a:off x="720090" y="1600200"/>
            <a:ext cx="911860" cy="1403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56" name="Object 12"/>
          <p:cNvGraphicFramePr>
            <a:graphicFrameLocks noChangeAspect="1"/>
          </p:cNvGraphicFramePr>
          <p:nvPr/>
        </p:nvGraphicFramePr>
        <p:xfrm>
          <a:off x="1800860" y="1379220"/>
          <a:ext cx="1087755" cy="512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" name="Equation" r:id="rId14" imgW="520700" imgH="203200" progId="Equation.DSMT4">
                  <p:embed/>
                </p:oleObj>
              </mc:Choice>
              <mc:Fallback>
                <p:oleObj name="Equation" r:id="rId14" imgW="520700" imgH="203200" progId="Equation.DSMT4">
                  <p:embed/>
                  <p:pic>
                    <p:nvPicPr>
                      <p:cNvPr id="0" name="图片 1229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00860" y="1379220"/>
                        <a:ext cx="1087755" cy="5124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文本框 2"/>
          <p:cNvSpPr txBox="1"/>
          <p:nvPr/>
        </p:nvSpPr>
        <p:spPr>
          <a:xfrm>
            <a:off x="2997275" y="1396224"/>
            <a:ext cx="3851275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复变函数      在</a:t>
            </a:r>
            <a:r>
              <a:rPr lang="en-US" altLang="zh-CN" sz="2800" dirty="0" smtClean="0">
                <a:latin typeface="+mn-ea"/>
              </a:rPr>
              <a:t>z</a:t>
            </a:r>
            <a:r>
              <a:rPr lang="zh-CN" altLang="en-US" sz="2800" dirty="0" smtClean="0">
                <a:latin typeface="+mn-ea"/>
              </a:rPr>
              <a:t>解析，</a:t>
            </a:r>
            <a:endParaRPr lang="zh-CN" altLang="en-US" sz="2800" dirty="0">
              <a:latin typeface="+mn-ea"/>
            </a:endParaRPr>
          </a:p>
        </p:txBody>
      </p:sp>
      <p:graphicFrame>
        <p:nvGraphicFramePr>
          <p:cNvPr id="59" name="Object 12"/>
          <p:cNvGraphicFramePr>
            <a:graphicFrameLocks noChangeAspect="1"/>
          </p:cNvGraphicFramePr>
          <p:nvPr/>
        </p:nvGraphicFramePr>
        <p:xfrm>
          <a:off x="4543425" y="1463675"/>
          <a:ext cx="642620" cy="475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" name="Equation" r:id="rId15" imgW="7924800" imgH="4876800" progId="Equation.DSMT4">
                  <p:embed/>
                </p:oleObj>
              </mc:Choice>
              <mc:Fallback>
                <p:oleObj name="Equation" r:id="rId15" imgW="7924800" imgH="4876800" progId="Equation.DSMT4">
                  <p:embed/>
                  <p:pic>
                    <p:nvPicPr>
                      <p:cNvPr id="0" name="图片 12294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543425" y="1463675"/>
                        <a:ext cx="642620" cy="4756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右箭头 60"/>
          <p:cNvSpPr/>
          <p:nvPr/>
        </p:nvSpPr>
        <p:spPr>
          <a:xfrm>
            <a:off x="755015" y="2320925"/>
            <a:ext cx="911860" cy="1403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62" name="Object 12"/>
          <p:cNvGraphicFramePr>
            <a:graphicFrameLocks noChangeAspect="1"/>
          </p:cNvGraphicFramePr>
          <p:nvPr/>
        </p:nvGraphicFramePr>
        <p:xfrm>
          <a:off x="1835785" y="2134870"/>
          <a:ext cx="1087755" cy="512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" name="Equation" r:id="rId16" imgW="520700" imgH="203200" progId="Equation.DSMT4">
                  <p:embed/>
                </p:oleObj>
              </mc:Choice>
              <mc:Fallback>
                <p:oleObj name="Equation" r:id="rId16" imgW="520700" imgH="203200" progId="Equation.DSMT4">
                  <p:embed/>
                  <p:pic>
                    <p:nvPicPr>
                      <p:cNvPr id="0" name="图片 1229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35785" y="2134870"/>
                        <a:ext cx="1087755" cy="5124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" name="文本框 2"/>
          <p:cNvSpPr txBox="1"/>
          <p:nvPr/>
        </p:nvSpPr>
        <p:spPr>
          <a:xfrm>
            <a:off x="3032200" y="2151874"/>
            <a:ext cx="3851275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复变函数      在</a:t>
            </a:r>
            <a:r>
              <a:rPr lang="en-US" altLang="zh-CN" sz="2800" dirty="0" smtClean="0">
                <a:latin typeface="+mn-ea"/>
              </a:rPr>
              <a:t>z</a:t>
            </a:r>
            <a:r>
              <a:rPr lang="zh-CN" altLang="en-US" sz="2800" dirty="0" smtClean="0">
                <a:latin typeface="+mn-ea"/>
              </a:rPr>
              <a:t>可导</a:t>
            </a:r>
            <a:r>
              <a:rPr lang="zh-CN" altLang="en-US" sz="2800" dirty="0" smtClean="0">
                <a:latin typeface="+mn-ea"/>
              </a:rPr>
              <a:t>，</a:t>
            </a:r>
            <a:endParaRPr lang="zh-CN" altLang="en-US" sz="2800" dirty="0">
              <a:latin typeface="+mn-ea"/>
            </a:endParaRPr>
          </a:p>
        </p:txBody>
      </p:sp>
      <p:graphicFrame>
        <p:nvGraphicFramePr>
          <p:cNvPr id="65" name="Object 12"/>
          <p:cNvGraphicFramePr>
            <a:graphicFrameLocks noChangeAspect="1"/>
          </p:cNvGraphicFramePr>
          <p:nvPr/>
        </p:nvGraphicFramePr>
        <p:xfrm>
          <a:off x="4560570" y="2219325"/>
          <a:ext cx="642620" cy="475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" name="Equation" r:id="rId17" imgW="7924800" imgH="4876800" progId="Equation.DSMT4">
                  <p:embed/>
                </p:oleObj>
              </mc:Choice>
              <mc:Fallback>
                <p:oleObj name="Equation" r:id="rId17" imgW="7924800" imgH="4876800" progId="Equation.DSMT4">
                  <p:embed/>
                  <p:pic>
                    <p:nvPicPr>
                      <p:cNvPr id="0" name="图片 12294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560570" y="2219325"/>
                        <a:ext cx="642620" cy="4756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" name="右箭头 66"/>
          <p:cNvSpPr/>
          <p:nvPr/>
        </p:nvSpPr>
        <p:spPr>
          <a:xfrm>
            <a:off x="720090" y="3344545"/>
            <a:ext cx="911860" cy="1403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文本框 2"/>
          <p:cNvSpPr txBox="1"/>
          <p:nvPr/>
        </p:nvSpPr>
        <p:spPr>
          <a:xfrm>
            <a:off x="1800827" y="3121219"/>
            <a:ext cx="474980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复变函数       在区域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800" dirty="0" smtClean="0">
                <a:latin typeface="+mn-ea"/>
              </a:rPr>
              <a:t>内可导</a:t>
            </a:r>
            <a:endParaRPr lang="zh-CN" altLang="en-US" sz="2800" dirty="0">
              <a:latin typeface="+mn-ea"/>
            </a:endParaRPr>
          </a:p>
        </p:txBody>
      </p:sp>
      <p:graphicFrame>
        <p:nvGraphicFramePr>
          <p:cNvPr id="69" name="Object 12"/>
          <p:cNvGraphicFramePr>
            <a:graphicFrameLocks noChangeAspect="1"/>
          </p:cNvGraphicFramePr>
          <p:nvPr/>
        </p:nvGraphicFramePr>
        <p:xfrm>
          <a:off x="3358515" y="3176905"/>
          <a:ext cx="643890" cy="475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" name="Equation" r:id="rId18" imgW="7924800" imgH="4876800" progId="Equation.DSMT4">
                  <p:embed/>
                </p:oleObj>
              </mc:Choice>
              <mc:Fallback>
                <p:oleObj name="Equation" r:id="rId18" imgW="7924800" imgH="4876800" progId="Equation.DSMT4">
                  <p:embed/>
                  <p:pic>
                    <p:nvPicPr>
                      <p:cNvPr id="0" name="图片 12295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58515" y="3176905"/>
                        <a:ext cx="643890" cy="4756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Object 12"/>
          <p:cNvGraphicFramePr>
            <a:graphicFrameLocks noChangeAspect="1"/>
          </p:cNvGraphicFramePr>
          <p:nvPr/>
        </p:nvGraphicFramePr>
        <p:xfrm>
          <a:off x="8941753" y="4883468"/>
          <a:ext cx="1008380" cy="41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" name="Equation" r:id="rId19" imgW="482600" imgH="165100" progId="Equation.DSMT4">
                  <p:embed/>
                </p:oleObj>
              </mc:Choice>
              <mc:Fallback>
                <p:oleObj name="Equation" r:id="rId19" imgW="482600" imgH="165100" progId="Equation.DSMT4">
                  <p:embed/>
                  <p:pic>
                    <p:nvPicPr>
                      <p:cNvPr id="0" name="图片 12295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941753" y="4883468"/>
                        <a:ext cx="1008380" cy="4165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" name="文本框 2"/>
          <p:cNvSpPr txBox="1"/>
          <p:nvPr/>
        </p:nvSpPr>
        <p:spPr>
          <a:xfrm>
            <a:off x="9989787" y="4818574"/>
            <a:ext cx="187833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>
                <a:latin typeface="+mn-ea"/>
              </a:rPr>
              <a:t>是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800" dirty="0">
                <a:latin typeface="+mn-ea"/>
              </a:rPr>
              <a:t>的内点</a:t>
            </a:r>
            <a:endParaRPr lang="zh-CN" altLang="en-US" sz="2800" dirty="0">
              <a:latin typeface="+mn-ea"/>
            </a:endParaRPr>
          </a:p>
        </p:txBody>
      </p:sp>
      <p:sp>
        <p:nvSpPr>
          <p:cNvPr id="75" name="左右箭头 74"/>
          <p:cNvSpPr/>
          <p:nvPr/>
        </p:nvSpPr>
        <p:spPr>
          <a:xfrm>
            <a:off x="8889365" y="5592445"/>
            <a:ext cx="666750" cy="12319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76" name="Object 12"/>
          <p:cNvGraphicFramePr>
            <a:graphicFrameLocks noChangeAspect="1"/>
          </p:cNvGraphicFramePr>
          <p:nvPr/>
        </p:nvGraphicFramePr>
        <p:xfrm>
          <a:off x="9623743" y="5397183"/>
          <a:ext cx="1858010" cy="513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" name="Equation" r:id="rId21" imgW="889000" imgH="203200" progId="Equation.DSMT4">
                  <p:embed/>
                </p:oleObj>
              </mc:Choice>
              <mc:Fallback>
                <p:oleObj name="Equation" r:id="rId21" imgW="889000" imgH="203200" progId="Equation.DSMT4">
                  <p:embed/>
                  <p:pic>
                    <p:nvPicPr>
                      <p:cNvPr id="0" name="图片 12295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9623743" y="5397183"/>
                        <a:ext cx="1858010" cy="513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" name="Object 12"/>
          <p:cNvGraphicFramePr>
            <a:graphicFrameLocks noChangeAspect="1"/>
          </p:cNvGraphicFramePr>
          <p:nvPr/>
        </p:nvGraphicFramePr>
        <p:xfrm>
          <a:off x="1835785" y="6141720"/>
          <a:ext cx="1087755" cy="512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" name="Equation" r:id="rId23" imgW="520700" imgH="203200" progId="Equation.DSMT4">
                  <p:embed/>
                </p:oleObj>
              </mc:Choice>
              <mc:Fallback>
                <p:oleObj name="Equation" r:id="rId23" imgW="520700" imgH="203200" progId="Equation.DSMT4">
                  <p:embed/>
                  <p:pic>
                    <p:nvPicPr>
                      <p:cNvPr id="0" name="图片 1229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35785" y="6141720"/>
                        <a:ext cx="1087755" cy="5124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5" grpId="0" animBg="1"/>
      <p:bldP spid="58" grpId="0"/>
      <p:bldP spid="61" grpId="0" animBg="1"/>
      <p:bldP spid="64" grpId="0"/>
      <p:bldP spid="67" grpId="0" animBg="1"/>
      <p:bldP spid="68" grpId="0"/>
      <p:bldP spid="23" grpId="0"/>
      <p:bldP spid="73" grpId="0"/>
      <p:bldP spid="75" grpId="0" animBg="1"/>
      <p:bldP spid="27" grpId="0" animBg="1"/>
      <p:bldP spid="34" grpId="0"/>
      <p:bldP spid="39" grpId="0" animBg="1"/>
      <p:bldP spid="43" grpId="0"/>
      <p:bldP spid="46" grpId="0" animBg="1"/>
      <p:bldP spid="4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2"/>
          <p:cNvSpPr txBox="1"/>
          <p:nvPr/>
        </p:nvSpPr>
        <p:spPr>
          <a:xfrm>
            <a:off x="8436475" y="1976571"/>
            <a:ext cx="31203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 smtClean="0">
                <a:latin typeface="+mn-ea"/>
              </a:rPr>
              <a:t>也称           是区域</a:t>
            </a:r>
            <a:endParaRPr lang="zh-CN" altLang="en-US" sz="2800" dirty="0">
              <a:latin typeface="+mn-ea"/>
            </a:endParaRPr>
          </a:p>
        </p:txBody>
      </p:sp>
      <p:sp>
        <p:nvSpPr>
          <p:cNvPr id="42" name="文本框 2"/>
          <p:cNvSpPr txBox="1"/>
          <p:nvPr/>
        </p:nvSpPr>
        <p:spPr>
          <a:xfrm>
            <a:off x="1017336" y="1955614"/>
            <a:ext cx="30340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 在</a:t>
            </a:r>
            <a:r>
              <a:rPr lang="zh-CN" altLang="en-US" sz="2800" b="1" dirty="0" smtClean="0">
                <a:solidFill>
                  <a:schemeClr val="accent1"/>
                </a:solidFill>
                <a:latin typeface="+mn-ea"/>
              </a:rPr>
              <a:t>区域</a:t>
            </a:r>
            <a:r>
              <a:rPr lang="en-US" altLang="zh-CN" sz="2800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800" b="1" dirty="0" smtClean="0">
                <a:solidFill>
                  <a:schemeClr val="accent1"/>
                </a:solidFill>
                <a:latin typeface="+mn-ea"/>
              </a:rPr>
              <a:t>内解析</a:t>
            </a:r>
            <a:r>
              <a:rPr lang="zh-CN" altLang="en-US" sz="2800" dirty="0" smtClean="0">
                <a:latin typeface="+mn-ea"/>
              </a:rPr>
              <a:t>；</a:t>
            </a:r>
            <a:endParaRPr lang="zh-CN" altLang="en-US" sz="2800" dirty="0">
              <a:latin typeface="+mn-ea"/>
            </a:endParaRPr>
          </a:p>
        </p:txBody>
      </p:sp>
      <p:sp>
        <p:nvSpPr>
          <p:cNvPr id="44" name="文本框 2"/>
          <p:cNvSpPr txBox="1"/>
          <p:nvPr/>
        </p:nvSpPr>
        <p:spPr>
          <a:xfrm>
            <a:off x="1732915" y="1302385"/>
            <a:ext cx="65690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若复变函数             在区域</a:t>
            </a:r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zh-CN" altLang="en-US" sz="2800" dirty="0" smtClean="0">
                <a:latin typeface="+mn-ea"/>
              </a:rPr>
              <a:t>内处处解析，</a:t>
            </a:r>
            <a:endParaRPr lang="zh-CN" altLang="en-US" sz="2800" dirty="0">
              <a:latin typeface="+mn-ea"/>
            </a:endParaRPr>
          </a:p>
        </p:txBody>
      </p:sp>
      <p:graphicFrame>
        <p:nvGraphicFramePr>
          <p:cNvPr id="53274" name="Object 26"/>
          <p:cNvGraphicFramePr>
            <a:graphicFrameLocks noChangeAspect="1"/>
          </p:cNvGraphicFramePr>
          <p:nvPr/>
        </p:nvGraphicFramePr>
        <p:xfrm>
          <a:off x="3544773" y="1302605"/>
          <a:ext cx="1370472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9" name="Equation" r:id="rId1" imgW="14020800" imgH="4876800" progId="Equation.DSMT4">
                  <p:embed/>
                </p:oleObj>
              </mc:Choice>
              <mc:Fallback>
                <p:oleObj name="Equation" r:id="rId1" imgW="14020800" imgH="4876800" progId="Equation.DSMT4">
                  <p:embed/>
                  <p:pic>
                    <p:nvPicPr>
                      <p:cNvPr id="0" name="图片 1228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44773" y="1302605"/>
                        <a:ext cx="1370472" cy="565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92" name="Object 20"/>
          <p:cNvGraphicFramePr>
            <a:graphicFrameLocks noChangeAspect="1"/>
          </p:cNvGraphicFramePr>
          <p:nvPr/>
        </p:nvGraphicFramePr>
        <p:xfrm>
          <a:off x="9196383" y="1302226"/>
          <a:ext cx="1357312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name="Equation" r:id="rId3" imgW="14020800" imgH="4876800" progId="Equation.DSMT4">
                  <p:embed/>
                </p:oleObj>
              </mc:Choice>
              <mc:Fallback>
                <p:oleObj name="Equation" r:id="rId3" imgW="14020800" imgH="4876800" progId="Equation.DSMT4">
                  <p:embed/>
                  <p:pic>
                    <p:nvPicPr>
                      <p:cNvPr id="0" name="图片 12289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196383" y="1302226"/>
                        <a:ext cx="1357312" cy="565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文本框 2"/>
          <p:cNvSpPr txBox="1"/>
          <p:nvPr/>
        </p:nvSpPr>
        <p:spPr>
          <a:xfrm>
            <a:off x="3871242" y="1955493"/>
            <a:ext cx="475996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i="1" dirty="0" smtClean="0">
                <a:latin typeface="+mn-ea"/>
              </a:rPr>
              <a:t> </a:t>
            </a:r>
            <a:r>
              <a:rPr lang="zh-CN" altLang="en-US" sz="2800" dirty="0" smtClean="0">
                <a:latin typeface="+mn-ea"/>
              </a:rPr>
              <a:t>称为             的</a:t>
            </a:r>
            <a:r>
              <a:rPr lang="zh-CN" altLang="en-US" sz="2800" b="1" dirty="0" smtClean="0">
                <a:solidFill>
                  <a:schemeClr val="accent1"/>
                </a:solidFill>
                <a:latin typeface="+mn-ea"/>
              </a:rPr>
              <a:t>解析区域</a:t>
            </a:r>
            <a:r>
              <a:rPr lang="zh-CN" altLang="en-US" sz="2800" dirty="0" smtClean="0">
                <a:latin typeface="+mn-ea"/>
              </a:rPr>
              <a:t>；</a:t>
            </a:r>
            <a:endParaRPr lang="zh-CN" altLang="en-US" sz="2800" dirty="0">
              <a:latin typeface="+mn-ea"/>
            </a:endParaRPr>
          </a:p>
        </p:txBody>
      </p:sp>
      <p:graphicFrame>
        <p:nvGraphicFramePr>
          <p:cNvPr id="58384" name="Object 16"/>
          <p:cNvGraphicFramePr>
            <a:graphicFrameLocks noChangeAspect="1"/>
          </p:cNvGraphicFramePr>
          <p:nvPr/>
        </p:nvGraphicFramePr>
        <p:xfrm>
          <a:off x="5007610" y="1955800"/>
          <a:ext cx="130302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1" name="Equation" r:id="rId4" imgW="14020800" imgH="4876800" progId="Equation.DSMT4">
                  <p:embed/>
                </p:oleObj>
              </mc:Choice>
              <mc:Fallback>
                <p:oleObj name="Equation" r:id="rId4" imgW="14020800" imgH="4876800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007610" y="1955800"/>
                        <a:ext cx="1303020" cy="5429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文本框 2"/>
          <p:cNvSpPr txBox="1"/>
          <p:nvPr/>
        </p:nvSpPr>
        <p:spPr>
          <a:xfrm>
            <a:off x="1148580" y="2641416"/>
            <a:ext cx="336994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800" dirty="0" smtClean="0">
                <a:latin typeface="+mn-ea"/>
              </a:rPr>
              <a:t>上的一个</a:t>
            </a:r>
            <a:r>
              <a:rPr lang="zh-CN" altLang="en-US" sz="2800" b="1" dirty="0" smtClean="0">
                <a:solidFill>
                  <a:schemeClr val="accent1"/>
                </a:solidFill>
                <a:latin typeface="+mn-ea"/>
              </a:rPr>
              <a:t>解析函数</a:t>
            </a:r>
            <a:r>
              <a:rPr lang="en-US" altLang="zh-CN" sz="2800" dirty="0" smtClean="0">
                <a:latin typeface="+mn-ea"/>
              </a:rPr>
              <a:t>.</a:t>
            </a:r>
            <a:endParaRPr lang="en-US" altLang="zh-CN" sz="2800" dirty="0" smtClean="0">
              <a:latin typeface="+mn-ea"/>
            </a:endParaRPr>
          </a:p>
        </p:txBody>
      </p:sp>
      <p:graphicFrame>
        <p:nvGraphicFramePr>
          <p:cNvPr id="31" name="Object 20"/>
          <p:cNvGraphicFramePr>
            <a:graphicFrameLocks noChangeAspect="1"/>
          </p:cNvGraphicFramePr>
          <p:nvPr/>
        </p:nvGraphicFramePr>
        <p:xfrm>
          <a:off x="9273540" y="2011680"/>
          <a:ext cx="1169035" cy="487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2" name="Equation" r:id="rId5" imgW="14020800" imgH="4876800" progId="Equation.DSMT4">
                  <p:embed/>
                </p:oleObj>
              </mc:Choice>
              <mc:Fallback>
                <p:oleObj name="Equation" r:id="rId5" imgW="14020800" imgH="4876800" progId="Equation.DSMT4">
                  <p:embed/>
                  <p:pic>
                    <p:nvPicPr>
                      <p:cNvPr id="0" name="图片 12291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273540" y="2011680"/>
                        <a:ext cx="1169035" cy="4870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圆角矩形 36"/>
          <p:cNvSpPr/>
          <p:nvPr/>
        </p:nvSpPr>
        <p:spPr>
          <a:xfrm>
            <a:off x="4855949" y="2641831"/>
            <a:ext cx="2380890" cy="672860"/>
          </a:xfrm>
          <a:prstGeom prst="roundRect">
            <a:avLst/>
          </a:prstGeom>
          <a:blipFill>
            <a:blip r:embed="rId6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 smtClean="0">
                <a:solidFill>
                  <a:schemeClr val="tx1"/>
                </a:solidFill>
              </a:rPr>
              <a:t>全纯函数</a:t>
            </a:r>
            <a:endParaRPr lang="zh-CN" altLang="en-US" sz="2800" dirty="0" smtClean="0">
              <a:solidFill>
                <a:schemeClr val="tx1"/>
              </a:solidFill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7558951" y="2641484"/>
            <a:ext cx="2380890" cy="672860"/>
          </a:xfrm>
          <a:prstGeom prst="roundRect">
            <a:avLst/>
          </a:prstGeom>
          <a:blipFill>
            <a:blip r:embed="rId6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 smtClean="0">
                <a:solidFill>
                  <a:schemeClr val="tx1"/>
                </a:solidFill>
              </a:rPr>
              <a:t>正则函数</a:t>
            </a:r>
            <a:endParaRPr lang="zh-CN" altLang="en-US" sz="2800" dirty="0" smtClean="0">
              <a:solidFill>
                <a:schemeClr val="tx1"/>
              </a:solidFill>
            </a:endParaRPr>
          </a:p>
        </p:txBody>
      </p:sp>
      <p:sp>
        <p:nvSpPr>
          <p:cNvPr id="15" name="文本框 2"/>
          <p:cNvSpPr txBox="1"/>
          <p:nvPr/>
        </p:nvSpPr>
        <p:spPr>
          <a:xfrm>
            <a:off x="1149032" y="1322416"/>
            <a:ext cx="62865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latin typeface="+mn-ea"/>
              </a:rPr>
              <a:t>(3)</a:t>
            </a:r>
            <a:endParaRPr lang="en-US" altLang="zh-CN" sz="2800" dirty="0" smtClean="0">
              <a:latin typeface="+mn-ea"/>
            </a:endParaRPr>
          </a:p>
        </p:txBody>
      </p:sp>
      <p:sp>
        <p:nvSpPr>
          <p:cNvPr id="16" name="文本框 2"/>
          <p:cNvSpPr txBox="1"/>
          <p:nvPr/>
        </p:nvSpPr>
        <p:spPr>
          <a:xfrm>
            <a:off x="8301712" y="1302592"/>
            <a:ext cx="894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则称</a:t>
            </a:r>
            <a:endParaRPr lang="zh-CN" altLang="en-US" sz="2800" dirty="0" smtClean="0">
              <a:latin typeface="+mn-ea"/>
            </a:endParaRPr>
          </a:p>
        </p:txBody>
      </p:sp>
      <p:graphicFrame>
        <p:nvGraphicFramePr>
          <p:cNvPr id="58386" name="Object 18"/>
          <p:cNvGraphicFramePr>
            <a:graphicFrameLocks noChangeAspect="1"/>
          </p:cNvGraphicFramePr>
          <p:nvPr/>
        </p:nvGraphicFramePr>
        <p:xfrm>
          <a:off x="2439623" y="5593206"/>
          <a:ext cx="2055813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3" name="Equation" r:id="rId7" imgW="21031200" imgH="4876800" progId="Equation.DSMT4">
                  <p:embed/>
                </p:oleObj>
              </mc:Choice>
              <mc:Fallback>
                <p:oleObj name="Equation" r:id="rId7" imgW="21031200" imgH="4876800" progId="Equation.DSMT4">
                  <p:embed/>
                  <p:pic>
                    <p:nvPicPr>
                      <p:cNvPr id="0" name="图片 12292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39623" y="5593206"/>
                        <a:ext cx="2055813" cy="565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2"/>
          <p:cNvSpPr txBox="1"/>
          <p:nvPr/>
        </p:nvSpPr>
        <p:spPr>
          <a:xfrm>
            <a:off x="1617868" y="5592827"/>
            <a:ext cx="894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例，</a:t>
            </a:r>
            <a:endParaRPr lang="zh-CN" altLang="en-US" sz="2800" dirty="0" smtClean="0">
              <a:latin typeface="+mn-ea"/>
            </a:endParaRPr>
          </a:p>
        </p:txBody>
      </p:sp>
      <p:graphicFrame>
        <p:nvGraphicFramePr>
          <p:cNvPr id="58387" name="Object 19"/>
          <p:cNvGraphicFramePr>
            <a:graphicFrameLocks noChangeAspect="1"/>
          </p:cNvGraphicFramePr>
          <p:nvPr/>
        </p:nvGraphicFramePr>
        <p:xfrm>
          <a:off x="4495483" y="5558155"/>
          <a:ext cx="202565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4" name="Equation" r:id="rId9" imgW="20726400" imgH="5486400" progId="Equation.DSMT4">
                  <p:embed/>
                </p:oleObj>
              </mc:Choice>
              <mc:Fallback>
                <p:oleObj name="Equation" r:id="rId9" imgW="20726400" imgH="5486400" progId="Equation.DSMT4">
                  <p:embed/>
                  <p:pic>
                    <p:nvPicPr>
                      <p:cNvPr id="0" name="图片 12293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495483" y="5558155"/>
                        <a:ext cx="2025650" cy="635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七角星 18"/>
          <p:cNvSpPr/>
          <p:nvPr/>
        </p:nvSpPr>
        <p:spPr>
          <a:xfrm>
            <a:off x="1026569" y="3425132"/>
            <a:ext cx="914400" cy="914400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 smtClean="0">
                <a:solidFill>
                  <a:schemeClr val="tx1"/>
                </a:solidFill>
              </a:rPr>
              <a:t>注</a:t>
            </a:r>
            <a:endParaRPr lang="zh-CN" altLang="en-US" sz="2800" dirty="0" smtClean="0">
              <a:solidFill>
                <a:schemeClr val="tx1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986530" y="4338320"/>
            <a:ext cx="4644390" cy="529590"/>
            <a:chOff x="6278" y="6832"/>
            <a:chExt cx="7314" cy="834"/>
          </a:xfrm>
        </p:grpSpPr>
        <p:sp>
          <p:nvSpPr>
            <p:cNvPr id="20" name="文本框 2"/>
            <p:cNvSpPr txBox="1"/>
            <p:nvPr/>
          </p:nvSpPr>
          <p:spPr>
            <a:xfrm>
              <a:off x="6278" y="6832"/>
              <a:ext cx="7314" cy="834"/>
            </a:xfrm>
            <a:prstGeom prst="rect">
              <a:avLst/>
            </a:prstGeom>
            <a:noFill/>
          </p:spPr>
          <p:txBody>
            <a:bodyPr wrap="none" lIns="100054" tIns="50027" rIns="100054" bIns="50027" rtlCol="0">
              <a:spAutoFit/>
            </a:bodyPr>
            <a:lstStyle/>
            <a:p>
              <a:r>
                <a:rPr lang="zh-CN" altLang="en-US" sz="2800" dirty="0" smtClean="0">
                  <a:latin typeface="+mn-ea"/>
                </a:rPr>
                <a:t>复变函数      在区域</a:t>
              </a:r>
              <a:r>
                <a:rPr lang="en-US" altLang="zh-CN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zh-CN" altLang="en-US" sz="2800" dirty="0" smtClean="0">
                  <a:latin typeface="+mn-ea"/>
                </a:rPr>
                <a:t>内解析</a:t>
              </a:r>
              <a:endParaRPr lang="zh-CN" altLang="en-US" sz="2800" dirty="0">
                <a:latin typeface="+mn-ea"/>
              </a:endParaRPr>
            </a:p>
          </p:txBody>
        </p:sp>
        <p:graphicFrame>
          <p:nvGraphicFramePr>
            <p:cNvPr id="21" name="Object 12"/>
            <p:cNvGraphicFramePr>
              <a:graphicFrameLocks noChangeAspect="1"/>
            </p:cNvGraphicFramePr>
            <p:nvPr/>
          </p:nvGraphicFramePr>
          <p:xfrm>
            <a:off x="8713" y="6910"/>
            <a:ext cx="1012" cy="7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5" name="Equation" r:id="rId11" imgW="7924800" imgH="4876800" progId="Equation.DSMT4">
                    <p:embed/>
                  </p:oleObj>
                </mc:Choice>
                <mc:Fallback>
                  <p:oleObj name="Equation" r:id="rId11" imgW="7924800" imgH="4876800" progId="Equation.DSMT4">
                    <p:embed/>
                    <p:pic>
                      <p:nvPicPr>
                        <p:cNvPr id="0" name="图片 1229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8713" y="6910"/>
                          <a:ext cx="1012" cy="74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" name="左右箭头 21"/>
          <p:cNvSpPr/>
          <p:nvPr/>
        </p:nvSpPr>
        <p:spPr>
          <a:xfrm>
            <a:off x="3036570" y="4525010"/>
            <a:ext cx="834390" cy="289560"/>
          </a:xfrm>
          <a:prstGeom prst="leftRight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5" name="文本框 2"/>
          <p:cNvSpPr txBox="1"/>
          <p:nvPr/>
        </p:nvSpPr>
        <p:spPr>
          <a:xfrm>
            <a:off x="6521190" y="5643999"/>
            <a:ext cx="26885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在复平面上解析</a:t>
            </a:r>
            <a:endParaRPr lang="zh-CN" altLang="en-US" sz="2800" dirty="0" smtClean="0">
              <a:latin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958340" y="3655060"/>
            <a:ext cx="4749800" cy="530860"/>
            <a:chOff x="3084" y="5756"/>
            <a:chExt cx="7480" cy="836"/>
          </a:xfrm>
        </p:grpSpPr>
        <p:sp>
          <p:nvSpPr>
            <p:cNvPr id="13" name="文本框 2"/>
            <p:cNvSpPr txBox="1"/>
            <p:nvPr/>
          </p:nvSpPr>
          <p:spPr>
            <a:xfrm>
              <a:off x="3084" y="5756"/>
              <a:ext cx="7480" cy="834"/>
            </a:xfrm>
            <a:prstGeom prst="rect">
              <a:avLst/>
            </a:prstGeom>
            <a:noFill/>
          </p:spPr>
          <p:txBody>
            <a:bodyPr wrap="non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+mn-ea"/>
                </a:rPr>
                <a:t>复变函数       在区域</a:t>
              </a:r>
              <a:r>
                <a:rPr lang="en-US" altLang="zh-CN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zh-CN" altLang="en-US" sz="2800" dirty="0" smtClean="0">
                  <a:latin typeface="+mn-ea"/>
                </a:rPr>
                <a:t>内可导</a:t>
              </a:r>
              <a:endParaRPr lang="zh-CN" altLang="en-US" sz="2800" dirty="0">
                <a:latin typeface="+mn-ea"/>
              </a:endParaRPr>
            </a:p>
          </p:txBody>
        </p:sp>
        <p:graphicFrame>
          <p:nvGraphicFramePr>
            <p:cNvPr id="14" name="Object 12"/>
            <p:cNvGraphicFramePr>
              <a:graphicFrameLocks noChangeAspect="1"/>
            </p:cNvGraphicFramePr>
            <p:nvPr/>
          </p:nvGraphicFramePr>
          <p:xfrm>
            <a:off x="5537" y="5844"/>
            <a:ext cx="1014" cy="7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" name="Equation" r:id="rId13" imgW="7924800" imgH="4876800" progId="Equation.DSMT4">
                    <p:embed/>
                  </p:oleObj>
                </mc:Choice>
                <mc:Fallback>
                  <p:oleObj name="Equation" r:id="rId13" imgW="7924800" imgH="4876800" progId="Equation.DSMT4">
                    <p:embed/>
                    <p:pic>
                      <p:nvPicPr>
                        <p:cNvPr id="0" name="图片 1229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537" y="5844"/>
                          <a:ext cx="1014" cy="74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  <p:custDataLst>
      <p:tags r:id="rId1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8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8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5" grpId="0"/>
      <p:bldP spid="2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框 2"/>
          <p:cNvSpPr txBox="1"/>
          <p:nvPr>
            <p:custDataLst>
              <p:tags r:id="rId1"/>
            </p:custDataLst>
          </p:nvPr>
        </p:nvSpPr>
        <p:spPr>
          <a:xfrm>
            <a:off x="331914" y="1696652"/>
            <a:ext cx="14064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chemeClr val="accent1"/>
                </a:solidFill>
                <a:latin typeface="+mn-ea"/>
              </a:rPr>
              <a:t>定理：</a:t>
            </a:r>
            <a:endParaRPr lang="zh-CN" altLang="en-US" sz="2800" b="1" dirty="0" smtClean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2" name="文本框 2"/>
          <p:cNvSpPr txBox="1"/>
          <p:nvPr/>
        </p:nvSpPr>
        <p:spPr>
          <a:xfrm>
            <a:off x="3851997" y="202250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二、解析函数的概念</a:t>
            </a:r>
            <a:endParaRPr lang="zh-CN" altLang="en-US" sz="32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359387" y="891525"/>
            <a:ext cx="324675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+mn-ea"/>
              </a:rPr>
              <a:t>2</a:t>
            </a:r>
            <a:r>
              <a:rPr lang="zh-CN" altLang="en-US" sz="2800" b="1" dirty="0" smtClean="0">
                <a:solidFill>
                  <a:schemeClr val="accent1"/>
                </a:solidFill>
                <a:latin typeface="+mn-ea"/>
              </a:rPr>
              <a:t>、解析函数的运算</a:t>
            </a:r>
            <a:endParaRPr lang="zh-CN" altLang="en-US" sz="2800" b="1" dirty="0" smtClean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26" name="文本框 2"/>
          <p:cNvSpPr txBox="1"/>
          <p:nvPr>
            <p:custDataLst>
              <p:tags r:id="rId3"/>
            </p:custDataLst>
          </p:nvPr>
        </p:nvSpPr>
        <p:spPr>
          <a:xfrm>
            <a:off x="1427470" y="1693778"/>
            <a:ext cx="991492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解析函数经过加、减、乘、除以及复合后仍解析。</a:t>
            </a:r>
            <a:endParaRPr lang="zh-CN" altLang="en-US" sz="2800" dirty="0">
              <a:latin typeface="+mn-ea"/>
            </a:endParaRPr>
          </a:p>
        </p:txBody>
      </p:sp>
      <p:graphicFrame>
        <p:nvGraphicFramePr>
          <p:cNvPr id="30" name="对象 29"/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407670" y="2475230"/>
          <a:ext cx="3994785" cy="548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3" name="Equation" r:id="rId5" imgW="48768000" imgH="5791200" progId="Equation.DSMT4">
                  <p:embed/>
                </p:oleObj>
              </mc:Choice>
              <mc:Fallback>
                <p:oleObj name="Equation" r:id="rId5" imgW="48768000" imgH="5791200" progId="Equation.DSMT4">
                  <p:embed/>
                  <p:pic>
                    <p:nvPicPr>
                      <p:cNvPr id="0" name="图片 1331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7670" y="2475230"/>
                        <a:ext cx="3994785" cy="5486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文本框 2"/>
          <p:cNvSpPr txBox="1"/>
          <p:nvPr>
            <p:custDataLst>
              <p:tags r:id="rId7"/>
            </p:custDataLst>
          </p:nvPr>
        </p:nvSpPr>
        <p:spPr>
          <a:xfrm>
            <a:off x="4584951" y="2502059"/>
            <a:ext cx="4215741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在复平面处处解析。</a:t>
            </a:r>
            <a:endParaRPr lang="zh-CN" altLang="en-US" sz="2800" dirty="0" smtClean="0">
              <a:latin typeface="+mn-ea"/>
            </a:endParaRPr>
          </a:p>
        </p:txBody>
      </p:sp>
      <p:graphicFrame>
        <p:nvGraphicFramePr>
          <p:cNvPr id="59409" name="Object 17"/>
          <p:cNvGraphicFramePr>
            <a:graphicFrameLocks noChangeAspect="1"/>
          </p:cNvGraphicFramePr>
          <p:nvPr>
            <p:custDataLst>
              <p:tags r:id="rId8"/>
            </p:custDataLst>
          </p:nvPr>
        </p:nvGraphicFramePr>
        <p:xfrm>
          <a:off x="428625" y="3348355"/>
          <a:ext cx="4318000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" name="Equation" r:id="rId9" imgW="51206400" imgH="10972800" progId="Equation.DSMT4">
                  <p:embed/>
                </p:oleObj>
              </mc:Choice>
              <mc:Fallback>
                <p:oleObj name="Equation" r:id="rId9" imgW="51206400" imgH="10972800" progId="Equation.DSMT4">
                  <p:embed/>
                  <p:pic>
                    <p:nvPicPr>
                      <p:cNvPr id="0" name="图片 13313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28625" y="3348355"/>
                        <a:ext cx="4318000" cy="10382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组合 15"/>
          <p:cNvGrpSpPr/>
          <p:nvPr/>
        </p:nvGrpSpPr>
        <p:grpSpPr>
          <a:xfrm>
            <a:off x="4746625" y="3641090"/>
            <a:ext cx="2769870" cy="540385"/>
            <a:chOff x="7475" y="5734"/>
            <a:chExt cx="4362" cy="851"/>
          </a:xfrm>
        </p:grpSpPr>
        <p:sp>
          <p:nvSpPr>
            <p:cNvPr id="32" name="文本框 2"/>
            <p:cNvSpPr txBox="1"/>
            <p:nvPr>
              <p:custDataLst>
                <p:tags r:id="rId11"/>
              </p:custDataLst>
            </p:nvPr>
          </p:nvSpPr>
          <p:spPr>
            <a:xfrm>
              <a:off x="7475" y="5734"/>
              <a:ext cx="4362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 smtClean="0">
                  <a:latin typeface="+mn-ea"/>
                </a:rPr>
                <a:t>在            解析，</a:t>
              </a:r>
              <a:endParaRPr lang="zh-CN" altLang="en-US" sz="2800" dirty="0" smtClean="0">
                <a:latin typeface="+mn-ea"/>
              </a:endParaRPr>
            </a:p>
          </p:txBody>
        </p:sp>
        <p:graphicFrame>
          <p:nvGraphicFramePr>
            <p:cNvPr id="59410" name="Object 18"/>
            <p:cNvGraphicFramePr>
              <a:graphicFrameLocks noChangeAspect="1"/>
            </p:cNvGraphicFramePr>
            <p:nvPr>
              <p:custDataLst>
                <p:tags r:id="rId12"/>
              </p:custDataLst>
            </p:nvPr>
          </p:nvGraphicFramePr>
          <p:xfrm>
            <a:off x="8121" y="5767"/>
            <a:ext cx="2025" cy="8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15" name="Equation" r:id="rId13" imgW="15240000" imgH="5486400" progId="Equation.DSMT4">
                    <p:embed/>
                  </p:oleObj>
                </mc:Choice>
                <mc:Fallback>
                  <p:oleObj name="Equation" r:id="rId13" imgW="15240000" imgH="5486400" progId="Equation.DSMT4">
                    <p:embed/>
                    <p:pic>
                      <p:nvPicPr>
                        <p:cNvPr id="0" name="图片 1331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8121" y="5767"/>
                          <a:ext cx="2025" cy="81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组合 18"/>
          <p:cNvGrpSpPr/>
          <p:nvPr/>
        </p:nvGrpSpPr>
        <p:grpSpPr>
          <a:xfrm>
            <a:off x="7316470" y="3622675"/>
            <a:ext cx="4301490" cy="525780"/>
            <a:chOff x="11522" y="5705"/>
            <a:chExt cx="6774" cy="828"/>
          </a:xfrm>
        </p:grpSpPr>
        <p:sp>
          <p:nvSpPr>
            <p:cNvPr id="38" name="文本框 2"/>
            <p:cNvSpPr txBox="1"/>
            <p:nvPr>
              <p:custDataLst>
                <p:tags r:id="rId15"/>
              </p:custDataLst>
            </p:nvPr>
          </p:nvSpPr>
          <p:spPr>
            <a:xfrm>
              <a:off x="11522" y="5705"/>
              <a:ext cx="6775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 smtClean="0">
                  <a:latin typeface="+mn-ea"/>
                </a:rPr>
                <a:t> </a:t>
              </a:r>
              <a:r>
                <a:rPr lang="zh-CN" altLang="en-US" sz="2800" dirty="0" smtClean="0">
                  <a:latin typeface="+mn-ea"/>
                </a:rPr>
                <a:t>使得</a:t>
              </a:r>
              <a:r>
                <a:rPr lang="en-US" altLang="zh-CN" sz="2800" dirty="0" smtClean="0">
                  <a:latin typeface="+mn-ea"/>
                </a:rPr>
                <a:t>    </a:t>
              </a:r>
              <a:r>
                <a:rPr lang="zh-CN" altLang="en-US" sz="2800" dirty="0" smtClean="0">
                  <a:latin typeface="+mn-ea"/>
                </a:rPr>
                <a:t>          的点为奇点。</a:t>
              </a:r>
              <a:endParaRPr lang="zh-CN" altLang="en-US" sz="2800" dirty="0" smtClean="0">
                <a:latin typeface="+mn-ea"/>
              </a:endParaRPr>
            </a:p>
          </p:txBody>
        </p:sp>
        <p:graphicFrame>
          <p:nvGraphicFramePr>
            <p:cNvPr id="37" name="Object 18"/>
            <p:cNvGraphicFramePr>
              <a:graphicFrameLocks noChangeAspect="1"/>
            </p:cNvGraphicFramePr>
            <p:nvPr>
              <p:custDataLst>
                <p:tags r:id="rId16"/>
              </p:custDataLst>
            </p:nvPr>
          </p:nvGraphicFramePr>
          <p:xfrm>
            <a:off x="12976" y="5715"/>
            <a:ext cx="2189" cy="8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16" name="Equation" r:id="rId17" imgW="16459200" imgH="5486400" progId="Equation.DSMT4">
                    <p:embed/>
                  </p:oleObj>
                </mc:Choice>
                <mc:Fallback>
                  <p:oleObj name="Equation" r:id="rId17" imgW="16459200" imgH="5486400" progId="Equation.DSMT4">
                    <p:embed/>
                    <p:pic>
                      <p:nvPicPr>
                        <p:cNvPr id="0" name="图片 1331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2976" y="5715"/>
                          <a:ext cx="2189" cy="81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8858" name="Object 10"/>
          <p:cNvGraphicFramePr>
            <a:graphicFrameLocks noChangeAspect="1"/>
          </p:cNvGraphicFramePr>
          <p:nvPr>
            <p:custDataLst>
              <p:tags r:id="rId19"/>
            </p:custDataLst>
          </p:nvPr>
        </p:nvGraphicFramePr>
        <p:xfrm>
          <a:off x="885825" y="6259195"/>
          <a:ext cx="1835785" cy="1005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9" name="Equation" r:id="rId20" imgW="862965" imgH="393700" progId="Equation.DSMT4">
                  <p:embed/>
                </p:oleObj>
              </mc:Choice>
              <mc:Fallback>
                <p:oleObj name="Equation" r:id="rId20" imgW="862965" imgH="393700" progId="Equation.DSMT4">
                  <p:embed/>
                  <p:pic>
                    <p:nvPicPr>
                      <p:cNvPr id="0" name="图片 19458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885825" y="6259195"/>
                        <a:ext cx="1835785" cy="10058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0"/>
          <p:cNvGraphicFramePr>
            <a:graphicFrameLocks noChangeAspect="1"/>
          </p:cNvGraphicFramePr>
          <p:nvPr>
            <p:custDataLst>
              <p:tags r:id="rId22"/>
            </p:custDataLst>
          </p:nvPr>
        </p:nvGraphicFramePr>
        <p:xfrm>
          <a:off x="885825" y="5455920"/>
          <a:ext cx="2432685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23" imgW="1143000" imgH="228600" progId="Equation.DSMT4">
                  <p:embed/>
                </p:oleObj>
              </mc:Choice>
              <mc:Fallback>
                <p:oleObj name="Equation" r:id="rId23" imgW="1143000" imgH="228600" progId="Equation.DSMT4">
                  <p:embed/>
                  <p:pic>
                    <p:nvPicPr>
                      <p:cNvPr id="0" name="图片 19458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885825" y="5455920"/>
                        <a:ext cx="2432685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>
            <p:custDataLst>
              <p:tags r:id="rId25"/>
            </p:custDataLst>
          </p:nvPr>
        </p:nvSpPr>
        <p:spPr>
          <a:xfrm>
            <a:off x="611482" y="4697080"/>
            <a:ext cx="613537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 dirty="0">
                <a:solidFill>
                  <a:schemeClr val="accent1"/>
                </a:solidFill>
                <a:latin typeface="+mn-ea"/>
              </a:rPr>
              <a:t>例</a:t>
            </a:r>
            <a:r>
              <a:rPr lang="en-US" sz="2800" b="1" dirty="0">
                <a:solidFill>
                  <a:schemeClr val="accent1"/>
                </a:solidFill>
                <a:latin typeface="+mn-ea"/>
              </a:rPr>
              <a:t>5.  </a:t>
            </a:r>
            <a:r>
              <a:rPr lang="zh-CN" altLang="en-US" sz="2800" dirty="0">
                <a:latin typeface="+mn-ea"/>
              </a:rPr>
              <a:t>讨论下列函数的可</a:t>
            </a:r>
            <a:r>
              <a:rPr lang="zh-CN" altLang="en-US" sz="2800" dirty="0">
                <a:latin typeface="+mn-ea"/>
              </a:rPr>
              <a:t>导性与解析性</a:t>
            </a:r>
            <a:r>
              <a:rPr lang="en-US" altLang="zh-CN" sz="2800" dirty="0">
                <a:latin typeface="+mn-ea"/>
              </a:rPr>
              <a:t>.</a:t>
            </a:r>
            <a:endParaRPr lang="en-US" altLang="zh-CN" sz="2800" dirty="0">
              <a:latin typeface="+mn-ea"/>
            </a:endParaRPr>
          </a:p>
        </p:txBody>
      </p:sp>
      <p:sp>
        <p:nvSpPr>
          <p:cNvPr id="5" name="文本框 4"/>
          <p:cNvSpPr txBox="1"/>
          <p:nvPr>
            <p:custDataLst>
              <p:tags r:id="rId26"/>
            </p:custDataLst>
          </p:nvPr>
        </p:nvSpPr>
        <p:spPr>
          <a:xfrm>
            <a:off x="3318487" y="5518135"/>
            <a:ext cx="37388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>
                <a:latin typeface="+mn-ea"/>
              </a:rPr>
              <a:t>在复平面上处处可导，</a:t>
            </a:r>
            <a:endParaRPr lang="zh-CN" altLang="en-US" sz="2800" dirty="0">
              <a:latin typeface="+mn-ea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2788920" y="6501130"/>
            <a:ext cx="3620770" cy="521970"/>
            <a:chOff x="4392" y="10238"/>
            <a:chExt cx="5702" cy="822"/>
          </a:xfrm>
        </p:grpSpPr>
        <p:sp>
          <p:nvSpPr>
            <p:cNvPr id="6" name="文本框 5"/>
            <p:cNvSpPr txBox="1"/>
            <p:nvPr>
              <p:custDataLst>
                <p:tags r:id="rId27"/>
              </p:custDataLst>
            </p:nvPr>
          </p:nvSpPr>
          <p:spPr>
            <a:xfrm>
              <a:off x="4392" y="10238"/>
              <a:ext cx="5702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2800" dirty="0">
                  <a:latin typeface="+mn-ea"/>
                </a:rPr>
                <a:t>除         外处处可导</a:t>
              </a:r>
              <a:r>
                <a:rPr lang="zh-CN" altLang="en-US" sz="2800" dirty="0">
                  <a:latin typeface="+mn-ea"/>
                </a:rPr>
                <a:t>；</a:t>
              </a:r>
              <a:endParaRPr lang="zh-CN" altLang="en-US" sz="2800" dirty="0">
                <a:latin typeface="+mn-ea"/>
              </a:endParaRPr>
            </a:p>
          </p:txBody>
        </p:sp>
        <p:graphicFrame>
          <p:nvGraphicFramePr>
            <p:cNvPr id="7" name="Object 10"/>
            <p:cNvGraphicFramePr>
              <a:graphicFrameLocks noChangeAspect="1"/>
            </p:cNvGraphicFramePr>
            <p:nvPr>
              <p:custDataLst>
                <p:tags r:id="rId28"/>
              </p:custDataLst>
            </p:nvPr>
          </p:nvGraphicFramePr>
          <p:xfrm>
            <a:off x="4994" y="10292"/>
            <a:ext cx="1489" cy="7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" name="Equation" r:id="rId29" imgW="444500" imgH="190500" progId="Equation.DSMT4">
                    <p:embed/>
                  </p:oleObj>
                </mc:Choice>
                <mc:Fallback>
                  <p:oleObj name="Equation" r:id="rId29" imgW="444500" imgH="190500" progId="Equation.DSMT4">
                    <p:embed/>
                    <p:pic>
                      <p:nvPicPr>
                        <p:cNvPr id="0" name="图片 1945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4994" y="10292"/>
                          <a:ext cx="1489" cy="76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Object 10"/>
          <p:cNvGraphicFramePr>
            <a:graphicFrameLocks noChangeAspect="1"/>
          </p:cNvGraphicFramePr>
          <p:nvPr>
            <p:custDataLst>
              <p:tags r:id="rId31"/>
            </p:custDataLst>
          </p:nvPr>
        </p:nvGraphicFramePr>
        <p:xfrm>
          <a:off x="1738630" y="7394893"/>
          <a:ext cx="945515" cy="487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32" imgW="444500" imgH="190500" progId="Equation.DSMT4">
                  <p:embed/>
                </p:oleObj>
              </mc:Choice>
              <mc:Fallback>
                <p:oleObj name="Equation" r:id="rId32" imgW="444500" imgH="190500" progId="Equation.DSMT4">
                  <p:embed/>
                  <p:pic>
                    <p:nvPicPr>
                      <p:cNvPr id="0" name="图片 19458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738630" y="7394893"/>
                        <a:ext cx="945515" cy="4870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>
            <p:custDataLst>
              <p:tags r:id="rId33"/>
            </p:custDataLst>
          </p:nvPr>
        </p:nvSpPr>
        <p:spPr>
          <a:xfrm>
            <a:off x="2841602" y="7395195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>
                <a:latin typeface="+mn-ea"/>
              </a:rPr>
              <a:t>为奇点。</a:t>
            </a:r>
            <a:endParaRPr lang="zh-CN" altLang="en-US" sz="2800" dirty="0">
              <a:latin typeface="+mn-ea"/>
            </a:endParaRPr>
          </a:p>
        </p:txBody>
      </p:sp>
      <p:sp>
        <p:nvSpPr>
          <p:cNvPr id="12" name="文本框 11"/>
          <p:cNvSpPr txBox="1"/>
          <p:nvPr>
            <p:custDataLst>
              <p:tags r:id="rId34"/>
            </p:custDataLst>
          </p:nvPr>
        </p:nvSpPr>
        <p:spPr>
          <a:xfrm>
            <a:off x="6859882" y="5542265"/>
            <a:ext cx="37388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dirty="0">
                <a:latin typeface="+mn-ea"/>
              </a:rPr>
              <a:t>在复平面上处处解析。</a:t>
            </a:r>
            <a:endParaRPr lang="zh-CN" altLang="en-US" sz="2800" dirty="0">
              <a:latin typeface="+mn-ea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6409690" y="6535420"/>
            <a:ext cx="3620770" cy="521970"/>
            <a:chOff x="10094" y="10292"/>
            <a:chExt cx="5702" cy="822"/>
          </a:xfrm>
        </p:grpSpPr>
        <p:sp>
          <p:nvSpPr>
            <p:cNvPr id="13" name="文本框 12"/>
            <p:cNvSpPr txBox="1"/>
            <p:nvPr>
              <p:custDataLst>
                <p:tags r:id="rId35"/>
              </p:custDataLst>
            </p:nvPr>
          </p:nvSpPr>
          <p:spPr>
            <a:xfrm>
              <a:off x="10094" y="10292"/>
              <a:ext cx="5702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2800" dirty="0">
                  <a:latin typeface="+mn-ea"/>
                </a:rPr>
                <a:t>除         外处处解析</a:t>
              </a:r>
              <a:r>
                <a:rPr lang="zh-CN" altLang="en-US" sz="2800" dirty="0">
                  <a:latin typeface="+mn-ea"/>
                </a:rPr>
                <a:t>；</a:t>
              </a:r>
              <a:endParaRPr lang="zh-CN" altLang="en-US" sz="2800" dirty="0">
                <a:latin typeface="+mn-ea"/>
              </a:endParaRPr>
            </a:p>
          </p:txBody>
        </p:sp>
        <p:graphicFrame>
          <p:nvGraphicFramePr>
            <p:cNvPr id="14" name="Object 10"/>
            <p:cNvGraphicFramePr>
              <a:graphicFrameLocks noChangeAspect="1"/>
            </p:cNvGraphicFramePr>
            <p:nvPr>
              <p:custDataLst>
                <p:tags r:id="rId36"/>
              </p:custDataLst>
            </p:nvPr>
          </p:nvGraphicFramePr>
          <p:xfrm>
            <a:off x="10696" y="10346"/>
            <a:ext cx="1489" cy="7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" name="Equation" r:id="rId37" imgW="444500" imgH="190500" progId="Equation.DSMT4">
                    <p:embed/>
                  </p:oleObj>
                </mc:Choice>
                <mc:Fallback>
                  <p:oleObj name="Equation" r:id="rId37" imgW="444500" imgH="190500" progId="Equation.DSMT4">
                    <p:embed/>
                    <p:pic>
                      <p:nvPicPr>
                        <p:cNvPr id="0" name="图片 1945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10696" y="10346"/>
                          <a:ext cx="1489" cy="76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  <p:custDataLst>
      <p:tags r:id="rId38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9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78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26" grpId="0"/>
      <p:bldP spid="31" grpId="0"/>
      <p:bldP spid="4" grpId="0"/>
      <p:bldP spid="5" grpId="0"/>
      <p:bldP spid="12" grpId="0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775564" y="1005704"/>
            <a:ext cx="94362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rgbClr val="FF0000"/>
                </a:solidFill>
              </a:rPr>
              <a:t>总结：</a:t>
            </a:r>
            <a:endParaRPr lang="zh-CN" altLang="en-US" sz="2800" b="1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837180" y="1005840"/>
            <a:ext cx="50374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1. 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函数可导与可微的定义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331210" y="1647825"/>
            <a:ext cx="47999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</a:rPr>
              <a:t>复变函数在一个点的导数；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837963" y="3198984"/>
            <a:ext cx="431823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2. 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解析函数的概念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31210" y="2397760"/>
            <a:ext cx="47999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复变函数的导函数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.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250713" y="4000354"/>
            <a:ext cx="431823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辨析解析与可导的关系：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250565" y="5055870"/>
            <a:ext cx="28448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函数在点上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解析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936105" y="5113655"/>
            <a:ext cx="28448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函数在点上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可导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172460" y="5953125"/>
            <a:ext cx="32950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函数在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区域上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解析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076440" y="5936615"/>
            <a:ext cx="32950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函数在区域上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可导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2" name="左右箭头 11"/>
          <p:cNvSpPr/>
          <p:nvPr/>
        </p:nvSpPr>
        <p:spPr>
          <a:xfrm>
            <a:off x="6251575" y="6140450"/>
            <a:ext cx="808355" cy="147320"/>
          </a:xfrm>
          <a:prstGeom prst="left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右箭头 12"/>
          <p:cNvSpPr/>
          <p:nvPr/>
        </p:nvSpPr>
        <p:spPr>
          <a:xfrm>
            <a:off x="5904865" y="5160010"/>
            <a:ext cx="1099820" cy="12128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左箭头 13"/>
          <p:cNvSpPr/>
          <p:nvPr/>
        </p:nvSpPr>
        <p:spPr>
          <a:xfrm>
            <a:off x="5892800" y="5337175"/>
            <a:ext cx="1073785" cy="144780"/>
          </a:xfrm>
          <a:prstGeom prst="lef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乘号 14"/>
          <p:cNvSpPr/>
          <p:nvPr/>
        </p:nvSpPr>
        <p:spPr>
          <a:xfrm>
            <a:off x="6251575" y="5254625"/>
            <a:ext cx="398145" cy="381000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2"/>
          <p:cNvSpPr txBox="1"/>
          <p:nvPr/>
        </p:nvSpPr>
        <p:spPr>
          <a:xfrm>
            <a:off x="3484549" y="2546830"/>
            <a:ext cx="1640613" cy="7499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275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作业：</a:t>
            </a:r>
            <a:endParaRPr lang="zh-CN" altLang="en-US" sz="4275" dirty="0" smtClean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133415" y="3662415"/>
            <a:ext cx="4717140" cy="5308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55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习题</a:t>
            </a:r>
            <a:r>
              <a:rPr lang="en-US" altLang="zh-CN" sz="2855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zh-CN" altLang="en-US" sz="2855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</a:t>
            </a:r>
            <a:r>
              <a:rPr lang="en-US" altLang="zh-CN" sz="2855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5(1)(2)(4)</a:t>
            </a:r>
            <a:r>
              <a:rPr lang="en-US" altLang="zh-CN" sz="2855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endParaRPr lang="zh-CN" altLang="en-US" sz="2855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72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K_DARK_LIGHT" val="2"/>
</p:tagLst>
</file>

<file path=ppt/tags/tag73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K_DARK_LIGHT" val="2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78.xml><?xml version="1.0" encoding="utf-8"?>
<p:tagLst xmlns:p="http://schemas.openxmlformats.org/presentationml/2006/main">
  <p:tag name="KSO_WM_UNIT_TYPE" val="i"/>
  <p:tag name="KSO_WM_UNIT_SUBTYPE" val="h"/>
  <p:tag name="KSO_WM_SLIDE_BACKGROUND_TYPE" val="frame"/>
  <p:tag name="KSO_WM_UNIT_HIGHLIGHT" val="0"/>
  <p:tag name="KSO_WM_UNIT_COMPATIBLE" val="0"/>
  <p:tag name="KSO_WM_UNIT_DIAGRAM_ISNUMVISUAL" val="0"/>
  <p:tag name="KSO_WM_UNIT_DIAGRAM_ISREFERUNIT" val="0"/>
  <p:tag name="KSO_WM_UNIT_INDEX" val="0"/>
  <p:tag name="KSO_WM_UNIT_ID" val="_13*i*0"/>
  <p:tag name="KSO_WM_UNIT_LAYERLEVEL" val="1"/>
  <p:tag name="KSO_WM_TAG_VERSION" val="1.0"/>
  <p:tag name="KSO_WM_BEAUTIFY_FLAG" val="#wm#"/>
  <p:tag name="KSO_WM_SLIDE_BK_DARK_LIGHT" val="2"/>
  <p:tag name="KSO_WM_UNIT_BK_DARK_LIGHT" val="2"/>
</p:tagLst>
</file>

<file path=ppt/tags/tag79.xml><?xml version="1.0" encoding="utf-8"?>
<p:tagLst xmlns:p="http://schemas.openxmlformats.org/presentationml/2006/main">
  <p:tag name="KSO_WM_SLIDE_BACKGROUND_TYPE" val="frame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K_DARK_LIGHT" val="2"/>
</p:tagLst>
</file>

<file path=ppt/tags/tag80.xml><?xml version="1.0" encoding="utf-8"?>
<p:tagLst xmlns:p="http://schemas.openxmlformats.org/presentationml/2006/main">
  <p:tag name="KSO_WM_SLIDE_BACKGROUND_TYPE" val="frame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K_DARK_LIGHT" val="2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6.xml><?xml version="1.0" encoding="utf-8"?>
<p:tagLst xmlns:p="http://schemas.openxmlformats.org/presentationml/2006/main">
  <p:tag name="KSO_WM_UNIT_TYPE" val="i"/>
  <p:tag name="KSO_WM_UNIT_SUBTYPE" val="h"/>
  <p:tag name="KSO_WM_SLIDE_BACKGROUND_TYPE" val="leftRight"/>
  <p:tag name="KSO_WM_UNIT_HIGHLIGHT" val="0"/>
  <p:tag name="KSO_WM_UNIT_COMPATIBLE" val="0"/>
  <p:tag name="KSO_WM_UNIT_DIAGRAM_ISNUMVISUAL" val="0"/>
  <p:tag name="KSO_WM_UNIT_DIAGRAM_ISREFERUNIT" val="0"/>
  <p:tag name="KSO_WM_UNIT_INDEX" val="0"/>
  <p:tag name="KSO_WM_UNIT_ID" val="_14*i*0"/>
  <p:tag name="KSO_WM_UNIT_LAYERLEVEL" val="1"/>
  <p:tag name="KSO_WM_TAG_VERSION" val="1.0"/>
  <p:tag name="KSO_WM_BEAUTIFY_FLAG" val="#wm#"/>
  <p:tag name="KSO_WM_SLIDE_BK_DARK_LIGHT" val="2"/>
  <p:tag name="KSO_WM_UNIT_BK_DARK_LIGHT" val="2"/>
</p:tagLst>
</file>

<file path=ppt/tags/tag87.xml><?xml version="1.0" encoding="utf-8"?>
<p:tagLst xmlns:p="http://schemas.openxmlformats.org/presentationml/2006/main">
  <p:tag name="KSO_WM_SLIDE_BACKGROUND_TYPE" val="leftRight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K_DARK_LIGHT" val="2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4.xml><?xml version="1.0" encoding="utf-8"?>
<p:tagLst xmlns:p="http://schemas.openxmlformats.org/presentationml/2006/main">
  <p:tag name="KSO_WM_UNIT_TYPE" val="i"/>
  <p:tag name="KSO_WM_UNIT_SUBTYPE" val="h"/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NDEX" val="0"/>
  <p:tag name="KSO_WM_UNIT_ID" val="_15*i*0"/>
  <p:tag name="KSO_WM_UNIT_LAYERLEVEL" val="1"/>
  <p:tag name="KSO_WM_TAG_VERSION" val="1.0"/>
  <p:tag name="KSO_WM_BEAUTIFY_FLAG" val="#wm#"/>
  <p:tag name="KSO_WM_SLIDE_BK_DARK_LIGHT" val="2"/>
  <p:tag name="KSO_WM_UNIT_BK_DARK_LIGHT" val="2"/>
</p:tagLst>
</file>

<file path=ppt/tags/tag95.xml><?xml version="1.0" encoding="utf-8"?>
<p:tagLst xmlns:p="http://schemas.openxmlformats.org/presentationml/2006/main"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K_DARK_LIGHT" val="2"/>
</p:tagLst>
</file>

<file path=ppt/tags/tag96.xml><?xml version="1.0" encoding="utf-8"?>
<p:tagLst xmlns:p="http://schemas.openxmlformats.org/presentationml/2006/main"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K_DARK_LIGHT" val="2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3.xml><?xml version="1.0" encoding="utf-8"?>
<p:tagLst xmlns:p="http://schemas.openxmlformats.org/presentationml/2006/main">
  <p:tag name="KSO_WM_UNIT_TYPE" val="i"/>
  <p:tag name="KSO_WM_UNIT_SUBTYPE" val="h"/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NDEX" val="0"/>
  <p:tag name="KSO_WM_UNIT_ID" val="_16*i*0"/>
  <p:tag name="KSO_WM_UNIT_LAYERLEVEL" val="1"/>
  <p:tag name="KSO_WM_TAG_VERSION" val="1.0"/>
  <p:tag name="KSO_WM_BEAUTIFY_FLAG" val="#wm#"/>
  <p:tag name="KSO_WM_SLIDE_BK_DARK_LIGHT" val="2"/>
  <p:tag name="KSO_WM_UNIT_BK_DARK_LIGHT" val="2"/>
</p:tagLst>
</file>

<file path=ppt/tags/tag104.xml><?xml version="1.0" encoding="utf-8"?>
<p:tagLst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K_DARK_LIGHT" val="2"/>
</p:tagLst>
</file>

<file path=ppt/tags/tag105.xml><?xml version="1.0" encoding="utf-8"?>
<p:tagLst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K_DARK_LIGHT" val="2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2.xml><?xml version="1.0" encoding="utf-8"?>
<p:tagLst xmlns:p="http://schemas.openxmlformats.org/presentationml/2006/main">
  <p:tag name="KSO_WM_UNIT_TYPE" val="i"/>
  <p:tag name="KSO_WM_UNIT_SUBTYPE" val="h"/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NDEX" val="0"/>
  <p:tag name="KSO_WM_UNIT_ID" val="_17*i*0"/>
  <p:tag name="KSO_WM_UNIT_LAYERLEVEL" val="1"/>
  <p:tag name="KSO_WM_TAG_VERSION" val="1.0"/>
  <p:tag name="KSO_WM_BEAUTIFY_FLAG" val="#wm#"/>
  <p:tag name="KSO_WM_SLIDE_BK_DARK_LIGHT" val="2"/>
  <p:tag name="KSO_WM_UNIT_BK_DARK_LIGHT" val="2"/>
</p:tagLst>
</file>

<file path=ppt/tags/tag113.xml><?xml version="1.0" encoding="utf-8"?>
<p:tagLst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K_DARK_LIGHT" val="2"/>
</p:tagLst>
</file>

<file path=ppt/tags/tag114.xml><?xml version="1.0" encoding="utf-8"?>
<p:tagLst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K_DARK_LIGHT" val="2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3.xml><?xml version="1.0" encoding="utf-8"?>
<p:tagLst xmlns:p="http://schemas.openxmlformats.org/presentationml/2006/main">
  <p:tag name="KSO_WM_UNIT_TYPE" val="i"/>
  <p:tag name="KSO_WM_UNIT_SUBTYPE" val="h"/>
  <p:tag name="KSO_WM_SLIDE_BACKGROUND_TYPE" val="belt"/>
  <p:tag name="KSO_WM_UNIT_HIGHLIGHT" val="0"/>
  <p:tag name="KSO_WM_UNIT_COMPATIBLE" val="0"/>
  <p:tag name="KSO_WM_UNIT_DIAGRAM_ISNUMVISUAL" val="0"/>
  <p:tag name="KSO_WM_UNIT_DIAGRAM_ISREFERUNIT" val="0"/>
  <p:tag name="KSO_WM_UNIT_INDEX" val="0"/>
  <p:tag name="KSO_WM_UNIT_ID" val="_18*i*0"/>
  <p:tag name="KSO_WM_UNIT_LAYERLEVEL" val="1"/>
  <p:tag name="KSO_WM_TAG_VERSION" val="1.0"/>
  <p:tag name="KSO_WM_BEAUTIFY_FLAG" val="#wm#"/>
  <p:tag name="KSO_WM_SLIDE_BK_DARK_LIGHT" val="2"/>
  <p:tag name="KSO_WM_UNIT_BK_DARK_LIGHT" val="2"/>
</p:tagLst>
</file>

<file path=ppt/tags/tag124.xml><?xml version="1.0" encoding="utf-8"?>
<p:tagLst xmlns:p="http://schemas.openxmlformats.org/presentationml/2006/main">
  <p:tag name="KSO_WM_SLIDE_BACKGROUND_TYPE" val="belt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K_DARK_LIGHT" val="2"/>
</p:tagLst>
</file>

<file path=ppt/tags/tag125.xml><?xml version="1.0" encoding="utf-8"?>
<p:tagLst xmlns:p="http://schemas.openxmlformats.org/presentationml/2006/main">
  <p:tag name="KSO_WM_SLIDE_BACKGROUND_TYPE" val="belt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K_DARK_LIGHT" val="2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405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405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204405"/>
  <p:tag name="KSO_WM_TEMPLATE_SUBCATEGORY" val="0"/>
  <p:tag name="KSO_WM_TEMPLATE_MASTER_TYPE" val="1"/>
  <p:tag name="KSO_WM_TEMPLATE_COLOR_TYPE" val="1"/>
  <p:tag name="KSO_WM_TEMPLATE_MASTER_THUMB_INDEX" val="12"/>
  <p:tag name="KSO_WM_TEMPLATE_THUMBS_INDEX" val="1、4、7、9、11、15、18、19、20、21、24、29、33、36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8.xml><?xml version="1.0" encoding="utf-8"?>
<p:tagLst xmlns:p="http://schemas.openxmlformats.org/presentationml/2006/main">
  <p:tag name="KSO_WM_TEMPLATE_CATEGORY" val="custom"/>
  <p:tag name="KSO_WM_TEMPLATE_INDEX" val="20204405"/>
</p:tagLst>
</file>

<file path=ppt/tags/tag139.xml><?xml version="1.0" encoding="utf-8"?>
<p:tagLst xmlns:p="http://schemas.openxmlformats.org/presentationml/2006/main">
  <p:tag name="KSO_WM_TEMPLATE_CATEGORY" val="custom"/>
  <p:tag name="KSO_WM_TEMPLATE_INDEX" val="20204405"/>
</p:tagLst>
</file>

<file path=ppt/tags/tag140.xml><?xml version="1.0" encoding="utf-8"?>
<p:tagLst xmlns:p="http://schemas.openxmlformats.org/presentationml/2006/main">
  <p:tag name="KSO_WM_DIAGRAM_VIRTUALLY_FRAME" val="{&quot;height&quot;:308.7288188976378,&quot;left&quot;:69.60322834645669,&quot;top&quot;:86.12118110236221,&quot;width&quot;:590.3195275590551}"/>
</p:tagLst>
</file>

<file path=ppt/tags/tag141.xml><?xml version="1.0" encoding="utf-8"?>
<p:tagLst xmlns:p="http://schemas.openxmlformats.org/presentationml/2006/main">
  <p:tag name="KSO_WM_DIAGRAM_VIRTUALLY_FRAME" val="{&quot;height&quot;:308.7288188976378,&quot;left&quot;:69.60322834645669,&quot;top&quot;:86.12118110236221,&quot;width&quot;:590.3195275590551}"/>
</p:tagLst>
</file>

<file path=ppt/tags/tag142.xml><?xml version="1.0" encoding="utf-8"?>
<p:tagLst xmlns:p="http://schemas.openxmlformats.org/presentationml/2006/main">
  <p:tag name="KSO_WM_DIAGRAM_VIRTUALLY_FRAME" val="{&quot;height&quot;:308.7288188976378,&quot;left&quot;:69.60322834645669,&quot;top&quot;:86.12118110236221,&quot;width&quot;:590.3195275590551}"/>
</p:tagLst>
</file>

<file path=ppt/tags/tag143.xml><?xml version="1.0" encoding="utf-8"?>
<p:tagLst xmlns:p="http://schemas.openxmlformats.org/presentationml/2006/main">
  <p:tag name="KSO_WM_DIAGRAM_VIRTUALLY_FRAME" val="{&quot;height&quot;:308.7288188976378,&quot;left&quot;:69.60322834645669,&quot;top&quot;:86.12118110236221,&quot;width&quot;:590.3195275590551}"/>
</p:tagLst>
</file>

<file path=ppt/tags/tag144.xml><?xml version="1.0" encoding="utf-8"?>
<p:tagLst xmlns:p="http://schemas.openxmlformats.org/presentationml/2006/main">
  <p:tag name="KSO_WM_DIAGRAM_VIRTUALLY_FRAME" val="{&quot;height&quot;:308.7288188976378,&quot;left&quot;:69.60322834645669,&quot;top&quot;:86.12118110236221,&quot;width&quot;:590.3195275590551}"/>
</p:tagLst>
</file>

<file path=ppt/tags/tag145.xml><?xml version="1.0" encoding="utf-8"?>
<p:tagLst xmlns:p="http://schemas.openxmlformats.org/presentationml/2006/main">
  <p:tag name="KSO_WM_DIAGRAM_VIRTUALLY_FRAME" val="{&quot;height&quot;:308.7288188976378,&quot;left&quot;:69.60322834645669,&quot;top&quot;:86.12118110236221,&quot;width&quot;:590.3195275590551}"/>
</p:tagLst>
</file>

<file path=ppt/tags/tag146.xml><?xml version="1.0" encoding="utf-8"?>
<p:tagLst xmlns:p="http://schemas.openxmlformats.org/presentationml/2006/main">
  <p:tag name="KSO_WM_DIAGRAM_VIRTUALLY_FRAME" val="{&quot;height&quot;:308.7288188976378,&quot;left&quot;:69.60322834645669,&quot;top&quot;:86.12118110236221,&quot;width&quot;:590.3195275590551}"/>
</p:tagLst>
</file>

<file path=ppt/tags/tag147.xml><?xml version="1.0" encoding="utf-8"?>
<p:tagLst xmlns:p="http://schemas.openxmlformats.org/presentationml/2006/main">
  <p:tag name="KSO_WM_DIAGRAM_VIRTUALLY_FRAME" val="{&quot;height&quot;:308.7288188976378,&quot;left&quot;:69.60322834645669,&quot;top&quot;:86.12118110236221,&quot;width&quot;:590.3195275590551}"/>
</p:tagLst>
</file>

<file path=ppt/tags/tag148.xml><?xml version="1.0" encoding="utf-8"?>
<p:tagLst xmlns:p="http://schemas.openxmlformats.org/presentationml/2006/main">
  <p:tag name="KSO_WM_DIAGRAM_VIRTUALLY_FRAME" val="{&quot;height&quot;:308.7288188976378,&quot;left&quot;:69.60322834645669,&quot;top&quot;:86.12118110236221,&quot;width&quot;:590.3195275590551}"/>
</p:tagLst>
</file>

<file path=ppt/tags/tag149.xml><?xml version="1.0" encoding="utf-8"?>
<p:tagLst xmlns:p="http://schemas.openxmlformats.org/presentationml/2006/main">
  <p:tag name="KSO_WM_DIAGRAM_VIRTUALLY_FRAME" val="{&quot;height&quot;:308.7288188976378,&quot;left&quot;:69.60322834645669,&quot;top&quot;:86.12118110236221,&quot;width&quot;:590.3195275590551}"/>
</p:tagLst>
</file>

<file path=ppt/tags/tag150.xml><?xml version="1.0" encoding="utf-8"?>
<p:tagLst xmlns:p="http://schemas.openxmlformats.org/presentationml/2006/main">
  <p:tag name="KSO_WM_DIAGRAM_VIRTUALLY_FRAME" val="{&quot;height&quot;:308.7288188976378,&quot;left&quot;:69.60322834645669,&quot;top&quot;:86.12118110236221,&quot;width&quot;:590.3195275590551}"/>
</p:tagLst>
</file>

<file path=ppt/tags/tag151.xml><?xml version="1.0" encoding="utf-8"?>
<p:tagLst xmlns:p="http://schemas.openxmlformats.org/presentationml/2006/main">
  <p:tag name="KSO_WM_DIAGRAM_VIRTUALLY_FRAME" val="{&quot;height&quot;:308.7288188976378,&quot;left&quot;:69.60322834645669,&quot;top&quot;:86.12118110236221,&quot;width&quot;:590.3195275590551}"/>
</p:tagLst>
</file>

<file path=ppt/tags/tag152.xml><?xml version="1.0" encoding="utf-8"?>
<p:tagLst xmlns:p="http://schemas.openxmlformats.org/presentationml/2006/main">
  <p:tag name="KSO_WM_DIAGRAM_VIRTUALLY_FRAME" val="{&quot;height&quot;:308.7288188976378,&quot;left&quot;:69.60322834645669,&quot;top&quot;:86.12118110236221,&quot;width&quot;:590.3195275590551}"/>
</p:tagLst>
</file>

<file path=ppt/tags/tag153.xml><?xml version="1.0" encoding="utf-8"?>
<p:tagLst xmlns:p="http://schemas.openxmlformats.org/presentationml/2006/main">
  <p:tag name="KSO_WM_DIAGRAM_VIRTUALLY_FRAME" val="{&quot;height&quot;:308.7288188976378,&quot;left&quot;:69.60322834645669,&quot;top&quot;:86.12118110236221,&quot;width&quot;:590.3195275590551}"/>
</p:tagLst>
</file>

<file path=ppt/tags/tag154.xml><?xml version="1.0" encoding="utf-8"?>
<p:tagLst xmlns:p="http://schemas.openxmlformats.org/presentationml/2006/main">
  <p:tag name="KSO_WM_DIAGRAM_VIRTUALLY_FRAME" val="{&quot;height&quot;:308.7288188976378,&quot;left&quot;:69.60322834645669,&quot;top&quot;:86.12118110236221,&quot;width&quot;:590.3195275590551}"/>
</p:tagLst>
</file>

<file path=ppt/tags/tag155.xml><?xml version="1.0" encoding="utf-8"?>
<p:tagLst xmlns:p="http://schemas.openxmlformats.org/presentationml/2006/main">
  <p:tag name="KSO_WM_DIAGRAM_VIRTUALLY_FRAME" val="{&quot;height&quot;:308.7288188976378,&quot;left&quot;:69.60322834645669,&quot;top&quot;:86.12118110236221,&quot;width&quot;:590.3195275590551}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TEMPLATE_CATEGORY" val="custom"/>
  <p:tag name="KSO_WM_TEMPLATE_INDEX" val="20204405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TEMPLATE_CATEGORY" val="custom"/>
  <p:tag name="KSO_WM_TEMPLATE_INDEX" val="20204405"/>
</p:tagLst>
</file>

<file path=ppt/tags/tag163.xml><?xml version="1.0" encoding="utf-8"?>
<p:tagLst xmlns:p="http://schemas.openxmlformats.org/presentationml/2006/main">
  <p:tag name="KSO_WM_TEMPLATE_CATEGORY" val="custom"/>
  <p:tag name="KSO_WM_TEMPLATE_INDEX" val="20204405"/>
</p:tagLst>
</file>

<file path=ppt/tags/tag164.xml><?xml version="1.0" encoding="utf-8"?>
<p:tagLst xmlns:p="http://schemas.openxmlformats.org/presentationml/2006/main">
  <p:tag name="KSO_WM_TEMPLATE_CATEGORY" val="custom"/>
  <p:tag name="KSO_WM_TEMPLATE_INDEX" val="20204405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TEMPLATE_CATEGORY" val="custom"/>
  <p:tag name="KSO_WM_TEMPLATE_INDEX" val="20204405"/>
</p:tagLst>
</file>

<file path=ppt/tags/tag172.xml><?xml version="1.0" encoding="utf-8"?>
<p:tagLst xmlns:p="http://schemas.openxmlformats.org/presentationml/2006/main">
  <p:tag name="KSO_WM_TEMPLATE_CATEGORY" val="custom"/>
  <p:tag name="KSO_WM_TEMPLATE_INDEX" val="20204405"/>
</p:tagLst>
</file>

<file path=ppt/tags/tag173.xml><?xml version="1.0" encoding="utf-8"?>
<p:tagLst xmlns:p="http://schemas.openxmlformats.org/presentationml/2006/main">
  <p:tag name="KSO_WM_TEMPLATE_CATEGORY" val="custom"/>
  <p:tag name="KSO_WM_TEMPLATE_INDEX" val="20204405"/>
</p:tagLst>
</file>

<file path=ppt/tags/tag174.xml><?xml version="1.0" encoding="utf-8"?>
<p:tagLst xmlns:p="http://schemas.openxmlformats.org/presentationml/2006/main">
  <p:tag name="KSO_WM_TEMPLATE_CATEGORY" val="custom"/>
  <p:tag name="KSO_WM_TEMPLATE_INDEX" val="20204405"/>
</p:tagLst>
</file>

<file path=ppt/tags/tag175.xml><?xml version="1.0" encoding="utf-8"?>
<p:tagLst xmlns:p="http://schemas.openxmlformats.org/presentationml/2006/main">
  <p:tag name="KSO_WM_TEMPLATE_CATEGORY" val="custom"/>
  <p:tag name="KSO_WM_TEMPLATE_INDEX" val="20204405"/>
</p:tagLst>
</file>

<file path=ppt/tags/tag176.xml><?xml version="1.0" encoding="utf-8"?>
<p:tagLst xmlns:p="http://schemas.openxmlformats.org/presentationml/2006/main">
  <p:tag name="KSO_WM_TEMPLATE_CATEGORY" val="custom"/>
  <p:tag name="KSO_WM_TEMPLATE_INDEX" val="20204405"/>
</p:tagLst>
</file>

<file path=ppt/tags/tag177.xml><?xml version="1.0" encoding="utf-8"?>
<p:tagLst xmlns:p="http://schemas.openxmlformats.org/presentationml/2006/main">
  <p:tag name="KSO_WM_TEMPLATE_CATEGORY" val="custom"/>
  <p:tag name="KSO_WM_TEMPLATE_INDEX" val="20204405"/>
</p:tagLst>
</file>

<file path=ppt/tags/tag178.xml><?xml version="1.0" encoding="utf-8"?>
<p:tagLst xmlns:p="http://schemas.openxmlformats.org/presentationml/2006/main">
  <p:tag name="KSO_WM_TEMPLATE_CATEGORY" val="custom"/>
  <p:tag name="KSO_WM_TEMPLATE_INDEX" val="20204405"/>
</p:tagLst>
</file>

<file path=ppt/tags/tag179.xml><?xml version="1.0" encoding="utf-8"?>
<p:tagLst xmlns:p="http://schemas.openxmlformats.org/presentationml/2006/main">
  <p:tag name="KSO_WM_TEMPLATE_CATEGORY" val="custom"/>
  <p:tag name="KSO_WM_TEMPLATE_INDEX" val="20204405"/>
</p:tagLst>
</file>

<file path=ppt/tags/tag180.xml><?xml version="1.0" encoding="utf-8"?>
<p:tagLst xmlns:p="http://schemas.openxmlformats.org/presentationml/2006/main">
  <p:tag name="KSO_WM_DIAGRAM_VIRTUALLY_FRAME" val="{&quot;height&quot;:553.2,&quot;left&quot;:26.13496062992126,&quot;top&quot;:70.19881889763779,&quot;width&quot;:888.7150393700788}"/>
</p:tagLst>
</file>

<file path=ppt/tags/tag181.xml><?xml version="1.0" encoding="utf-8"?>
<p:tagLst xmlns:p="http://schemas.openxmlformats.org/presentationml/2006/main">
  <p:tag name="KSO_WM_DIAGRAM_VIRTUALLY_FRAME" val="{&quot;height&quot;:553.2,&quot;left&quot;:26.13496062992126,&quot;top&quot;:70.19881889763779,&quot;width&quot;:888.7150393700788}"/>
</p:tagLst>
</file>

<file path=ppt/tags/tag182.xml><?xml version="1.0" encoding="utf-8"?>
<p:tagLst xmlns:p="http://schemas.openxmlformats.org/presentationml/2006/main">
  <p:tag name="KSO_WM_DIAGRAM_VIRTUALLY_FRAME" val="{&quot;height&quot;:553.2,&quot;left&quot;:26.13496062992126,&quot;top&quot;:70.19881889763779,&quot;width&quot;:888.7150393700788}"/>
</p:tagLst>
</file>

<file path=ppt/tags/tag183.xml><?xml version="1.0" encoding="utf-8"?>
<p:tagLst xmlns:p="http://schemas.openxmlformats.org/presentationml/2006/main">
  <p:tag name="KSO_WM_DIAGRAM_VIRTUALLY_FRAME" val="{&quot;height&quot;:553.2,&quot;left&quot;:26.13496062992126,&quot;top&quot;:70.19881889763779,&quot;width&quot;:888.7150393700788}"/>
</p:tagLst>
</file>

<file path=ppt/tags/tag184.xml><?xml version="1.0" encoding="utf-8"?>
<p:tagLst xmlns:p="http://schemas.openxmlformats.org/presentationml/2006/main">
  <p:tag name="KSO_WM_DIAGRAM_VIRTUALLY_FRAME" val="{&quot;height&quot;:553.2,&quot;left&quot;:26.13496062992126,&quot;top&quot;:70.19881889763779,&quot;width&quot;:888.7150393700788}"/>
</p:tagLst>
</file>

<file path=ppt/tags/tag185.xml><?xml version="1.0" encoding="utf-8"?>
<p:tagLst xmlns:p="http://schemas.openxmlformats.org/presentationml/2006/main">
  <p:tag name="KSO_WM_DIAGRAM_VIRTUALLY_FRAME" val="{&quot;height&quot;:553.2,&quot;left&quot;:26.13496062992126,&quot;top&quot;:70.19881889763779,&quot;width&quot;:888.7150393700788}"/>
</p:tagLst>
</file>

<file path=ppt/tags/tag186.xml><?xml version="1.0" encoding="utf-8"?>
<p:tagLst xmlns:p="http://schemas.openxmlformats.org/presentationml/2006/main">
  <p:tag name="KSO_WM_DIAGRAM_VIRTUALLY_FRAME" val="{&quot;height&quot;:553.2,&quot;left&quot;:26.13496062992126,&quot;top&quot;:70.19881889763779,&quot;width&quot;:888.7150393700788}"/>
</p:tagLst>
</file>

<file path=ppt/tags/tag187.xml><?xml version="1.0" encoding="utf-8"?>
<p:tagLst xmlns:p="http://schemas.openxmlformats.org/presentationml/2006/main">
  <p:tag name="KSO_WM_DIAGRAM_VIRTUALLY_FRAME" val="{&quot;height&quot;:553.2,&quot;left&quot;:26.13496062992126,&quot;top&quot;:70.19881889763779,&quot;width&quot;:888.7150393700788}"/>
</p:tagLst>
</file>

<file path=ppt/tags/tag188.xml><?xml version="1.0" encoding="utf-8"?>
<p:tagLst xmlns:p="http://schemas.openxmlformats.org/presentationml/2006/main">
  <p:tag name="KSO_WM_DIAGRAM_VIRTUALLY_FRAME" val="{&quot;height&quot;:553.2,&quot;left&quot;:26.13496062992126,&quot;top&quot;:70.19881889763779,&quot;width&quot;:888.7150393700788}"/>
</p:tagLst>
</file>

<file path=ppt/tags/tag189.xml><?xml version="1.0" encoding="utf-8"?>
<p:tagLst xmlns:p="http://schemas.openxmlformats.org/presentationml/2006/main">
  <p:tag name="KSO_WM_DIAGRAM_VIRTUALLY_FRAME" val="{&quot;height&quot;:553.2,&quot;left&quot;:26.13496062992126,&quot;top&quot;:70.19881889763779,&quot;width&quot;:888.7150393700788}"/>
</p:tagLst>
</file>

<file path=ppt/tags/tag190.xml><?xml version="1.0" encoding="utf-8"?>
<p:tagLst xmlns:p="http://schemas.openxmlformats.org/presentationml/2006/main">
  <p:tag name="KSO_WM_DIAGRAM_VIRTUALLY_FRAME" val="{&quot;height&quot;:553.2,&quot;left&quot;:26.13496062992126,&quot;top&quot;:70.19881889763779,&quot;width&quot;:888.7150393700788}"/>
</p:tagLst>
</file>

<file path=ppt/tags/tag191.xml><?xml version="1.0" encoding="utf-8"?>
<p:tagLst xmlns:p="http://schemas.openxmlformats.org/presentationml/2006/main">
  <p:tag name="KSO_WM_DIAGRAM_VIRTUALLY_FRAME" val="{&quot;height&quot;:553.2,&quot;left&quot;:26.13496062992126,&quot;top&quot;:70.19881889763779,&quot;width&quot;:888.7150393700788}"/>
</p:tagLst>
</file>

<file path=ppt/tags/tag192.xml><?xml version="1.0" encoding="utf-8"?>
<p:tagLst xmlns:p="http://schemas.openxmlformats.org/presentationml/2006/main">
  <p:tag name="KSO_WM_DIAGRAM_VIRTUALLY_FRAME" val="{&quot;height&quot;:553.2,&quot;left&quot;:26.13496062992126,&quot;top&quot;:70.19881889763779,&quot;width&quot;:888.7150393700788}"/>
</p:tagLst>
</file>

<file path=ppt/tags/tag193.xml><?xml version="1.0" encoding="utf-8"?>
<p:tagLst xmlns:p="http://schemas.openxmlformats.org/presentationml/2006/main">
  <p:tag name="KSO_WM_DIAGRAM_VIRTUALLY_FRAME" val="{&quot;height&quot;:553.2,&quot;left&quot;:26.13496062992126,&quot;top&quot;:70.19881889763779,&quot;width&quot;:888.7150393700788}"/>
</p:tagLst>
</file>

<file path=ppt/tags/tag194.xml><?xml version="1.0" encoding="utf-8"?>
<p:tagLst xmlns:p="http://schemas.openxmlformats.org/presentationml/2006/main">
  <p:tag name="KSO_WM_DIAGRAM_VIRTUALLY_FRAME" val="{&quot;height&quot;:553.2,&quot;left&quot;:26.13496062992126,&quot;top&quot;:70.19881889763779,&quot;width&quot;:888.7150393700788}"/>
</p:tagLst>
</file>

<file path=ppt/tags/tag195.xml><?xml version="1.0" encoding="utf-8"?>
<p:tagLst xmlns:p="http://schemas.openxmlformats.org/presentationml/2006/main">
  <p:tag name="KSO_WM_DIAGRAM_VIRTUALLY_FRAME" val="{&quot;height&quot;:553.2,&quot;left&quot;:26.13496062992126,&quot;top&quot;:70.19881889763779,&quot;width&quot;:888.7150393700788}"/>
</p:tagLst>
</file>

<file path=ppt/tags/tag196.xml><?xml version="1.0" encoding="utf-8"?>
<p:tagLst xmlns:p="http://schemas.openxmlformats.org/presentationml/2006/main">
  <p:tag name="KSO_WM_DIAGRAM_VIRTUALLY_FRAME" val="{&quot;height&quot;:553.2,&quot;left&quot;:26.13496062992126,&quot;top&quot;:70.19881889763779,&quot;width&quot;:888.7150393700788}"/>
</p:tagLst>
</file>

<file path=ppt/tags/tag197.xml><?xml version="1.0" encoding="utf-8"?>
<p:tagLst xmlns:p="http://schemas.openxmlformats.org/presentationml/2006/main">
  <p:tag name="KSO_WM_DIAGRAM_VIRTUALLY_FRAME" val="{&quot;height&quot;:553.2,&quot;left&quot;:26.13496062992126,&quot;top&quot;:70.19881889763779,&quot;width&quot;:888.7150393700788}"/>
</p:tagLst>
</file>

<file path=ppt/tags/tag198.xml><?xml version="1.0" encoding="utf-8"?>
<p:tagLst xmlns:p="http://schemas.openxmlformats.org/presentationml/2006/main">
  <p:tag name="KSO_WM_DIAGRAM_VIRTUALLY_FRAME" val="{&quot;height&quot;:553.2,&quot;left&quot;:26.13496062992126,&quot;top&quot;:70.19881889763779,&quot;width&quot;:888.7150393700788}"/>
</p:tagLst>
</file>

<file path=ppt/tags/tag199.xml><?xml version="1.0" encoding="utf-8"?>
<p:tagLst xmlns:p="http://schemas.openxmlformats.org/presentationml/2006/main">
  <p:tag name="KSO_WM_DIAGRAM_VIRTUALLY_FRAME" val="{&quot;height&quot;:553.2,&quot;left&quot;:26.13496062992126,&quot;top&quot;:70.19881889763779,&quot;width&quot;:888.7150393700788}"/>
</p:tagLst>
</file>

<file path=ppt/tags/tag200.xml><?xml version="1.0" encoding="utf-8"?>
<p:tagLst xmlns:p="http://schemas.openxmlformats.org/presentationml/2006/main">
  <p:tag name="KSO_WM_DIAGRAM_VIRTUALLY_FRAME" val="{&quot;height&quot;:553.2,&quot;left&quot;:26.13496062992126,&quot;top&quot;:70.19881889763779,&quot;width&quot;:888.7150393700788}"/>
</p:tagLst>
</file>

<file path=ppt/tags/tag201.xml><?xml version="1.0" encoding="utf-8"?>
<p:tagLst xmlns:p="http://schemas.openxmlformats.org/presentationml/2006/main">
  <p:tag name="KSO_WM_TEMPLATE_CATEGORY" val="custom"/>
  <p:tag name="KSO_WM_TEMPLATE_INDEX" val="20204405"/>
</p:tagLst>
</file>

<file path=ppt/tags/tag202.xml><?xml version="1.0" encoding="utf-8"?>
<p:tagLst xmlns:p="http://schemas.openxmlformats.org/presentationml/2006/main">
  <p:tag name="COMMONDATA" val="eyJoZGlkIjoiZGVlMWU0ZDMwNTgzY2I5MzA3YTY2MzlkMjY5ZDc1ODMifQ=="/>
  <p:tag name="KSO_WPP_MARK_KEY" val="210d32df-9d20-4701-acf3-1249c0a6fd68"/>
</p:tagLst>
</file>

<file path=ppt/theme/theme1.xml><?xml version="1.0" encoding="utf-8"?>
<a:theme xmlns:a="http://schemas.openxmlformats.org/drawingml/2006/main" name="Office 主题​​">
  <a:themeElements>
    <a:clrScheme name="自定义 35">
      <a:dk1>
        <a:srgbClr val="000000"/>
      </a:dk1>
      <a:lt1>
        <a:srgbClr val="FFFFFF"/>
      </a:lt1>
      <a:dk2>
        <a:srgbClr val="E5F5FF"/>
      </a:dk2>
      <a:lt2>
        <a:srgbClr val="FBFCFC"/>
      </a:lt2>
      <a:accent1>
        <a:srgbClr val="0A79BD"/>
      </a:accent1>
      <a:accent2>
        <a:srgbClr val="00746A"/>
      </a:accent2>
      <a:accent3>
        <a:srgbClr val="166320"/>
      </a:accent3>
      <a:accent4>
        <a:srgbClr val="4D4704"/>
      </a:accent4>
      <a:accent5>
        <a:srgbClr val="962405"/>
      </a:accent5>
      <a:accent6>
        <a:srgbClr val="BC0A22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0</TotalTime>
  <Words>2093</Words>
  <Application>WPS 演示</Application>
  <PresentationFormat>自定义</PresentationFormat>
  <Paragraphs>336</Paragraphs>
  <Slides>18</Slides>
  <Notes>0</Notes>
  <HiddenSlides>1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206</vt:i4>
      </vt:variant>
      <vt:variant>
        <vt:lpstr>幻灯片标题</vt:lpstr>
      </vt:variant>
      <vt:variant>
        <vt:i4>18</vt:i4>
      </vt:variant>
    </vt:vector>
  </HeadingPairs>
  <TitlesOfParts>
    <vt:vector size="236" baseType="lpstr">
      <vt:lpstr>Arial</vt:lpstr>
      <vt:lpstr>宋体</vt:lpstr>
      <vt:lpstr>Wingdings</vt:lpstr>
      <vt:lpstr>微软雅黑</vt:lpstr>
      <vt:lpstr>汉仪旗黑-85S</vt:lpstr>
      <vt:lpstr>黑体</vt:lpstr>
      <vt:lpstr>华文行楷</vt:lpstr>
      <vt:lpstr>Times New Roman</vt:lpstr>
      <vt:lpstr>Arial Unicode MS</vt:lpstr>
      <vt:lpstr>Calibri</vt:lpstr>
      <vt:lpstr>华文中宋</vt:lpstr>
      <vt:lpstr>Office 主题​​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apple</dc:creator>
  <cp:lastModifiedBy>吴君</cp:lastModifiedBy>
  <cp:revision>206</cp:revision>
  <dcterms:created xsi:type="dcterms:W3CDTF">2018-03-03T11:57:00Z</dcterms:created>
  <dcterms:modified xsi:type="dcterms:W3CDTF">2025-03-26T14:41:44Z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D16698CECC284D29977D64A1BB6D44A2</vt:lpwstr>
  </property>
</Properties>
</file>