
<file path=[Content_Types].xml><?xml version="1.0" encoding="utf-8"?>
<Types xmlns="http://schemas.openxmlformats.org/package/2006/content-types">
  <Default Extension="bin" ContentType="application/vnd.openxmlformats-officedocument.oleObject"/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wmf" ContentType="image/x-wmf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theme/theme2.xml" ContentType="application/vnd.openxmlformats-officedocument.theme+xml"/>
  <Override PartName="/ppt/ink/ink1.xml" ContentType="application/inkml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  <p:sldMasterId id="2147483672" r:id="rId2"/>
  </p:sldMasterIdLst>
  <p:sldIdLst>
    <p:sldId id="279" r:id="rId3"/>
    <p:sldId id="256" r:id="rId4"/>
    <p:sldId id="257" r:id="rId5"/>
    <p:sldId id="258" r:id="rId6"/>
    <p:sldId id="259" r:id="rId7"/>
    <p:sldId id="260" r:id="rId8"/>
    <p:sldId id="263" r:id="rId9"/>
    <p:sldId id="264" r:id="rId10"/>
    <p:sldId id="265" r:id="rId11"/>
    <p:sldId id="261" r:id="rId12"/>
    <p:sldId id="262" r:id="rId13"/>
    <p:sldId id="531" r:id="rId14"/>
    <p:sldId id="533" r:id="rId15"/>
    <p:sldId id="534" r:id="rId16"/>
    <p:sldId id="266" r:id="rId17"/>
    <p:sldId id="267" r:id="rId18"/>
    <p:sldId id="269" r:id="rId19"/>
    <p:sldId id="270" r:id="rId20"/>
    <p:sldId id="274" r:id="rId21"/>
    <p:sldId id="275" r:id="rId22"/>
    <p:sldId id="276" r:id="rId23"/>
    <p:sldId id="277" r:id="rId24"/>
    <p:sldId id="278" r:id="rId25"/>
    <p:sldId id="271" r:id="rId26"/>
    <p:sldId id="280" r:id="rId27"/>
    <p:sldId id="281" r:id="rId28"/>
    <p:sldId id="282" r:id="rId29"/>
    <p:sldId id="689" r:id="rId30"/>
    <p:sldId id="690" r:id="rId31"/>
    <p:sldId id="692" r:id="rId32"/>
    <p:sldId id="693" r:id="rId33"/>
    <p:sldId id="694" r:id="rId34"/>
    <p:sldId id="699" r:id="rId35"/>
    <p:sldId id="695" r:id="rId36"/>
    <p:sldId id="696" r:id="rId37"/>
    <p:sldId id="701" r:id="rId38"/>
    <p:sldId id="697" r:id="rId39"/>
    <p:sldId id="698" r:id="rId40"/>
    <p:sldId id="703" r:id="rId41"/>
    <p:sldId id="704" r:id="rId42"/>
    <p:sldId id="702" r:id="rId43"/>
    <p:sldId id="705" r:id="rId44"/>
    <p:sldId id="706" r:id="rId45"/>
    <p:sldId id="707" r:id="rId46"/>
    <p:sldId id="708" r:id="rId47"/>
    <p:sldId id="710" r:id="rId48"/>
    <p:sldId id="711" r:id="rId49"/>
    <p:sldId id="712" r:id="rId50"/>
    <p:sldId id="713" r:id="rId51"/>
    <p:sldId id="714" r:id="rId52"/>
    <p:sldId id="715" r:id="rId53"/>
    <p:sldId id="716" r:id="rId54"/>
    <p:sldId id="717" r:id="rId55"/>
    <p:sldId id="718" r:id="rId56"/>
    <p:sldId id="721" r:id="rId57"/>
    <p:sldId id="719" r:id="rId58"/>
    <p:sldId id="722" r:id="rId59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66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74" d="100"/>
          <a:sy n="74" d="100"/>
        </p:scale>
        <p:origin x="1670" y="7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1.xml"/><Relationship Id="rId18" Type="http://schemas.openxmlformats.org/officeDocument/2006/relationships/slide" Target="slides/slide16.xml"/><Relationship Id="rId26" Type="http://schemas.openxmlformats.org/officeDocument/2006/relationships/slide" Target="slides/slide24.xml"/><Relationship Id="rId39" Type="http://schemas.openxmlformats.org/officeDocument/2006/relationships/slide" Target="slides/slide37.xml"/><Relationship Id="rId21" Type="http://schemas.openxmlformats.org/officeDocument/2006/relationships/slide" Target="slides/slide19.xml"/><Relationship Id="rId34" Type="http://schemas.openxmlformats.org/officeDocument/2006/relationships/slide" Target="slides/slide32.xml"/><Relationship Id="rId42" Type="http://schemas.openxmlformats.org/officeDocument/2006/relationships/slide" Target="slides/slide40.xml"/><Relationship Id="rId47" Type="http://schemas.openxmlformats.org/officeDocument/2006/relationships/slide" Target="slides/slide45.xml"/><Relationship Id="rId50" Type="http://schemas.openxmlformats.org/officeDocument/2006/relationships/slide" Target="slides/slide48.xml"/><Relationship Id="rId55" Type="http://schemas.openxmlformats.org/officeDocument/2006/relationships/slide" Target="slides/slide53.xml"/><Relationship Id="rId63" Type="http://schemas.openxmlformats.org/officeDocument/2006/relationships/tableStyles" Target="tableStyles.xml"/><Relationship Id="rId7" Type="http://schemas.openxmlformats.org/officeDocument/2006/relationships/slide" Target="slides/slide5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4.xml"/><Relationship Id="rId29" Type="http://schemas.openxmlformats.org/officeDocument/2006/relationships/slide" Target="slides/slide27.xml"/><Relationship Id="rId11" Type="http://schemas.openxmlformats.org/officeDocument/2006/relationships/slide" Target="slides/slide9.xml"/><Relationship Id="rId24" Type="http://schemas.openxmlformats.org/officeDocument/2006/relationships/slide" Target="slides/slide22.xml"/><Relationship Id="rId32" Type="http://schemas.openxmlformats.org/officeDocument/2006/relationships/slide" Target="slides/slide30.xml"/><Relationship Id="rId37" Type="http://schemas.openxmlformats.org/officeDocument/2006/relationships/slide" Target="slides/slide35.xml"/><Relationship Id="rId40" Type="http://schemas.openxmlformats.org/officeDocument/2006/relationships/slide" Target="slides/slide38.xml"/><Relationship Id="rId45" Type="http://schemas.openxmlformats.org/officeDocument/2006/relationships/slide" Target="slides/slide43.xml"/><Relationship Id="rId53" Type="http://schemas.openxmlformats.org/officeDocument/2006/relationships/slide" Target="slides/slide51.xml"/><Relationship Id="rId58" Type="http://schemas.openxmlformats.org/officeDocument/2006/relationships/slide" Target="slides/slide56.xml"/><Relationship Id="rId5" Type="http://schemas.openxmlformats.org/officeDocument/2006/relationships/slide" Target="slides/slide3.xml"/><Relationship Id="rId61" Type="http://schemas.openxmlformats.org/officeDocument/2006/relationships/viewProps" Target="viewProps.xml"/><Relationship Id="rId19" Type="http://schemas.openxmlformats.org/officeDocument/2006/relationships/slide" Target="slides/slide17.xml"/><Relationship Id="rId14" Type="http://schemas.openxmlformats.org/officeDocument/2006/relationships/slide" Target="slides/slide12.xml"/><Relationship Id="rId22" Type="http://schemas.openxmlformats.org/officeDocument/2006/relationships/slide" Target="slides/slide20.xml"/><Relationship Id="rId27" Type="http://schemas.openxmlformats.org/officeDocument/2006/relationships/slide" Target="slides/slide25.xml"/><Relationship Id="rId30" Type="http://schemas.openxmlformats.org/officeDocument/2006/relationships/slide" Target="slides/slide28.xml"/><Relationship Id="rId35" Type="http://schemas.openxmlformats.org/officeDocument/2006/relationships/slide" Target="slides/slide33.xml"/><Relationship Id="rId43" Type="http://schemas.openxmlformats.org/officeDocument/2006/relationships/slide" Target="slides/slide41.xml"/><Relationship Id="rId48" Type="http://schemas.openxmlformats.org/officeDocument/2006/relationships/slide" Target="slides/slide46.xml"/><Relationship Id="rId56" Type="http://schemas.openxmlformats.org/officeDocument/2006/relationships/slide" Target="slides/slide54.xml"/><Relationship Id="rId8" Type="http://schemas.openxmlformats.org/officeDocument/2006/relationships/slide" Target="slides/slide6.xml"/><Relationship Id="rId51" Type="http://schemas.openxmlformats.org/officeDocument/2006/relationships/slide" Target="slides/slide49.xml"/><Relationship Id="rId3" Type="http://schemas.openxmlformats.org/officeDocument/2006/relationships/slide" Target="slides/slide1.xml"/><Relationship Id="rId12" Type="http://schemas.openxmlformats.org/officeDocument/2006/relationships/slide" Target="slides/slide10.xml"/><Relationship Id="rId17" Type="http://schemas.openxmlformats.org/officeDocument/2006/relationships/slide" Target="slides/slide15.xml"/><Relationship Id="rId25" Type="http://schemas.openxmlformats.org/officeDocument/2006/relationships/slide" Target="slides/slide23.xml"/><Relationship Id="rId33" Type="http://schemas.openxmlformats.org/officeDocument/2006/relationships/slide" Target="slides/slide31.xml"/><Relationship Id="rId38" Type="http://schemas.openxmlformats.org/officeDocument/2006/relationships/slide" Target="slides/slide36.xml"/><Relationship Id="rId46" Type="http://schemas.openxmlformats.org/officeDocument/2006/relationships/slide" Target="slides/slide44.xml"/><Relationship Id="rId59" Type="http://schemas.openxmlformats.org/officeDocument/2006/relationships/slide" Target="slides/slide57.xml"/><Relationship Id="rId20" Type="http://schemas.openxmlformats.org/officeDocument/2006/relationships/slide" Target="slides/slide18.xml"/><Relationship Id="rId41" Type="http://schemas.openxmlformats.org/officeDocument/2006/relationships/slide" Target="slides/slide39.xml"/><Relationship Id="rId54" Type="http://schemas.openxmlformats.org/officeDocument/2006/relationships/slide" Target="slides/slide52.xml"/><Relationship Id="rId62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5" Type="http://schemas.openxmlformats.org/officeDocument/2006/relationships/slide" Target="slides/slide13.xml"/><Relationship Id="rId23" Type="http://schemas.openxmlformats.org/officeDocument/2006/relationships/slide" Target="slides/slide21.xml"/><Relationship Id="rId28" Type="http://schemas.openxmlformats.org/officeDocument/2006/relationships/slide" Target="slides/slide26.xml"/><Relationship Id="rId36" Type="http://schemas.openxmlformats.org/officeDocument/2006/relationships/slide" Target="slides/slide34.xml"/><Relationship Id="rId49" Type="http://schemas.openxmlformats.org/officeDocument/2006/relationships/slide" Target="slides/slide47.xml"/><Relationship Id="rId57" Type="http://schemas.openxmlformats.org/officeDocument/2006/relationships/slide" Target="slides/slide55.xml"/><Relationship Id="rId10" Type="http://schemas.openxmlformats.org/officeDocument/2006/relationships/slide" Target="slides/slide8.xml"/><Relationship Id="rId31" Type="http://schemas.openxmlformats.org/officeDocument/2006/relationships/slide" Target="slides/slide29.xml"/><Relationship Id="rId44" Type="http://schemas.openxmlformats.org/officeDocument/2006/relationships/slide" Target="slides/slide42.xml"/><Relationship Id="rId52" Type="http://schemas.openxmlformats.org/officeDocument/2006/relationships/slide" Target="slides/slide50.xml"/><Relationship Id="rId60" Type="http://schemas.openxmlformats.org/officeDocument/2006/relationships/presProps" Target="presProps.xml"/><Relationship Id="rId4" Type="http://schemas.openxmlformats.org/officeDocument/2006/relationships/slide" Target="slides/slide2.xml"/><Relationship Id="rId9" Type="http://schemas.openxmlformats.org/officeDocument/2006/relationships/slide" Target="slides/slide7.xml"/></Relationships>
</file>

<file path=ppt/ink/ink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09T13:07:04.654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149 266 24575,'-2'1'0,"-1"0"0,0 0 0,1-1 0,-1 2 0,1-1 0,-1 0 0,1 1 0,-1-1 0,1 1 0,0-1 0,0 1 0,-3 3 0,-22 24 0,21-19 0,1-1 0,1 1 0,-1-1 0,2 1 0,-1 1 0,-3 17 0,4-14 0,-1 1 0,-10 23 0,8-24 0,0 0 0,1 1 0,1 0 0,0 0 0,2 0 0,-3 28 0,6 98 0,2-65 0,-4-59 0,1 1 0,1-1 0,0 0 0,1 0 0,1 1 0,1-2 0,1 1 0,0 0 0,9 19 0,-4-18 0,1 0 0,1 0 0,1-1 0,0-1 0,1 0 0,18 15 0,10 6 0,48 33 0,-69-54 0,1-1 0,1-1 0,0-1 0,1-1 0,0-1 0,1-1 0,0-1 0,39 8 0,4-6 0,0-2 0,83-2 0,-99-6 0,-27 0 0,0-1 0,0-1 0,0-1 0,44-9 0,31-13 0,-71 19 0,0-2 0,-1-1 0,0-1 0,0-1 0,36-19 0,-51 21 0,-1 0 0,0 0 0,0-1 0,-1-1 0,0 0 0,-1 0 0,0-1 0,-1 0 0,13-21 0,-3 5 0,-2 0 0,20-46 0,-31 58 0,-1-1 0,0 1 0,-1-1 0,0 0 0,-2 0 0,0 0 0,0-17 0,-5-286 0,3 301 0,-2 0 0,0 0 0,-1 0 0,-1 0 0,-11-29 0,2 13 0,-34-60 0,26 62 0,-1 1 0,-2 0 0,-47-44 0,35 37 0,28 30 0,-1 0 0,-1 1 0,1 0 0,-1 0 0,-1 1 0,1 1 0,-17-7 0,-3 1 0,-48-12 0,37 16 0,-1 3 0,1 0 0,-1 3 0,-47 4 0,-3 0 0,46-1 0,1 2 0,0 2 0,0 1 0,1 3 0,-81 29 0,54-21 0,54-15 0,0 1 0,0 1 0,-31 13 0,14-2 0,23-12 0,0 1 0,0 0 0,1 1 0,-1 0 0,1 1 0,0 0 0,-10 10 0,-4 6 0,20-19 0,0-1 0,0 1 0,0 0 0,0 0 0,1 0 0,0 1 0,0-1 0,0 1 0,0 0 0,0 0 0,1 0 0,0 0 0,0 0 0,1 0 0,-2 7 0,-6 36-1365,3-29-5461</inkml:trace>
</inkml:ink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122363"/>
            <a:ext cx="77724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8D47A7-9E2A-4867-A05A-B8CE4D14913E}" type="datetimeFigureOut">
              <a:rPr lang="zh-CN" altLang="en-US" smtClean="0"/>
              <a:t>2025/12/25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F5F8D5-0C87-4DC7-81EC-BA530735B88F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48761094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8D47A7-9E2A-4867-A05A-B8CE4D14913E}" type="datetimeFigureOut">
              <a:rPr lang="zh-CN" altLang="en-US" smtClean="0"/>
              <a:t>2025/12/25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F5F8D5-0C87-4DC7-81EC-BA530735B88F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24651014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3888" y="1709739"/>
            <a:ext cx="78867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3888" y="4589464"/>
            <a:ext cx="78867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8D47A7-9E2A-4867-A05A-B8CE4D14913E}" type="datetimeFigureOut">
              <a:rPr lang="zh-CN" altLang="en-US" smtClean="0"/>
              <a:t>2025/12/25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F5F8D5-0C87-4DC7-81EC-BA530735B88F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57125002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28650" y="1825625"/>
            <a:ext cx="38862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29150" y="1825625"/>
            <a:ext cx="38862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8D47A7-9E2A-4867-A05A-B8CE4D14913E}" type="datetimeFigureOut">
              <a:rPr lang="zh-CN" altLang="en-US" smtClean="0"/>
              <a:t>2025/12/25</a:t>
            </a:fld>
            <a:endParaRPr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F5F8D5-0C87-4DC7-81EC-BA530735B88F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4028426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365126"/>
            <a:ext cx="78867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9842" y="1681163"/>
            <a:ext cx="3868340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9842" y="2505075"/>
            <a:ext cx="3868340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391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391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8D47A7-9E2A-4867-A05A-B8CE4D14913E}" type="datetimeFigureOut">
              <a:rPr lang="zh-CN" altLang="en-US" smtClean="0"/>
              <a:t>2025/12/25</a:t>
            </a:fld>
            <a:endParaRPr lang="zh-CN" alt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F5F8D5-0C87-4DC7-81EC-BA530735B88F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89117961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8D47A7-9E2A-4867-A05A-B8CE4D14913E}" type="datetimeFigureOut">
              <a:rPr lang="zh-CN" altLang="en-US" smtClean="0"/>
              <a:t>2025/12/25</a:t>
            </a:fld>
            <a:endParaRPr lang="zh-CN" alt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F5F8D5-0C87-4DC7-81EC-BA530735B88F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63871157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8D47A7-9E2A-4867-A05A-B8CE4D14913E}" type="datetimeFigureOut">
              <a:rPr lang="zh-CN" altLang="en-US" smtClean="0"/>
              <a:t>2025/12/25</a:t>
            </a:fld>
            <a:endParaRPr lang="zh-CN" alt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F5F8D5-0C87-4DC7-81EC-BA530735B88F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4516430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87391" y="987426"/>
            <a:ext cx="462915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8D47A7-9E2A-4867-A05A-B8CE4D14913E}" type="datetimeFigureOut">
              <a:rPr lang="zh-CN" altLang="en-US" smtClean="0"/>
              <a:t>2025/12/25</a:t>
            </a:fld>
            <a:endParaRPr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F5F8D5-0C87-4DC7-81EC-BA530735B88F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90258970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3887391" y="987426"/>
            <a:ext cx="462915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zh-CN" altLang="en-US"/>
              <a:t>单击图标添加图片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8D47A7-9E2A-4867-A05A-B8CE4D14913E}" type="datetimeFigureOut">
              <a:rPr lang="zh-CN" altLang="en-US" smtClean="0"/>
              <a:t>2025/12/25</a:t>
            </a:fld>
            <a:endParaRPr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F5F8D5-0C87-4DC7-81EC-BA530735B88F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35898893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8D47A7-9E2A-4867-A05A-B8CE4D14913E}" type="datetimeFigureOut">
              <a:rPr lang="zh-CN" altLang="en-US" smtClean="0"/>
              <a:t>2025/12/25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F5F8D5-0C87-4DC7-81EC-BA530735B88F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44912260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43675" y="365125"/>
            <a:ext cx="1971675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28650" y="365125"/>
            <a:ext cx="5800725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8D47A7-9E2A-4867-A05A-B8CE4D14913E}" type="datetimeFigureOut">
              <a:rPr lang="zh-CN" altLang="en-US" smtClean="0"/>
              <a:t>2025/12/25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F5F8D5-0C87-4DC7-81EC-BA530735B88F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58614166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122363"/>
            <a:ext cx="77724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806421-E263-4284-B9FC-6B4D809F309A}" type="datetimeFigureOut">
              <a:rPr lang="zh-CN" altLang="en-US" smtClean="0"/>
              <a:t>2025/12/25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88BF18-AF75-442E-8322-1624ABAFE7B2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705359116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806421-E263-4284-B9FC-6B4D809F309A}" type="datetimeFigureOut">
              <a:rPr lang="zh-CN" altLang="en-US" smtClean="0"/>
              <a:t>2025/12/25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88BF18-AF75-442E-8322-1624ABAFE7B2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194448861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3888" y="1709739"/>
            <a:ext cx="78867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3888" y="4589464"/>
            <a:ext cx="78867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806421-E263-4284-B9FC-6B4D809F309A}" type="datetimeFigureOut">
              <a:rPr lang="zh-CN" altLang="en-US" smtClean="0"/>
              <a:t>2025/12/25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88BF18-AF75-442E-8322-1624ABAFE7B2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674870446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28650" y="1825625"/>
            <a:ext cx="38862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29150" y="1825625"/>
            <a:ext cx="38862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806421-E263-4284-B9FC-6B4D809F309A}" type="datetimeFigureOut">
              <a:rPr lang="zh-CN" altLang="en-US" smtClean="0"/>
              <a:t>2025/12/25</a:t>
            </a:fld>
            <a:endParaRPr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88BF18-AF75-442E-8322-1624ABAFE7B2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6957776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365126"/>
            <a:ext cx="78867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9842" y="1681163"/>
            <a:ext cx="3868340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9842" y="2505075"/>
            <a:ext cx="3868340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391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391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806421-E263-4284-B9FC-6B4D809F309A}" type="datetimeFigureOut">
              <a:rPr lang="zh-CN" altLang="en-US" smtClean="0"/>
              <a:t>2025/12/25</a:t>
            </a:fld>
            <a:endParaRPr lang="zh-CN" alt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88BF18-AF75-442E-8322-1624ABAFE7B2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98483374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806421-E263-4284-B9FC-6B4D809F309A}" type="datetimeFigureOut">
              <a:rPr lang="zh-CN" altLang="en-US" smtClean="0"/>
              <a:t>2025/12/25</a:t>
            </a:fld>
            <a:endParaRPr lang="zh-CN" alt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88BF18-AF75-442E-8322-1624ABAFE7B2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279535842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806421-E263-4284-B9FC-6B4D809F309A}" type="datetimeFigureOut">
              <a:rPr lang="zh-CN" altLang="en-US" smtClean="0"/>
              <a:t>2025/12/25</a:t>
            </a:fld>
            <a:endParaRPr lang="zh-CN" alt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88BF18-AF75-442E-8322-1624ABAFE7B2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45426807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87391" y="987426"/>
            <a:ext cx="462915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806421-E263-4284-B9FC-6B4D809F309A}" type="datetimeFigureOut">
              <a:rPr lang="zh-CN" altLang="en-US" smtClean="0"/>
              <a:t>2025/12/25</a:t>
            </a:fld>
            <a:endParaRPr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88BF18-AF75-442E-8322-1624ABAFE7B2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655987475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3887391" y="987426"/>
            <a:ext cx="462915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zh-CN" altLang="en-US"/>
              <a:t>单击图标添加图片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806421-E263-4284-B9FC-6B4D809F309A}" type="datetimeFigureOut">
              <a:rPr lang="zh-CN" altLang="en-US" smtClean="0"/>
              <a:t>2025/12/25</a:t>
            </a:fld>
            <a:endParaRPr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88BF18-AF75-442E-8322-1624ABAFE7B2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877656921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806421-E263-4284-B9FC-6B4D809F309A}" type="datetimeFigureOut">
              <a:rPr lang="zh-CN" altLang="en-US" smtClean="0"/>
              <a:t>2025/12/25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88BF18-AF75-442E-8322-1624ABAFE7B2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544658349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43675" y="365125"/>
            <a:ext cx="1971675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28650" y="365125"/>
            <a:ext cx="5800725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806421-E263-4284-B9FC-6B4D809F309A}" type="datetimeFigureOut">
              <a:rPr lang="zh-CN" altLang="en-US" smtClean="0"/>
              <a:t>2025/12/25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88BF18-AF75-442E-8322-1624ABAFE7B2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53806232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9.xml"/><Relationship Id="rId3" Type="http://schemas.openxmlformats.org/officeDocument/2006/relationships/slideLayout" Target="../slideLayouts/slideLayout14.xml"/><Relationship Id="rId7" Type="http://schemas.openxmlformats.org/officeDocument/2006/relationships/slideLayout" Target="../slideLayouts/slideLayout18.xml"/><Relationship Id="rId12" Type="http://schemas.openxmlformats.org/officeDocument/2006/relationships/theme" Target="../theme/theme2.xml"/><Relationship Id="rId2" Type="http://schemas.openxmlformats.org/officeDocument/2006/relationships/slideLayout" Target="../slideLayouts/slideLayout13.xml"/><Relationship Id="rId1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7.xml"/><Relationship Id="rId11" Type="http://schemas.openxmlformats.org/officeDocument/2006/relationships/slideLayout" Target="../slideLayouts/slideLayout22.xml"/><Relationship Id="rId5" Type="http://schemas.openxmlformats.org/officeDocument/2006/relationships/slideLayout" Target="../slideLayouts/slideLayout16.xml"/><Relationship Id="rId10" Type="http://schemas.openxmlformats.org/officeDocument/2006/relationships/slideLayout" Target="../slideLayouts/slideLayout21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28650" y="365126"/>
            <a:ext cx="78867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8650" y="1825625"/>
            <a:ext cx="78867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1C8D47A7-9E2A-4867-A05A-B8CE4D14913E}" type="datetimeFigureOut">
              <a:rPr lang="zh-CN" altLang="en-US" smtClean="0"/>
              <a:t>2025/12/25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2BF5F8D5-0C87-4DC7-81EC-BA530735B88F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69224528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28650" y="365126"/>
            <a:ext cx="78867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8650" y="1825625"/>
            <a:ext cx="78867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7806421-E263-4284-B9FC-6B4D809F309A}" type="datetimeFigureOut">
              <a:rPr lang="zh-CN" altLang="en-US" smtClean="0"/>
              <a:t>2025/12/25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188BF18-AF75-442E-8322-1624ABAFE7B2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69668444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wmf"/><Relationship Id="rId2" Type="http://schemas.openxmlformats.org/officeDocument/2006/relationships/oleObject" Target="../embeddings/oleObject1.bin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4.png"/><Relationship Id="rId5" Type="http://schemas.openxmlformats.org/officeDocument/2006/relationships/image" Target="../media/image3.wmf"/><Relationship Id="rId4" Type="http://schemas.openxmlformats.org/officeDocument/2006/relationships/oleObject" Target="../embeddings/oleObject2.bin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wmf"/><Relationship Id="rId3" Type="http://schemas.openxmlformats.org/officeDocument/2006/relationships/oleObject" Target="../embeddings/oleObject3.bin"/><Relationship Id="rId7" Type="http://schemas.openxmlformats.org/officeDocument/2006/relationships/oleObject" Target="../embeddings/oleObject5.bin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7.emf"/><Relationship Id="rId5" Type="http://schemas.openxmlformats.org/officeDocument/2006/relationships/oleObject" Target="../embeddings/oleObject4.bin"/><Relationship Id="rId4" Type="http://schemas.openxmlformats.org/officeDocument/2006/relationships/image" Target="../media/image6.wmf"/><Relationship Id="rId9" Type="http://schemas.openxmlformats.org/officeDocument/2006/relationships/image" Target="../media/image9.png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8.bin"/><Relationship Id="rId13" Type="http://schemas.openxmlformats.org/officeDocument/2006/relationships/image" Target="../media/image14.wmf"/><Relationship Id="rId18" Type="http://schemas.openxmlformats.org/officeDocument/2006/relationships/oleObject" Target="../embeddings/oleObject5.bin"/><Relationship Id="rId3" Type="http://schemas.openxmlformats.org/officeDocument/2006/relationships/image" Target="../media/image10.wmf"/><Relationship Id="rId7" Type="http://schemas.openxmlformats.org/officeDocument/2006/relationships/image" Target="../media/image6.wmf"/><Relationship Id="rId12" Type="http://schemas.openxmlformats.org/officeDocument/2006/relationships/oleObject" Target="../embeddings/oleObject10.bin"/><Relationship Id="rId17" Type="http://schemas.openxmlformats.org/officeDocument/2006/relationships/image" Target="../media/image16.wmf"/><Relationship Id="rId2" Type="http://schemas.openxmlformats.org/officeDocument/2006/relationships/oleObject" Target="../embeddings/oleObject6.bin"/><Relationship Id="rId16" Type="http://schemas.openxmlformats.org/officeDocument/2006/relationships/oleObject" Target="../embeddings/oleObject12.bin"/><Relationship Id="rId20" Type="http://schemas.openxmlformats.org/officeDocument/2006/relationships/image" Target="../media/image9.png"/><Relationship Id="rId1" Type="http://schemas.openxmlformats.org/officeDocument/2006/relationships/slideLayout" Target="../slideLayouts/slideLayout7.xml"/><Relationship Id="rId6" Type="http://schemas.openxmlformats.org/officeDocument/2006/relationships/oleObject" Target="../embeddings/oleObject3.bin"/><Relationship Id="rId11" Type="http://schemas.openxmlformats.org/officeDocument/2006/relationships/image" Target="../media/image13.wmf"/><Relationship Id="rId5" Type="http://schemas.openxmlformats.org/officeDocument/2006/relationships/image" Target="../media/image11.emf"/><Relationship Id="rId15" Type="http://schemas.openxmlformats.org/officeDocument/2006/relationships/image" Target="../media/image15.wmf"/><Relationship Id="rId10" Type="http://schemas.openxmlformats.org/officeDocument/2006/relationships/oleObject" Target="../embeddings/oleObject9.bin"/><Relationship Id="rId19" Type="http://schemas.openxmlformats.org/officeDocument/2006/relationships/image" Target="../media/image8.wmf"/><Relationship Id="rId4" Type="http://schemas.openxmlformats.org/officeDocument/2006/relationships/oleObject" Target="../embeddings/oleObject7.bin"/><Relationship Id="rId9" Type="http://schemas.openxmlformats.org/officeDocument/2006/relationships/image" Target="../media/image12.wmf"/><Relationship Id="rId14" Type="http://schemas.openxmlformats.org/officeDocument/2006/relationships/oleObject" Target="../embeddings/oleObject11.bin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emf"/><Relationship Id="rId2" Type="http://schemas.openxmlformats.org/officeDocument/2006/relationships/oleObject" Target="../embeddings/oleObject13.bin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8.pn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22.wmf"/><Relationship Id="rId13" Type="http://schemas.openxmlformats.org/officeDocument/2006/relationships/oleObject" Target="../embeddings/oleObject19.bin"/><Relationship Id="rId18" Type="http://schemas.openxmlformats.org/officeDocument/2006/relationships/image" Target="../media/image27.wmf"/><Relationship Id="rId26" Type="http://schemas.openxmlformats.org/officeDocument/2006/relationships/image" Target="../media/image30.wmf"/><Relationship Id="rId3" Type="http://schemas.openxmlformats.org/officeDocument/2006/relationships/oleObject" Target="../embeddings/oleObject14.bin"/><Relationship Id="rId21" Type="http://schemas.openxmlformats.org/officeDocument/2006/relationships/oleObject" Target="../embeddings/oleObject23.bin"/><Relationship Id="rId7" Type="http://schemas.openxmlformats.org/officeDocument/2006/relationships/oleObject" Target="../embeddings/oleObject16.bin"/><Relationship Id="rId12" Type="http://schemas.openxmlformats.org/officeDocument/2006/relationships/image" Target="../media/image24.wmf"/><Relationship Id="rId17" Type="http://schemas.openxmlformats.org/officeDocument/2006/relationships/oleObject" Target="../embeddings/oleObject21.bin"/><Relationship Id="rId25" Type="http://schemas.openxmlformats.org/officeDocument/2006/relationships/oleObject" Target="../embeddings/oleObject24.bin"/><Relationship Id="rId2" Type="http://schemas.openxmlformats.org/officeDocument/2006/relationships/image" Target="../media/image19.png"/><Relationship Id="rId16" Type="http://schemas.openxmlformats.org/officeDocument/2006/relationships/image" Target="../media/image26.wmf"/><Relationship Id="rId20" Type="http://schemas.openxmlformats.org/officeDocument/2006/relationships/image" Target="../media/image28.wmf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1.wmf"/><Relationship Id="rId11" Type="http://schemas.openxmlformats.org/officeDocument/2006/relationships/oleObject" Target="../embeddings/oleObject18.bin"/><Relationship Id="rId24" Type="http://schemas.openxmlformats.org/officeDocument/2006/relationships/image" Target="../media/image44.png"/><Relationship Id="rId5" Type="http://schemas.openxmlformats.org/officeDocument/2006/relationships/oleObject" Target="../embeddings/oleObject15.bin"/><Relationship Id="rId15" Type="http://schemas.openxmlformats.org/officeDocument/2006/relationships/oleObject" Target="../embeddings/oleObject20.bin"/><Relationship Id="rId23" Type="http://schemas.openxmlformats.org/officeDocument/2006/relationships/customXml" Target="../ink/ink1.xml"/><Relationship Id="rId10" Type="http://schemas.openxmlformats.org/officeDocument/2006/relationships/image" Target="../media/image23.wmf"/><Relationship Id="rId19" Type="http://schemas.openxmlformats.org/officeDocument/2006/relationships/oleObject" Target="../embeddings/oleObject22.bin"/><Relationship Id="rId4" Type="http://schemas.openxmlformats.org/officeDocument/2006/relationships/image" Target="../media/image20.wmf"/><Relationship Id="rId9" Type="http://schemas.openxmlformats.org/officeDocument/2006/relationships/oleObject" Target="../embeddings/oleObject17.bin"/><Relationship Id="rId14" Type="http://schemas.openxmlformats.org/officeDocument/2006/relationships/image" Target="../media/image25.wmf"/><Relationship Id="rId22" Type="http://schemas.openxmlformats.org/officeDocument/2006/relationships/image" Target="../media/image29.wmf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wmf"/><Relationship Id="rId2" Type="http://schemas.openxmlformats.org/officeDocument/2006/relationships/oleObject" Target="../embeddings/oleObject25.bin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29.bin"/><Relationship Id="rId13" Type="http://schemas.openxmlformats.org/officeDocument/2006/relationships/image" Target="../media/image38.wmf"/><Relationship Id="rId3" Type="http://schemas.openxmlformats.org/officeDocument/2006/relationships/image" Target="../media/image33.wmf"/><Relationship Id="rId7" Type="http://schemas.openxmlformats.org/officeDocument/2006/relationships/image" Target="../media/image35.wmf"/><Relationship Id="rId12" Type="http://schemas.openxmlformats.org/officeDocument/2006/relationships/oleObject" Target="../embeddings/oleObject31.bin"/><Relationship Id="rId17" Type="http://schemas.openxmlformats.org/officeDocument/2006/relationships/image" Target="../media/image40.wmf"/><Relationship Id="rId2" Type="http://schemas.openxmlformats.org/officeDocument/2006/relationships/oleObject" Target="../embeddings/oleObject26.bin"/><Relationship Id="rId16" Type="http://schemas.openxmlformats.org/officeDocument/2006/relationships/oleObject" Target="../embeddings/oleObject33.bin"/><Relationship Id="rId1" Type="http://schemas.openxmlformats.org/officeDocument/2006/relationships/slideLayout" Target="../slideLayouts/slideLayout7.xml"/><Relationship Id="rId6" Type="http://schemas.openxmlformats.org/officeDocument/2006/relationships/oleObject" Target="../embeddings/oleObject28.bin"/><Relationship Id="rId11" Type="http://schemas.openxmlformats.org/officeDocument/2006/relationships/image" Target="../media/image37.wmf"/><Relationship Id="rId5" Type="http://schemas.openxmlformats.org/officeDocument/2006/relationships/image" Target="../media/image34.wmf"/><Relationship Id="rId15" Type="http://schemas.openxmlformats.org/officeDocument/2006/relationships/image" Target="../media/image39.wmf"/><Relationship Id="rId10" Type="http://schemas.openxmlformats.org/officeDocument/2006/relationships/oleObject" Target="../embeddings/oleObject30.bin"/><Relationship Id="rId4" Type="http://schemas.openxmlformats.org/officeDocument/2006/relationships/oleObject" Target="../embeddings/oleObject27.bin"/><Relationship Id="rId9" Type="http://schemas.openxmlformats.org/officeDocument/2006/relationships/image" Target="../media/image36.wmf"/><Relationship Id="rId14" Type="http://schemas.openxmlformats.org/officeDocument/2006/relationships/oleObject" Target="../embeddings/oleObject32.bin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1.pn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8" Type="http://schemas.openxmlformats.org/officeDocument/2006/relationships/image" Target="../media/image44.emf"/><Relationship Id="rId13" Type="http://schemas.openxmlformats.org/officeDocument/2006/relationships/oleObject" Target="../embeddings/oleObject39.bin"/><Relationship Id="rId18" Type="http://schemas.openxmlformats.org/officeDocument/2006/relationships/image" Target="../media/image49.emf"/><Relationship Id="rId26" Type="http://schemas.openxmlformats.org/officeDocument/2006/relationships/image" Target="../media/image53.emf"/><Relationship Id="rId3" Type="http://schemas.openxmlformats.org/officeDocument/2006/relationships/oleObject" Target="../embeddings/oleObject34.bin"/><Relationship Id="rId21" Type="http://schemas.openxmlformats.org/officeDocument/2006/relationships/oleObject" Target="../embeddings/oleObject43.bin"/><Relationship Id="rId7" Type="http://schemas.openxmlformats.org/officeDocument/2006/relationships/oleObject" Target="../embeddings/oleObject36.bin"/><Relationship Id="rId12" Type="http://schemas.openxmlformats.org/officeDocument/2006/relationships/image" Target="../media/image46.emf"/><Relationship Id="rId17" Type="http://schemas.openxmlformats.org/officeDocument/2006/relationships/oleObject" Target="../embeddings/oleObject41.bin"/><Relationship Id="rId25" Type="http://schemas.openxmlformats.org/officeDocument/2006/relationships/oleObject" Target="../embeddings/oleObject45.bin"/><Relationship Id="rId2" Type="http://schemas.openxmlformats.org/officeDocument/2006/relationships/image" Target="../media/image41.png"/><Relationship Id="rId16" Type="http://schemas.openxmlformats.org/officeDocument/2006/relationships/image" Target="../media/image48.emf"/><Relationship Id="rId20" Type="http://schemas.openxmlformats.org/officeDocument/2006/relationships/image" Target="../media/image50.wmf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43.emf"/><Relationship Id="rId11" Type="http://schemas.openxmlformats.org/officeDocument/2006/relationships/oleObject" Target="../embeddings/oleObject38.bin"/><Relationship Id="rId24" Type="http://schemas.openxmlformats.org/officeDocument/2006/relationships/image" Target="../media/image52.wmf"/><Relationship Id="rId5" Type="http://schemas.openxmlformats.org/officeDocument/2006/relationships/oleObject" Target="../embeddings/oleObject35.bin"/><Relationship Id="rId15" Type="http://schemas.openxmlformats.org/officeDocument/2006/relationships/oleObject" Target="../embeddings/oleObject40.bin"/><Relationship Id="rId23" Type="http://schemas.openxmlformats.org/officeDocument/2006/relationships/oleObject" Target="../embeddings/oleObject44.bin"/><Relationship Id="rId28" Type="http://schemas.openxmlformats.org/officeDocument/2006/relationships/image" Target="../media/image54.emf"/><Relationship Id="rId10" Type="http://schemas.openxmlformats.org/officeDocument/2006/relationships/image" Target="../media/image45.emf"/><Relationship Id="rId19" Type="http://schemas.openxmlformats.org/officeDocument/2006/relationships/oleObject" Target="../embeddings/oleObject42.bin"/><Relationship Id="rId4" Type="http://schemas.openxmlformats.org/officeDocument/2006/relationships/image" Target="../media/image42.emf"/><Relationship Id="rId9" Type="http://schemas.openxmlformats.org/officeDocument/2006/relationships/oleObject" Target="../embeddings/oleObject37.bin"/><Relationship Id="rId14" Type="http://schemas.openxmlformats.org/officeDocument/2006/relationships/image" Target="../media/image47.emf"/><Relationship Id="rId22" Type="http://schemas.openxmlformats.org/officeDocument/2006/relationships/image" Target="../media/image51.emf"/><Relationship Id="rId27" Type="http://schemas.openxmlformats.org/officeDocument/2006/relationships/oleObject" Target="../embeddings/oleObject46.bin"/></Relationships>
</file>

<file path=ppt/slides/_rels/slide14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46.bin"/><Relationship Id="rId13" Type="http://schemas.openxmlformats.org/officeDocument/2006/relationships/oleObject" Target="../embeddings/oleObject48.bin"/><Relationship Id="rId18" Type="http://schemas.openxmlformats.org/officeDocument/2006/relationships/oleObject" Target="../embeddings/oleObject50.bin"/><Relationship Id="rId3" Type="http://schemas.openxmlformats.org/officeDocument/2006/relationships/image" Target="../media/image46.emf"/><Relationship Id="rId21" Type="http://schemas.openxmlformats.org/officeDocument/2006/relationships/image" Target="../media/image60.emf"/><Relationship Id="rId7" Type="http://schemas.openxmlformats.org/officeDocument/2006/relationships/image" Target="../media/image48.emf"/><Relationship Id="rId12" Type="http://schemas.openxmlformats.org/officeDocument/2006/relationships/image" Target="../media/image55.emf"/><Relationship Id="rId17" Type="http://schemas.openxmlformats.org/officeDocument/2006/relationships/image" Target="../media/image58.png"/><Relationship Id="rId2" Type="http://schemas.openxmlformats.org/officeDocument/2006/relationships/oleObject" Target="../embeddings/oleObject38.bin"/><Relationship Id="rId16" Type="http://schemas.openxmlformats.org/officeDocument/2006/relationships/image" Target="../media/image57.emf"/><Relationship Id="rId20" Type="http://schemas.openxmlformats.org/officeDocument/2006/relationships/oleObject" Target="../embeddings/oleObject51.bin"/><Relationship Id="rId1" Type="http://schemas.openxmlformats.org/officeDocument/2006/relationships/slideLayout" Target="../slideLayouts/slideLayout7.xml"/><Relationship Id="rId6" Type="http://schemas.openxmlformats.org/officeDocument/2006/relationships/oleObject" Target="../embeddings/oleObject40.bin"/><Relationship Id="rId11" Type="http://schemas.openxmlformats.org/officeDocument/2006/relationships/oleObject" Target="../embeddings/oleObject47.bin"/><Relationship Id="rId5" Type="http://schemas.openxmlformats.org/officeDocument/2006/relationships/image" Target="../media/image47.emf"/><Relationship Id="rId15" Type="http://schemas.openxmlformats.org/officeDocument/2006/relationships/oleObject" Target="../embeddings/oleObject49.bin"/><Relationship Id="rId10" Type="http://schemas.openxmlformats.org/officeDocument/2006/relationships/image" Target="../media/image41.png"/><Relationship Id="rId19" Type="http://schemas.openxmlformats.org/officeDocument/2006/relationships/image" Target="../media/image59.emf"/><Relationship Id="rId4" Type="http://schemas.openxmlformats.org/officeDocument/2006/relationships/oleObject" Target="../embeddings/oleObject39.bin"/><Relationship Id="rId9" Type="http://schemas.openxmlformats.org/officeDocument/2006/relationships/image" Target="../media/image54.emf"/><Relationship Id="rId14" Type="http://schemas.openxmlformats.org/officeDocument/2006/relationships/image" Target="../media/image56.wmf"/></Relationships>
</file>

<file path=ppt/slides/_rels/slide15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54.bin"/><Relationship Id="rId3" Type="http://schemas.openxmlformats.org/officeDocument/2006/relationships/oleObject" Target="../embeddings/oleObject52.bin"/><Relationship Id="rId7" Type="http://schemas.openxmlformats.org/officeDocument/2006/relationships/image" Target="../media/image64.png"/><Relationship Id="rId2" Type="http://schemas.openxmlformats.org/officeDocument/2006/relationships/image" Target="../media/image6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63.emf"/><Relationship Id="rId5" Type="http://schemas.openxmlformats.org/officeDocument/2006/relationships/oleObject" Target="../embeddings/oleObject53.bin"/><Relationship Id="rId4" Type="http://schemas.openxmlformats.org/officeDocument/2006/relationships/image" Target="../media/image62.wmf"/><Relationship Id="rId9" Type="http://schemas.openxmlformats.org/officeDocument/2006/relationships/image" Target="../media/image65.emf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7.png"/><Relationship Id="rId2" Type="http://schemas.openxmlformats.org/officeDocument/2006/relationships/image" Target="../media/image66.png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8" Type="http://schemas.openxmlformats.org/officeDocument/2006/relationships/image" Target="../media/image71.wmf"/><Relationship Id="rId13" Type="http://schemas.openxmlformats.org/officeDocument/2006/relationships/oleObject" Target="../embeddings/oleObject60.bin"/><Relationship Id="rId3" Type="http://schemas.openxmlformats.org/officeDocument/2006/relationships/oleObject" Target="../embeddings/oleObject55.bin"/><Relationship Id="rId7" Type="http://schemas.openxmlformats.org/officeDocument/2006/relationships/oleObject" Target="../embeddings/oleObject57.bin"/><Relationship Id="rId12" Type="http://schemas.openxmlformats.org/officeDocument/2006/relationships/image" Target="../media/image73.wmf"/><Relationship Id="rId2" Type="http://schemas.openxmlformats.org/officeDocument/2006/relationships/image" Target="../media/image68.png"/><Relationship Id="rId16" Type="http://schemas.openxmlformats.org/officeDocument/2006/relationships/image" Target="../media/image75.wmf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70.wmf"/><Relationship Id="rId11" Type="http://schemas.openxmlformats.org/officeDocument/2006/relationships/oleObject" Target="../embeddings/oleObject59.bin"/><Relationship Id="rId5" Type="http://schemas.openxmlformats.org/officeDocument/2006/relationships/oleObject" Target="../embeddings/oleObject56.bin"/><Relationship Id="rId15" Type="http://schemas.openxmlformats.org/officeDocument/2006/relationships/oleObject" Target="../embeddings/oleObject61.bin"/><Relationship Id="rId10" Type="http://schemas.openxmlformats.org/officeDocument/2006/relationships/image" Target="../media/image72.wmf"/><Relationship Id="rId4" Type="http://schemas.openxmlformats.org/officeDocument/2006/relationships/image" Target="../media/image69.wmf"/><Relationship Id="rId9" Type="http://schemas.openxmlformats.org/officeDocument/2006/relationships/oleObject" Target="../embeddings/oleObject58.bin"/><Relationship Id="rId14" Type="http://schemas.openxmlformats.org/officeDocument/2006/relationships/image" Target="../media/image74.wmf"/></Relationships>
</file>

<file path=ppt/slides/_rels/slide18.xml.rels><?xml version="1.0" encoding="UTF-8" standalone="yes"?>
<Relationships xmlns="http://schemas.openxmlformats.org/package/2006/relationships"><Relationship Id="rId8" Type="http://schemas.openxmlformats.org/officeDocument/2006/relationships/image" Target="../media/image79.wmf"/><Relationship Id="rId13" Type="http://schemas.openxmlformats.org/officeDocument/2006/relationships/oleObject" Target="../embeddings/oleObject67.bin"/><Relationship Id="rId18" Type="http://schemas.openxmlformats.org/officeDocument/2006/relationships/image" Target="../media/image85.png"/><Relationship Id="rId26" Type="http://schemas.openxmlformats.org/officeDocument/2006/relationships/image" Target="../media/image89.wmf"/><Relationship Id="rId3" Type="http://schemas.openxmlformats.org/officeDocument/2006/relationships/oleObject" Target="../embeddings/oleObject62.bin"/><Relationship Id="rId21" Type="http://schemas.openxmlformats.org/officeDocument/2006/relationships/oleObject" Target="../embeddings/oleObject70.bin"/><Relationship Id="rId7" Type="http://schemas.openxmlformats.org/officeDocument/2006/relationships/oleObject" Target="../embeddings/oleObject64.bin"/><Relationship Id="rId12" Type="http://schemas.openxmlformats.org/officeDocument/2006/relationships/image" Target="../media/image81.wmf"/><Relationship Id="rId17" Type="http://schemas.openxmlformats.org/officeDocument/2006/relationships/image" Target="../media/image84.wmf"/><Relationship Id="rId25" Type="http://schemas.openxmlformats.org/officeDocument/2006/relationships/oleObject" Target="../embeddings/oleObject72.bin"/><Relationship Id="rId2" Type="http://schemas.openxmlformats.org/officeDocument/2006/relationships/image" Target="../media/image76.png"/><Relationship Id="rId16" Type="http://schemas.openxmlformats.org/officeDocument/2006/relationships/oleObject" Target="../embeddings/oleObject68.bin"/><Relationship Id="rId20" Type="http://schemas.openxmlformats.org/officeDocument/2006/relationships/image" Target="../media/image86.wmf"/><Relationship Id="rId29" Type="http://schemas.openxmlformats.org/officeDocument/2006/relationships/oleObject" Target="../embeddings/oleObject74.bin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78.wmf"/><Relationship Id="rId11" Type="http://schemas.openxmlformats.org/officeDocument/2006/relationships/oleObject" Target="../embeddings/oleObject66.bin"/><Relationship Id="rId24" Type="http://schemas.openxmlformats.org/officeDocument/2006/relationships/image" Target="../media/image88.wmf"/><Relationship Id="rId5" Type="http://schemas.openxmlformats.org/officeDocument/2006/relationships/oleObject" Target="../embeddings/oleObject63.bin"/><Relationship Id="rId15" Type="http://schemas.openxmlformats.org/officeDocument/2006/relationships/image" Target="../media/image83.emf"/><Relationship Id="rId23" Type="http://schemas.openxmlformats.org/officeDocument/2006/relationships/oleObject" Target="../embeddings/oleObject71.bin"/><Relationship Id="rId28" Type="http://schemas.openxmlformats.org/officeDocument/2006/relationships/image" Target="../media/image90.wmf"/><Relationship Id="rId10" Type="http://schemas.openxmlformats.org/officeDocument/2006/relationships/image" Target="../media/image80.wmf"/><Relationship Id="rId19" Type="http://schemas.openxmlformats.org/officeDocument/2006/relationships/oleObject" Target="../embeddings/oleObject69.bin"/><Relationship Id="rId4" Type="http://schemas.openxmlformats.org/officeDocument/2006/relationships/image" Target="../media/image77.wmf"/><Relationship Id="rId9" Type="http://schemas.openxmlformats.org/officeDocument/2006/relationships/oleObject" Target="../embeddings/oleObject65.bin"/><Relationship Id="rId14" Type="http://schemas.openxmlformats.org/officeDocument/2006/relationships/image" Target="../media/image82.wmf"/><Relationship Id="rId22" Type="http://schemas.openxmlformats.org/officeDocument/2006/relationships/image" Target="../media/image87.wmf"/><Relationship Id="rId27" Type="http://schemas.openxmlformats.org/officeDocument/2006/relationships/oleObject" Target="../embeddings/oleObject73.bin"/><Relationship Id="rId30" Type="http://schemas.openxmlformats.org/officeDocument/2006/relationships/image" Target="../media/image91.wmf"/></Relationships>
</file>

<file path=ppt/slides/_rels/slide19.xml.rels><?xml version="1.0" encoding="UTF-8" standalone="yes"?>
<Relationships xmlns="http://schemas.openxmlformats.org/package/2006/relationships"><Relationship Id="rId13" Type="http://schemas.openxmlformats.org/officeDocument/2006/relationships/image" Target="../media/image82.wmf"/><Relationship Id="rId18" Type="http://schemas.openxmlformats.org/officeDocument/2006/relationships/oleObject" Target="../embeddings/oleObject69.bin"/><Relationship Id="rId26" Type="http://schemas.openxmlformats.org/officeDocument/2006/relationships/oleObject" Target="../embeddings/oleObject73.bin"/><Relationship Id="rId21" Type="http://schemas.openxmlformats.org/officeDocument/2006/relationships/image" Target="../media/image87.wmf"/><Relationship Id="rId34" Type="http://schemas.openxmlformats.org/officeDocument/2006/relationships/oleObject" Target="../embeddings/oleObject77.bin"/><Relationship Id="rId7" Type="http://schemas.openxmlformats.org/officeDocument/2006/relationships/image" Target="../media/image79.wmf"/><Relationship Id="rId12" Type="http://schemas.openxmlformats.org/officeDocument/2006/relationships/oleObject" Target="../embeddings/oleObject67.bin"/><Relationship Id="rId17" Type="http://schemas.openxmlformats.org/officeDocument/2006/relationships/image" Target="../media/image85.png"/><Relationship Id="rId25" Type="http://schemas.openxmlformats.org/officeDocument/2006/relationships/image" Target="../media/image89.wmf"/><Relationship Id="rId33" Type="http://schemas.openxmlformats.org/officeDocument/2006/relationships/image" Target="../media/image93.wmf"/><Relationship Id="rId2" Type="http://schemas.openxmlformats.org/officeDocument/2006/relationships/oleObject" Target="../embeddings/oleObject62.bin"/><Relationship Id="rId16" Type="http://schemas.openxmlformats.org/officeDocument/2006/relationships/image" Target="../media/image84.wmf"/><Relationship Id="rId20" Type="http://schemas.openxmlformats.org/officeDocument/2006/relationships/oleObject" Target="../embeddings/oleObject70.bin"/><Relationship Id="rId29" Type="http://schemas.openxmlformats.org/officeDocument/2006/relationships/image" Target="../media/image91.wmf"/><Relationship Id="rId1" Type="http://schemas.openxmlformats.org/officeDocument/2006/relationships/slideLayout" Target="../slideLayouts/slideLayout7.xml"/><Relationship Id="rId6" Type="http://schemas.openxmlformats.org/officeDocument/2006/relationships/oleObject" Target="../embeddings/oleObject64.bin"/><Relationship Id="rId11" Type="http://schemas.openxmlformats.org/officeDocument/2006/relationships/image" Target="../media/image81.wmf"/><Relationship Id="rId24" Type="http://schemas.openxmlformats.org/officeDocument/2006/relationships/oleObject" Target="../embeddings/oleObject72.bin"/><Relationship Id="rId32" Type="http://schemas.openxmlformats.org/officeDocument/2006/relationships/oleObject" Target="../embeddings/oleObject76.bin"/><Relationship Id="rId37" Type="http://schemas.openxmlformats.org/officeDocument/2006/relationships/image" Target="../media/image95.wmf"/><Relationship Id="rId5" Type="http://schemas.openxmlformats.org/officeDocument/2006/relationships/image" Target="../media/image78.wmf"/><Relationship Id="rId15" Type="http://schemas.openxmlformats.org/officeDocument/2006/relationships/oleObject" Target="../embeddings/oleObject68.bin"/><Relationship Id="rId23" Type="http://schemas.openxmlformats.org/officeDocument/2006/relationships/image" Target="../media/image88.wmf"/><Relationship Id="rId28" Type="http://schemas.openxmlformats.org/officeDocument/2006/relationships/oleObject" Target="../embeddings/oleObject74.bin"/><Relationship Id="rId36" Type="http://schemas.openxmlformats.org/officeDocument/2006/relationships/oleObject" Target="../embeddings/oleObject78.bin"/><Relationship Id="rId10" Type="http://schemas.openxmlformats.org/officeDocument/2006/relationships/oleObject" Target="../embeddings/oleObject66.bin"/><Relationship Id="rId19" Type="http://schemas.openxmlformats.org/officeDocument/2006/relationships/image" Target="../media/image86.wmf"/><Relationship Id="rId31" Type="http://schemas.openxmlformats.org/officeDocument/2006/relationships/image" Target="../media/image92.wmf"/><Relationship Id="rId4" Type="http://schemas.openxmlformats.org/officeDocument/2006/relationships/oleObject" Target="../embeddings/oleObject63.bin"/><Relationship Id="rId9" Type="http://schemas.openxmlformats.org/officeDocument/2006/relationships/image" Target="../media/image80.wmf"/><Relationship Id="rId14" Type="http://schemas.openxmlformats.org/officeDocument/2006/relationships/image" Target="../media/image83.emf"/><Relationship Id="rId22" Type="http://schemas.openxmlformats.org/officeDocument/2006/relationships/oleObject" Target="../embeddings/oleObject71.bin"/><Relationship Id="rId27" Type="http://schemas.openxmlformats.org/officeDocument/2006/relationships/image" Target="../media/image90.wmf"/><Relationship Id="rId30" Type="http://schemas.openxmlformats.org/officeDocument/2006/relationships/oleObject" Target="../embeddings/oleObject75.bin"/><Relationship Id="rId35" Type="http://schemas.openxmlformats.org/officeDocument/2006/relationships/image" Target="../media/image94.wmf"/><Relationship Id="rId8" Type="http://schemas.openxmlformats.org/officeDocument/2006/relationships/oleObject" Target="../embeddings/oleObject65.bin"/><Relationship Id="rId3" Type="http://schemas.openxmlformats.org/officeDocument/2006/relationships/image" Target="../media/image77.wmf"/></Relationships>
</file>

<file path=ppt/slides/_rels/slide20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65.bin"/><Relationship Id="rId13" Type="http://schemas.openxmlformats.org/officeDocument/2006/relationships/image" Target="../media/image82.wmf"/><Relationship Id="rId18" Type="http://schemas.openxmlformats.org/officeDocument/2006/relationships/oleObject" Target="../embeddings/oleObject70.bin"/><Relationship Id="rId26" Type="http://schemas.openxmlformats.org/officeDocument/2006/relationships/oleObject" Target="../embeddings/oleObject81.bin"/><Relationship Id="rId3" Type="http://schemas.openxmlformats.org/officeDocument/2006/relationships/image" Target="../media/image77.wmf"/><Relationship Id="rId21" Type="http://schemas.openxmlformats.org/officeDocument/2006/relationships/image" Target="../media/image88.wmf"/><Relationship Id="rId7" Type="http://schemas.openxmlformats.org/officeDocument/2006/relationships/image" Target="../media/image79.wmf"/><Relationship Id="rId12" Type="http://schemas.openxmlformats.org/officeDocument/2006/relationships/oleObject" Target="../embeddings/oleObject67.bin"/><Relationship Id="rId17" Type="http://schemas.openxmlformats.org/officeDocument/2006/relationships/image" Target="../media/image85.png"/><Relationship Id="rId25" Type="http://schemas.openxmlformats.org/officeDocument/2006/relationships/image" Target="../media/image97.wmf"/><Relationship Id="rId2" Type="http://schemas.openxmlformats.org/officeDocument/2006/relationships/oleObject" Target="../embeddings/oleObject62.bin"/><Relationship Id="rId16" Type="http://schemas.openxmlformats.org/officeDocument/2006/relationships/image" Target="../media/image84.wmf"/><Relationship Id="rId20" Type="http://schemas.openxmlformats.org/officeDocument/2006/relationships/oleObject" Target="../embeddings/oleObject71.bin"/><Relationship Id="rId1" Type="http://schemas.openxmlformats.org/officeDocument/2006/relationships/slideLayout" Target="../slideLayouts/slideLayout7.xml"/><Relationship Id="rId6" Type="http://schemas.openxmlformats.org/officeDocument/2006/relationships/oleObject" Target="../embeddings/oleObject64.bin"/><Relationship Id="rId11" Type="http://schemas.openxmlformats.org/officeDocument/2006/relationships/image" Target="../media/image81.wmf"/><Relationship Id="rId24" Type="http://schemas.openxmlformats.org/officeDocument/2006/relationships/oleObject" Target="../embeddings/oleObject80.bin"/><Relationship Id="rId5" Type="http://schemas.openxmlformats.org/officeDocument/2006/relationships/image" Target="../media/image78.wmf"/><Relationship Id="rId15" Type="http://schemas.openxmlformats.org/officeDocument/2006/relationships/oleObject" Target="../embeddings/oleObject68.bin"/><Relationship Id="rId23" Type="http://schemas.openxmlformats.org/officeDocument/2006/relationships/image" Target="../media/image96.wmf"/><Relationship Id="rId10" Type="http://schemas.openxmlformats.org/officeDocument/2006/relationships/oleObject" Target="../embeddings/oleObject66.bin"/><Relationship Id="rId19" Type="http://schemas.openxmlformats.org/officeDocument/2006/relationships/image" Target="../media/image87.wmf"/><Relationship Id="rId4" Type="http://schemas.openxmlformats.org/officeDocument/2006/relationships/oleObject" Target="../embeddings/oleObject63.bin"/><Relationship Id="rId9" Type="http://schemas.openxmlformats.org/officeDocument/2006/relationships/image" Target="../media/image80.wmf"/><Relationship Id="rId14" Type="http://schemas.openxmlformats.org/officeDocument/2006/relationships/image" Target="../media/image83.emf"/><Relationship Id="rId22" Type="http://schemas.openxmlformats.org/officeDocument/2006/relationships/oleObject" Target="../embeddings/oleObject79.bin"/><Relationship Id="rId27" Type="http://schemas.openxmlformats.org/officeDocument/2006/relationships/image" Target="../media/image98.wmf"/></Relationships>
</file>

<file path=ppt/slides/_rels/slide21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2.wmf"/><Relationship Id="rId13" Type="http://schemas.openxmlformats.org/officeDocument/2006/relationships/oleObject" Target="../embeddings/oleObject87.bin"/><Relationship Id="rId18" Type="http://schemas.openxmlformats.org/officeDocument/2006/relationships/image" Target="../media/image107.wmf"/><Relationship Id="rId3" Type="http://schemas.openxmlformats.org/officeDocument/2006/relationships/oleObject" Target="../embeddings/oleObject82.bin"/><Relationship Id="rId21" Type="http://schemas.openxmlformats.org/officeDocument/2006/relationships/oleObject" Target="../embeddings/oleObject91.bin"/><Relationship Id="rId7" Type="http://schemas.openxmlformats.org/officeDocument/2006/relationships/oleObject" Target="../embeddings/oleObject84.bin"/><Relationship Id="rId12" Type="http://schemas.openxmlformats.org/officeDocument/2006/relationships/image" Target="../media/image104.wmf"/><Relationship Id="rId17" Type="http://schemas.openxmlformats.org/officeDocument/2006/relationships/oleObject" Target="../embeddings/oleObject89.bin"/><Relationship Id="rId2" Type="http://schemas.openxmlformats.org/officeDocument/2006/relationships/image" Target="../media/image99.png"/><Relationship Id="rId16" Type="http://schemas.openxmlformats.org/officeDocument/2006/relationships/image" Target="../media/image106.wmf"/><Relationship Id="rId20" Type="http://schemas.openxmlformats.org/officeDocument/2006/relationships/image" Target="../media/image108.wmf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01.wmf"/><Relationship Id="rId11" Type="http://schemas.openxmlformats.org/officeDocument/2006/relationships/oleObject" Target="../embeddings/oleObject86.bin"/><Relationship Id="rId5" Type="http://schemas.openxmlformats.org/officeDocument/2006/relationships/oleObject" Target="../embeddings/oleObject83.bin"/><Relationship Id="rId15" Type="http://schemas.openxmlformats.org/officeDocument/2006/relationships/oleObject" Target="../embeddings/oleObject88.bin"/><Relationship Id="rId10" Type="http://schemas.openxmlformats.org/officeDocument/2006/relationships/image" Target="../media/image103.wmf"/><Relationship Id="rId19" Type="http://schemas.openxmlformats.org/officeDocument/2006/relationships/oleObject" Target="../embeddings/oleObject90.bin"/><Relationship Id="rId4" Type="http://schemas.openxmlformats.org/officeDocument/2006/relationships/image" Target="../media/image100.wmf"/><Relationship Id="rId9" Type="http://schemas.openxmlformats.org/officeDocument/2006/relationships/oleObject" Target="../embeddings/oleObject85.bin"/><Relationship Id="rId14" Type="http://schemas.openxmlformats.org/officeDocument/2006/relationships/image" Target="../media/image105.wmf"/><Relationship Id="rId22" Type="http://schemas.openxmlformats.org/officeDocument/2006/relationships/image" Target="../media/image109.wmf"/></Relationships>
</file>

<file path=ppt/slides/_rels/slide22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85.bin"/><Relationship Id="rId13" Type="http://schemas.openxmlformats.org/officeDocument/2006/relationships/image" Target="../media/image105.wmf"/><Relationship Id="rId18" Type="http://schemas.openxmlformats.org/officeDocument/2006/relationships/oleObject" Target="../embeddings/oleObject90.bin"/><Relationship Id="rId3" Type="http://schemas.openxmlformats.org/officeDocument/2006/relationships/image" Target="../media/image100.wmf"/><Relationship Id="rId21" Type="http://schemas.openxmlformats.org/officeDocument/2006/relationships/image" Target="../media/image109.wmf"/><Relationship Id="rId7" Type="http://schemas.openxmlformats.org/officeDocument/2006/relationships/image" Target="../media/image102.wmf"/><Relationship Id="rId12" Type="http://schemas.openxmlformats.org/officeDocument/2006/relationships/oleObject" Target="../embeddings/oleObject87.bin"/><Relationship Id="rId17" Type="http://schemas.openxmlformats.org/officeDocument/2006/relationships/image" Target="../media/image107.wmf"/><Relationship Id="rId2" Type="http://schemas.openxmlformats.org/officeDocument/2006/relationships/oleObject" Target="../embeddings/oleObject82.bin"/><Relationship Id="rId16" Type="http://schemas.openxmlformats.org/officeDocument/2006/relationships/oleObject" Target="../embeddings/oleObject89.bin"/><Relationship Id="rId20" Type="http://schemas.openxmlformats.org/officeDocument/2006/relationships/oleObject" Target="../embeddings/oleObject91.bin"/><Relationship Id="rId1" Type="http://schemas.openxmlformats.org/officeDocument/2006/relationships/slideLayout" Target="../slideLayouts/slideLayout13.xml"/><Relationship Id="rId6" Type="http://schemas.openxmlformats.org/officeDocument/2006/relationships/oleObject" Target="../embeddings/oleObject84.bin"/><Relationship Id="rId11" Type="http://schemas.openxmlformats.org/officeDocument/2006/relationships/image" Target="../media/image104.wmf"/><Relationship Id="rId5" Type="http://schemas.openxmlformats.org/officeDocument/2006/relationships/image" Target="../media/image101.wmf"/><Relationship Id="rId15" Type="http://schemas.openxmlformats.org/officeDocument/2006/relationships/image" Target="../media/image106.wmf"/><Relationship Id="rId10" Type="http://schemas.openxmlformats.org/officeDocument/2006/relationships/oleObject" Target="../embeddings/oleObject86.bin"/><Relationship Id="rId19" Type="http://schemas.openxmlformats.org/officeDocument/2006/relationships/image" Target="../media/image108.wmf"/><Relationship Id="rId4" Type="http://schemas.openxmlformats.org/officeDocument/2006/relationships/oleObject" Target="../embeddings/oleObject83.bin"/><Relationship Id="rId9" Type="http://schemas.openxmlformats.org/officeDocument/2006/relationships/image" Target="../media/image103.wmf"/><Relationship Id="rId14" Type="http://schemas.openxmlformats.org/officeDocument/2006/relationships/oleObject" Target="../embeddings/oleObject88.bin"/></Relationships>
</file>

<file path=ppt/slides/_rels/slide23.xml.rels><?xml version="1.0" encoding="UTF-8" standalone="yes"?>
<Relationships xmlns="http://schemas.openxmlformats.org/package/2006/relationships"><Relationship Id="rId13" Type="http://schemas.openxmlformats.org/officeDocument/2006/relationships/image" Target="../media/image105.wmf"/><Relationship Id="rId18" Type="http://schemas.openxmlformats.org/officeDocument/2006/relationships/oleObject" Target="../embeddings/oleObject92.bin"/><Relationship Id="rId26" Type="http://schemas.openxmlformats.org/officeDocument/2006/relationships/oleObject" Target="../embeddings/oleObject96.bin"/><Relationship Id="rId39" Type="http://schemas.openxmlformats.org/officeDocument/2006/relationships/image" Target="../media/image120.wmf"/><Relationship Id="rId21" Type="http://schemas.openxmlformats.org/officeDocument/2006/relationships/image" Target="../media/image111.wmf"/><Relationship Id="rId34" Type="http://schemas.openxmlformats.org/officeDocument/2006/relationships/oleObject" Target="../embeddings/oleObject100.bin"/><Relationship Id="rId42" Type="http://schemas.openxmlformats.org/officeDocument/2006/relationships/oleObject" Target="../embeddings/oleObject104.bin"/><Relationship Id="rId7" Type="http://schemas.openxmlformats.org/officeDocument/2006/relationships/image" Target="../media/image102.wmf"/><Relationship Id="rId2" Type="http://schemas.openxmlformats.org/officeDocument/2006/relationships/oleObject" Target="../embeddings/oleObject82.bin"/><Relationship Id="rId16" Type="http://schemas.openxmlformats.org/officeDocument/2006/relationships/oleObject" Target="../embeddings/oleObject89.bin"/><Relationship Id="rId20" Type="http://schemas.openxmlformats.org/officeDocument/2006/relationships/oleObject" Target="../embeddings/oleObject93.bin"/><Relationship Id="rId29" Type="http://schemas.openxmlformats.org/officeDocument/2006/relationships/image" Target="../media/image115.wmf"/><Relationship Id="rId41" Type="http://schemas.openxmlformats.org/officeDocument/2006/relationships/image" Target="../media/image121.wmf"/><Relationship Id="rId1" Type="http://schemas.openxmlformats.org/officeDocument/2006/relationships/slideLayout" Target="../slideLayouts/slideLayout13.xml"/><Relationship Id="rId6" Type="http://schemas.openxmlformats.org/officeDocument/2006/relationships/oleObject" Target="../embeddings/oleObject84.bin"/><Relationship Id="rId11" Type="http://schemas.openxmlformats.org/officeDocument/2006/relationships/image" Target="../media/image104.wmf"/><Relationship Id="rId24" Type="http://schemas.openxmlformats.org/officeDocument/2006/relationships/oleObject" Target="../embeddings/oleObject95.bin"/><Relationship Id="rId32" Type="http://schemas.openxmlformats.org/officeDocument/2006/relationships/oleObject" Target="../embeddings/oleObject99.bin"/><Relationship Id="rId37" Type="http://schemas.openxmlformats.org/officeDocument/2006/relationships/image" Target="../media/image119.wmf"/><Relationship Id="rId40" Type="http://schemas.openxmlformats.org/officeDocument/2006/relationships/oleObject" Target="../embeddings/oleObject103.bin"/><Relationship Id="rId5" Type="http://schemas.openxmlformats.org/officeDocument/2006/relationships/image" Target="../media/image101.wmf"/><Relationship Id="rId15" Type="http://schemas.openxmlformats.org/officeDocument/2006/relationships/image" Target="../media/image106.wmf"/><Relationship Id="rId23" Type="http://schemas.openxmlformats.org/officeDocument/2006/relationships/image" Target="../media/image112.wmf"/><Relationship Id="rId28" Type="http://schemas.openxmlformats.org/officeDocument/2006/relationships/oleObject" Target="../embeddings/oleObject97.bin"/><Relationship Id="rId36" Type="http://schemas.openxmlformats.org/officeDocument/2006/relationships/oleObject" Target="../embeddings/oleObject101.bin"/><Relationship Id="rId10" Type="http://schemas.openxmlformats.org/officeDocument/2006/relationships/oleObject" Target="../embeddings/oleObject86.bin"/><Relationship Id="rId19" Type="http://schemas.openxmlformats.org/officeDocument/2006/relationships/image" Target="../media/image110.wmf"/><Relationship Id="rId31" Type="http://schemas.openxmlformats.org/officeDocument/2006/relationships/image" Target="../media/image116.wmf"/><Relationship Id="rId4" Type="http://schemas.openxmlformats.org/officeDocument/2006/relationships/oleObject" Target="../embeddings/oleObject83.bin"/><Relationship Id="rId9" Type="http://schemas.openxmlformats.org/officeDocument/2006/relationships/image" Target="../media/image103.wmf"/><Relationship Id="rId14" Type="http://schemas.openxmlformats.org/officeDocument/2006/relationships/oleObject" Target="../embeddings/oleObject88.bin"/><Relationship Id="rId22" Type="http://schemas.openxmlformats.org/officeDocument/2006/relationships/oleObject" Target="../embeddings/oleObject94.bin"/><Relationship Id="rId27" Type="http://schemas.openxmlformats.org/officeDocument/2006/relationships/image" Target="../media/image114.wmf"/><Relationship Id="rId30" Type="http://schemas.openxmlformats.org/officeDocument/2006/relationships/oleObject" Target="../embeddings/oleObject98.bin"/><Relationship Id="rId35" Type="http://schemas.openxmlformats.org/officeDocument/2006/relationships/image" Target="../media/image118.wmf"/><Relationship Id="rId43" Type="http://schemas.openxmlformats.org/officeDocument/2006/relationships/image" Target="../media/image122.wmf"/><Relationship Id="rId8" Type="http://schemas.openxmlformats.org/officeDocument/2006/relationships/oleObject" Target="../embeddings/oleObject85.bin"/><Relationship Id="rId3" Type="http://schemas.openxmlformats.org/officeDocument/2006/relationships/image" Target="../media/image100.wmf"/><Relationship Id="rId12" Type="http://schemas.openxmlformats.org/officeDocument/2006/relationships/oleObject" Target="../embeddings/oleObject87.bin"/><Relationship Id="rId17" Type="http://schemas.openxmlformats.org/officeDocument/2006/relationships/image" Target="../media/image107.wmf"/><Relationship Id="rId25" Type="http://schemas.openxmlformats.org/officeDocument/2006/relationships/image" Target="../media/image113.wmf"/><Relationship Id="rId33" Type="http://schemas.openxmlformats.org/officeDocument/2006/relationships/image" Target="../media/image117.wmf"/><Relationship Id="rId38" Type="http://schemas.openxmlformats.org/officeDocument/2006/relationships/oleObject" Target="../embeddings/oleObject102.bin"/></Relationships>
</file>

<file path=ppt/slides/_rels/slide24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85.bin"/><Relationship Id="rId13" Type="http://schemas.openxmlformats.org/officeDocument/2006/relationships/image" Target="../media/image105.wmf"/><Relationship Id="rId18" Type="http://schemas.openxmlformats.org/officeDocument/2006/relationships/oleObject" Target="../embeddings/oleObject105.bin"/><Relationship Id="rId26" Type="http://schemas.openxmlformats.org/officeDocument/2006/relationships/oleObject" Target="../embeddings/oleObject109.bin"/><Relationship Id="rId3" Type="http://schemas.openxmlformats.org/officeDocument/2006/relationships/image" Target="../media/image100.wmf"/><Relationship Id="rId21" Type="http://schemas.openxmlformats.org/officeDocument/2006/relationships/image" Target="../media/image124.wmf"/><Relationship Id="rId7" Type="http://schemas.openxmlformats.org/officeDocument/2006/relationships/image" Target="../media/image102.wmf"/><Relationship Id="rId12" Type="http://schemas.openxmlformats.org/officeDocument/2006/relationships/oleObject" Target="../embeddings/oleObject87.bin"/><Relationship Id="rId17" Type="http://schemas.openxmlformats.org/officeDocument/2006/relationships/image" Target="../media/image107.wmf"/><Relationship Id="rId25" Type="http://schemas.openxmlformats.org/officeDocument/2006/relationships/image" Target="../media/image126.wmf"/><Relationship Id="rId2" Type="http://schemas.openxmlformats.org/officeDocument/2006/relationships/oleObject" Target="../embeddings/oleObject82.bin"/><Relationship Id="rId16" Type="http://schemas.openxmlformats.org/officeDocument/2006/relationships/oleObject" Target="../embeddings/oleObject89.bin"/><Relationship Id="rId20" Type="http://schemas.openxmlformats.org/officeDocument/2006/relationships/oleObject" Target="../embeddings/oleObject106.bin"/><Relationship Id="rId29" Type="http://schemas.openxmlformats.org/officeDocument/2006/relationships/image" Target="../media/image128.wmf"/><Relationship Id="rId1" Type="http://schemas.openxmlformats.org/officeDocument/2006/relationships/slideLayout" Target="../slideLayouts/slideLayout13.xml"/><Relationship Id="rId6" Type="http://schemas.openxmlformats.org/officeDocument/2006/relationships/oleObject" Target="../embeddings/oleObject84.bin"/><Relationship Id="rId11" Type="http://schemas.openxmlformats.org/officeDocument/2006/relationships/image" Target="../media/image104.wmf"/><Relationship Id="rId24" Type="http://schemas.openxmlformats.org/officeDocument/2006/relationships/oleObject" Target="../embeddings/oleObject108.bin"/><Relationship Id="rId5" Type="http://schemas.openxmlformats.org/officeDocument/2006/relationships/image" Target="../media/image101.wmf"/><Relationship Id="rId15" Type="http://schemas.openxmlformats.org/officeDocument/2006/relationships/image" Target="../media/image106.wmf"/><Relationship Id="rId23" Type="http://schemas.openxmlformats.org/officeDocument/2006/relationships/image" Target="../media/image125.wmf"/><Relationship Id="rId28" Type="http://schemas.openxmlformats.org/officeDocument/2006/relationships/oleObject" Target="../embeddings/oleObject110.bin"/><Relationship Id="rId10" Type="http://schemas.openxmlformats.org/officeDocument/2006/relationships/oleObject" Target="../embeddings/oleObject86.bin"/><Relationship Id="rId19" Type="http://schemas.openxmlformats.org/officeDocument/2006/relationships/image" Target="../media/image123.wmf"/><Relationship Id="rId31" Type="http://schemas.openxmlformats.org/officeDocument/2006/relationships/image" Target="../media/image129.wmf"/><Relationship Id="rId4" Type="http://schemas.openxmlformats.org/officeDocument/2006/relationships/oleObject" Target="../embeddings/oleObject83.bin"/><Relationship Id="rId9" Type="http://schemas.openxmlformats.org/officeDocument/2006/relationships/image" Target="../media/image103.wmf"/><Relationship Id="rId14" Type="http://schemas.openxmlformats.org/officeDocument/2006/relationships/oleObject" Target="../embeddings/oleObject88.bin"/><Relationship Id="rId22" Type="http://schemas.openxmlformats.org/officeDocument/2006/relationships/oleObject" Target="../embeddings/oleObject107.bin"/><Relationship Id="rId27" Type="http://schemas.openxmlformats.org/officeDocument/2006/relationships/image" Target="../media/image127.wmf"/><Relationship Id="rId30" Type="http://schemas.openxmlformats.org/officeDocument/2006/relationships/oleObject" Target="../embeddings/oleObject111.bin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0.wmf"/><Relationship Id="rId2" Type="http://schemas.openxmlformats.org/officeDocument/2006/relationships/oleObject" Target="../embeddings/oleObject112.bin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131.wmf"/><Relationship Id="rId4" Type="http://schemas.openxmlformats.org/officeDocument/2006/relationships/oleObject" Target="../embeddings/oleObject113.bin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13.bin"/><Relationship Id="rId2" Type="http://schemas.openxmlformats.org/officeDocument/2006/relationships/image" Target="../media/image132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133.png"/><Relationship Id="rId4" Type="http://schemas.openxmlformats.org/officeDocument/2006/relationships/image" Target="../media/image131.wmf"/></Relationships>
</file>

<file path=ppt/slides/_rels/slide28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116.bin"/><Relationship Id="rId13" Type="http://schemas.openxmlformats.org/officeDocument/2006/relationships/image" Target="../media/image140.wmf"/><Relationship Id="rId18" Type="http://schemas.openxmlformats.org/officeDocument/2006/relationships/oleObject" Target="../embeddings/oleObject121.bin"/><Relationship Id="rId26" Type="http://schemas.openxmlformats.org/officeDocument/2006/relationships/oleObject" Target="../embeddings/oleObject125.bin"/><Relationship Id="rId3" Type="http://schemas.openxmlformats.org/officeDocument/2006/relationships/oleObject" Target="../embeddings/oleObject114.bin"/><Relationship Id="rId21" Type="http://schemas.openxmlformats.org/officeDocument/2006/relationships/image" Target="../media/image144.wmf"/><Relationship Id="rId7" Type="http://schemas.openxmlformats.org/officeDocument/2006/relationships/image" Target="../media/image137.wmf"/><Relationship Id="rId12" Type="http://schemas.openxmlformats.org/officeDocument/2006/relationships/oleObject" Target="../embeddings/oleObject118.bin"/><Relationship Id="rId17" Type="http://schemas.openxmlformats.org/officeDocument/2006/relationships/image" Target="../media/image142.wmf"/><Relationship Id="rId25" Type="http://schemas.openxmlformats.org/officeDocument/2006/relationships/image" Target="../media/image146.wmf"/><Relationship Id="rId2" Type="http://schemas.openxmlformats.org/officeDocument/2006/relationships/image" Target="../media/image134.png"/><Relationship Id="rId16" Type="http://schemas.openxmlformats.org/officeDocument/2006/relationships/oleObject" Target="../embeddings/oleObject120.bin"/><Relationship Id="rId20" Type="http://schemas.openxmlformats.org/officeDocument/2006/relationships/oleObject" Target="../embeddings/oleObject122.bin"/><Relationship Id="rId29" Type="http://schemas.openxmlformats.org/officeDocument/2006/relationships/image" Target="../media/image148.wmf"/><Relationship Id="rId1" Type="http://schemas.openxmlformats.org/officeDocument/2006/relationships/slideLayout" Target="../slideLayouts/slideLayout7.xml"/><Relationship Id="rId6" Type="http://schemas.openxmlformats.org/officeDocument/2006/relationships/oleObject" Target="../embeddings/oleObject115.bin"/><Relationship Id="rId11" Type="http://schemas.openxmlformats.org/officeDocument/2006/relationships/image" Target="../media/image139.wmf"/><Relationship Id="rId24" Type="http://schemas.openxmlformats.org/officeDocument/2006/relationships/oleObject" Target="../embeddings/oleObject124.bin"/><Relationship Id="rId5" Type="http://schemas.openxmlformats.org/officeDocument/2006/relationships/image" Target="../media/image136.png"/><Relationship Id="rId15" Type="http://schemas.openxmlformats.org/officeDocument/2006/relationships/image" Target="../media/image141.wmf"/><Relationship Id="rId23" Type="http://schemas.openxmlformats.org/officeDocument/2006/relationships/image" Target="../media/image145.wmf"/><Relationship Id="rId28" Type="http://schemas.openxmlformats.org/officeDocument/2006/relationships/oleObject" Target="../embeddings/oleObject126.bin"/><Relationship Id="rId10" Type="http://schemas.openxmlformats.org/officeDocument/2006/relationships/oleObject" Target="../embeddings/oleObject117.bin"/><Relationship Id="rId19" Type="http://schemas.openxmlformats.org/officeDocument/2006/relationships/image" Target="../media/image143.wmf"/><Relationship Id="rId31" Type="http://schemas.openxmlformats.org/officeDocument/2006/relationships/image" Target="../media/image149.wmf"/><Relationship Id="rId4" Type="http://schemas.openxmlformats.org/officeDocument/2006/relationships/image" Target="../media/image135.wmf"/><Relationship Id="rId9" Type="http://schemas.openxmlformats.org/officeDocument/2006/relationships/image" Target="../media/image138.wmf"/><Relationship Id="rId14" Type="http://schemas.openxmlformats.org/officeDocument/2006/relationships/oleObject" Target="../embeddings/oleObject119.bin"/><Relationship Id="rId22" Type="http://schemas.openxmlformats.org/officeDocument/2006/relationships/oleObject" Target="../embeddings/oleObject123.bin"/><Relationship Id="rId27" Type="http://schemas.openxmlformats.org/officeDocument/2006/relationships/image" Target="../media/image147.wmf"/><Relationship Id="rId30" Type="http://schemas.openxmlformats.org/officeDocument/2006/relationships/oleObject" Target="../embeddings/oleObject127.bin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1.png"/><Relationship Id="rId2" Type="http://schemas.openxmlformats.org/officeDocument/2006/relationships/image" Target="../media/image150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52.png"/></Relationships>
</file>

<file path=ppt/slides/_rels/slide30.xml.rels><?xml version="1.0" encoding="UTF-8" standalone="yes"?>
<Relationships xmlns="http://schemas.openxmlformats.org/package/2006/relationships"><Relationship Id="rId13" Type="http://schemas.openxmlformats.org/officeDocument/2006/relationships/image" Target="../media/image158.wmf"/><Relationship Id="rId18" Type="http://schemas.openxmlformats.org/officeDocument/2006/relationships/oleObject" Target="../embeddings/oleObject136.bin"/><Relationship Id="rId26" Type="http://schemas.openxmlformats.org/officeDocument/2006/relationships/image" Target="../media/image164.wmf"/><Relationship Id="rId39" Type="http://schemas.openxmlformats.org/officeDocument/2006/relationships/oleObject" Target="../embeddings/oleObject147.bin"/><Relationship Id="rId21" Type="http://schemas.openxmlformats.org/officeDocument/2006/relationships/oleObject" Target="../embeddings/oleObject138.bin"/><Relationship Id="rId34" Type="http://schemas.openxmlformats.org/officeDocument/2006/relationships/image" Target="../media/image168.wmf"/><Relationship Id="rId7" Type="http://schemas.openxmlformats.org/officeDocument/2006/relationships/image" Target="../media/image155.wmf"/><Relationship Id="rId12" Type="http://schemas.openxmlformats.org/officeDocument/2006/relationships/oleObject" Target="../embeddings/oleObject133.bin"/><Relationship Id="rId17" Type="http://schemas.openxmlformats.org/officeDocument/2006/relationships/image" Target="../media/image160.wmf"/><Relationship Id="rId25" Type="http://schemas.openxmlformats.org/officeDocument/2006/relationships/oleObject" Target="../embeddings/oleObject140.bin"/><Relationship Id="rId33" Type="http://schemas.openxmlformats.org/officeDocument/2006/relationships/oleObject" Target="../embeddings/oleObject144.bin"/><Relationship Id="rId38" Type="http://schemas.openxmlformats.org/officeDocument/2006/relationships/image" Target="../media/image170.wmf"/><Relationship Id="rId2" Type="http://schemas.openxmlformats.org/officeDocument/2006/relationships/oleObject" Target="../embeddings/oleObject128.bin"/><Relationship Id="rId16" Type="http://schemas.openxmlformats.org/officeDocument/2006/relationships/oleObject" Target="../embeddings/oleObject135.bin"/><Relationship Id="rId20" Type="http://schemas.openxmlformats.org/officeDocument/2006/relationships/oleObject" Target="../embeddings/oleObject137.bin"/><Relationship Id="rId29" Type="http://schemas.openxmlformats.org/officeDocument/2006/relationships/oleObject" Target="../embeddings/oleObject142.bin"/><Relationship Id="rId1" Type="http://schemas.openxmlformats.org/officeDocument/2006/relationships/slideLayout" Target="../slideLayouts/slideLayout12.xml"/><Relationship Id="rId6" Type="http://schemas.openxmlformats.org/officeDocument/2006/relationships/oleObject" Target="../embeddings/oleObject130.bin"/><Relationship Id="rId11" Type="http://schemas.openxmlformats.org/officeDocument/2006/relationships/image" Target="../media/image157.wmf"/><Relationship Id="rId24" Type="http://schemas.openxmlformats.org/officeDocument/2006/relationships/image" Target="../media/image163.wmf"/><Relationship Id="rId32" Type="http://schemas.openxmlformats.org/officeDocument/2006/relationships/image" Target="../media/image167.wmf"/><Relationship Id="rId37" Type="http://schemas.openxmlformats.org/officeDocument/2006/relationships/oleObject" Target="../embeddings/oleObject146.bin"/><Relationship Id="rId40" Type="http://schemas.openxmlformats.org/officeDocument/2006/relationships/image" Target="../media/image171.wmf"/><Relationship Id="rId5" Type="http://schemas.openxmlformats.org/officeDocument/2006/relationships/image" Target="../media/image154.wmf"/><Relationship Id="rId15" Type="http://schemas.openxmlformats.org/officeDocument/2006/relationships/image" Target="../media/image159.wmf"/><Relationship Id="rId23" Type="http://schemas.openxmlformats.org/officeDocument/2006/relationships/oleObject" Target="../embeddings/oleObject139.bin"/><Relationship Id="rId28" Type="http://schemas.openxmlformats.org/officeDocument/2006/relationships/image" Target="../media/image165.wmf"/><Relationship Id="rId36" Type="http://schemas.openxmlformats.org/officeDocument/2006/relationships/image" Target="../media/image169.wmf"/><Relationship Id="rId10" Type="http://schemas.openxmlformats.org/officeDocument/2006/relationships/oleObject" Target="../embeddings/oleObject132.bin"/><Relationship Id="rId19" Type="http://schemas.openxmlformats.org/officeDocument/2006/relationships/image" Target="../media/image161.wmf"/><Relationship Id="rId31" Type="http://schemas.openxmlformats.org/officeDocument/2006/relationships/oleObject" Target="../embeddings/oleObject143.bin"/><Relationship Id="rId4" Type="http://schemas.openxmlformats.org/officeDocument/2006/relationships/oleObject" Target="../embeddings/oleObject129.bin"/><Relationship Id="rId9" Type="http://schemas.openxmlformats.org/officeDocument/2006/relationships/image" Target="../media/image156.wmf"/><Relationship Id="rId14" Type="http://schemas.openxmlformats.org/officeDocument/2006/relationships/oleObject" Target="../embeddings/oleObject134.bin"/><Relationship Id="rId22" Type="http://schemas.openxmlformats.org/officeDocument/2006/relationships/image" Target="../media/image162.wmf"/><Relationship Id="rId27" Type="http://schemas.openxmlformats.org/officeDocument/2006/relationships/oleObject" Target="../embeddings/oleObject141.bin"/><Relationship Id="rId30" Type="http://schemas.openxmlformats.org/officeDocument/2006/relationships/image" Target="../media/image166.wmf"/><Relationship Id="rId35" Type="http://schemas.openxmlformats.org/officeDocument/2006/relationships/oleObject" Target="../embeddings/oleObject145.bin"/><Relationship Id="rId8" Type="http://schemas.openxmlformats.org/officeDocument/2006/relationships/oleObject" Target="../embeddings/oleObject131.bin"/><Relationship Id="rId3" Type="http://schemas.openxmlformats.org/officeDocument/2006/relationships/image" Target="../media/image153.wmf"/></Relationships>
</file>

<file path=ppt/slides/_rels/slide31.xml.rels><?xml version="1.0" encoding="UTF-8" standalone="yes"?>
<Relationships xmlns="http://schemas.openxmlformats.org/package/2006/relationships"><Relationship Id="rId8" Type="http://schemas.openxmlformats.org/officeDocument/2006/relationships/image" Target="../media/image173.wmf"/><Relationship Id="rId3" Type="http://schemas.openxmlformats.org/officeDocument/2006/relationships/image" Target="../media/image172.wmf"/><Relationship Id="rId7" Type="http://schemas.openxmlformats.org/officeDocument/2006/relationships/oleObject" Target="../embeddings/oleObject149.bin"/><Relationship Id="rId2" Type="http://schemas.openxmlformats.org/officeDocument/2006/relationships/oleObject" Target="../embeddings/oleObject148.bin"/><Relationship Id="rId1" Type="http://schemas.openxmlformats.org/officeDocument/2006/relationships/slideLayout" Target="../slideLayouts/slideLayout18.xml"/><Relationship Id="rId6" Type="http://schemas.openxmlformats.org/officeDocument/2006/relationships/image" Target="../media/image155.wmf"/><Relationship Id="rId5" Type="http://schemas.openxmlformats.org/officeDocument/2006/relationships/oleObject" Target="../embeddings/oleObject130.bin"/><Relationship Id="rId10" Type="http://schemas.openxmlformats.org/officeDocument/2006/relationships/image" Target="../media/image174.wmf"/><Relationship Id="rId4" Type="http://schemas.openxmlformats.org/officeDocument/2006/relationships/image" Target="../media/image152.png"/><Relationship Id="rId9" Type="http://schemas.openxmlformats.org/officeDocument/2006/relationships/oleObject" Target="../embeddings/oleObject150.bin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5.wmf"/><Relationship Id="rId2" Type="http://schemas.openxmlformats.org/officeDocument/2006/relationships/oleObject" Target="../embeddings/oleObject151.bin"/><Relationship Id="rId1" Type="http://schemas.openxmlformats.org/officeDocument/2006/relationships/slideLayout" Target="../slideLayouts/slideLayout18.xml"/><Relationship Id="rId5" Type="http://schemas.openxmlformats.org/officeDocument/2006/relationships/image" Target="../media/image176.wmf"/><Relationship Id="rId4" Type="http://schemas.openxmlformats.org/officeDocument/2006/relationships/oleObject" Target="../embeddings/oleObject152.bin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6.wmf"/><Relationship Id="rId2" Type="http://schemas.openxmlformats.org/officeDocument/2006/relationships/oleObject" Target="../embeddings/oleObject152.bin"/><Relationship Id="rId1" Type="http://schemas.openxmlformats.org/officeDocument/2006/relationships/slideLayout" Target="../slideLayouts/slideLayout18.xml"/></Relationships>
</file>

<file path=ppt/slides/_rels/slide3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80.emf"/><Relationship Id="rId13" Type="http://schemas.openxmlformats.org/officeDocument/2006/relationships/image" Target="../media/image183.emf"/><Relationship Id="rId3" Type="http://schemas.openxmlformats.org/officeDocument/2006/relationships/oleObject" Target="../embeddings/oleObject153.bin"/><Relationship Id="rId7" Type="http://schemas.openxmlformats.org/officeDocument/2006/relationships/oleObject" Target="../embeddings/oleObject155.bin"/><Relationship Id="rId12" Type="http://schemas.openxmlformats.org/officeDocument/2006/relationships/oleObject" Target="../embeddings/oleObject157.bin"/><Relationship Id="rId2" Type="http://schemas.openxmlformats.org/officeDocument/2006/relationships/image" Target="../media/image177.png"/><Relationship Id="rId1" Type="http://schemas.openxmlformats.org/officeDocument/2006/relationships/slideLayout" Target="../slideLayouts/slideLayout18.xml"/><Relationship Id="rId6" Type="http://schemas.openxmlformats.org/officeDocument/2006/relationships/image" Target="../media/image179.emf"/><Relationship Id="rId11" Type="http://schemas.openxmlformats.org/officeDocument/2006/relationships/image" Target="../media/image182.png"/><Relationship Id="rId5" Type="http://schemas.openxmlformats.org/officeDocument/2006/relationships/oleObject" Target="../embeddings/oleObject154.bin"/><Relationship Id="rId10" Type="http://schemas.openxmlformats.org/officeDocument/2006/relationships/image" Target="../media/image181.emf"/><Relationship Id="rId4" Type="http://schemas.openxmlformats.org/officeDocument/2006/relationships/image" Target="../media/image178.emf"/><Relationship Id="rId9" Type="http://schemas.openxmlformats.org/officeDocument/2006/relationships/oleObject" Target="../embeddings/oleObject156.bin"/></Relationships>
</file>

<file path=ppt/slides/_rels/slide35.xml.rels><?xml version="1.0" encoding="UTF-8" standalone="yes"?>
<Relationships xmlns="http://schemas.openxmlformats.org/package/2006/relationships"><Relationship Id="rId8" Type="http://schemas.openxmlformats.org/officeDocument/2006/relationships/image" Target="../media/image178.emf"/><Relationship Id="rId3" Type="http://schemas.openxmlformats.org/officeDocument/2006/relationships/oleObject" Target="../embeddings/oleObject158.bin"/><Relationship Id="rId7" Type="http://schemas.openxmlformats.org/officeDocument/2006/relationships/oleObject" Target="../embeddings/oleObject153.bin"/><Relationship Id="rId2" Type="http://schemas.openxmlformats.org/officeDocument/2006/relationships/image" Target="../media/image184.png"/><Relationship Id="rId1" Type="http://schemas.openxmlformats.org/officeDocument/2006/relationships/slideLayout" Target="../slideLayouts/slideLayout18.xml"/><Relationship Id="rId6" Type="http://schemas.openxmlformats.org/officeDocument/2006/relationships/image" Target="../media/image186.emf"/><Relationship Id="rId11" Type="http://schemas.openxmlformats.org/officeDocument/2006/relationships/image" Target="../media/image188.emf"/><Relationship Id="rId5" Type="http://schemas.openxmlformats.org/officeDocument/2006/relationships/oleObject" Target="../embeddings/oleObject159.bin"/><Relationship Id="rId10" Type="http://schemas.openxmlformats.org/officeDocument/2006/relationships/oleObject" Target="../embeddings/oleObject160.bin"/><Relationship Id="rId4" Type="http://schemas.openxmlformats.org/officeDocument/2006/relationships/image" Target="../media/image185.emf"/><Relationship Id="rId9" Type="http://schemas.openxmlformats.org/officeDocument/2006/relationships/image" Target="../media/image187.png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5.wmf"/><Relationship Id="rId2" Type="http://schemas.openxmlformats.org/officeDocument/2006/relationships/oleObject" Target="../embeddings/oleObject151.bin"/><Relationship Id="rId1" Type="http://schemas.openxmlformats.org/officeDocument/2006/relationships/slideLayout" Target="../slideLayouts/slideLayout18.xml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0.png"/><Relationship Id="rId2" Type="http://schemas.openxmlformats.org/officeDocument/2006/relationships/image" Target="../media/image189.png"/><Relationship Id="rId1" Type="http://schemas.openxmlformats.org/officeDocument/2006/relationships/slideLayout" Target="../slideLayouts/slideLayout7.xml"/></Relationships>
</file>

<file path=ppt/slides/_rels/slide38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164.bin"/><Relationship Id="rId13" Type="http://schemas.openxmlformats.org/officeDocument/2006/relationships/image" Target="../media/image196.wmf"/><Relationship Id="rId18" Type="http://schemas.openxmlformats.org/officeDocument/2006/relationships/oleObject" Target="../embeddings/oleObject169.bin"/><Relationship Id="rId26" Type="http://schemas.openxmlformats.org/officeDocument/2006/relationships/oleObject" Target="../embeddings/oleObject173.bin"/><Relationship Id="rId3" Type="http://schemas.openxmlformats.org/officeDocument/2006/relationships/image" Target="../media/image191.wmf"/><Relationship Id="rId21" Type="http://schemas.openxmlformats.org/officeDocument/2006/relationships/image" Target="../media/image200.wmf"/><Relationship Id="rId7" Type="http://schemas.openxmlformats.org/officeDocument/2006/relationships/image" Target="../media/image193.wmf"/><Relationship Id="rId12" Type="http://schemas.openxmlformats.org/officeDocument/2006/relationships/oleObject" Target="../embeddings/oleObject166.bin"/><Relationship Id="rId17" Type="http://schemas.openxmlformats.org/officeDocument/2006/relationships/image" Target="../media/image198.wmf"/><Relationship Id="rId25" Type="http://schemas.openxmlformats.org/officeDocument/2006/relationships/image" Target="../media/image202.wmf"/><Relationship Id="rId2" Type="http://schemas.openxmlformats.org/officeDocument/2006/relationships/oleObject" Target="../embeddings/oleObject161.bin"/><Relationship Id="rId16" Type="http://schemas.openxmlformats.org/officeDocument/2006/relationships/oleObject" Target="../embeddings/oleObject168.bin"/><Relationship Id="rId20" Type="http://schemas.openxmlformats.org/officeDocument/2006/relationships/oleObject" Target="../embeddings/oleObject170.bin"/><Relationship Id="rId1" Type="http://schemas.openxmlformats.org/officeDocument/2006/relationships/slideLayout" Target="../slideLayouts/slideLayout7.xml"/><Relationship Id="rId6" Type="http://schemas.openxmlformats.org/officeDocument/2006/relationships/oleObject" Target="../embeddings/oleObject163.bin"/><Relationship Id="rId11" Type="http://schemas.openxmlformats.org/officeDocument/2006/relationships/image" Target="../media/image195.wmf"/><Relationship Id="rId24" Type="http://schemas.openxmlformats.org/officeDocument/2006/relationships/oleObject" Target="../embeddings/oleObject172.bin"/><Relationship Id="rId5" Type="http://schemas.openxmlformats.org/officeDocument/2006/relationships/image" Target="../media/image192.wmf"/><Relationship Id="rId15" Type="http://schemas.openxmlformats.org/officeDocument/2006/relationships/image" Target="../media/image197.wmf"/><Relationship Id="rId23" Type="http://schemas.openxmlformats.org/officeDocument/2006/relationships/image" Target="../media/image201.wmf"/><Relationship Id="rId10" Type="http://schemas.openxmlformats.org/officeDocument/2006/relationships/oleObject" Target="../embeddings/oleObject165.bin"/><Relationship Id="rId19" Type="http://schemas.openxmlformats.org/officeDocument/2006/relationships/image" Target="../media/image199.wmf"/><Relationship Id="rId4" Type="http://schemas.openxmlformats.org/officeDocument/2006/relationships/oleObject" Target="../embeddings/oleObject162.bin"/><Relationship Id="rId9" Type="http://schemas.openxmlformats.org/officeDocument/2006/relationships/image" Target="../media/image194.wmf"/><Relationship Id="rId14" Type="http://schemas.openxmlformats.org/officeDocument/2006/relationships/oleObject" Target="../embeddings/oleObject167.bin"/><Relationship Id="rId22" Type="http://schemas.openxmlformats.org/officeDocument/2006/relationships/oleObject" Target="../embeddings/oleObject171.bin"/><Relationship Id="rId27" Type="http://schemas.openxmlformats.org/officeDocument/2006/relationships/image" Target="../media/image203.wmf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5.png"/><Relationship Id="rId2" Type="http://schemas.openxmlformats.org/officeDocument/2006/relationships/image" Target="../media/image204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207.png"/><Relationship Id="rId4" Type="http://schemas.openxmlformats.org/officeDocument/2006/relationships/image" Target="../media/image206.png"/></Relationships>
</file>

<file path=ppt/slides/_rels/slide4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9.png"/><Relationship Id="rId2" Type="http://schemas.openxmlformats.org/officeDocument/2006/relationships/image" Target="../media/image208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210.emf"/><Relationship Id="rId4" Type="http://schemas.openxmlformats.org/officeDocument/2006/relationships/oleObject" Target="../embeddings/oleObject174.bin"/></Relationships>
</file>

<file path=ppt/slides/_rels/slide43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177.bin"/><Relationship Id="rId3" Type="http://schemas.openxmlformats.org/officeDocument/2006/relationships/image" Target="../media/image211.emf"/><Relationship Id="rId7" Type="http://schemas.openxmlformats.org/officeDocument/2006/relationships/image" Target="../media/image213.emf"/><Relationship Id="rId2" Type="http://schemas.openxmlformats.org/officeDocument/2006/relationships/oleObject" Target="../embeddings/oleObject175.bin"/><Relationship Id="rId1" Type="http://schemas.openxmlformats.org/officeDocument/2006/relationships/slideLayout" Target="../slideLayouts/slideLayout7.xml"/><Relationship Id="rId6" Type="http://schemas.openxmlformats.org/officeDocument/2006/relationships/oleObject" Target="../embeddings/oleObject176.bin"/><Relationship Id="rId5" Type="http://schemas.openxmlformats.org/officeDocument/2006/relationships/image" Target="../media/image212.png"/><Relationship Id="rId4" Type="http://schemas.openxmlformats.org/officeDocument/2006/relationships/image" Target="../media/image208.png"/><Relationship Id="rId9" Type="http://schemas.openxmlformats.org/officeDocument/2006/relationships/image" Target="../media/image214.emf"/></Relationships>
</file>

<file path=ppt/slides/_rels/slide44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78.bin"/><Relationship Id="rId2" Type="http://schemas.openxmlformats.org/officeDocument/2006/relationships/image" Target="../media/image208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15.emf"/></Relationships>
</file>

<file path=ppt/slides/_rels/slide4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6.png"/><Relationship Id="rId1" Type="http://schemas.openxmlformats.org/officeDocument/2006/relationships/slideLayout" Target="../slideLayouts/slideLayout7.xml"/></Relationships>
</file>

<file path=ppt/slides/_rels/slide4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8.png"/><Relationship Id="rId2" Type="http://schemas.openxmlformats.org/officeDocument/2006/relationships/image" Target="../media/image217.jpe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21.png"/><Relationship Id="rId5" Type="http://schemas.openxmlformats.org/officeDocument/2006/relationships/image" Target="../media/image220.png"/><Relationship Id="rId4" Type="http://schemas.openxmlformats.org/officeDocument/2006/relationships/image" Target="../media/image219.png"/></Relationships>
</file>

<file path=ppt/slides/_rels/slide4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2.png"/><Relationship Id="rId2" Type="http://schemas.openxmlformats.org/officeDocument/2006/relationships/image" Target="../media/image217.jpe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23.png"/></Relationships>
</file>

<file path=ppt/slides/_rels/slide4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7.jpeg"/><Relationship Id="rId2" Type="http://schemas.openxmlformats.org/officeDocument/2006/relationships/image" Target="../media/image224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225.png"/><Relationship Id="rId4" Type="http://schemas.openxmlformats.org/officeDocument/2006/relationships/image" Target="../media/image222.png"/></Relationships>
</file>

<file path=ppt/slides/_rels/slide4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6.png"/><Relationship Id="rId1" Type="http://schemas.openxmlformats.org/officeDocument/2006/relationships/slideLayout" Target="../slideLayouts/slideLayout7.xml"/></Relationships>
</file>

<file path=ppt/slides/_rels/slide5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8.png"/><Relationship Id="rId2" Type="http://schemas.openxmlformats.org/officeDocument/2006/relationships/image" Target="../media/image227.png"/><Relationship Id="rId1" Type="http://schemas.openxmlformats.org/officeDocument/2006/relationships/slideLayout" Target="../slideLayouts/slideLayout7.xml"/></Relationships>
</file>

<file path=ppt/slides/_rels/slide5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0.png"/><Relationship Id="rId2" Type="http://schemas.openxmlformats.org/officeDocument/2006/relationships/image" Target="../media/image229.png"/><Relationship Id="rId1" Type="http://schemas.openxmlformats.org/officeDocument/2006/relationships/slideLayout" Target="../slideLayouts/slideLayout7.xml"/></Relationships>
</file>

<file path=ppt/slides/_rels/slide5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1.png"/><Relationship Id="rId1" Type="http://schemas.openxmlformats.org/officeDocument/2006/relationships/slideLayout" Target="../slideLayouts/slideLayout7.xml"/></Relationships>
</file>

<file path=ppt/slides/_rels/slide5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3.png"/><Relationship Id="rId2" Type="http://schemas.openxmlformats.org/officeDocument/2006/relationships/image" Target="../media/image232.png"/><Relationship Id="rId1" Type="http://schemas.openxmlformats.org/officeDocument/2006/relationships/slideLayout" Target="../slideLayouts/slideLayout7.xml"/></Relationships>
</file>

<file path=ppt/slides/_rels/slide5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5.png"/><Relationship Id="rId2" Type="http://schemas.openxmlformats.org/officeDocument/2006/relationships/image" Target="../media/image234.png"/><Relationship Id="rId1" Type="http://schemas.openxmlformats.org/officeDocument/2006/relationships/slideLayout" Target="../slideLayouts/slideLayout7.xml"/></Relationships>
</file>

<file path=ppt/slides/_rels/slide5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7.png"/><Relationship Id="rId2" Type="http://schemas.openxmlformats.org/officeDocument/2006/relationships/image" Target="../media/image236.png"/><Relationship Id="rId1" Type="http://schemas.openxmlformats.org/officeDocument/2006/relationships/slideLayout" Target="../slideLayouts/slideLayout7.xml"/></Relationships>
</file>

<file path=ppt/slides/_rels/slide5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9.png"/><Relationship Id="rId2" Type="http://schemas.openxmlformats.org/officeDocument/2006/relationships/image" Target="../media/image238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文本框 4">
            <a:extLst>
              <a:ext uri="{FF2B5EF4-FFF2-40B4-BE49-F238E27FC236}">
                <a16:creationId xmlns:a16="http://schemas.microsoft.com/office/drawing/2014/main" id="{88789240-3414-4461-D9B4-B1F2E6310035}"/>
              </a:ext>
            </a:extLst>
          </p:cNvPr>
          <p:cNvSpPr txBox="1"/>
          <p:nvPr/>
        </p:nvSpPr>
        <p:spPr>
          <a:xfrm>
            <a:off x="2707640" y="2685534"/>
            <a:ext cx="3545840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zh-CN" altLang="en-US" sz="5400" b="1" dirty="0">
                <a:solidFill>
                  <a:srgbClr val="0066FF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磁     学</a:t>
            </a:r>
            <a:endParaRPr lang="zh-CN" altLang="en-US" sz="5400" dirty="0"/>
          </a:p>
        </p:txBody>
      </p:sp>
      <p:sp>
        <p:nvSpPr>
          <p:cNvPr id="2" name="文本框 1">
            <a:extLst>
              <a:ext uri="{FF2B5EF4-FFF2-40B4-BE49-F238E27FC236}">
                <a16:creationId xmlns:a16="http://schemas.microsoft.com/office/drawing/2014/main" id="{D4AA00D5-C6CD-AB95-3EFD-FC635A137153}"/>
              </a:ext>
            </a:extLst>
          </p:cNvPr>
          <p:cNvSpPr txBox="1"/>
          <p:nvPr/>
        </p:nvSpPr>
        <p:spPr>
          <a:xfrm>
            <a:off x="-492299" y="874052"/>
            <a:ext cx="10322098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zh-CN" altLang="en-US" sz="4000" b="1" dirty="0"/>
              <a:t>倒序复习：磁学，电学，热学</a:t>
            </a:r>
          </a:p>
        </p:txBody>
      </p:sp>
    </p:spTree>
    <p:extLst>
      <p:ext uri="{BB962C8B-B14F-4D97-AF65-F5344CB8AC3E}">
        <p14:creationId xmlns:p14="http://schemas.microsoft.com/office/powerpoint/2010/main" val="321536806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框 3">
            <a:extLst>
              <a:ext uri="{FF2B5EF4-FFF2-40B4-BE49-F238E27FC236}">
                <a16:creationId xmlns:a16="http://schemas.microsoft.com/office/drawing/2014/main" id="{54769B75-1358-1E10-7E75-465936F235C1}"/>
              </a:ext>
            </a:extLst>
          </p:cNvPr>
          <p:cNvSpPr txBox="1"/>
          <p:nvPr/>
        </p:nvSpPr>
        <p:spPr>
          <a:xfrm>
            <a:off x="487681" y="1016000"/>
            <a:ext cx="7945119" cy="16677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2400" b="1" dirty="0">
                <a:latin typeface="黑体" panose="02010609060101010101" pitchFamily="49" charset="-122"/>
                <a:ea typeface="黑体" panose="02010609060101010101" pitchFamily="49" charset="-122"/>
              </a:rPr>
              <a:t>在磁场章节中，比较重要的一个概念是</a:t>
            </a:r>
            <a:r>
              <a:rPr lang="zh-CN" altLang="en-US" sz="2400" b="1" dirty="0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磁通量</a:t>
            </a:r>
            <a:r>
              <a:rPr lang="zh-CN" altLang="en-US" sz="2400" b="1" dirty="0">
                <a:latin typeface="黑体" panose="02010609060101010101" pitchFamily="49" charset="-122"/>
                <a:ea typeface="黑体" panose="02010609060101010101" pitchFamily="49" charset="-122"/>
              </a:rPr>
              <a:t>，求磁力做的</a:t>
            </a:r>
            <a:r>
              <a:rPr lang="zh-CN" altLang="en-US" sz="2400" b="1" dirty="0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功</a:t>
            </a:r>
            <a:r>
              <a:rPr lang="zh-CN" altLang="en-US" sz="2400" b="1" dirty="0">
                <a:latin typeface="黑体" panose="02010609060101010101" pitchFamily="49" charset="-122"/>
                <a:ea typeface="黑体" panose="02010609060101010101" pitchFamily="49" charset="-122"/>
              </a:rPr>
              <a:t>以及利用法拉第电磁感应定律求</a:t>
            </a:r>
            <a:r>
              <a:rPr lang="zh-CN" altLang="en-US" sz="2400" b="1" dirty="0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感应电动势</a:t>
            </a:r>
            <a:r>
              <a:rPr lang="zh-CN" altLang="en-US" sz="2400" b="1" dirty="0">
                <a:latin typeface="黑体" panose="02010609060101010101" pitchFamily="49" charset="-122"/>
                <a:ea typeface="黑体" panose="02010609060101010101" pitchFamily="49" charset="-122"/>
              </a:rPr>
              <a:t>都要用到</a:t>
            </a:r>
            <a:r>
              <a:rPr lang="zh-CN" altLang="en-US" sz="2400" b="1" dirty="0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磁通量</a:t>
            </a:r>
            <a:r>
              <a:rPr lang="zh-CN" altLang="en-US" sz="2400" b="1" dirty="0">
                <a:latin typeface="黑体" panose="02010609060101010101" pitchFamily="49" charset="-122"/>
                <a:ea typeface="黑体" panose="02010609060101010101" pitchFamily="49" charset="-122"/>
              </a:rPr>
              <a:t>。现把求磁通量的习题列举如下。</a:t>
            </a:r>
          </a:p>
        </p:txBody>
      </p:sp>
      <p:pic>
        <p:nvPicPr>
          <p:cNvPr id="5" name="图片 4">
            <a:extLst>
              <a:ext uri="{FF2B5EF4-FFF2-40B4-BE49-F238E27FC236}">
                <a16:creationId xmlns:a16="http://schemas.microsoft.com/office/drawing/2014/main" id="{B8E37C4C-96A3-8515-4FE8-B2311BF1318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3521" y="3927415"/>
            <a:ext cx="8209279" cy="2930585"/>
          </a:xfrm>
          <a:prstGeom prst="rect">
            <a:avLst/>
          </a:prstGeom>
        </p:spPr>
      </p:pic>
      <p:sp>
        <p:nvSpPr>
          <p:cNvPr id="7" name="文本框 6">
            <a:extLst>
              <a:ext uri="{FF2B5EF4-FFF2-40B4-BE49-F238E27FC236}">
                <a16:creationId xmlns:a16="http://schemas.microsoft.com/office/drawing/2014/main" id="{31ED8C67-3ED5-6E6E-3546-BC16A4BE2507}"/>
              </a:ext>
            </a:extLst>
          </p:cNvPr>
          <p:cNvSpPr txBox="1"/>
          <p:nvPr/>
        </p:nvSpPr>
        <p:spPr>
          <a:xfrm>
            <a:off x="629920" y="5555450"/>
            <a:ext cx="457200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2400" b="0" i="0" u="none" strike="noStrike" baseline="0" dirty="0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电磁学（下）练习三 </a:t>
            </a:r>
            <a:endParaRPr lang="zh-CN" altLang="en-US" sz="2400" dirty="0"/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AD9D09DC-AAC6-7E68-6838-9CF0A8D4156A}"/>
              </a:ext>
            </a:extLst>
          </p:cNvPr>
          <p:cNvSpPr txBox="1"/>
          <p:nvPr/>
        </p:nvSpPr>
        <p:spPr>
          <a:xfrm>
            <a:off x="487681" y="363231"/>
            <a:ext cx="457200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2400" b="1" dirty="0">
                <a:solidFill>
                  <a:srgbClr val="0066FF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一、与磁通量有关的题目</a:t>
            </a:r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73837414-99B6-952D-3EA5-D5AA02707F34}"/>
              </a:ext>
            </a:extLst>
          </p:cNvPr>
          <p:cNvSpPr txBox="1"/>
          <p:nvPr/>
        </p:nvSpPr>
        <p:spPr>
          <a:xfrm>
            <a:off x="629920" y="3198167"/>
            <a:ext cx="457200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kumimoji="0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srgbClr val="0066FF"/>
                </a:solidFill>
                <a:effectLst/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  <a:cs typeface="+mn-cs"/>
              </a:rPr>
              <a:t>1</a:t>
            </a:r>
            <a:r>
              <a:rPr kumimoji="0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0066FF"/>
                </a:solidFill>
                <a:effectLst/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  <a:cs typeface="+mn-cs"/>
              </a:rPr>
              <a:t>、直接求磁通量</a:t>
            </a:r>
            <a:endParaRPr lang="zh-CN" altLang="en-US" dirty="0">
              <a:solidFill>
                <a:srgbClr val="0066F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74879783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组合 4">
            <a:extLst>
              <a:ext uri="{FF2B5EF4-FFF2-40B4-BE49-F238E27FC236}">
                <a16:creationId xmlns:a16="http://schemas.microsoft.com/office/drawing/2014/main" id="{15698141-BA56-75D5-A4CB-BC509DFAD2AC}"/>
              </a:ext>
            </a:extLst>
          </p:cNvPr>
          <p:cNvGrpSpPr/>
          <p:nvPr/>
        </p:nvGrpSpPr>
        <p:grpSpPr>
          <a:xfrm>
            <a:off x="375920" y="543302"/>
            <a:ext cx="7955939" cy="892552"/>
            <a:chOff x="436880" y="867490"/>
            <a:chExt cx="7670800" cy="892552"/>
          </a:xfrm>
        </p:grpSpPr>
        <p:sp>
          <p:nvSpPr>
            <p:cNvPr id="3" name="文本框 2">
              <a:extLst>
                <a:ext uri="{FF2B5EF4-FFF2-40B4-BE49-F238E27FC236}">
                  <a16:creationId xmlns:a16="http://schemas.microsoft.com/office/drawing/2014/main" id="{A00BB536-45C0-ACAB-19CB-2850D95E86FA}"/>
                </a:ext>
              </a:extLst>
            </p:cNvPr>
            <p:cNvSpPr txBox="1"/>
            <p:nvPr/>
          </p:nvSpPr>
          <p:spPr>
            <a:xfrm>
              <a:off x="436880" y="867490"/>
              <a:ext cx="7670800" cy="89255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zh-CN" altLang="en-US" sz="2400" b="1" dirty="0">
                  <a:solidFill>
                    <a:srgbClr val="000000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设</a:t>
              </a:r>
              <a:r>
                <a:rPr lang="zh-CN" altLang="en-US" sz="2400" b="1" i="0" u="none" strike="noStrike" baseline="0" dirty="0">
                  <a:solidFill>
                    <a:srgbClr val="000000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在圆柱体内部与导体中心轴线相距为</a:t>
              </a:r>
              <a:r>
                <a:rPr lang="en-US" altLang="zh-CN" sz="2800" b="1" i="1" dirty="0">
                  <a:solidFill>
                    <a:srgbClr val="0066FF"/>
                  </a:solidFill>
                  <a:latin typeface="Times New Roman" panose="02020603050405020304" pitchFamily="18" charset="0"/>
                  <a:ea typeface="黑体" panose="02010609060101010101" pitchFamily="49" charset="-122"/>
                  <a:cs typeface="Times New Roman" panose="02020603050405020304" pitchFamily="18" charset="0"/>
                </a:rPr>
                <a:t>r</a:t>
              </a:r>
              <a:r>
                <a:rPr lang="zh-CN" altLang="en-US" sz="2400" b="1" i="0" u="none" strike="noStrike" baseline="0" dirty="0">
                  <a:solidFill>
                    <a:srgbClr val="000000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处的磁感强度为</a:t>
              </a:r>
              <a:endParaRPr lang="zh-CN" altLang="en-US" sz="2400" b="1" dirty="0">
                <a:latin typeface="黑体" panose="02010609060101010101" pitchFamily="49" charset="-122"/>
                <a:ea typeface="黑体" panose="02010609060101010101" pitchFamily="49" charset="-122"/>
              </a:endParaRPr>
            </a:p>
          </p:txBody>
        </p:sp>
        <p:graphicFrame>
          <p:nvGraphicFramePr>
            <p:cNvPr id="4" name="对象 3">
              <a:extLst>
                <a:ext uri="{FF2B5EF4-FFF2-40B4-BE49-F238E27FC236}">
                  <a16:creationId xmlns:a16="http://schemas.microsoft.com/office/drawing/2014/main" id="{D12F7A92-A11C-0895-9232-2E16623DCAFB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4085574557"/>
                </p:ext>
              </p:extLst>
            </p:nvPr>
          </p:nvGraphicFramePr>
          <p:xfrm>
            <a:off x="7737344" y="871382"/>
            <a:ext cx="331788" cy="442384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2" imgW="152280" imgH="203040" progId="Equation.DSMT4">
                    <p:embed/>
                  </p:oleObj>
                </mc:Choice>
                <mc:Fallback>
                  <p:oleObj name="Equation" r:id="rId2" imgW="152280" imgH="203040" progId="Equation.DSMT4">
                    <p:embed/>
                    <p:pic>
                      <p:nvPicPr>
                        <p:cNvPr id="0" name=""/>
                        <p:cNvPicPr/>
                        <p:nvPr/>
                      </p:nvPicPr>
                      <p:blipFill>
                        <a:blip r:embed="rId3"/>
                        <a:stretch>
                          <a:fillRect/>
                        </a:stretch>
                      </p:blipFill>
                      <p:spPr>
                        <a:xfrm>
                          <a:off x="7737344" y="871382"/>
                          <a:ext cx="331788" cy="442384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</p:grpSp>
      <p:sp>
        <p:nvSpPr>
          <p:cNvPr id="7" name="文本框 6">
            <a:extLst>
              <a:ext uri="{FF2B5EF4-FFF2-40B4-BE49-F238E27FC236}">
                <a16:creationId xmlns:a16="http://schemas.microsoft.com/office/drawing/2014/main" id="{6BFBA086-D39E-BE33-5223-D921179BB952}"/>
              </a:ext>
            </a:extLst>
          </p:cNvPr>
          <p:cNvSpPr txBox="1"/>
          <p:nvPr/>
        </p:nvSpPr>
        <p:spPr>
          <a:xfrm>
            <a:off x="508000" y="1246861"/>
            <a:ext cx="457200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2400" b="1" dirty="0">
                <a:latin typeface="黑体" panose="02010609060101010101" pitchFamily="49" charset="-122"/>
                <a:ea typeface="黑体" panose="02010609060101010101" pitchFamily="49" charset="-122"/>
              </a:rPr>
              <a:t>由安培环路定律可得：</a:t>
            </a:r>
          </a:p>
        </p:txBody>
      </p:sp>
      <p:graphicFrame>
        <p:nvGraphicFramePr>
          <p:cNvPr id="8" name="对象 7">
            <a:extLst>
              <a:ext uri="{FF2B5EF4-FFF2-40B4-BE49-F238E27FC236}">
                <a16:creationId xmlns:a16="http://schemas.microsoft.com/office/drawing/2014/main" id="{0F399082-242E-556F-9517-65641C8A5938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209747556"/>
              </p:ext>
            </p:extLst>
          </p:nvPr>
        </p:nvGraphicFramePr>
        <p:xfrm>
          <a:off x="375920" y="2043008"/>
          <a:ext cx="3839211" cy="190517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4" imgW="1688760" imgH="838080" progId="Equation.DSMT4">
                  <p:embed/>
                </p:oleObj>
              </mc:Choice>
              <mc:Fallback>
                <p:oleObj name="Equation" r:id="rId4" imgW="1688760" imgH="83808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375920" y="2043008"/>
                        <a:ext cx="3839211" cy="1905172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9" name="图片 8">
            <a:extLst>
              <a:ext uri="{FF2B5EF4-FFF2-40B4-BE49-F238E27FC236}">
                <a16:creationId xmlns:a16="http://schemas.microsoft.com/office/drawing/2014/main" id="{A4361BDC-3A2E-2A3D-DCE0-DC2FBD4AF25B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466740" y="1246861"/>
            <a:ext cx="2481017" cy="2701319"/>
          </a:xfrm>
          <a:prstGeom prst="rect">
            <a:avLst/>
          </a:prstGeom>
        </p:spPr>
      </p:pic>
      <p:grpSp>
        <p:nvGrpSpPr>
          <p:cNvPr id="35" name="组合 34">
            <a:extLst>
              <a:ext uri="{FF2B5EF4-FFF2-40B4-BE49-F238E27FC236}">
                <a16:creationId xmlns:a16="http://schemas.microsoft.com/office/drawing/2014/main" id="{A342567C-D97E-7226-A822-8D7D1F15B372}"/>
              </a:ext>
            </a:extLst>
          </p:cNvPr>
          <p:cNvGrpSpPr/>
          <p:nvPr/>
        </p:nvGrpSpPr>
        <p:grpSpPr>
          <a:xfrm>
            <a:off x="744317" y="4334142"/>
            <a:ext cx="4916121" cy="498191"/>
            <a:chOff x="744317" y="4334142"/>
            <a:chExt cx="4916121" cy="498191"/>
          </a:xfrm>
        </p:grpSpPr>
        <p:graphicFrame>
          <p:nvGraphicFramePr>
            <p:cNvPr id="32" name="对象 31">
              <a:extLst>
                <a:ext uri="{FF2B5EF4-FFF2-40B4-BE49-F238E27FC236}">
                  <a16:creationId xmlns:a16="http://schemas.microsoft.com/office/drawing/2014/main" id="{613ED868-258C-81CF-D923-02297FA84BF8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3729189172"/>
                </p:ext>
              </p:extLst>
            </p:nvPr>
          </p:nvGraphicFramePr>
          <p:xfrm>
            <a:off x="744317" y="4334142"/>
            <a:ext cx="344121" cy="442384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2" imgW="152280" imgH="203040" progId="Equation.DSMT4">
                    <p:embed/>
                  </p:oleObj>
                </mc:Choice>
                <mc:Fallback>
                  <p:oleObj name="Equation" r:id="rId2" imgW="152280" imgH="203040" progId="Equation.DSMT4">
                    <p:embed/>
                    <p:pic>
                      <p:nvPicPr>
                        <p:cNvPr id="4" name="对象 3">
                          <a:extLst>
                            <a:ext uri="{FF2B5EF4-FFF2-40B4-BE49-F238E27FC236}">
                              <a16:creationId xmlns:a16="http://schemas.microsoft.com/office/drawing/2014/main" id="{D12F7A92-A11C-0895-9232-2E16623DCAFB}"/>
                            </a:ext>
                          </a:extLst>
                        </p:cNvPr>
                        <p:cNvPicPr/>
                        <p:nvPr/>
                      </p:nvPicPr>
                      <p:blipFill>
                        <a:blip r:embed="rId3"/>
                        <a:stretch>
                          <a:fillRect/>
                        </a:stretch>
                      </p:blipFill>
                      <p:spPr>
                        <a:xfrm>
                          <a:off x="744317" y="4334142"/>
                          <a:ext cx="344121" cy="442384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34" name="文本框 33">
              <a:extLst>
                <a:ext uri="{FF2B5EF4-FFF2-40B4-BE49-F238E27FC236}">
                  <a16:creationId xmlns:a16="http://schemas.microsoft.com/office/drawing/2014/main" id="{92521F5A-518B-BB3B-FBB1-EBF117837275}"/>
                </a:ext>
              </a:extLst>
            </p:cNvPr>
            <p:cNvSpPr txBox="1"/>
            <p:nvPr/>
          </p:nvSpPr>
          <p:spPr>
            <a:xfrm>
              <a:off x="1088438" y="4370668"/>
              <a:ext cx="4572000" cy="461665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zh-CN" altLang="en-US" sz="2400" b="1" dirty="0">
                  <a:solidFill>
                    <a:srgbClr val="000000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方向和电流方向成右手螺旋关系。</a:t>
              </a:r>
              <a:endParaRPr lang="zh-CN" altLang="en-US" sz="2400" dirty="0"/>
            </a:p>
          </p:txBody>
        </p:sp>
      </p:grpSp>
    </p:spTree>
    <p:extLst>
      <p:ext uri="{BB962C8B-B14F-4D97-AF65-F5344CB8AC3E}">
        <p14:creationId xmlns:p14="http://schemas.microsoft.com/office/powerpoint/2010/main" val="356380267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" name="图片 29">
            <a:extLst>
              <a:ext uri="{FF2B5EF4-FFF2-40B4-BE49-F238E27FC236}">
                <a16:creationId xmlns:a16="http://schemas.microsoft.com/office/drawing/2014/main" id="{1B24590A-CAA0-0957-E35F-D0163FF1FC3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66128" y="375577"/>
            <a:ext cx="5541744" cy="3962743"/>
          </a:xfrm>
          <a:prstGeom prst="rect">
            <a:avLst/>
          </a:prstGeom>
        </p:spPr>
      </p:pic>
      <p:grpSp>
        <p:nvGrpSpPr>
          <p:cNvPr id="5" name="组合 4">
            <a:extLst>
              <a:ext uri="{FF2B5EF4-FFF2-40B4-BE49-F238E27FC236}">
                <a16:creationId xmlns:a16="http://schemas.microsoft.com/office/drawing/2014/main" id="{235D7023-3D1F-87A6-E08D-8747087EF9A0}"/>
              </a:ext>
            </a:extLst>
          </p:cNvPr>
          <p:cNvGrpSpPr/>
          <p:nvPr/>
        </p:nvGrpSpPr>
        <p:grpSpPr>
          <a:xfrm>
            <a:off x="472440" y="4378211"/>
            <a:ext cx="8199120" cy="830997"/>
            <a:chOff x="1016000" y="4463534"/>
            <a:chExt cx="6248400" cy="830997"/>
          </a:xfrm>
        </p:grpSpPr>
        <p:sp>
          <p:nvSpPr>
            <p:cNvPr id="3" name="文本框 2">
              <a:extLst>
                <a:ext uri="{FF2B5EF4-FFF2-40B4-BE49-F238E27FC236}">
                  <a16:creationId xmlns:a16="http://schemas.microsoft.com/office/drawing/2014/main" id="{95195A86-5E5C-668C-E6DF-3FCA42F0BC27}"/>
                </a:ext>
              </a:extLst>
            </p:cNvPr>
            <p:cNvSpPr txBox="1"/>
            <p:nvPr/>
          </p:nvSpPr>
          <p:spPr>
            <a:xfrm>
              <a:off x="1016000" y="4463534"/>
              <a:ext cx="6248400" cy="830997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zh-CN" altLang="en-US" sz="2400" b="1" dirty="0">
                  <a:latin typeface="黑体" panose="02010609060101010101" pitchFamily="49" charset="-122"/>
                  <a:ea typeface="黑体" panose="02010609060101010101" pitchFamily="49" charset="-122"/>
                </a:rPr>
                <a:t>穿过导体内画阴影部分（本图灰色区域）平面的磁通   为：</a:t>
              </a:r>
            </a:p>
          </p:txBody>
        </p:sp>
        <p:graphicFrame>
          <p:nvGraphicFramePr>
            <p:cNvPr id="4" name="对象 3">
              <a:extLst>
                <a:ext uri="{FF2B5EF4-FFF2-40B4-BE49-F238E27FC236}">
                  <a16:creationId xmlns:a16="http://schemas.microsoft.com/office/drawing/2014/main" id="{A1F5FD67-8218-A709-42AA-FAD43B20BAA5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3066240519"/>
                </p:ext>
              </p:extLst>
            </p:nvPr>
          </p:nvGraphicFramePr>
          <p:xfrm>
            <a:off x="6467583" y="4463534"/>
            <a:ext cx="320638" cy="503635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3" imgW="203040" imgH="228600" progId="Equation.DSMT4">
                    <p:embed/>
                  </p:oleObj>
                </mc:Choice>
                <mc:Fallback>
                  <p:oleObj name="Equation" r:id="rId3" imgW="203040" imgH="228600" progId="Equation.DSMT4">
                    <p:embed/>
                    <p:pic>
                      <p:nvPicPr>
                        <p:cNvPr id="0" name=""/>
                        <p:cNvPicPr/>
                        <p:nvPr/>
                      </p:nvPicPr>
                      <p:blipFill>
                        <a:blip r:embed="rId4"/>
                        <a:stretch>
                          <a:fillRect/>
                        </a:stretch>
                      </p:blipFill>
                      <p:spPr>
                        <a:xfrm>
                          <a:off x="6467583" y="4463534"/>
                          <a:ext cx="320638" cy="503635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</p:grpSp>
      <p:graphicFrame>
        <p:nvGraphicFramePr>
          <p:cNvPr id="6" name="对象 5">
            <a:extLst>
              <a:ext uri="{FF2B5EF4-FFF2-40B4-BE49-F238E27FC236}">
                <a16:creationId xmlns:a16="http://schemas.microsoft.com/office/drawing/2014/main" id="{C3001DE0-9D0D-86A6-5BC0-2DFADA6132CF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337637651"/>
              </p:ext>
            </p:extLst>
          </p:nvPr>
        </p:nvGraphicFramePr>
        <p:xfrm>
          <a:off x="1089660" y="5092383"/>
          <a:ext cx="5329238" cy="8239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5" imgW="3015393" imgH="466060" progId="Equation.DSMT4">
                  <p:embed/>
                </p:oleObj>
              </mc:Choice>
              <mc:Fallback>
                <p:oleObj name="Equation" r:id="rId5" imgW="3015393" imgH="46606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1089660" y="5092383"/>
                        <a:ext cx="5329238" cy="823913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" name="对象 7">
            <a:extLst>
              <a:ext uri="{FF2B5EF4-FFF2-40B4-BE49-F238E27FC236}">
                <a16:creationId xmlns:a16="http://schemas.microsoft.com/office/drawing/2014/main" id="{0B431AC9-180F-EF3B-3B72-4BE11FD3B8A6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854947210"/>
              </p:ext>
            </p:extLst>
          </p:nvPr>
        </p:nvGraphicFramePr>
        <p:xfrm>
          <a:off x="2355301" y="1973686"/>
          <a:ext cx="681355" cy="766524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3" imgW="203040" imgH="228600" progId="Equation.DSMT4">
                  <p:embed/>
                </p:oleObj>
              </mc:Choice>
              <mc:Fallback>
                <p:oleObj name="Equation" r:id="rId3" imgW="203040" imgH="228600" progId="Equation.DSMT4">
                  <p:embed/>
                  <p:pic>
                    <p:nvPicPr>
                      <p:cNvPr id="4" name="对象 3">
                        <a:extLst>
                          <a:ext uri="{FF2B5EF4-FFF2-40B4-BE49-F238E27FC236}">
                            <a16:creationId xmlns:a16="http://schemas.microsoft.com/office/drawing/2014/main" id="{A1F5FD67-8218-A709-42AA-FAD43B20BAA5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2355301" y="1973686"/>
                        <a:ext cx="681355" cy="766524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0" name="对象 9">
            <a:extLst>
              <a:ext uri="{FF2B5EF4-FFF2-40B4-BE49-F238E27FC236}">
                <a16:creationId xmlns:a16="http://schemas.microsoft.com/office/drawing/2014/main" id="{07A088DB-CC5C-7FEB-CF12-85E9B8A73D39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013872400"/>
              </p:ext>
            </p:extLst>
          </p:nvPr>
        </p:nvGraphicFramePr>
        <p:xfrm>
          <a:off x="4902700" y="2067064"/>
          <a:ext cx="725488" cy="7667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7" imgW="215640" imgH="228600" progId="Equation.DSMT4">
                  <p:embed/>
                </p:oleObj>
              </mc:Choice>
              <mc:Fallback>
                <p:oleObj name="Equation" r:id="rId7" imgW="215640" imgH="228600" progId="Equation.DSMT4">
                  <p:embed/>
                  <p:pic>
                    <p:nvPicPr>
                      <p:cNvPr id="8" name="对象 7">
                        <a:extLst>
                          <a:ext uri="{FF2B5EF4-FFF2-40B4-BE49-F238E27FC236}">
                            <a16:creationId xmlns:a16="http://schemas.microsoft.com/office/drawing/2014/main" id="{0B431AC9-180F-EF3B-3B72-4BE11FD3B8A6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8"/>
                      <a:stretch>
                        <a:fillRect/>
                      </a:stretch>
                    </p:blipFill>
                    <p:spPr>
                      <a:xfrm>
                        <a:off x="4902700" y="2067064"/>
                        <a:ext cx="725488" cy="766762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1" name="矩形 10">
            <a:extLst>
              <a:ext uri="{FF2B5EF4-FFF2-40B4-BE49-F238E27FC236}">
                <a16:creationId xmlns:a16="http://schemas.microsoft.com/office/drawing/2014/main" id="{9977DC19-9D0D-714F-2377-01457E05D7DF}"/>
              </a:ext>
            </a:extLst>
          </p:cNvPr>
          <p:cNvSpPr/>
          <p:nvPr/>
        </p:nvSpPr>
        <p:spPr>
          <a:xfrm>
            <a:off x="1361440" y="2165180"/>
            <a:ext cx="162560" cy="608500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AF75FB25-7A71-DB87-E5C4-A2F1D5D8B19F}"/>
              </a:ext>
            </a:extLst>
          </p:cNvPr>
          <p:cNvSpPr txBox="1"/>
          <p:nvPr/>
        </p:nvSpPr>
        <p:spPr>
          <a:xfrm>
            <a:off x="1258555" y="2395607"/>
            <a:ext cx="338554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2400" b="1" dirty="0">
                <a:solidFill>
                  <a:srgbClr val="0066FF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1</a:t>
            </a:r>
            <a:endParaRPr lang="zh-CN" altLang="en-US" sz="2400" b="1" dirty="0">
              <a:solidFill>
                <a:srgbClr val="0066FF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pic>
        <p:nvPicPr>
          <p:cNvPr id="24" name="图片 23">
            <a:extLst>
              <a:ext uri="{FF2B5EF4-FFF2-40B4-BE49-F238E27FC236}">
                <a16:creationId xmlns:a16="http://schemas.microsoft.com/office/drawing/2014/main" id="{D736F61E-8FE1-895F-40E2-3E06DE966002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2033510" y="3304750"/>
            <a:ext cx="3743268" cy="396274"/>
          </a:xfrm>
          <a:prstGeom prst="rect">
            <a:avLst/>
          </a:prstGeom>
        </p:spPr>
      </p:pic>
      <p:pic>
        <p:nvPicPr>
          <p:cNvPr id="33" name="图片 32">
            <a:extLst>
              <a:ext uri="{FF2B5EF4-FFF2-40B4-BE49-F238E27FC236}">
                <a16:creationId xmlns:a16="http://schemas.microsoft.com/office/drawing/2014/main" id="{EDB9BB33-42DB-DD58-61A0-0694D0793C31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2033510" y="2519422"/>
            <a:ext cx="3743268" cy="396274"/>
          </a:xfrm>
          <a:prstGeom prst="rect">
            <a:avLst/>
          </a:prstGeom>
        </p:spPr>
      </p:pic>
      <p:pic>
        <p:nvPicPr>
          <p:cNvPr id="34" name="图片 33">
            <a:extLst>
              <a:ext uri="{FF2B5EF4-FFF2-40B4-BE49-F238E27FC236}">
                <a16:creationId xmlns:a16="http://schemas.microsoft.com/office/drawing/2014/main" id="{A6A417BF-E227-A871-3537-FF36C5EA61BD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884920" y="1549370"/>
            <a:ext cx="3743268" cy="39627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6778996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73E1B6F-1390-45F1-FA02-F15EE3C695A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矩形 28">
            <a:extLst>
              <a:ext uri="{FF2B5EF4-FFF2-40B4-BE49-F238E27FC236}">
                <a16:creationId xmlns:a16="http://schemas.microsoft.com/office/drawing/2014/main" id="{C3CF8273-918F-2B6E-8387-6458F43CF741}"/>
              </a:ext>
            </a:extLst>
          </p:cNvPr>
          <p:cNvSpPr/>
          <p:nvPr/>
        </p:nvSpPr>
        <p:spPr>
          <a:xfrm>
            <a:off x="1000126" y="1214492"/>
            <a:ext cx="2052205" cy="2462645"/>
          </a:xfrm>
          <a:prstGeom prst="rect">
            <a:avLst/>
          </a:prstGeom>
          <a:solidFill>
            <a:schemeClr val="bg2">
              <a:lumMod val="9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等线" panose="02010600030101010101" pitchFamily="2" charset="-122"/>
              <a:cs typeface="+mn-cs"/>
            </a:endParaRPr>
          </a:p>
        </p:txBody>
      </p:sp>
      <p:grpSp>
        <p:nvGrpSpPr>
          <p:cNvPr id="5" name="组合 4">
            <a:extLst>
              <a:ext uri="{FF2B5EF4-FFF2-40B4-BE49-F238E27FC236}">
                <a16:creationId xmlns:a16="http://schemas.microsoft.com/office/drawing/2014/main" id="{9A151408-1AFB-6F1D-4CD2-E66A2F9D151D}"/>
              </a:ext>
            </a:extLst>
          </p:cNvPr>
          <p:cNvGrpSpPr/>
          <p:nvPr/>
        </p:nvGrpSpPr>
        <p:grpSpPr>
          <a:xfrm>
            <a:off x="452120" y="4310063"/>
            <a:ext cx="8239760" cy="503238"/>
            <a:chOff x="1016000" y="4463534"/>
            <a:chExt cx="6248400" cy="503238"/>
          </a:xfrm>
        </p:grpSpPr>
        <p:sp>
          <p:nvSpPr>
            <p:cNvPr id="3" name="文本框 2">
              <a:extLst>
                <a:ext uri="{FF2B5EF4-FFF2-40B4-BE49-F238E27FC236}">
                  <a16:creationId xmlns:a16="http://schemas.microsoft.com/office/drawing/2014/main" id="{0E5E5C4E-F421-7FB4-9AE7-29AABFC49A11}"/>
                </a:ext>
              </a:extLst>
            </p:cNvPr>
            <p:cNvSpPr txBox="1"/>
            <p:nvPr/>
          </p:nvSpPr>
          <p:spPr>
            <a:xfrm>
              <a:off x="1016000" y="4463534"/>
              <a:ext cx="6248400" cy="461665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zh-CN" altLang="en-US" sz="2400" b="1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黑体" panose="02010609060101010101" pitchFamily="49" charset="-122"/>
                  <a:ea typeface="黑体" panose="02010609060101010101" pitchFamily="49" charset="-122"/>
                  <a:cs typeface="+mn-cs"/>
                </a:rPr>
                <a:t>穿过导体外画斜线部分（本图浅绿色区域）平面的磁通  ：</a:t>
              </a:r>
            </a:p>
          </p:txBody>
        </p:sp>
        <p:graphicFrame>
          <p:nvGraphicFramePr>
            <p:cNvPr id="4" name="对象 3">
              <a:extLst>
                <a:ext uri="{FF2B5EF4-FFF2-40B4-BE49-F238E27FC236}">
                  <a16:creationId xmlns:a16="http://schemas.microsoft.com/office/drawing/2014/main" id="{3F3F3767-9ECA-DE7E-2B30-5249DD7CEF43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1258643307"/>
                </p:ext>
              </p:extLst>
            </p:nvPr>
          </p:nvGraphicFramePr>
          <p:xfrm>
            <a:off x="6635646" y="4463534"/>
            <a:ext cx="278196" cy="503238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2" imgW="215640" imgH="228600" progId="Equation.DSMT4">
                    <p:embed/>
                  </p:oleObj>
                </mc:Choice>
                <mc:Fallback>
                  <p:oleObj name="Equation" r:id="rId2" imgW="215640" imgH="228600" progId="Equation.DSMT4">
                    <p:embed/>
                    <p:pic>
                      <p:nvPicPr>
                        <p:cNvPr id="4" name="对象 3">
                          <a:extLst>
                            <a:ext uri="{FF2B5EF4-FFF2-40B4-BE49-F238E27FC236}">
                              <a16:creationId xmlns:a16="http://schemas.microsoft.com/office/drawing/2014/main" id="{A1F5FD67-8218-A709-42AA-FAD43B20BAA5}"/>
                            </a:ext>
                          </a:extLst>
                        </p:cNvPr>
                        <p:cNvPicPr/>
                        <p:nvPr/>
                      </p:nvPicPr>
                      <p:blipFill>
                        <a:blip r:embed="rId3"/>
                        <a:stretch>
                          <a:fillRect/>
                        </a:stretch>
                      </p:blipFill>
                      <p:spPr>
                        <a:xfrm>
                          <a:off x="6635646" y="4463534"/>
                          <a:ext cx="278196" cy="503238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</p:grpSp>
      <p:graphicFrame>
        <p:nvGraphicFramePr>
          <p:cNvPr id="6" name="对象 5">
            <a:extLst>
              <a:ext uri="{FF2B5EF4-FFF2-40B4-BE49-F238E27FC236}">
                <a16:creationId xmlns:a16="http://schemas.microsoft.com/office/drawing/2014/main" id="{64C9C1BB-9156-4E75-A3EA-176A6AF58E56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473550307"/>
              </p:ext>
            </p:extLst>
          </p:nvPr>
        </p:nvGraphicFramePr>
        <p:xfrm>
          <a:off x="922154" y="5049149"/>
          <a:ext cx="5329238" cy="8223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4" imgW="3015393" imgH="466060" progId="Equation.DSMT4">
                  <p:embed/>
                </p:oleObj>
              </mc:Choice>
              <mc:Fallback>
                <p:oleObj name="Equation" r:id="rId4" imgW="3015393" imgH="466060" progId="Equation.DSMT4">
                  <p:embed/>
                  <p:pic>
                    <p:nvPicPr>
                      <p:cNvPr id="6" name="对象 5">
                        <a:extLst>
                          <a:ext uri="{FF2B5EF4-FFF2-40B4-BE49-F238E27FC236}">
                            <a16:creationId xmlns:a16="http://schemas.microsoft.com/office/drawing/2014/main" id="{C3001DE0-9D0D-86A6-5BC0-2DFADA6132CF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922154" y="5049149"/>
                        <a:ext cx="5329238" cy="822325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" name="对象 7">
            <a:extLst>
              <a:ext uri="{FF2B5EF4-FFF2-40B4-BE49-F238E27FC236}">
                <a16:creationId xmlns:a16="http://schemas.microsoft.com/office/drawing/2014/main" id="{A129B7F7-153B-30CD-97BE-F5B08B41ED45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527325028"/>
              </p:ext>
            </p:extLst>
          </p:nvPr>
        </p:nvGraphicFramePr>
        <p:xfrm>
          <a:off x="1500561" y="1864638"/>
          <a:ext cx="681355" cy="766524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6" imgW="203040" imgH="228600" progId="Equation.DSMT4">
                  <p:embed/>
                </p:oleObj>
              </mc:Choice>
              <mc:Fallback>
                <p:oleObj name="Equation" r:id="rId6" imgW="203040" imgH="228600" progId="Equation.DSMT4">
                  <p:embed/>
                  <p:pic>
                    <p:nvPicPr>
                      <p:cNvPr id="8" name="对象 7">
                        <a:extLst>
                          <a:ext uri="{FF2B5EF4-FFF2-40B4-BE49-F238E27FC236}">
                            <a16:creationId xmlns:a16="http://schemas.microsoft.com/office/drawing/2014/main" id="{0B431AC9-180F-EF3B-3B72-4BE11FD3B8A6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7"/>
                      <a:stretch>
                        <a:fillRect/>
                      </a:stretch>
                    </p:blipFill>
                    <p:spPr>
                      <a:xfrm>
                        <a:off x="1500561" y="1864638"/>
                        <a:ext cx="681355" cy="766524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31" name="矩形 30">
            <a:extLst>
              <a:ext uri="{FF2B5EF4-FFF2-40B4-BE49-F238E27FC236}">
                <a16:creationId xmlns:a16="http://schemas.microsoft.com/office/drawing/2014/main" id="{49B150A2-5D80-FFD6-9FFC-4F8CE2E5AEDD}"/>
              </a:ext>
            </a:extLst>
          </p:cNvPr>
          <p:cNvSpPr/>
          <p:nvPr/>
        </p:nvSpPr>
        <p:spPr>
          <a:xfrm>
            <a:off x="3052331" y="1214491"/>
            <a:ext cx="2052205" cy="2462645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等线" panose="02010600030101010101" pitchFamily="2" charset="-122"/>
              <a:cs typeface="+mn-cs"/>
            </a:endParaRPr>
          </a:p>
        </p:txBody>
      </p:sp>
      <p:cxnSp>
        <p:nvCxnSpPr>
          <p:cNvPr id="32" name="直接箭头连接符 31">
            <a:extLst>
              <a:ext uri="{FF2B5EF4-FFF2-40B4-BE49-F238E27FC236}">
                <a16:creationId xmlns:a16="http://schemas.microsoft.com/office/drawing/2014/main" id="{92AE93C6-0FB5-A402-D22B-5817771BEF34}"/>
              </a:ext>
            </a:extLst>
          </p:cNvPr>
          <p:cNvCxnSpPr>
            <a:cxnSpLocks/>
          </p:cNvCxnSpPr>
          <p:nvPr/>
        </p:nvCxnSpPr>
        <p:spPr>
          <a:xfrm>
            <a:off x="1000126" y="3677136"/>
            <a:ext cx="4631747" cy="0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" name="直接连接符 32">
            <a:extLst>
              <a:ext uri="{FF2B5EF4-FFF2-40B4-BE49-F238E27FC236}">
                <a16:creationId xmlns:a16="http://schemas.microsoft.com/office/drawing/2014/main" id="{FF8FB3C1-29F5-DB21-2947-29841D6A6EA0}"/>
              </a:ext>
            </a:extLst>
          </p:cNvPr>
          <p:cNvCxnSpPr>
            <a:cxnSpLocks/>
          </p:cNvCxnSpPr>
          <p:nvPr/>
        </p:nvCxnSpPr>
        <p:spPr>
          <a:xfrm flipV="1">
            <a:off x="996848" y="582104"/>
            <a:ext cx="0" cy="3061147"/>
          </a:xfrm>
          <a:prstGeom prst="line">
            <a:avLst/>
          </a:prstGeom>
          <a:ln w="38100">
            <a:solidFill>
              <a:srgbClr val="FF0000"/>
            </a:solidFill>
            <a:prstDash val="sys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4" name="文本框 33">
            <a:extLst>
              <a:ext uri="{FF2B5EF4-FFF2-40B4-BE49-F238E27FC236}">
                <a16:creationId xmlns:a16="http://schemas.microsoft.com/office/drawing/2014/main" id="{0D91F9AB-E4C6-D96C-645D-DD68B07AB62D}"/>
              </a:ext>
            </a:extLst>
          </p:cNvPr>
          <p:cNvSpPr txBox="1"/>
          <p:nvPr/>
        </p:nvSpPr>
        <p:spPr>
          <a:xfrm>
            <a:off x="511213" y="117796"/>
            <a:ext cx="821882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zh-CN" altLang="en-US" sz="2400" b="1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  <a:cs typeface="+mn-cs"/>
              </a:rPr>
              <a:t>轴线</a:t>
            </a:r>
            <a:endParaRPr kumimoji="0" lang="zh-CN" altLang="en-US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等线" panose="02010600030101010101" pitchFamily="2" charset="-122"/>
              <a:cs typeface="+mn-cs"/>
            </a:endParaRPr>
          </a:p>
        </p:txBody>
      </p:sp>
      <p:graphicFrame>
        <p:nvGraphicFramePr>
          <p:cNvPr id="35" name="对象 34">
            <a:extLst>
              <a:ext uri="{FF2B5EF4-FFF2-40B4-BE49-F238E27FC236}">
                <a16:creationId xmlns:a16="http://schemas.microsoft.com/office/drawing/2014/main" id="{ABB2AA09-DE92-4FB3-2947-2F94E4F1D050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074969956"/>
              </p:ext>
            </p:extLst>
          </p:nvPr>
        </p:nvGraphicFramePr>
        <p:xfrm>
          <a:off x="5616575" y="3471863"/>
          <a:ext cx="401638" cy="4460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8" imgW="114120" imgH="126720" progId="Equation.DSMT4">
                  <p:embed/>
                </p:oleObj>
              </mc:Choice>
              <mc:Fallback>
                <p:oleObj name="Equation" r:id="rId8" imgW="114120" imgH="126720" progId="Equation.DSMT4">
                  <p:embed/>
                  <p:pic>
                    <p:nvPicPr>
                      <p:cNvPr id="2" name="对象 1">
                        <a:extLst>
                          <a:ext uri="{FF2B5EF4-FFF2-40B4-BE49-F238E27FC236}">
                            <a16:creationId xmlns:a16="http://schemas.microsoft.com/office/drawing/2014/main" id="{234ADAA8-0BB5-10B1-2BF5-EC1DA7ED9429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9"/>
                      <a:stretch>
                        <a:fillRect/>
                      </a:stretch>
                    </p:blipFill>
                    <p:spPr>
                      <a:xfrm>
                        <a:off x="5616575" y="3471863"/>
                        <a:ext cx="401638" cy="446087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cxnSp>
        <p:nvCxnSpPr>
          <p:cNvPr id="41" name="直接箭头连接符 40">
            <a:extLst>
              <a:ext uri="{FF2B5EF4-FFF2-40B4-BE49-F238E27FC236}">
                <a16:creationId xmlns:a16="http://schemas.microsoft.com/office/drawing/2014/main" id="{518A458F-726C-46B9-B54E-8B915C39C7B4}"/>
              </a:ext>
            </a:extLst>
          </p:cNvPr>
          <p:cNvCxnSpPr/>
          <p:nvPr/>
        </p:nvCxnSpPr>
        <p:spPr>
          <a:xfrm flipV="1">
            <a:off x="815135" y="1248376"/>
            <a:ext cx="0" cy="2428760"/>
          </a:xfrm>
          <a:prstGeom prst="straightConnector1">
            <a:avLst/>
          </a:prstGeom>
          <a:ln w="28575">
            <a:headEnd type="triangle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aphicFrame>
        <p:nvGraphicFramePr>
          <p:cNvPr id="42" name="对象 41">
            <a:extLst>
              <a:ext uri="{FF2B5EF4-FFF2-40B4-BE49-F238E27FC236}">
                <a16:creationId xmlns:a16="http://schemas.microsoft.com/office/drawing/2014/main" id="{74D46629-EA8F-29FD-4B8F-82A8D53C5C75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608523140"/>
              </p:ext>
            </p:extLst>
          </p:nvPr>
        </p:nvGraphicFramePr>
        <p:xfrm>
          <a:off x="511175" y="1947863"/>
          <a:ext cx="323850" cy="6000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0" imgW="88560" imgH="164880" progId="Equation.DSMT4">
                  <p:embed/>
                </p:oleObj>
              </mc:Choice>
              <mc:Fallback>
                <p:oleObj name="Equation" r:id="rId10" imgW="88560" imgH="164880" progId="Equation.DSMT4">
                  <p:embed/>
                  <p:pic>
                    <p:nvPicPr>
                      <p:cNvPr id="18" name="对象 17">
                        <a:extLst>
                          <a:ext uri="{FF2B5EF4-FFF2-40B4-BE49-F238E27FC236}">
                            <a16:creationId xmlns:a16="http://schemas.microsoft.com/office/drawing/2014/main" id="{1A53B4F1-EF32-7DD2-9FB8-1849965126EC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11"/>
                      <a:stretch>
                        <a:fillRect/>
                      </a:stretch>
                    </p:blipFill>
                    <p:spPr>
                      <a:xfrm>
                        <a:off x="511175" y="1947863"/>
                        <a:ext cx="323850" cy="600075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3" name="对象 42">
            <a:extLst>
              <a:ext uri="{FF2B5EF4-FFF2-40B4-BE49-F238E27FC236}">
                <a16:creationId xmlns:a16="http://schemas.microsoft.com/office/drawing/2014/main" id="{0763D943-906C-A0D9-AD31-A9DCB88D3162}"/>
              </a:ext>
            </a:extLst>
          </p:cNvPr>
          <p:cNvGraphicFramePr>
            <a:graphicFrameLocks noChangeAspect="1"/>
          </p:cNvGraphicFramePr>
          <p:nvPr/>
        </p:nvGraphicFramePr>
        <p:xfrm>
          <a:off x="856124" y="3780994"/>
          <a:ext cx="281447" cy="32835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2" imgW="152280" imgH="177480" progId="Equation.DSMT4">
                  <p:embed/>
                </p:oleObj>
              </mc:Choice>
              <mc:Fallback>
                <p:oleObj name="Equation" r:id="rId12" imgW="152280" imgH="177480" progId="Equation.DSMT4">
                  <p:embed/>
                  <p:pic>
                    <p:nvPicPr>
                      <p:cNvPr id="19" name="对象 18">
                        <a:extLst>
                          <a:ext uri="{FF2B5EF4-FFF2-40B4-BE49-F238E27FC236}">
                            <a16:creationId xmlns:a16="http://schemas.microsoft.com/office/drawing/2014/main" id="{888CDE08-D3FE-9322-7068-2838D78F14D5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13"/>
                      <a:stretch>
                        <a:fillRect/>
                      </a:stretch>
                    </p:blipFill>
                    <p:spPr>
                      <a:xfrm>
                        <a:off x="856124" y="3780994"/>
                        <a:ext cx="281447" cy="328355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cxnSp>
        <p:nvCxnSpPr>
          <p:cNvPr id="46" name="直接箭头连接符 45">
            <a:extLst>
              <a:ext uri="{FF2B5EF4-FFF2-40B4-BE49-F238E27FC236}">
                <a16:creationId xmlns:a16="http://schemas.microsoft.com/office/drawing/2014/main" id="{F559C4B5-FCD7-7014-96CA-A56F93D4AA7E}"/>
              </a:ext>
            </a:extLst>
          </p:cNvPr>
          <p:cNvCxnSpPr/>
          <p:nvPr/>
        </p:nvCxnSpPr>
        <p:spPr>
          <a:xfrm>
            <a:off x="996847" y="1111827"/>
            <a:ext cx="2055484" cy="0"/>
          </a:xfrm>
          <a:prstGeom prst="straightConnector1">
            <a:avLst/>
          </a:prstGeom>
          <a:ln>
            <a:headEnd type="triangle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aphicFrame>
        <p:nvGraphicFramePr>
          <p:cNvPr id="47" name="对象 46">
            <a:extLst>
              <a:ext uri="{FF2B5EF4-FFF2-40B4-BE49-F238E27FC236}">
                <a16:creationId xmlns:a16="http://schemas.microsoft.com/office/drawing/2014/main" id="{024E5D98-9F46-14C9-E7D0-EFFA4613AAE2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814501553"/>
              </p:ext>
            </p:extLst>
          </p:nvPr>
        </p:nvGraphicFramePr>
        <p:xfrm>
          <a:off x="1701316" y="744673"/>
          <a:ext cx="323273" cy="3502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4" imgW="152280" imgH="164880" progId="Equation.DSMT4">
                  <p:embed/>
                </p:oleObj>
              </mc:Choice>
              <mc:Fallback>
                <p:oleObj name="Equation" r:id="rId14" imgW="152280" imgH="164880" progId="Equation.DSMT4">
                  <p:embed/>
                  <p:pic>
                    <p:nvPicPr>
                      <p:cNvPr id="12" name="对象 11">
                        <a:extLst>
                          <a:ext uri="{FF2B5EF4-FFF2-40B4-BE49-F238E27FC236}">
                            <a16:creationId xmlns:a16="http://schemas.microsoft.com/office/drawing/2014/main" id="{FE1CC895-587B-827F-B58A-6F8536BF65F6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15"/>
                      <a:stretch>
                        <a:fillRect/>
                      </a:stretch>
                    </p:blipFill>
                    <p:spPr>
                      <a:xfrm>
                        <a:off x="1701316" y="744673"/>
                        <a:ext cx="323273" cy="350212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cxnSp>
        <p:nvCxnSpPr>
          <p:cNvPr id="48" name="直接箭头连接符 47">
            <a:extLst>
              <a:ext uri="{FF2B5EF4-FFF2-40B4-BE49-F238E27FC236}">
                <a16:creationId xmlns:a16="http://schemas.microsoft.com/office/drawing/2014/main" id="{5C4C070B-A6FC-212F-453A-611307A0F77C}"/>
              </a:ext>
            </a:extLst>
          </p:cNvPr>
          <p:cNvCxnSpPr>
            <a:cxnSpLocks/>
          </p:cNvCxnSpPr>
          <p:nvPr/>
        </p:nvCxnSpPr>
        <p:spPr>
          <a:xfrm>
            <a:off x="3052331" y="1094885"/>
            <a:ext cx="2052205" cy="0"/>
          </a:xfrm>
          <a:prstGeom prst="straightConnector1">
            <a:avLst/>
          </a:prstGeom>
          <a:ln>
            <a:headEnd type="triangle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aphicFrame>
        <p:nvGraphicFramePr>
          <p:cNvPr id="49" name="对象 48">
            <a:extLst>
              <a:ext uri="{FF2B5EF4-FFF2-40B4-BE49-F238E27FC236}">
                <a16:creationId xmlns:a16="http://schemas.microsoft.com/office/drawing/2014/main" id="{D15C951E-BDA6-2858-BE6D-09B8C3F7D314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044252075"/>
              </p:ext>
            </p:extLst>
          </p:nvPr>
        </p:nvGraphicFramePr>
        <p:xfrm>
          <a:off x="3694584" y="697697"/>
          <a:ext cx="322262" cy="3508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6" imgW="152280" imgH="164880" progId="Equation.DSMT4">
                  <p:embed/>
                </p:oleObj>
              </mc:Choice>
              <mc:Fallback>
                <p:oleObj name="Equation" r:id="rId16" imgW="152280" imgH="164880" progId="Equation.DSMT4">
                  <p:embed/>
                  <p:pic>
                    <p:nvPicPr>
                      <p:cNvPr id="20" name="对象 19">
                        <a:extLst>
                          <a:ext uri="{FF2B5EF4-FFF2-40B4-BE49-F238E27FC236}">
                            <a16:creationId xmlns:a16="http://schemas.microsoft.com/office/drawing/2014/main" id="{67ED5098-0643-D39C-60B3-CC472F68D1AD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17"/>
                      <a:stretch>
                        <a:fillRect/>
                      </a:stretch>
                    </p:blipFill>
                    <p:spPr>
                      <a:xfrm>
                        <a:off x="3694584" y="697697"/>
                        <a:ext cx="322262" cy="350837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50" name="矩形 49">
            <a:extLst>
              <a:ext uri="{FF2B5EF4-FFF2-40B4-BE49-F238E27FC236}">
                <a16:creationId xmlns:a16="http://schemas.microsoft.com/office/drawing/2014/main" id="{9D1FDA4D-46A6-4087-BB12-12869AFDE7FB}"/>
              </a:ext>
            </a:extLst>
          </p:cNvPr>
          <p:cNvSpPr/>
          <p:nvPr/>
        </p:nvSpPr>
        <p:spPr>
          <a:xfrm>
            <a:off x="3052331" y="1248376"/>
            <a:ext cx="2052205" cy="2394875"/>
          </a:xfrm>
          <a:prstGeom prst="rect">
            <a:avLst/>
          </a:prstGeom>
          <a:solidFill>
            <a:schemeClr val="accent3">
              <a:lumMod val="20000"/>
              <a:lumOff val="80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graphicFrame>
        <p:nvGraphicFramePr>
          <p:cNvPr id="10" name="对象 9">
            <a:extLst>
              <a:ext uri="{FF2B5EF4-FFF2-40B4-BE49-F238E27FC236}">
                <a16:creationId xmlns:a16="http://schemas.microsoft.com/office/drawing/2014/main" id="{4501B8BF-7199-440F-2906-F1A37ADEA6E7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674562158"/>
              </p:ext>
            </p:extLst>
          </p:nvPr>
        </p:nvGraphicFramePr>
        <p:xfrm>
          <a:off x="3688697" y="1899647"/>
          <a:ext cx="725488" cy="7667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8" imgW="215640" imgH="228600" progId="Equation.DSMT4">
                  <p:embed/>
                </p:oleObj>
              </mc:Choice>
              <mc:Fallback>
                <p:oleObj name="Equation" r:id="rId18" imgW="215640" imgH="228600" progId="Equation.DSMT4">
                  <p:embed/>
                  <p:pic>
                    <p:nvPicPr>
                      <p:cNvPr id="10" name="对象 9">
                        <a:extLst>
                          <a:ext uri="{FF2B5EF4-FFF2-40B4-BE49-F238E27FC236}">
                            <a16:creationId xmlns:a16="http://schemas.microsoft.com/office/drawing/2014/main" id="{07A088DB-CC5C-7FEB-CF12-85E9B8A73D39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19"/>
                      <a:stretch>
                        <a:fillRect/>
                      </a:stretch>
                    </p:blipFill>
                    <p:spPr>
                      <a:xfrm>
                        <a:off x="3688697" y="1899647"/>
                        <a:ext cx="725488" cy="766762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51" name="图片 50">
            <a:extLst>
              <a:ext uri="{FF2B5EF4-FFF2-40B4-BE49-F238E27FC236}">
                <a16:creationId xmlns:a16="http://schemas.microsoft.com/office/drawing/2014/main" id="{27FD7D18-FBC5-618B-410D-20D0DDF580A8}"/>
              </a:ext>
            </a:extLst>
          </p:cNvPr>
          <p:cNvPicPr>
            <a:picLocks noChangeAspect="1"/>
          </p:cNvPicPr>
          <p:nvPr/>
        </p:nvPicPr>
        <p:blipFill>
          <a:blip r:embed="rId20"/>
          <a:stretch>
            <a:fillRect/>
          </a:stretch>
        </p:blipFill>
        <p:spPr>
          <a:xfrm>
            <a:off x="1286161" y="3188500"/>
            <a:ext cx="3743268" cy="396274"/>
          </a:xfrm>
          <a:prstGeom prst="rect">
            <a:avLst/>
          </a:prstGeom>
        </p:spPr>
      </p:pic>
      <p:pic>
        <p:nvPicPr>
          <p:cNvPr id="52" name="图片 51">
            <a:extLst>
              <a:ext uri="{FF2B5EF4-FFF2-40B4-BE49-F238E27FC236}">
                <a16:creationId xmlns:a16="http://schemas.microsoft.com/office/drawing/2014/main" id="{947B1AE8-73C8-8D14-5584-DD2C4312BAD6}"/>
              </a:ext>
            </a:extLst>
          </p:cNvPr>
          <p:cNvPicPr>
            <a:picLocks noChangeAspect="1"/>
          </p:cNvPicPr>
          <p:nvPr/>
        </p:nvPicPr>
        <p:blipFill>
          <a:blip r:embed="rId20"/>
          <a:stretch>
            <a:fillRect/>
          </a:stretch>
        </p:blipFill>
        <p:spPr>
          <a:xfrm>
            <a:off x="1177420" y="2473951"/>
            <a:ext cx="3743268" cy="396274"/>
          </a:xfrm>
          <a:prstGeom prst="rect">
            <a:avLst/>
          </a:prstGeom>
        </p:spPr>
      </p:pic>
      <p:pic>
        <p:nvPicPr>
          <p:cNvPr id="53" name="图片 52">
            <a:extLst>
              <a:ext uri="{FF2B5EF4-FFF2-40B4-BE49-F238E27FC236}">
                <a16:creationId xmlns:a16="http://schemas.microsoft.com/office/drawing/2014/main" id="{E159CBAF-8418-9702-4FCE-2DADDA86679C}"/>
              </a:ext>
            </a:extLst>
          </p:cNvPr>
          <p:cNvPicPr>
            <a:picLocks noChangeAspect="1"/>
          </p:cNvPicPr>
          <p:nvPr/>
        </p:nvPicPr>
        <p:blipFill>
          <a:blip r:embed="rId20"/>
          <a:stretch>
            <a:fillRect/>
          </a:stretch>
        </p:blipFill>
        <p:spPr>
          <a:xfrm>
            <a:off x="1137571" y="1433120"/>
            <a:ext cx="3743268" cy="39627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1759683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框 2">
            <a:extLst>
              <a:ext uri="{FF2B5EF4-FFF2-40B4-BE49-F238E27FC236}">
                <a16:creationId xmlns:a16="http://schemas.microsoft.com/office/drawing/2014/main" id="{08760278-6437-6352-26BF-A8EAD14EBD6A}"/>
              </a:ext>
            </a:extLst>
          </p:cNvPr>
          <p:cNvSpPr txBox="1"/>
          <p:nvPr/>
        </p:nvSpPr>
        <p:spPr>
          <a:xfrm>
            <a:off x="386080" y="3639735"/>
            <a:ext cx="457200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2400" b="1" dirty="0"/>
              <a:t>穿过整个矩形平面的磁通量</a:t>
            </a:r>
          </a:p>
        </p:txBody>
      </p:sp>
      <p:graphicFrame>
        <p:nvGraphicFramePr>
          <p:cNvPr id="4" name="对象 3">
            <a:extLst>
              <a:ext uri="{FF2B5EF4-FFF2-40B4-BE49-F238E27FC236}">
                <a16:creationId xmlns:a16="http://schemas.microsoft.com/office/drawing/2014/main" id="{71452FD3-895E-51CC-B046-2323FAC4F510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846826675"/>
              </p:ext>
            </p:extLst>
          </p:nvPr>
        </p:nvGraphicFramePr>
        <p:xfrm>
          <a:off x="457200" y="4457000"/>
          <a:ext cx="5001419" cy="105554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1995093" imgH="420861" progId="Equation.DSMT4">
                  <p:embed/>
                </p:oleObj>
              </mc:Choice>
              <mc:Fallback>
                <p:oleObj name="Equation" r:id="rId2" imgW="1995093" imgH="420861" progId="Equation.DSMT4">
                  <p:embed/>
                  <p:pic>
                    <p:nvPicPr>
                      <p:cNvPr id="9" name="对象 8">
                        <a:extLst>
                          <a:ext uri="{FF2B5EF4-FFF2-40B4-BE49-F238E27FC236}">
                            <a16:creationId xmlns:a16="http://schemas.microsoft.com/office/drawing/2014/main" id="{3D787CA0-F8D9-D9AD-996D-594C6C8D781A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3"/>
                      <a:stretch>
                        <a:fillRect/>
                      </a:stretch>
                    </p:blipFill>
                    <p:spPr>
                      <a:xfrm>
                        <a:off x="457200" y="4457000"/>
                        <a:ext cx="5001419" cy="1055547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5" name="图片 4">
            <a:extLst>
              <a:ext uri="{FF2B5EF4-FFF2-40B4-BE49-F238E27FC236}">
                <a16:creationId xmlns:a16="http://schemas.microsoft.com/office/drawing/2014/main" id="{8374B650-4A5C-9AB7-481E-BD5C6571041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423413" y="695213"/>
            <a:ext cx="3877307" cy="364310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788599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>
            <a:extLst>
              <a:ext uri="{FF2B5EF4-FFF2-40B4-BE49-F238E27FC236}">
                <a16:creationId xmlns:a16="http://schemas.microsoft.com/office/drawing/2014/main" id="{64E9CA19-3715-8F21-8052-9AE673AE2836}"/>
              </a:ext>
            </a:extLst>
          </p:cNvPr>
          <p:cNvSpPr txBox="1"/>
          <p:nvPr/>
        </p:nvSpPr>
        <p:spPr>
          <a:xfrm>
            <a:off x="538480" y="404234"/>
            <a:ext cx="457200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kumimoji="0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srgbClr val="0066FF"/>
                </a:solidFill>
                <a:effectLst/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  <a:cs typeface="+mn-cs"/>
              </a:rPr>
              <a:t>2</a:t>
            </a:r>
            <a:r>
              <a:rPr kumimoji="0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0066FF"/>
                </a:solidFill>
                <a:effectLst/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  <a:cs typeface="+mn-cs"/>
              </a:rPr>
              <a:t>、求磁力做的功</a:t>
            </a:r>
            <a:endParaRPr lang="zh-CN" altLang="en-US" dirty="0">
              <a:solidFill>
                <a:srgbClr val="0066FF"/>
              </a:solidFill>
            </a:endParaRPr>
          </a:p>
        </p:txBody>
      </p:sp>
      <p:pic>
        <p:nvPicPr>
          <p:cNvPr id="3" name="图片 2">
            <a:extLst>
              <a:ext uri="{FF2B5EF4-FFF2-40B4-BE49-F238E27FC236}">
                <a16:creationId xmlns:a16="http://schemas.microsoft.com/office/drawing/2014/main" id="{8C134046-921C-C313-A9EF-AF5D2E4D712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0562" y="1842984"/>
            <a:ext cx="8444941" cy="1586016"/>
          </a:xfrm>
          <a:prstGeom prst="rect">
            <a:avLst/>
          </a:prstGeom>
        </p:spPr>
      </p:pic>
      <p:sp>
        <p:nvSpPr>
          <p:cNvPr id="5" name="文本框 4">
            <a:extLst>
              <a:ext uri="{FF2B5EF4-FFF2-40B4-BE49-F238E27FC236}">
                <a16:creationId xmlns:a16="http://schemas.microsoft.com/office/drawing/2014/main" id="{56B15CDB-7E2F-B2D4-0672-82D273655F49}"/>
              </a:ext>
            </a:extLst>
          </p:cNvPr>
          <p:cNvSpPr txBox="1"/>
          <p:nvPr/>
        </p:nvSpPr>
        <p:spPr>
          <a:xfrm>
            <a:off x="629920" y="1169775"/>
            <a:ext cx="457200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2400" b="1" i="0" u="none" strike="noStrike" baseline="0" dirty="0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电磁学（下）练习四 </a:t>
            </a:r>
            <a:endParaRPr lang="zh-CN" altLang="en-US" sz="2400" b="1" dirty="0"/>
          </a:p>
        </p:txBody>
      </p:sp>
    </p:spTree>
    <p:extLst>
      <p:ext uri="{BB962C8B-B14F-4D97-AF65-F5344CB8AC3E}">
        <p14:creationId xmlns:p14="http://schemas.microsoft.com/office/powerpoint/2010/main" val="187401884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">
            <a:extLst>
              <a:ext uri="{FF2B5EF4-FFF2-40B4-BE49-F238E27FC236}">
                <a16:creationId xmlns:a16="http://schemas.microsoft.com/office/drawing/2014/main" id="{DEC7ADA6-B298-BC90-53B7-8BBF90D4305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9122" y="519546"/>
            <a:ext cx="8444941" cy="1586016"/>
          </a:xfrm>
          <a:prstGeom prst="rect">
            <a:avLst/>
          </a:prstGeom>
        </p:spPr>
      </p:pic>
      <p:grpSp>
        <p:nvGrpSpPr>
          <p:cNvPr id="25" name="组合 24">
            <a:extLst>
              <a:ext uri="{FF2B5EF4-FFF2-40B4-BE49-F238E27FC236}">
                <a16:creationId xmlns:a16="http://schemas.microsoft.com/office/drawing/2014/main" id="{8CDD2765-7A4F-BCDA-FDAA-C688E0A347D8}"/>
              </a:ext>
            </a:extLst>
          </p:cNvPr>
          <p:cNvGrpSpPr/>
          <p:nvPr/>
        </p:nvGrpSpPr>
        <p:grpSpPr>
          <a:xfrm>
            <a:off x="1118456" y="3191473"/>
            <a:ext cx="2151217" cy="1849582"/>
            <a:chOff x="1201583" y="2450096"/>
            <a:chExt cx="2151217" cy="1849582"/>
          </a:xfrm>
        </p:grpSpPr>
        <p:graphicFrame>
          <p:nvGraphicFramePr>
            <p:cNvPr id="13" name="对象 12">
              <a:extLst>
                <a:ext uri="{FF2B5EF4-FFF2-40B4-BE49-F238E27FC236}">
                  <a16:creationId xmlns:a16="http://schemas.microsoft.com/office/drawing/2014/main" id="{6A247FEE-A2CE-7150-E939-FC8712D57C02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3037609" y="2651897"/>
            <a:ext cx="315191" cy="409748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3" imgW="126720" imgH="164880" progId="Equation.DSMT4">
                    <p:embed/>
                  </p:oleObj>
                </mc:Choice>
                <mc:Fallback>
                  <p:oleObj name="Equation" r:id="rId3" imgW="126720" imgH="164880" progId="Equation.DSMT4">
                    <p:embed/>
                    <p:pic>
                      <p:nvPicPr>
                        <p:cNvPr id="13" name="对象 12">
                          <a:extLst>
                            <a:ext uri="{FF2B5EF4-FFF2-40B4-BE49-F238E27FC236}">
                              <a16:creationId xmlns:a16="http://schemas.microsoft.com/office/drawing/2014/main" id="{6A247FEE-A2CE-7150-E939-FC8712D57C02}"/>
                            </a:ext>
                          </a:extLst>
                        </p:cNvPr>
                        <p:cNvPicPr/>
                        <p:nvPr/>
                      </p:nvPicPr>
                      <p:blipFill>
                        <a:blip r:embed="rId4"/>
                        <a:stretch>
                          <a:fillRect/>
                        </a:stretch>
                      </p:blipFill>
                      <p:spPr>
                        <a:xfrm>
                          <a:off x="3037609" y="2651897"/>
                          <a:ext cx="315191" cy="409748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  <p:grpSp>
          <p:nvGrpSpPr>
            <p:cNvPr id="23" name="组合 22">
              <a:extLst>
                <a:ext uri="{FF2B5EF4-FFF2-40B4-BE49-F238E27FC236}">
                  <a16:creationId xmlns:a16="http://schemas.microsoft.com/office/drawing/2014/main" id="{C6FACEF3-2321-98FD-F612-9B4DC51D084D}"/>
                </a:ext>
              </a:extLst>
            </p:cNvPr>
            <p:cNvGrpSpPr/>
            <p:nvPr/>
          </p:nvGrpSpPr>
          <p:grpSpPr>
            <a:xfrm>
              <a:off x="1201583" y="2450096"/>
              <a:ext cx="1849582" cy="1849582"/>
              <a:chOff x="3466801" y="2377360"/>
              <a:chExt cx="1849582" cy="1849582"/>
            </a:xfrm>
          </p:grpSpPr>
          <p:sp>
            <p:nvSpPr>
              <p:cNvPr id="14" name="椭圆 13">
                <a:extLst>
                  <a:ext uri="{FF2B5EF4-FFF2-40B4-BE49-F238E27FC236}">
                    <a16:creationId xmlns:a16="http://schemas.microsoft.com/office/drawing/2014/main" id="{3DA753C5-D4DA-F412-4C1B-D4B7D991E8C9}"/>
                  </a:ext>
                </a:extLst>
              </p:cNvPr>
              <p:cNvSpPr/>
              <p:nvPr/>
            </p:nvSpPr>
            <p:spPr>
              <a:xfrm>
                <a:off x="3466801" y="2377360"/>
                <a:ext cx="1849582" cy="1849582"/>
              </a:xfrm>
              <a:prstGeom prst="ellipse">
                <a:avLst/>
              </a:prstGeom>
              <a:solidFill>
                <a:schemeClr val="bg1"/>
              </a:solidFill>
              <a:ln w="28575">
                <a:solidFill>
                  <a:srgbClr val="FF0000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4572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Aptos" panose="02110004020202020204"/>
                  <a:ea typeface="等线" panose="02010600030101010101" pitchFamily="2" charset="-122"/>
                  <a:cs typeface="+mn-cs"/>
                </a:endParaRPr>
              </a:p>
            </p:txBody>
          </p:sp>
          <p:cxnSp>
            <p:nvCxnSpPr>
              <p:cNvPr id="18" name="直接连接符 17">
                <a:extLst>
                  <a:ext uri="{FF2B5EF4-FFF2-40B4-BE49-F238E27FC236}">
                    <a16:creationId xmlns:a16="http://schemas.microsoft.com/office/drawing/2014/main" id="{D378DFD7-3083-9DBD-B5BE-577F840843A1}"/>
                  </a:ext>
                </a:extLst>
              </p:cNvPr>
              <p:cNvCxnSpPr>
                <a:stCxn id="14" idx="7"/>
              </p:cNvCxnSpPr>
              <p:nvPr/>
            </p:nvCxnSpPr>
            <p:spPr>
              <a:xfrm>
                <a:off x="5045518" y="2648225"/>
                <a:ext cx="66809" cy="271620"/>
              </a:xfrm>
              <a:prstGeom prst="line">
                <a:avLst/>
              </a:prstGeom>
              <a:ln w="28575">
                <a:solidFill>
                  <a:srgbClr val="FF0000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9" name="直接连接符 18">
                <a:extLst>
                  <a:ext uri="{FF2B5EF4-FFF2-40B4-BE49-F238E27FC236}">
                    <a16:creationId xmlns:a16="http://schemas.microsoft.com/office/drawing/2014/main" id="{A2D16F1B-E227-B03A-D667-FB3FB41A1B21}"/>
                  </a:ext>
                </a:extLst>
              </p:cNvPr>
              <p:cNvCxnSpPr>
                <a:cxnSpLocks/>
              </p:cNvCxnSpPr>
              <p:nvPr/>
            </p:nvCxnSpPr>
            <p:spPr>
              <a:xfrm flipH="1" flipV="1">
                <a:off x="5045518" y="2648225"/>
                <a:ext cx="257309" cy="135810"/>
              </a:xfrm>
              <a:prstGeom prst="line">
                <a:avLst/>
              </a:prstGeom>
              <a:ln w="28575">
                <a:solidFill>
                  <a:srgbClr val="FF0000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</p:grpSp>
        <p:graphicFrame>
          <p:nvGraphicFramePr>
            <p:cNvPr id="24" name="对象 23">
              <a:extLst>
                <a:ext uri="{FF2B5EF4-FFF2-40B4-BE49-F238E27FC236}">
                  <a16:creationId xmlns:a16="http://schemas.microsoft.com/office/drawing/2014/main" id="{B4B2EB7D-6A75-6BDA-20C1-FE332C20064F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1762042" y="2856771"/>
            <a:ext cx="728663" cy="569912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5" imgW="291960" imgH="228600" progId="Equation.DSMT4">
                    <p:embed/>
                  </p:oleObj>
                </mc:Choice>
                <mc:Fallback>
                  <p:oleObj name="Equation" r:id="rId5" imgW="291960" imgH="228600" progId="Equation.DSMT4">
                    <p:embed/>
                    <p:pic>
                      <p:nvPicPr>
                        <p:cNvPr id="24" name="对象 23">
                          <a:extLst>
                            <a:ext uri="{FF2B5EF4-FFF2-40B4-BE49-F238E27FC236}">
                              <a16:creationId xmlns:a16="http://schemas.microsoft.com/office/drawing/2014/main" id="{B4B2EB7D-6A75-6BDA-20C1-FE332C20064F}"/>
                            </a:ext>
                          </a:extLst>
                        </p:cNvPr>
                        <p:cNvPicPr/>
                        <p:nvPr/>
                      </p:nvPicPr>
                      <p:blipFill>
                        <a:blip r:embed="rId6"/>
                        <a:stretch>
                          <a:fillRect/>
                        </a:stretch>
                      </p:blipFill>
                      <p:spPr>
                        <a:xfrm>
                          <a:off x="1762042" y="2856771"/>
                          <a:ext cx="728663" cy="569912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26" name="组合 25">
            <a:extLst>
              <a:ext uri="{FF2B5EF4-FFF2-40B4-BE49-F238E27FC236}">
                <a16:creationId xmlns:a16="http://schemas.microsoft.com/office/drawing/2014/main" id="{E6AD5686-AB2D-AA77-D8A1-53F9F2FC5998}"/>
              </a:ext>
            </a:extLst>
          </p:cNvPr>
          <p:cNvGrpSpPr/>
          <p:nvPr/>
        </p:nvGrpSpPr>
        <p:grpSpPr>
          <a:xfrm>
            <a:off x="5592395" y="3080032"/>
            <a:ext cx="2074516" cy="1849582"/>
            <a:chOff x="976649" y="2450096"/>
            <a:chExt cx="2074516" cy="1849582"/>
          </a:xfrm>
        </p:grpSpPr>
        <p:graphicFrame>
          <p:nvGraphicFramePr>
            <p:cNvPr id="27" name="对象 26">
              <a:extLst>
                <a:ext uri="{FF2B5EF4-FFF2-40B4-BE49-F238E27FC236}">
                  <a16:creationId xmlns:a16="http://schemas.microsoft.com/office/drawing/2014/main" id="{E2ACDF09-6BE3-9199-9D38-4986D3C2A6C3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976649" y="2622153"/>
            <a:ext cx="315191" cy="409748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7" imgW="126720" imgH="164880" progId="Equation.DSMT4">
                    <p:embed/>
                  </p:oleObj>
                </mc:Choice>
                <mc:Fallback>
                  <p:oleObj name="Equation" r:id="rId7" imgW="126720" imgH="164880" progId="Equation.DSMT4">
                    <p:embed/>
                    <p:pic>
                      <p:nvPicPr>
                        <p:cNvPr id="27" name="对象 26">
                          <a:extLst>
                            <a:ext uri="{FF2B5EF4-FFF2-40B4-BE49-F238E27FC236}">
                              <a16:creationId xmlns:a16="http://schemas.microsoft.com/office/drawing/2014/main" id="{E2ACDF09-6BE3-9199-9D38-4986D3C2A6C3}"/>
                            </a:ext>
                          </a:extLst>
                        </p:cNvPr>
                        <p:cNvPicPr/>
                        <p:nvPr/>
                      </p:nvPicPr>
                      <p:blipFill>
                        <a:blip r:embed="rId8"/>
                        <a:stretch>
                          <a:fillRect/>
                        </a:stretch>
                      </p:blipFill>
                      <p:spPr>
                        <a:xfrm>
                          <a:off x="976649" y="2622153"/>
                          <a:ext cx="315191" cy="409748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  <p:grpSp>
          <p:nvGrpSpPr>
            <p:cNvPr id="28" name="组合 27">
              <a:extLst>
                <a:ext uri="{FF2B5EF4-FFF2-40B4-BE49-F238E27FC236}">
                  <a16:creationId xmlns:a16="http://schemas.microsoft.com/office/drawing/2014/main" id="{4819B255-1F1F-657F-517D-4EBF08B236D2}"/>
                </a:ext>
              </a:extLst>
            </p:cNvPr>
            <p:cNvGrpSpPr/>
            <p:nvPr/>
          </p:nvGrpSpPr>
          <p:grpSpPr>
            <a:xfrm>
              <a:off x="1201582" y="2450096"/>
              <a:ext cx="1849583" cy="1849582"/>
              <a:chOff x="3466800" y="2377360"/>
              <a:chExt cx="1849583" cy="1849582"/>
            </a:xfrm>
          </p:grpSpPr>
          <p:sp>
            <p:nvSpPr>
              <p:cNvPr id="30" name="椭圆 29">
                <a:extLst>
                  <a:ext uri="{FF2B5EF4-FFF2-40B4-BE49-F238E27FC236}">
                    <a16:creationId xmlns:a16="http://schemas.microsoft.com/office/drawing/2014/main" id="{058873B3-2CEA-3237-DAB5-81733282EF0D}"/>
                  </a:ext>
                </a:extLst>
              </p:cNvPr>
              <p:cNvSpPr/>
              <p:nvPr/>
            </p:nvSpPr>
            <p:spPr>
              <a:xfrm>
                <a:off x="3466801" y="2377360"/>
                <a:ext cx="1849582" cy="1849582"/>
              </a:xfrm>
              <a:prstGeom prst="ellipse">
                <a:avLst/>
              </a:prstGeom>
              <a:solidFill>
                <a:schemeClr val="bg1"/>
              </a:solidFill>
              <a:ln w="28575">
                <a:solidFill>
                  <a:srgbClr val="FF0000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4572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Aptos" panose="02110004020202020204"/>
                  <a:ea typeface="等线" panose="02010600030101010101" pitchFamily="2" charset="-122"/>
                  <a:cs typeface="+mn-cs"/>
                </a:endParaRPr>
              </a:p>
            </p:txBody>
          </p:sp>
          <p:cxnSp>
            <p:nvCxnSpPr>
              <p:cNvPr id="31" name="直接连接符 30">
                <a:extLst>
                  <a:ext uri="{FF2B5EF4-FFF2-40B4-BE49-F238E27FC236}">
                    <a16:creationId xmlns:a16="http://schemas.microsoft.com/office/drawing/2014/main" id="{1644329A-D1E3-59A9-BF3D-5DF5F873FE4F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3466800" y="2724548"/>
                <a:ext cx="212892" cy="59487"/>
              </a:xfrm>
              <a:prstGeom prst="line">
                <a:avLst/>
              </a:prstGeom>
              <a:ln w="28575">
                <a:solidFill>
                  <a:srgbClr val="FF0000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2" name="直接连接符 31">
                <a:extLst>
                  <a:ext uri="{FF2B5EF4-FFF2-40B4-BE49-F238E27FC236}">
                    <a16:creationId xmlns:a16="http://schemas.microsoft.com/office/drawing/2014/main" id="{CA2C22A5-ED25-3338-7362-CD1BCC274FA0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3679692" y="2734238"/>
                <a:ext cx="10979" cy="185607"/>
              </a:xfrm>
              <a:prstGeom prst="line">
                <a:avLst/>
              </a:prstGeom>
              <a:ln w="28575">
                <a:solidFill>
                  <a:srgbClr val="FF0000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</p:grpSp>
        <p:graphicFrame>
          <p:nvGraphicFramePr>
            <p:cNvPr id="29" name="对象 28">
              <a:extLst>
                <a:ext uri="{FF2B5EF4-FFF2-40B4-BE49-F238E27FC236}">
                  <a16:creationId xmlns:a16="http://schemas.microsoft.com/office/drawing/2014/main" id="{895813C7-4D37-1C39-0245-149DB6C16057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1762042" y="2856771"/>
            <a:ext cx="728663" cy="569912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9" imgW="291960" imgH="228600" progId="Equation.DSMT4">
                    <p:embed/>
                  </p:oleObj>
                </mc:Choice>
                <mc:Fallback>
                  <p:oleObj name="Equation" r:id="rId9" imgW="291960" imgH="228600" progId="Equation.DSMT4">
                    <p:embed/>
                    <p:pic>
                      <p:nvPicPr>
                        <p:cNvPr id="29" name="对象 28">
                          <a:extLst>
                            <a:ext uri="{FF2B5EF4-FFF2-40B4-BE49-F238E27FC236}">
                              <a16:creationId xmlns:a16="http://schemas.microsoft.com/office/drawing/2014/main" id="{895813C7-4D37-1C39-0245-149DB6C16057}"/>
                            </a:ext>
                          </a:extLst>
                        </p:cNvPr>
                        <p:cNvPicPr/>
                        <p:nvPr/>
                      </p:nvPicPr>
                      <p:blipFill>
                        <a:blip r:embed="rId10"/>
                        <a:stretch>
                          <a:fillRect/>
                        </a:stretch>
                      </p:blipFill>
                      <p:spPr>
                        <a:xfrm>
                          <a:off x="1762042" y="2856771"/>
                          <a:ext cx="728663" cy="569912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</p:grpSp>
      <p:cxnSp>
        <p:nvCxnSpPr>
          <p:cNvPr id="34" name="直接连接符 33">
            <a:extLst>
              <a:ext uri="{FF2B5EF4-FFF2-40B4-BE49-F238E27FC236}">
                <a16:creationId xmlns:a16="http://schemas.microsoft.com/office/drawing/2014/main" id="{2EB8BCAE-2DA2-F1B7-2D75-9CAE79FAED6C}"/>
              </a:ext>
            </a:extLst>
          </p:cNvPr>
          <p:cNvCxnSpPr/>
          <p:nvPr/>
        </p:nvCxnSpPr>
        <p:spPr>
          <a:xfrm>
            <a:off x="2043246" y="3025060"/>
            <a:ext cx="0" cy="2286000"/>
          </a:xfrm>
          <a:prstGeom prst="line">
            <a:avLst/>
          </a:prstGeom>
          <a:ln w="28575"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39" name="箭头: 右 38">
            <a:extLst>
              <a:ext uri="{FF2B5EF4-FFF2-40B4-BE49-F238E27FC236}">
                <a16:creationId xmlns:a16="http://schemas.microsoft.com/office/drawing/2014/main" id="{A7D06D0A-7F17-D276-272F-C90713A44AD8}"/>
              </a:ext>
            </a:extLst>
          </p:cNvPr>
          <p:cNvSpPr/>
          <p:nvPr/>
        </p:nvSpPr>
        <p:spPr>
          <a:xfrm>
            <a:off x="3192972" y="3960540"/>
            <a:ext cx="2450670" cy="319756"/>
          </a:xfrm>
          <a:prstGeom prst="rightArrow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等线" panose="02010600030101010101" pitchFamily="2" charset="-122"/>
              <a:cs typeface="+mn-cs"/>
            </a:endParaRPr>
          </a:p>
        </p:txBody>
      </p:sp>
      <p:sp>
        <p:nvSpPr>
          <p:cNvPr id="44" name="文本框 43">
            <a:extLst>
              <a:ext uri="{FF2B5EF4-FFF2-40B4-BE49-F238E27FC236}">
                <a16:creationId xmlns:a16="http://schemas.microsoft.com/office/drawing/2014/main" id="{CAE9CB5D-90A5-036F-5324-0E9A8343EB1D}"/>
              </a:ext>
            </a:extLst>
          </p:cNvPr>
          <p:cNvSpPr txBox="1"/>
          <p:nvPr/>
        </p:nvSpPr>
        <p:spPr>
          <a:xfrm>
            <a:off x="924790" y="2357996"/>
            <a:ext cx="449353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等线" panose="02010600030101010101" pitchFamily="2" charset="-122"/>
                <a:cs typeface="+mn-cs"/>
              </a:rPr>
              <a:t>考查均匀磁场中，磁力矩的功：</a:t>
            </a:r>
          </a:p>
        </p:txBody>
      </p:sp>
      <p:graphicFrame>
        <p:nvGraphicFramePr>
          <p:cNvPr id="45" name="对象 44">
            <a:extLst>
              <a:ext uri="{FF2B5EF4-FFF2-40B4-BE49-F238E27FC236}">
                <a16:creationId xmlns:a16="http://schemas.microsoft.com/office/drawing/2014/main" id="{8D952876-4323-094B-2776-8E5DB044318A}"/>
              </a:ext>
            </a:extLst>
          </p:cNvPr>
          <p:cNvGraphicFramePr>
            <a:graphicFrameLocks noChangeAspect="1"/>
          </p:cNvGraphicFramePr>
          <p:nvPr/>
        </p:nvGraphicFramePr>
        <p:xfrm>
          <a:off x="5147580" y="2280225"/>
          <a:ext cx="3585296" cy="54737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1" imgW="1663560" imgH="253800" progId="Equation.DSMT4">
                  <p:embed/>
                </p:oleObj>
              </mc:Choice>
              <mc:Fallback>
                <p:oleObj name="Equation" r:id="rId11" imgW="1663560" imgH="253800" progId="Equation.DSMT4">
                  <p:embed/>
                  <p:pic>
                    <p:nvPicPr>
                      <p:cNvPr id="45" name="对象 44">
                        <a:extLst>
                          <a:ext uri="{FF2B5EF4-FFF2-40B4-BE49-F238E27FC236}">
                            <a16:creationId xmlns:a16="http://schemas.microsoft.com/office/drawing/2014/main" id="{8D952876-4323-094B-2776-8E5DB044318A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12"/>
                      <a:stretch>
                        <a:fillRect/>
                      </a:stretch>
                    </p:blipFill>
                    <p:spPr>
                      <a:xfrm>
                        <a:off x="5147580" y="2280225"/>
                        <a:ext cx="3585296" cy="547373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7" name="对象 46">
            <a:extLst>
              <a:ext uri="{FF2B5EF4-FFF2-40B4-BE49-F238E27FC236}">
                <a16:creationId xmlns:a16="http://schemas.microsoft.com/office/drawing/2014/main" id="{6E913489-0838-3B99-D790-BA9653B7564B}"/>
              </a:ext>
            </a:extLst>
          </p:cNvPr>
          <p:cNvGraphicFramePr>
            <a:graphicFrameLocks noChangeAspect="1"/>
          </p:cNvGraphicFramePr>
          <p:nvPr/>
        </p:nvGraphicFramePr>
        <p:xfrm>
          <a:off x="590494" y="5263472"/>
          <a:ext cx="3255962" cy="5476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3" imgW="1511280" imgH="253800" progId="Equation.DSMT4">
                  <p:embed/>
                </p:oleObj>
              </mc:Choice>
              <mc:Fallback>
                <p:oleObj name="Equation" r:id="rId13" imgW="1511280" imgH="253800" progId="Equation.DSMT4">
                  <p:embed/>
                  <p:pic>
                    <p:nvPicPr>
                      <p:cNvPr id="47" name="对象 46">
                        <a:extLst>
                          <a:ext uri="{FF2B5EF4-FFF2-40B4-BE49-F238E27FC236}">
                            <a16:creationId xmlns:a16="http://schemas.microsoft.com/office/drawing/2014/main" id="{6E913489-0838-3B99-D790-BA9653B7564B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14"/>
                      <a:stretch>
                        <a:fillRect/>
                      </a:stretch>
                    </p:blipFill>
                    <p:spPr>
                      <a:xfrm>
                        <a:off x="590494" y="5263472"/>
                        <a:ext cx="3255962" cy="547687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" name="对象 2">
            <a:extLst>
              <a:ext uri="{FF2B5EF4-FFF2-40B4-BE49-F238E27FC236}">
                <a16:creationId xmlns:a16="http://schemas.microsoft.com/office/drawing/2014/main" id="{049F9A0B-50BB-C57A-C9FE-28EA5FBFCAB6}"/>
              </a:ext>
            </a:extLst>
          </p:cNvPr>
          <p:cNvGraphicFramePr>
            <a:graphicFrameLocks noChangeAspect="1"/>
          </p:cNvGraphicFramePr>
          <p:nvPr/>
        </p:nvGraphicFramePr>
        <p:xfrm>
          <a:off x="2052220" y="4098247"/>
          <a:ext cx="707077" cy="57851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5" imgW="279360" imgH="228600" progId="Equation.DSMT4">
                  <p:embed/>
                </p:oleObj>
              </mc:Choice>
              <mc:Fallback>
                <p:oleObj name="Equation" r:id="rId15" imgW="279360" imgH="228600" progId="Equation.DSMT4">
                  <p:embed/>
                  <p:pic>
                    <p:nvPicPr>
                      <p:cNvPr id="3" name="对象 2">
                        <a:extLst>
                          <a:ext uri="{FF2B5EF4-FFF2-40B4-BE49-F238E27FC236}">
                            <a16:creationId xmlns:a16="http://schemas.microsoft.com/office/drawing/2014/main" id="{049F9A0B-50BB-C57A-C9FE-28EA5FBFCAB6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16"/>
                      <a:stretch>
                        <a:fillRect/>
                      </a:stretch>
                    </p:blipFill>
                    <p:spPr>
                      <a:xfrm>
                        <a:off x="2052220" y="4098247"/>
                        <a:ext cx="707077" cy="57851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" name="对象 4">
            <a:extLst>
              <a:ext uri="{FF2B5EF4-FFF2-40B4-BE49-F238E27FC236}">
                <a16:creationId xmlns:a16="http://schemas.microsoft.com/office/drawing/2014/main" id="{FA869A25-6A89-2223-BD52-54FC62232439}"/>
              </a:ext>
            </a:extLst>
          </p:cNvPr>
          <p:cNvGraphicFramePr>
            <a:graphicFrameLocks noChangeAspect="1"/>
          </p:cNvGraphicFramePr>
          <p:nvPr/>
        </p:nvGraphicFramePr>
        <p:xfrm>
          <a:off x="6399069" y="4020980"/>
          <a:ext cx="708025" cy="5445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7" imgW="279360" imgH="215640" progId="Equation.DSMT4">
                  <p:embed/>
                </p:oleObj>
              </mc:Choice>
              <mc:Fallback>
                <p:oleObj name="Equation" r:id="rId17" imgW="279360" imgH="215640" progId="Equation.DSMT4">
                  <p:embed/>
                  <p:pic>
                    <p:nvPicPr>
                      <p:cNvPr id="5" name="对象 4">
                        <a:extLst>
                          <a:ext uri="{FF2B5EF4-FFF2-40B4-BE49-F238E27FC236}">
                            <a16:creationId xmlns:a16="http://schemas.microsoft.com/office/drawing/2014/main" id="{FA869A25-6A89-2223-BD52-54FC62232439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18"/>
                      <a:stretch>
                        <a:fillRect/>
                      </a:stretch>
                    </p:blipFill>
                    <p:spPr>
                      <a:xfrm>
                        <a:off x="6399069" y="4020980"/>
                        <a:ext cx="708025" cy="544512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" name="对象 3">
            <a:extLst>
              <a:ext uri="{FF2B5EF4-FFF2-40B4-BE49-F238E27FC236}">
                <a16:creationId xmlns:a16="http://schemas.microsoft.com/office/drawing/2014/main" id="{CD58098E-31A8-1AED-9E5F-F16E0CB87832}"/>
              </a:ext>
            </a:extLst>
          </p:cNvPr>
          <p:cNvGraphicFramePr>
            <a:graphicFrameLocks noChangeAspect="1"/>
          </p:cNvGraphicFramePr>
          <p:nvPr/>
        </p:nvGraphicFramePr>
        <p:xfrm>
          <a:off x="4710273" y="5173121"/>
          <a:ext cx="3696888" cy="5476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9" imgW="1714320" imgH="253800" progId="Equation.DSMT4">
                  <p:embed/>
                </p:oleObj>
              </mc:Choice>
              <mc:Fallback>
                <p:oleObj name="Equation" r:id="rId19" imgW="1714320" imgH="253800" progId="Equation.DSMT4">
                  <p:embed/>
                  <p:pic>
                    <p:nvPicPr>
                      <p:cNvPr id="4" name="对象 3">
                        <a:extLst>
                          <a:ext uri="{FF2B5EF4-FFF2-40B4-BE49-F238E27FC236}">
                            <a16:creationId xmlns:a16="http://schemas.microsoft.com/office/drawing/2014/main" id="{CD58098E-31A8-1AED-9E5F-F16E0CB87832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20"/>
                      <a:stretch>
                        <a:fillRect/>
                      </a:stretch>
                    </p:blipFill>
                    <p:spPr>
                      <a:xfrm>
                        <a:off x="4710273" y="5173121"/>
                        <a:ext cx="3696888" cy="547687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9" name="组合 8">
            <a:extLst>
              <a:ext uri="{FF2B5EF4-FFF2-40B4-BE49-F238E27FC236}">
                <a16:creationId xmlns:a16="http://schemas.microsoft.com/office/drawing/2014/main" id="{3CCCE665-11FF-66FB-88B2-4AB0D31C3672}"/>
              </a:ext>
            </a:extLst>
          </p:cNvPr>
          <p:cNvGrpSpPr/>
          <p:nvPr/>
        </p:nvGrpSpPr>
        <p:grpSpPr>
          <a:xfrm>
            <a:off x="399039" y="6041959"/>
            <a:ext cx="6541189" cy="537654"/>
            <a:chOff x="399039" y="6041959"/>
            <a:chExt cx="6541189" cy="537654"/>
          </a:xfrm>
        </p:grpSpPr>
        <p:graphicFrame>
          <p:nvGraphicFramePr>
            <p:cNvPr id="6" name="对象 5">
              <a:extLst>
                <a:ext uri="{FF2B5EF4-FFF2-40B4-BE49-F238E27FC236}">
                  <a16:creationId xmlns:a16="http://schemas.microsoft.com/office/drawing/2014/main" id="{14006111-197A-6470-336C-85E81E483594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2245990" y="6058913"/>
            <a:ext cx="4694238" cy="5207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21" imgW="2286000" imgH="253800" progId="Equation.DSMT4">
                    <p:embed/>
                  </p:oleObj>
                </mc:Choice>
                <mc:Fallback>
                  <p:oleObj name="Equation" r:id="rId21" imgW="2286000" imgH="253800" progId="Equation.DSMT4">
                    <p:embed/>
                    <p:pic>
                      <p:nvPicPr>
                        <p:cNvPr id="6" name="对象 5">
                          <a:extLst>
                            <a:ext uri="{FF2B5EF4-FFF2-40B4-BE49-F238E27FC236}">
                              <a16:creationId xmlns:a16="http://schemas.microsoft.com/office/drawing/2014/main" id="{14006111-197A-6470-336C-85E81E483594}"/>
                            </a:ext>
                          </a:extLst>
                        </p:cNvPr>
                        <p:cNvPicPr/>
                        <p:nvPr/>
                      </p:nvPicPr>
                      <p:blipFill>
                        <a:blip r:embed="rId22"/>
                        <a:stretch>
                          <a:fillRect/>
                        </a:stretch>
                      </p:blipFill>
                      <p:spPr>
                        <a:xfrm>
                          <a:off x="2245990" y="6058913"/>
                          <a:ext cx="4694238" cy="520700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8" name="文本框 7">
              <a:extLst>
                <a:ext uri="{FF2B5EF4-FFF2-40B4-BE49-F238E27FC236}">
                  <a16:creationId xmlns:a16="http://schemas.microsoft.com/office/drawing/2014/main" id="{AA2C63C7-DB9A-38AE-290A-036E19D3E7B6}"/>
                </a:ext>
              </a:extLst>
            </p:cNvPr>
            <p:cNvSpPr txBox="1"/>
            <p:nvPr/>
          </p:nvSpPr>
          <p:spPr>
            <a:xfrm>
              <a:off x="399039" y="6041959"/>
              <a:ext cx="2426788" cy="461665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zh-CN" altLang="en-US" sz="2400" b="1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ptos" panose="02110004020202020204"/>
                  <a:ea typeface="等线" panose="02010600030101010101" pitchFamily="2" charset="-122"/>
                  <a:cs typeface="+mn-cs"/>
                </a:rPr>
                <a:t>磁力矩的功：</a:t>
              </a:r>
              <a:endParaRPr kumimoji="0" lang="zh-CN" alt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等线" panose="02010600030101010101" pitchFamily="2" charset="-122"/>
                <a:cs typeface="+mn-cs"/>
              </a:endParaRPr>
            </a:p>
          </p:txBody>
        </p:sp>
      </p:grpSp>
      <mc:AlternateContent xmlns:mc="http://schemas.openxmlformats.org/markup-compatibility/2006" xmlns:p14="http://schemas.microsoft.com/office/powerpoint/2010/main">
        <mc:Choice Requires="p14">
          <p:contentPart p14:bwMode="auto" r:id="rId23">
            <p14:nvContentPartPr>
              <p14:cNvPr id="7" name="墨迹 6">
                <a:extLst>
                  <a:ext uri="{FF2B5EF4-FFF2-40B4-BE49-F238E27FC236}">
                    <a16:creationId xmlns:a16="http://schemas.microsoft.com/office/drawing/2014/main" id="{84D7326C-431E-E974-752C-8BB0D4FE49DC}"/>
                  </a:ext>
                </a:extLst>
              </p14:cNvPr>
              <p14:cNvContentPartPr/>
              <p14:nvPr/>
            </p14:nvContentPartPr>
            <p14:xfrm>
              <a:off x="569684" y="1639505"/>
              <a:ext cx="563760" cy="502200"/>
            </p14:xfrm>
          </p:contentPart>
        </mc:Choice>
        <mc:Fallback xmlns="">
          <p:pic>
            <p:nvPicPr>
              <p:cNvPr id="7" name="墨迹 6">
                <a:extLst>
                  <a:ext uri="{FF2B5EF4-FFF2-40B4-BE49-F238E27FC236}">
                    <a16:creationId xmlns:a16="http://schemas.microsoft.com/office/drawing/2014/main" id="{84D7326C-431E-E974-752C-8BB0D4FE49DC}"/>
                  </a:ext>
                </a:extLst>
              </p:cNvPr>
              <p:cNvPicPr/>
              <p:nvPr/>
            </p:nvPicPr>
            <p:blipFill>
              <a:blip r:embed="rId24"/>
              <a:stretch>
                <a:fillRect/>
              </a:stretch>
            </p:blipFill>
            <p:spPr>
              <a:xfrm>
                <a:off x="561044" y="1630505"/>
                <a:ext cx="581400" cy="519840"/>
              </a:xfrm>
              <a:prstGeom prst="rect">
                <a:avLst/>
              </a:prstGeom>
            </p:spPr>
          </p:pic>
        </mc:Fallback>
      </mc:AlternateContent>
      <p:graphicFrame>
        <p:nvGraphicFramePr>
          <p:cNvPr id="10" name="对象 9">
            <a:extLst>
              <a:ext uri="{FF2B5EF4-FFF2-40B4-BE49-F238E27FC236}">
                <a16:creationId xmlns:a16="http://schemas.microsoft.com/office/drawing/2014/main" id="{F951F5C6-E5C4-6060-051E-D407693B6AC4}"/>
              </a:ext>
            </a:extLst>
          </p:cNvPr>
          <p:cNvGraphicFramePr>
            <a:graphicFrameLocks noChangeAspect="1"/>
          </p:cNvGraphicFramePr>
          <p:nvPr/>
        </p:nvGraphicFramePr>
        <p:xfrm>
          <a:off x="1997235" y="1680528"/>
          <a:ext cx="2713038" cy="4175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5" imgW="1320480" imgH="203040" progId="Equation.DSMT4">
                  <p:embed/>
                </p:oleObj>
              </mc:Choice>
              <mc:Fallback>
                <p:oleObj name="Equation" r:id="rId25" imgW="1320480" imgH="203040" progId="Equation.DSMT4">
                  <p:embed/>
                  <p:pic>
                    <p:nvPicPr>
                      <p:cNvPr id="10" name="对象 9">
                        <a:extLst>
                          <a:ext uri="{FF2B5EF4-FFF2-40B4-BE49-F238E27FC236}">
                            <a16:creationId xmlns:a16="http://schemas.microsoft.com/office/drawing/2014/main" id="{F951F5C6-E5C4-6060-051E-D407693B6AC4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26"/>
                      <a:stretch>
                        <a:fillRect/>
                      </a:stretch>
                    </p:blipFill>
                    <p:spPr>
                      <a:xfrm>
                        <a:off x="1997235" y="1680528"/>
                        <a:ext cx="2713038" cy="417513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326214749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对象 2">
            <a:extLst>
              <a:ext uri="{FF2B5EF4-FFF2-40B4-BE49-F238E27FC236}">
                <a16:creationId xmlns:a16="http://schemas.microsoft.com/office/drawing/2014/main" id="{8BE194A2-A705-339A-A457-A7BDA9D80D3F}"/>
              </a:ext>
            </a:extLst>
          </p:cNvPr>
          <p:cNvGraphicFramePr>
            <a:graphicFrameLocks noChangeAspect="1"/>
          </p:cNvGraphicFramePr>
          <p:nvPr/>
        </p:nvGraphicFramePr>
        <p:xfrm>
          <a:off x="1887682" y="1048397"/>
          <a:ext cx="4121150" cy="5207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2006280" imgH="253800" progId="Equation.DSMT4">
                  <p:embed/>
                </p:oleObj>
              </mc:Choice>
              <mc:Fallback>
                <p:oleObj name="Equation" r:id="rId2" imgW="2006280" imgH="253800" progId="Equation.DSMT4">
                  <p:embed/>
                  <p:pic>
                    <p:nvPicPr>
                      <p:cNvPr id="3" name="对象 2">
                        <a:extLst>
                          <a:ext uri="{FF2B5EF4-FFF2-40B4-BE49-F238E27FC236}">
                            <a16:creationId xmlns:a16="http://schemas.microsoft.com/office/drawing/2014/main" id="{8BE194A2-A705-339A-A457-A7BDA9D80D3F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3"/>
                      <a:stretch>
                        <a:fillRect/>
                      </a:stretch>
                    </p:blipFill>
                    <p:spPr>
                      <a:xfrm>
                        <a:off x="1887682" y="1048397"/>
                        <a:ext cx="4121150" cy="5207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4" name="文本框 3">
            <a:extLst>
              <a:ext uri="{FF2B5EF4-FFF2-40B4-BE49-F238E27FC236}">
                <a16:creationId xmlns:a16="http://schemas.microsoft.com/office/drawing/2014/main" id="{9F6CA9C7-0EFF-1740-2049-162778B5F35C}"/>
              </a:ext>
            </a:extLst>
          </p:cNvPr>
          <p:cNvSpPr txBox="1"/>
          <p:nvPr/>
        </p:nvSpPr>
        <p:spPr>
          <a:xfrm>
            <a:off x="1718684" y="586732"/>
            <a:ext cx="2426788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等线" panose="02010600030101010101" pitchFamily="2" charset="-122"/>
                <a:cs typeface="+mn-cs"/>
              </a:rPr>
              <a:t>外力的功：</a:t>
            </a:r>
            <a:endParaRPr kumimoji="0" lang="zh-CN" altLang="en-US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等线" panose="02010600030101010101" pitchFamily="2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35710209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 descr="文本&#10;&#10;AI 生成的内容可能不正确。">
            <a:extLst>
              <a:ext uri="{FF2B5EF4-FFF2-40B4-BE49-F238E27FC236}">
                <a16:creationId xmlns:a16="http://schemas.microsoft.com/office/drawing/2014/main" id="{952DC480-74FE-3928-699A-4B8C35101EC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1263" y="1709179"/>
            <a:ext cx="8172497" cy="2923781"/>
          </a:xfrm>
          <a:prstGeom prst="rect">
            <a:avLst/>
          </a:prstGeom>
        </p:spPr>
      </p:pic>
      <p:sp>
        <p:nvSpPr>
          <p:cNvPr id="4" name="文本框 3">
            <a:extLst>
              <a:ext uri="{FF2B5EF4-FFF2-40B4-BE49-F238E27FC236}">
                <a16:creationId xmlns:a16="http://schemas.microsoft.com/office/drawing/2014/main" id="{5C678725-3FE0-8D33-A1A9-FB0AB918AD31}"/>
              </a:ext>
            </a:extLst>
          </p:cNvPr>
          <p:cNvSpPr txBox="1"/>
          <p:nvPr/>
        </p:nvSpPr>
        <p:spPr>
          <a:xfrm>
            <a:off x="538480" y="404234"/>
            <a:ext cx="457200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kumimoji="0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srgbClr val="0066FF"/>
                </a:solidFill>
                <a:effectLst/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  <a:cs typeface="+mn-cs"/>
              </a:rPr>
              <a:t>3</a:t>
            </a:r>
            <a:r>
              <a:rPr kumimoji="0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0066FF"/>
                </a:solidFill>
                <a:effectLst/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  <a:cs typeface="+mn-cs"/>
              </a:rPr>
              <a:t>、求感应电动势</a:t>
            </a:r>
            <a:endParaRPr lang="zh-CN" altLang="en-US" dirty="0">
              <a:solidFill>
                <a:srgbClr val="0066FF"/>
              </a:solidFill>
            </a:endParaRP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BE178DDE-2991-18A8-673F-6F7C41C11F99}"/>
              </a:ext>
            </a:extLst>
          </p:cNvPr>
          <p:cNvSpPr txBox="1"/>
          <p:nvPr/>
        </p:nvSpPr>
        <p:spPr>
          <a:xfrm>
            <a:off x="538480" y="1120894"/>
            <a:ext cx="343408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2400" b="0" i="0" u="none" strike="noStrike" baseline="0" dirty="0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电磁学（下）练习五 </a:t>
            </a:r>
            <a:endParaRPr lang="zh-CN" altLang="en-US" sz="2400" dirty="0"/>
          </a:p>
        </p:txBody>
      </p:sp>
    </p:spTree>
    <p:extLst>
      <p:ext uri="{BB962C8B-B14F-4D97-AF65-F5344CB8AC3E}">
        <p14:creationId xmlns:p14="http://schemas.microsoft.com/office/powerpoint/2010/main" val="315971637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CC9EC6FD-E23A-FE93-0EA5-85BAA0F13EDB}"/>
              </a:ext>
            </a:extLst>
          </p:cNvPr>
          <p:cNvSpPr/>
          <p:nvPr/>
        </p:nvSpPr>
        <p:spPr>
          <a:xfrm>
            <a:off x="634629" y="307595"/>
            <a:ext cx="2800767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defRPr/>
            </a:pPr>
            <a:r>
              <a:rPr lang="zh-CN" altLang="en-US" sz="2400" b="1" dirty="0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电磁学下练习五，</a:t>
            </a:r>
            <a:r>
              <a:rPr lang="en-US" altLang="zh-CN" sz="2400" b="1" dirty="0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7</a:t>
            </a:r>
            <a:endParaRPr lang="zh-CN" altLang="en-US" b="1" dirty="0">
              <a:solidFill>
                <a:srgbClr val="FF0000"/>
              </a:solidFill>
              <a:latin typeface="Calibri" panose="020F0502020204030204"/>
            </a:endParaRPr>
          </a:p>
        </p:txBody>
      </p:sp>
      <p:cxnSp>
        <p:nvCxnSpPr>
          <p:cNvPr id="3" name="直接连接符 2">
            <a:extLst>
              <a:ext uri="{FF2B5EF4-FFF2-40B4-BE49-F238E27FC236}">
                <a16:creationId xmlns:a16="http://schemas.microsoft.com/office/drawing/2014/main" id="{F4B5D761-2CE7-7AB3-7685-B2D6A8C10EA3}"/>
              </a:ext>
            </a:extLst>
          </p:cNvPr>
          <p:cNvCxnSpPr>
            <a:cxnSpLocks/>
          </p:cNvCxnSpPr>
          <p:nvPr/>
        </p:nvCxnSpPr>
        <p:spPr>
          <a:xfrm>
            <a:off x="4572000" y="1048214"/>
            <a:ext cx="2397513" cy="0"/>
          </a:xfrm>
          <a:prstGeom prst="line">
            <a:avLst/>
          </a:prstGeom>
          <a:noFill/>
          <a:ln w="28575" cap="flat" cmpd="sng" algn="ctr">
            <a:solidFill>
              <a:sysClr val="windowText" lastClr="000000"/>
            </a:solidFill>
            <a:prstDash val="solid"/>
            <a:miter lim="800000"/>
          </a:ln>
          <a:effectLst/>
        </p:spPr>
      </p:cxnSp>
      <p:cxnSp>
        <p:nvCxnSpPr>
          <p:cNvPr id="4" name="直接连接符 3">
            <a:extLst>
              <a:ext uri="{FF2B5EF4-FFF2-40B4-BE49-F238E27FC236}">
                <a16:creationId xmlns:a16="http://schemas.microsoft.com/office/drawing/2014/main" id="{616A08FB-F208-7EBD-7EA1-3E5EBE277BC5}"/>
              </a:ext>
            </a:extLst>
          </p:cNvPr>
          <p:cNvCxnSpPr>
            <a:cxnSpLocks/>
          </p:cNvCxnSpPr>
          <p:nvPr/>
        </p:nvCxnSpPr>
        <p:spPr>
          <a:xfrm>
            <a:off x="4572000" y="1048214"/>
            <a:ext cx="1828800" cy="0"/>
          </a:xfrm>
          <a:prstGeom prst="line">
            <a:avLst/>
          </a:prstGeom>
          <a:noFill/>
          <a:ln w="28575" cap="flat" cmpd="sng" algn="ctr">
            <a:solidFill>
              <a:sysClr val="windowText" lastClr="000000"/>
            </a:solidFill>
            <a:prstDash val="solid"/>
            <a:miter lim="800000"/>
            <a:headEnd type="none" w="med" len="med"/>
            <a:tailEnd type="arrow" w="med" len="med"/>
          </a:ln>
          <a:effectLst/>
        </p:spPr>
      </p:cxnSp>
      <p:cxnSp>
        <p:nvCxnSpPr>
          <p:cNvPr id="5" name="直接连接符 4">
            <a:extLst>
              <a:ext uri="{FF2B5EF4-FFF2-40B4-BE49-F238E27FC236}">
                <a16:creationId xmlns:a16="http://schemas.microsoft.com/office/drawing/2014/main" id="{D362A813-98CE-4794-42BB-F7F6797A592D}"/>
              </a:ext>
            </a:extLst>
          </p:cNvPr>
          <p:cNvCxnSpPr>
            <a:cxnSpLocks/>
          </p:cNvCxnSpPr>
          <p:nvPr/>
        </p:nvCxnSpPr>
        <p:spPr>
          <a:xfrm>
            <a:off x="4572000" y="1936595"/>
            <a:ext cx="2397513" cy="0"/>
          </a:xfrm>
          <a:prstGeom prst="line">
            <a:avLst/>
          </a:prstGeom>
          <a:noFill/>
          <a:ln w="28575" cap="flat" cmpd="sng" algn="ctr">
            <a:solidFill>
              <a:sysClr val="windowText" lastClr="000000"/>
            </a:solidFill>
            <a:prstDash val="solid"/>
            <a:miter lim="800000"/>
          </a:ln>
          <a:effectLst/>
        </p:spPr>
      </p:cxnSp>
      <p:cxnSp>
        <p:nvCxnSpPr>
          <p:cNvPr id="6" name="直接连接符 5">
            <a:extLst>
              <a:ext uri="{FF2B5EF4-FFF2-40B4-BE49-F238E27FC236}">
                <a16:creationId xmlns:a16="http://schemas.microsoft.com/office/drawing/2014/main" id="{A7425C0F-1D23-F549-4ED7-D85E6E761ABD}"/>
              </a:ext>
            </a:extLst>
          </p:cNvPr>
          <p:cNvCxnSpPr>
            <a:cxnSpLocks/>
          </p:cNvCxnSpPr>
          <p:nvPr/>
        </p:nvCxnSpPr>
        <p:spPr>
          <a:xfrm flipH="1">
            <a:off x="4951962" y="1936595"/>
            <a:ext cx="1136604" cy="0"/>
          </a:xfrm>
          <a:prstGeom prst="line">
            <a:avLst/>
          </a:prstGeom>
          <a:noFill/>
          <a:ln w="28575" cap="flat" cmpd="sng" algn="ctr">
            <a:solidFill>
              <a:sysClr val="windowText" lastClr="000000"/>
            </a:solidFill>
            <a:prstDash val="solid"/>
            <a:miter lim="800000"/>
            <a:headEnd type="none" w="med" len="med"/>
            <a:tailEnd type="arrow" w="med" len="med"/>
          </a:ln>
          <a:effectLst/>
        </p:spPr>
      </p:cxnSp>
      <p:graphicFrame>
        <p:nvGraphicFramePr>
          <p:cNvPr id="7" name="对象 6">
            <a:extLst>
              <a:ext uri="{FF2B5EF4-FFF2-40B4-BE49-F238E27FC236}">
                <a16:creationId xmlns:a16="http://schemas.microsoft.com/office/drawing/2014/main" id="{B282F683-26B0-7381-E4BD-B4B702BD20AA}"/>
              </a:ext>
            </a:extLst>
          </p:cNvPr>
          <p:cNvGraphicFramePr>
            <a:graphicFrameLocks noChangeAspect="1"/>
          </p:cNvGraphicFramePr>
          <p:nvPr/>
        </p:nvGraphicFramePr>
        <p:xfrm>
          <a:off x="6969513" y="728316"/>
          <a:ext cx="391841" cy="50939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126720" imgH="164880" progId="Equation.DSMT4">
                  <p:embed/>
                </p:oleObj>
              </mc:Choice>
              <mc:Fallback>
                <p:oleObj name="Equation" r:id="rId2" imgW="126720" imgH="164880" progId="Equation.DSMT4">
                  <p:embed/>
                  <p:pic>
                    <p:nvPicPr>
                      <p:cNvPr id="14" name="对象 13">
                        <a:extLst>
                          <a:ext uri="{FF2B5EF4-FFF2-40B4-BE49-F238E27FC236}">
                            <a16:creationId xmlns:a16="http://schemas.microsoft.com/office/drawing/2014/main" id="{20266BEA-77DF-47A8-AB95-57E2B565E680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3"/>
                      <a:stretch>
                        <a:fillRect/>
                      </a:stretch>
                    </p:blipFill>
                    <p:spPr>
                      <a:xfrm>
                        <a:off x="6969513" y="728316"/>
                        <a:ext cx="391841" cy="509393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" name="对象 7">
            <a:extLst>
              <a:ext uri="{FF2B5EF4-FFF2-40B4-BE49-F238E27FC236}">
                <a16:creationId xmlns:a16="http://schemas.microsoft.com/office/drawing/2014/main" id="{39CC3A23-F95C-E7B6-6049-87C47938D6DB}"/>
              </a:ext>
            </a:extLst>
          </p:cNvPr>
          <p:cNvGraphicFramePr>
            <a:graphicFrameLocks noChangeAspect="1"/>
          </p:cNvGraphicFramePr>
          <p:nvPr/>
        </p:nvGraphicFramePr>
        <p:xfrm>
          <a:off x="7018145" y="1681898"/>
          <a:ext cx="391841" cy="50939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126720" imgH="164880" progId="Equation.DSMT4">
                  <p:embed/>
                </p:oleObj>
              </mc:Choice>
              <mc:Fallback>
                <p:oleObj name="Equation" r:id="rId2" imgW="126720" imgH="164880" progId="Equation.DSMT4">
                  <p:embed/>
                  <p:pic>
                    <p:nvPicPr>
                      <p:cNvPr id="16" name="对象 15">
                        <a:extLst>
                          <a:ext uri="{FF2B5EF4-FFF2-40B4-BE49-F238E27FC236}">
                            <a16:creationId xmlns:a16="http://schemas.microsoft.com/office/drawing/2014/main" id="{308AEDB3-0912-43D0-BE29-C1E7EE628D4D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3"/>
                      <a:stretch>
                        <a:fillRect/>
                      </a:stretch>
                    </p:blipFill>
                    <p:spPr>
                      <a:xfrm>
                        <a:off x="7018145" y="1681898"/>
                        <a:ext cx="391841" cy="509393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9" name="矩形 8">
            <a:extLst>
              <a:ext uri="{FF2B5EF4-FFF2-40B4-BE49-F238E27FC236}">
                <a16:creationId xmlns:a16="http://schemas.microsoft.com/office/drawing/2014/main" id="{90AEF345-3C6E-9440-D2C4-B2CEB76F8A65}"/>
              </a:ext>
            </a:extLst>
          </p:cNvPr>
          <p:cNvSpPr/>
          <p:nvPr/>
        </p:nvSpPr>
        <p:spPr>
          <a:xfrm>
            <a:off x="4985020" y="2921670"/>
            <a:ext cx="2066183" cy="1999735"/>
          </a:xfrm>
          <a:prstGeom prst="rect">
            <a:avLst/>
          </a:prstGeom>
          <a:noFill/>
          <a:ln w="57150" cap="flat" cmpd="sng" algn="ctr">
            <a:solidFill>
              <a:srgbClr val="0000FF"/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等线" panose="02010600030101010101" pitchFamily="2" charset="-122"/>
              <a:cs typeface="+mn-cs"/>
            </a:endParaRPr>
          </a:p>
        </p:txBody>
      </p:sp>
      <p:graphicFrame>
        <p:nvGraphicFramePr>
          <p:cNvPr id="10" name="对象 9">
            <a:extLst>
              <a:ext uri="{FF2B5EF4-FFF2-40B4-BE49-F238E27FC236}">
                <a16:creationId xmlns:a16="http://schemas.microsoft.com/office/drawing/2014/main" id="{1A686639-D50F-E341-262B-FE03CFBEA920}"/>
              </a:ext>
            </a:extLst>
          </p:cNvPr>
          <p:cNvGraphicFramePr>
            <a:graphicFrameLocks noChangeAspect="1"/>
          </p:cNvGraphicFramePr>
          <p:nvPr/>
        </p:nvGraphicFramePr>
        <p:xfrm>
          <a:off x="6158747" y="1261565"/>
          <a:ext cx="308983" cy="45002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4" imgW="139680" imgH="177480" progId="Equation.DSMT4">
                  <p:embed/>
                </p:oleObj>
              </mc:Choice>
              <mc:Fallback>
                <p:oleObj name="Equation" r:id="rId4" imgW="139680" imgH="177480" progId="Equation.DSMT4">
                  <p:embed/>
                  <p:pic>
                    <p:nvPicPr>
                      <p:cNvPr id="18" name="对象 17">
                        <a:extLst>
                          <a:ext uri="{FF2B5EF4-FFF2-40B4-BE49-F238E27FC236}">
                            <a16:creationId xmlns:a16="http://schemas.microsoft.com/office/drawing/2014/main" id="{EB381835-6BF3-45B9-B012-560EED747A34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6158747" y="1261565"/>
                        <a:ext cx="308983" cy="45002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1" name="对象 10">
            <a:extLst>
              <a:ext uri="{FF2B5EF4-FFF2-40B4-BE49-F238E27FC236}">
                <a16:creationId xmlns:a16="http://schemas.microsoft.com/office/drawing/2014/main" id="{640F3900-13DE-1F41-9F2F-39BE1DA3A059}"/>
              </a:ext>
            </a:extLst>
          </p:cNvPr>
          <p:cNvGraphicFramePr>
            <a:graphicFrameLocks noChangeAspect="1"/>
          </p:cNvGraphicFramePr>
          <p:nvPr/>
        </p:nvGraphicFramePr>
        <p:xfrm>
          <a:off x="6313239" y="1979087"/>
          <a:ext cx="308983" cy="45002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4" imgW="139680" imgH="177480" progId="Equation.DSMT4">
                  <p:embed/>
                </p:oleObj>
              </mc:Choice>
              <mc:Fallback>
                <p:oleObj name="Equation" r:id="rId4" imgW="139680" imgH="177480" progId="Equation.DSMT4">
                  <p:embed/>
                  <p:pic>
                    <p:nvPicPr>
                      <p:cNvPr id="20" name="对象 19">
                        <a:extLst>
                          <a:ext uri="{FF2B5EF4-FFF2-40B4-BE49-F238E27FC236}">
                            <a16:creationId xmlns:a16="http://schemas.microsoft.com/office/drawing/2014/main" id="{9778582F-4F11-492F-80C8-5CAA1569E74B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6313239" y="1979087"/>
                        <a:ext cx="308983" cy="45002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cxnSp>
        <p:nvCxnSpPr>
          <p:cNvPr id="12" name="直接箭头连接符 11">
            <a:extLst>
              <a:ext uri="{FF2B5EF4-FFF2-40B4-BE49-F238E27FC236}">
                <a16:creationId xmlns:a16="http://schemas.microsoft.com/office/drawing/2014/main" id="{D00BE290-1410-9871-0BCC-B39861BF0ED3}"/>
              </a:ext>
            </a:extLst>
          </p:cNvPr>
          <p:cNvCxnSpPr/>
          <p:nvPr/>
        </p:nvCxnSpPr>
        <p:spPr>
          <a:xfrm flipH="1">
            <a:off x="4951962" y="1048214"/>
            <a:ext cx="21496" cy="4471640"/>
          </a:xfrm>
          <a:prstGeom prst="straightConnector1">
            <a:avLst/>
          </a:prstGeom>
          <a:noFill/>
          <a:ln w="57150" cap="flat" cmpd="sng" algn="ctr">
            <a:solidFill>
              <a:srgbClr val="FF0000"/>
            </a:solidFill>
            <a:prstDash val="solid"/>
            <a:miter lim="800000"/>
            <a:tailEnd type="triangle"/>
          </a:ln>
          <a:effectLst/>
        </p:spPr>
      </p:cxnSp>
      <p:graphicFrame>
        <p:nvGraphicFramePr>
          <p:cNvPr id="13" name="对象 12">
            <a:extLst>
              <a:ext uri="{FF2B5EF4-FFF2-40B4-BE49-F238E27FC236}">
                <a16:creationId xmlns:a16="http://schemas.microsoft.com/office/drawing/2014/main" id="{ACEB7860-710B-9FAF-01DE-E8CF93D3D86F}"/>
              </a:ext>
            </a:extLst>
          </p:cNvPr>
          <p:cNvGraphicFramePr>
            <a:graphicFrameLocks noChangeAspect="1"/>
          </p:cNvGraphicFramePr>
          <p:nvPr/>
        </p:nvGraphicFramePr>
        <p:xfrm>
          <a:off x="4777152" y="640323"/>
          <a:ext cx="349620" cy="40789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6" imgW="152280" imgH="177480" progId="Equation.DSMT4">
                  <p:embed/>
                </p:oleObj>
              </mc:Choice>
              <mc:Fallback>
                <p:oleObj name="Equation" r:id="rId6" imgW="152280" imgH="177480" progId="Equation.DSMT4">
                  <p:embed/>
                  <p:pic>
                    <p:nvPicPr>
                      <p:cNvPr id="23" name="对象 22">
                        <a:extLst>
                          <a:ext uri="{FF2B5EF4-FFF2-40B4-BE49-F238E27FC236}">
                            <a16:creationId xmlns:a16="http://schemas.microsoft.com/office/drawing/2014/main" id="{6D6AD402-F50A-473F-8FAB-D5AFE6948FAD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7"/>
                      <a:stretch>
                        <a:fillRect/>
                      </a:stretch>
                    </p:blipFill>
                    <p:spPr>
                      <a:xfrm>
                        <a:off x="4777152" y="640323"/>
                        <a:ext cx="349620" cy="40789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4" name="对象 13">
            <a:extLst>
              <a:ext uri="{FF2B5EF4-FFF2-40B4-BE49-F238E27FC236}">
                <a16:creationId xmlns:a16="http://schemas.microsoft.com/office/drawing/2014/main" id="{231EFCE0-D9D2-7EB0-6157-54B3EB392EBE}"/>
              </a:ext>
            </a:extLst>
          </p:cNvPr>
          <p:cNvGraphicFramePr>
            <a:graphicFrameLocks noChangeAspect="1"/>
          </p:cNvGraphicFramePr>
          <p:nvPr/>
        </p:nvGraphicFramePr>
        <p:xfrm>
          <a:off x="4777152" y="5424615"/>
          <a:ext cx="438058" cy="481864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8" imgW="126720" imgH="139680" progId="Equation.DSMT4">
                  <p:embed/>
                </p:oleObj>
              </mc:Choice>
              <mc:Fallback>
                <p:oleObj name="Equation" r:id="rId8" imgW="126720" imgH="139680" progId="Equation.DSMT4">
                  <p:embed/>
                  <p:pic>
                    <p:nvPicPr>
                      <p:cNvPr id="24" name="对象 23">
                        <a:extLst>
                          <a:ext uri="{FF2B5EF4-FFF2-40B4-BE49-F238E27FC236}">
                            <a16:creationId xmlns:a16="http://schemas.microsoft.com/office/drawing/2014/main" id="{45F224F0-AEF3-478E-9396-6E8D5035665C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9"/>
                      <a:stretch>
                        <a:fillRect/>
                      </a:stretch>
                    </p:blipFill>
                    <p:spPr>
                      <a:xfrm>
                        <a:off x="4777152" y="5424615"/>
                        <a:ext cx="438058" cy="481864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5" name="对象 14">
            <a:extLst>
              <a:ext uri="{FF2B5EF4-FFF2-40B4-BE49-F238E27FC236}">
                <a16:creationId xmlns:a16="http://schemas.microsoft.com/office/drawing/2014/main" id="{1E38BF71-2FAE-5A7D-26B3-BD4922529B08}"/>
              </a:ext>
            </a:extLst>
          </p:cNvPr>
          <p:cNvGraphicFramePr>
            <a:graphicFrameLocks noChangeAspect="1"/>
          </p:cNvGraphicFramePr>
          <p:nvPr/>
        </p:nvGraphicFramePr>
        <p:xfrm>
          <a:off x="4038383" y="3523974"/>
          <a:ext cx="438058" cy="3975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8" imgW="126720" imgH="139680" progId="Equation.DSMT4">
                  <p:embed/>
                </p:oleObj>
              </mc:Choice>
              <mc:Fallback>
                <p:oleObj name="Equation" r:id="rId8" imgW="126720" imgH="139680" progId="Equation.DSMT4">
                  <p:embed/>
                  <p:pic>
                    <p:nvPicPr>
                      <p:cNvPr id="25" name="对象 24">
                        <a:extLst>
                          <a:ext uri="{FF2B5EF4-FFF2-40B4-BE49-F238E27FC236}">
                            <a16:creationId xmlns:a16="http://schemas.microsoft.com/office/drawing/2014/main" id="{7F34AC47-03FE-4A24-B04E-484F6404A0DE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9"/>
                      <a:stretch>
                        <a:fillRect/>
                      </a:stretch>
                    </p:blipFill>
                    <p:spPr>
                      <a:xfrm>
                        <a:off x="4038383" y="3523974"/>
                        <a:ext cx="438058" cy="397563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cxnSp>
        <p:nvCxnSpPr>
          <p:cNvPr id="16" name="直接连接符 15">
            <a:extLst>
              <a:ext uri="{FF2B5EF4-FFF2-40B4-BE49-F238E27FC236}">
                <a16:creationId xmlns:a16="http://schemas.microsoft.com/office/drawing/2014/main" id="{8B025C8D-072E-E145-27D7-B43894FEC994}"/>
              </a:ext>
            </a:extLst>
          </p:cNvPr>
          <p:cNvCxnSpPr/>
          <p:nvPr/>
        </p:nvCxnSpPr>
        <p:spPr>
          <a:xfrm>
            <a:off x="4367938" y="3692081"/>
            <a:ext cx="3289610" cy="0"/>
          </a:xfrm>
          <a:prstGeom prst="line">
            <a:avLst/>
          </a:prstGeom>
          <a:noFill/>
          <a:ln w="28575" cap="flat" cmpd="sng" algn="ctr">
            <a:solidFill>
              <a:sysClr val="windowText" lastClr="000000"/>
            </a:solidFill>
            <a:prstDash val="sysDot"/>
            <a:miter lim="800000"/>
          </a:ln>
          <a:effectLst/>
        </p:spPr>
      </p:cxnSp>
      <p:cxnSp>
        <p:nvCxnSpPr>
          <p:cNvPr id="17" name="直接连接符 16">
            <a:extLst>
              <a:ext uri="{FF2B5EF4-FFF2-40B4-BE49-F238E27FC236}">
                <a16:creationId xmlns:a16="http://schemas.microsoft.com/office/drawing/2014/main" id="{E1934E52-77FC-43F2-B0AF-187F85DB2503}"/>
              </a:ext>
            </a:extLst>
          </p:cNvPr>
          <p:cNvCxnSpPr/>
          <p:nvPr/>
        </p:nvCxnSpPr>
        <p:spPr>
          <a:xfrm>
            <a:off x="4443761" y="4136392"/>
            <a:ext cx="3289610" cy="0"/>
          </a:xfrm>
          <a:prstGeom prst="line">
            <a:avLst/>
          </a:prstGeom>
          <a:noFill/>
          <a:ln w="28575" cap="flat" cmpd="sng" algn="ctr">
            <a:solidFill>
              <a:sysClr val="windowText" lastClr="000000"/>
            </a:solidFill>
            <a:prstDash val="sysDot"/>
            <a:miter lim="800000"/>
          </a:ln>
          <a:effectLst/>
        </p:spPr>
      </p:cxnSp>
      <p:graphicFrame>
        <p:nvGraphicFramePr>
          <p:cNvPr id="18" name="对象 17">
            <a:extLst>
              <a:ext uri="{FF2B5EF4-FFF2-40B4-BE49-F238E27FC236}">
                <a16:creationId xmlns:a16="http://schemas.microsoft.com/office/drawing/2014/main" id="{7D728217-E152-A863-8298-A18F83E69AF3}"/>
              </a:ext>
            </a:extLst>
          </p:cNvPr>
          <p:cNvGraphicFramePr>
            <a:graphicFrameLocks noChangeAspect="1"/>
          </p:cNvGraphicFramePr>
          <p:nvPr/>
        </p:nvGraphicFramePr>
        <p:xfrm>
          <a:off x="4268974" y="3692081"/>
          <a:ext cx="515484" cy="48186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0" imgW="190440" imgH="177480" progId="Equation.DSMT4">
                  <p:embed/>
                </p:oleObj>
              </mc:Choice>
              <mc:Fallback>
                <p:oleObj name="Equation" r:id="rId10" imgW="190440" imgH="177480" progId="Equation.DSMT4">
                  <p:embed/>
                  <p:pic>
                    <p:nvPicPr>
                      <p:cNvPr id="30" name="对象 29">
                        <a:extLst>
                          <a:ext uri="{FF2B5EF4-FFF2-40B4-BE49-F238E27FC236}">
                            <a16:creationId xmlns:a16="http://schemas.microsoft.com/office/drawing/2014/main" id="{000CCFB2-AA63-42FD-8692-A14D5C34E4ED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11"/>
                      <a:stretch>
                        <a:fillRect/>
                      </a:stretch>
                    </p:blipFill>
                    <p:spPr>
                      <a:xfrm>
                        <a:off x="4268974" y="3692081"/>
                        <a:ext cx="515484" cy="481865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19" name="组合 18">
            <a:extLst>
              <a:ext uri="{FF2B5EF4-FFF2-40B4-BE49-F238E27FC236}">
                <a16:creationId xmlns:a16="http://schemas.microsoft.com/office/drawing/2014/main" id="{A32A3191-4838-06FC-C6B2-4E501405EAD6}"/>
              </a:ext>
            </a:extLst>
          </p:cNvPr>
          <p:cNvGrpSpPr/>
          <p:nvPr/>
        </p:nvGrpSpPr>
        <p:grpSpPr>
          <a:xfrm>
            <a:off x="4996181" y="3612619"/>
            <a:ext cx="2033125" cy="603233"/>
            <a:chOff x="4996181" y="3612619"/>
            <a:chExt cx="2033125" cy="603233"/>
          </a:xfrm>
        </p:grpSpPr>
        <p:sp>
          <p:nvSpPr>
            <p:cNvPr id="20" name="矩形 19">
              <a:extLst>
                <a:ext uri="{FF2B5EF4-FFF2-40B4-BE49-F238E27FC236}">
                  <a16:creationId xmlns:a16="http://schemas.microsoft.com/office/drawing/2014/main" id="{73687F51-6D62-4B66-A320-F0B4D873E2C4}"/>
                </a:ext>
              </a:extLst>
            </p:cNvPr>
            <p:cNvSpPr/>
            <p:nvPr/>
          </p:nvSpPr>
          <p:spPr>
            <a:xfrm>
              <a:off x="4996181" y="3692081"/>
              <a:ext cx="2033125" cy="444311"/>
            </a:xfrm>
            <a:prstGeom prst="rect">
              <a:avLst/>
            </a:prstGeom>
            <a:solidFill>
              <a:srgbClr val="FF0000"/>
            </a:solidFill>
            <a:ln w="12700" cap="flat" cmpd="sng" algn="ctr">
              <a:solidFill>
                <a:srgbClr val="FF0000"/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等线" panose="02010600030101010101" pitchFamily="2" charset="-122"/>
                <a:cs typeface="+mn-cs"/>
              </a:endParaRPr>
            </a:p>
          </p:txBody>
        </p:sp>
        <p:graphicFrame>
          <p:nvGraphicFramePr>
            <p:cNvPr id="21" name="对象 20">
              <a:extLst>
                <a:ext uri="{FF2B5EF4-FFF2-40B4-BE49-F238E27FC236}">
                  <a16:creationId xmlns:a16="http://schemas.microsoft.com/office/drawing/2014/main" id="{43612E60-7B7F-C754-0819-98DC316491F3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5509947" y="3612619"/>
            <a:ext cx="646321" cy="603233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12" imgW="190440" imgH="177480" progId="Equation.DSMT4">
                    <p:embed/>
                  </p:oleObj>
                </mc:Choice>
                <mc:Fallback>
                  <p:oleObj name="Equation" r:id="rId12" imgW="190440" imgH="177480" progId="Equation.DSMT4">
                    <p:embed/>
                    <p:pic>
                      <p:nvPicPr>
                        <p:cNvPr id="31" name="对象 30">
                          <a:extLst>
                            <a:ext uri="{FF2B5EF4-FFF2-40B4-BE49-F238E27FC236}">
                              <a16:creationId xmlns:a16="http://schemas.microsoft.com/office/drawing/2014/main" id="{9DD01802-B1F8-4E15-8542-C6CA4083A368}"/>
                            </a:ext>
                          </a:extLst>
                        </p:cNvPr>
                        <p:cNvPicPr/>
                        <p:nvPr/>
                      </p:nvPicPr>
                      <p:blipFill>
                        <a:blip r:embed="rId13"/>
                        <a:stretch>
                          <a:fillRect/>
                        </a:stretch>
                      </p:blipFill>
                      <p:spPr>
                        <a:xfrm>
                          <a:off x="5509947" y="3612619"/>
                          <a:ext cx="646321" cy="603233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22" name="组合 21">
            <a:extLst>
              <a:ext uri="{FF2B5EF4-FFF2-40B4-BE49-F238E27FC236}">
                <a16:creationId xmlns:a16="http://schemas.microsoft.com/office/drawing/2014/main" id="{D1A8FFC3-678D-F958-FD6E-CC6492A02A6A}"/>
              </a:ext>
            </a:extLst>
          </p:cNvPr>
          <p:cNvGrpSpPr/>
          <p:nvPr/>
        </p:nvGrpSpPr>
        <p:grpSpPr>
          <a:xfrm>
            <a:off x="446326" y="1384175"/>
            <a:ext cx="3935693" cy="830997"/>
            <a:chOff x="1060079" y="1681898"/>
            <a:chExt cx="3935693" cy="830997"/>
          </a:xfrm>
        </p:grpSpPr>
        <p:sp>
          <p:nvSpPr>
            <p:cNvPr id="23" name="矩形 22">
              <a:extLst>
                <a:ext uri="{FF2B5EF4-FFF2-40B4-BE49-F238E27FC236}">
                  <a16:creationId xmlns:a16="http://schemas.microsoft.com/office/drawing/2014/main" id="{1BFEA011-6219-7793-477F-32F64D7854DB}"/>
                </a:ext>
              </a:extLst>
            </p:cNvPr>
            <p:cNvSpPr/>
            <p:nvPr/>
          </p:nvSpPr>
          <p:spPr>
            <a:xfrm>
              <a:off x="1060079" y="1681898"/>
              <a:ext cx="3935693" cy="830997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pPr marL="342900" marR="0" lvl="0" indent="-34290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 typeface="Wingdings" panose="05000000000000000000" pitchFamily="2" charset="2"/>
                <a:buChar char="u"/>
                <a:tabLst/>
                <a:defRPr/>
              </a:pPr>
              <a:r>
                <a:rPr kumimoji="0" lang="zh-CN" altLang="en-US" sz="2400" b="1" i="0" u="none" strike="noStrike" kern="0" cap="none" spc="0" normalizeH="0" baseline="0" noProof="0" dirty="0">
                  <a:ln>
                    <a:noFill/>
                  </a:ln>
                  <a:solidFill>
                    <a:srgbClr val="0000FF"/>
                  </a:solidFill>
                  <a:effectLst/>
                  <a:uLnTx/>
                  <a:uFillTx/>
                  <a:latin typeface="黑体" panose="02010609060101010101" pitchFamily="49" charset="-122"/>
                  <a:ea typeface="黑体" panose="02010609060101010101" pitchFamily="49" charset="-122"/>
                </a:rPr>
                <a:t>先求两根导线电流在  处</a:t>
              </a:r>
              <a:endParaRPr kumimoji="0" lang="en-US" altLang="zh-CN" sz="2400" b="1" i="0" u="none" strike="noStrike" kern="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</a:endParaRPr>
            </a:p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zh-CN" altLang="en-US" sz="2400" b="1" i="0" u="none" strike="noStrike" kern="0" cap="none" spc="0" normalizeH="0" baseline="0" noProof="0" dirty="0">
                  <a:ln>
                    <a:noFill/>
                  </a:ln>
                  <a:solidFill>
                    <a:srgbClr val="0000FF"/>
                  </a:solidFill>
                  <a:effectLst/>
                  <a:uLnTx/>
                  <a:uFillTx/>
                  <a:latin typeface="黑体" panose="02010609060101010101" pitchFamily="49" charset="-122"/>
                  <a:ea typeface="黑体" panose="02010609060101010101" pitchFamily="49" charset="-122"/>
                </a:rPr>
                <a:t>  的磁感应强度</a:t>
              </a:r>
              <a:endParaRPr kumimoji="0" lang="zh-CN" altLang="en-US" sz="2400" b="0" i="0" u="none" strike="noStrike" kern="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graphicFrame>
          <p:nvGraphicFramePr>
            <p:cNvPr id="24" name="对象 23">
              <a:extLst>
                <a:ext uri="{FF2B5EF4-FFF2-40B4-BE49-F238E27FC236}">
                  <a16:creationId xmlns:a16="http://schemas.microsoft.com/office/drawing/2014/main" id="{53929ECA-32EF-69F7-8391-0B8AC112A040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4185773" y="1751137"/>
            <a:ext cx="438058" cy="397563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8" imgW="126720" imgH="139680" progId="Equation.DSMT4">
                    <p:embed/>
                  </p:oleObj>
                </mc:Choice>
                <mc:Fallback>
                  <p:oleObj name="Equation" r:id="rId8" imgW="126720" imgH="139680" progId="Equation.DSMT4">
                    <p:embed/>
                    <p:pic>
                      <p:nvPicPr>
                        <p:cNvPr id="33" name="对象 32">
                          <a:extLst>
                            <a:ext uri="{FF2B5EF4-FFF2-40B4-BE49-F238E27FC236}">
                              <a16:creationId xmlns:a16="http://schemas.microsoft.com/office/drawing/2014/main" id="{69F91025-8D65-412B-9D39-2AE130B828A7}"/>
                            </a:ext>
                          </a:extLst>
                        </p:cNvPr>
                        <p:cNvPicPr/>
                        <p:nvPr/>
                      </p:nvPicPr>
                      <p:blipFill>
                        <a:blip r:embed="rId9"/>
                        <a:stretch>
                          <a:fillRect/>
                        </a:stretch>
                      </p:blipFill>
                      <p:spPr>
                        <a:xfrm>
                          <a:off x="4185773" y="1751137"/>
                          <a:ext cx="438058" cy="397563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</p:grpSp>
      <p:sp>
        <p:nvSpPr>
          <p:cNvPr id="25" name="矩形 24">
            <a:extLst>
              <a:ext uri="{FF2B5EF4-FFF2-40B4-BE49-F238E27FC236}">
                <a16:creationId xmlns:a16="http://schemas.microsoft.com/office/drawing/2014/main" id="{A42F914A-BD85-12B4-CA3C-ACE0A04DB309}"/>
              </a:ext>
            </a:extLst>
          </p:cNvPr>
          <p:cNvSpPr/>
          <p:nvPr/>
        </p:nvSpPr>
        <p:spPr>
          <a:xfrm>
            <a:off x="509154" y="3150954"/>
            <a:ext cx="3315331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342900" indent="-342900">
              <a:buFont typeface="Wingdings" panose="05000000000000000000" pitchFamily="2" charset="2"/>
              <a:buChar char="u"/>
              <a:defRPr/>
            </a:pPr>
            <a:r>
              <a:rPr lang="zh-CN" altLang="en-US" sz="2400" b="1" dirty="0">
                <a:solidFill>
                  <a:srgbClr val="0000FF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然后求线圈的磁通量</a:t>
            </a:r>
            <a:endParaRPr lang="zh-CN" altLang="en-US" sz="2400" dirty="0">
              <a:solidFill>
                <a:srgbClr val="0000FF"/>
              </a:solidFill>
              <a:latin typeface="Calibri" panose="020F0502020204030204"/>
            </a:endParaRPr>
          </a:p>
        </p:txBody>
      </p:sp>
      <p:sp>
        <p:nvSpPr>
          <p:cNvPr id="26" name="矩形 25">
            <a:extLst>
              <a:ext uri="{FF2B5EF4-FFF2-40B4-BE49-F238E27FC236}">
                <a16:creationId xmlns:a16="http://schemas.microsoft.com/office/drawing/2014/main" id="{AF7D24D8-1F77-06D5-599E-11C1E6AB05E0}"/>
              </a:ext>
            </a:extLst>
          </p:cNvPr>
          <p:cNvSpPr/>
          <p:nvPr/>
        </p:nvSpPr>
        <p:spPr>
          <a:xfrm>
            <a:off x="707671" y="4510751"/>
            <a:ext cx="3624710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342900" indent="-342900">
              <a:buFont typeface="Wingdings" panose="05000000000000000000" pitchFamily="2" charset="2"/>
              <a:buChar char="l"/>
              <a:defRPr/>
            </a:pPr>
            <a:r>
              <a:rPr lang="zh-CN" altLang="en-US" sz="2400" b="1" dirty="0">
                <a:solidFill>
                  <a:prstClr val="black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规定回路的绕行正方向</a:t>
            </a:r>
            <a:endParaRPr lang="zh-CN" altLang="en-US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27" name="矩形 26">
            <a:extLst>
              <a:ext uri="{FF2B5EF4-FFF2-40B4-BE49-F238E27FC236}">
                <a16:creationId xmlns:a16="http://schemas.microsoft.com/office/drawing/2014/main" id="{8E985F78-07BD-14E6-F33A-51AB36C52450}"/>
              </a:ext>
            </a:extLst>
          </p:cNvPr>
          <p:cNvSpPr/>
          <p:nvPr/>
        </p:nvSpPr>
        <p:spPr>
          <a:xfrm>
            <a:off x="720543" y="5242992"/>
            <a:ext cx="3005951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342900" indent="-342900">
              <a:buFont typeface="Wingdings" panose="05000000000000000000" pitchFamily="2" charset="2"/>
              <a:buChar char="l"/>
              <a:defRPr/>
            </a:pPr>
            <a:r>
              <a:rPr lang="zh-CN" altLang="en-US" sz="2400" b="1" dirty="0">
                <a:solidFill>
                  <a:prstClr val="black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两个磁场的磁通量</a:t>
            </a:r>
            <a:endParaRPr lang="zh-CN" altLang="en-US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28" name="箭头: 上弧形 27">
            <a:extLst>
              <a:ext uri="{FF2B5EF4-FFF2-40B4-BE49-F238E27FC236}">
                <a16:creationId xmlns:a16="http://schemas.microsoft.com/office/drawing/2014/main" id="{6F6A2381-810B-60F3-44F4-74A4DF5C8309}"/>
              </a:ext>
            </a:extLst>
          </p:cNvPr>
          <p:cNvSpPr/>
          <p:nvPr/>
        </p:nvSpPr>
        <p:spPr>
          <a:xfrm rot="4611727">
            <a:off x="6892576" y="3250272"/>
            <a:ext cx="1821785" cy="575901"/>
          </a:xfrm>
          <a:prstGeom prst="curvedDownArrow">
            <a:avLst/>
          </a:prstGeom>
          <a:solidFill>
            <a:srgbClr val="4472C4"/>
          </a:solidFill>
          <a:ln w="12700" cap="flat" cmpd="sng" algn="ctr">
            <a:solidFill>
              <a:srgbClr val="4472C4">
                <a:shade val="50000"/>
              </a:srgbClr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等线" panose="02010600030101010101" pitchFamily="2" charset="-122"/>
              <a:cs typeface="+mn-cs"/>
            </a:endParaRPr>
          </a:p>
        </p:txBody>
      </p:sp>
      <p:grpSp>
        <p:nvGrpSpPr>
          <p:cNvPr id="29" name="组合 28">
            <a:extLst>
              <a:ext uri="{FF2B5EF4-FFF2-40B4-BE49-F238E27FC236}">
                <a16:creationId xmlns:a16="http://schemas.microsoft.com/office/drawing/2014/main" id="{55DD2B5D-2A3B-5DF2-0370-D39D0E404E51}"/>
              </a:ext>
            </a:extLst>
          </p:cNvPr>
          <p:cNvGrpSpPr/>
          <p:nvPr/>
        </p:nvGrpSpPr>
        <p:grpSpPr>
          <a:xfrm>
            <a:off x="720543" y="3918473"/>
            <a:ext cx="1888864" cy="524366"/>
            <a:chOff x="663843" y="4659222"/>
            <a:chExt cx="1888864" cy="524366"/>
          </a:xfrm>
        </p:grpSpPr>
        <p:sp>
          <p:nvSpPr>
            <p:cNvPr id="30" name="矩形 29">
              <a:extLst>
                <a:ext uri="{FF2B5EF4-FFF2-40B4-BE49-F238E27FC236}">
                  <a16:creationId xmlns:a16="http://schemas.microsoft.com/office/drawing/2014/main" id="{86B4413D-9AF7-0C39-3979-237BA5515AA2}"/>
                </a:ext>
              </a:extLst>
            </p:cNvPr>
            <p:cNvSpPr/>
            <p:nvPr/>
          </p:nvSpPr>
          <p:spPr>
            <a:xfrm>
              <a:off x="663843" y="4699280"/>
              <a:ext cx="1459054" cy="461665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pPr marL="342900" marR="0" lvl="0" indent="-34290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 typeface="Wingdings" panose="05000000000000000000" pitchFamily="2" charset="2"/>
                <a:buChar char="l"/>
                <a:tabLst/>
                <a:defRPr/>
              </a:pPr>
              <a:r>
                <a:rPr kumimoji="0" lang="zh-CN" altLang="en-US" sz="2400" b="1" i="0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黑体" panose="02010609060101010101" pitchFamily="49" charset="-122"/>
                  <a:ea typeface="黑体" panose="02010609060101010101" pitchFamily="49" charset="-122"/>
                </a:rPr>
                <a:t>面积元</a:t>
              </a:r>
              <a:endParaRPr kumimoji="0" lang="zh-CN" altLang="en-US" sz="18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graphicFrame>
          <p:nvGraphicFramePr>
            <p:cNvPr id="31" name="对象 30">
              <a:extLst>
                <a:ext uri="{FF2B5EF4-FFF2-40B4-BE49-F238E27FC236}">
                  <a16:creationId xmlns:a16="http://schemas.microsoft.com/office/drawing/2014/main" id="{DEBEC28D-441F-852A-1A7E-7BBD1D663A88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1990886" y="4659222"/>
            <a:ext cx="561821" cy="524366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12" imgW="190440" imgH="177480" progId="Equation.DSMT4">
                    <p:embed/>
                  </p:oleObj>
                </mc:Choice>
                <mc:Fallback>
                  <p:oleObj name="Equation" r:id="rId12" imgW="190440" imgH="177480" progId="Equation.DSMT4">
                    <p:embed/>
                    <p:pic>
                      <p:nvPicPr>
                        <p:cNvPr id="43" name="对象 42">
                          <a:extLst>
                            <a:ext uri="{FF2B5EF4-FFF2-40B4-BE49-F238E27FC236}">
                              <a16:creationId xmlns:a16="http://schemas.microsoft.com/office/drawing/2014/main" id="{BC42150A-C17F-4743-B747-60E522354884}"/>
                            </a:ext>
                          </a:extLst>
                        </p:cNvPr>
                        <p:cNvPicPr/>
                        <p:nvPr/>
                      </p:nvPicPr>
                      <p:blipFill>
                        <a:blip r:embed="rId13"/>
                        <a:stretch>
                          <a:fillRect/>
                        </a:stretch>
                      </p:blipFill>
                      <p:spPr>
                        <a:xfrm>
                          <a:off x="1990886" y="4659222"/>
                          <a:ext cx="561821" cy="524366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</p:grpSp>
      <p:graphicFrame>
        <p:nvGraphicFramePr>
          <p:cNvPr id="32" name="对象 31">
            <a:extLst>
              <a:ext uri="{FF2B5EF4-FFF2-40B4-BE49-F238E27FC236}">
                <a16:creationId xmlns:a16="http://schemas.microsoft.com/office/drawing/2014/main" id="{B61D388B-1402-63A4-E482-5DDDD3504570}"/>
              </a:ext>
            </a:extLst>
          </p:cNvPr>
          <p:cNvGraphicFramePr>
            <a:graphicFrameLocks noChangeAspect="1"/>
          </p:cNvGraphicFramePr>
          <p:nvPr/>
        </p:nvGraphicFramePr>
        <p:xfrm>
          <a:off x="5506308" y="706885"/>
          <a:ext cx="317870" cy="59033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4" imgW="88560" imgH="164880" progId="Equation.DSMT4">
                  <p:embed/>
                </p:oleObj>
              </mc:Choice>
              <mc:Fallback>
                <p:oleObj name="Equation" r:id="rId14" imgW="88560" imgH="164880" progId="Equation.DSMT4">
                  <p:embed/>
                  <p:pic>
                    <p:nvPicPr>
                      <p:cNvPr id="46" name="对象 45">
                        <a:extLst>
                          <a:ext uri="{FF2B5EF4-FFF2-40B4-BE49-F238E27FC236}">
                            <a16:creationId xmlns:a16="http://schemas.microsoft.com/office/drawing/2014/main" id="{1507D99C-6BC8-41D0-85F0-A4EE880CB8F9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15"/>
                      <a:stretch>
                        <a:fillRect/>
                      </a:stretch>
                    </p:blipFill>
                    <p:spPr>
                      <a:xfrm>
                        <a:off x="5506308" y="706885"/>
                        <a:ext cx="317870" cy="59033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3" name="对象 32">
            <a:extLst>
              <a:ext uri="{FF2B5EF4-FFF2-40B4-BE49-F238E27FC236}">
                <a16:creationId xmlns:a16="http://schemas.microsoft.com/office/drawing/2014/main" id="{AF0C2DC0-139A-7CD4-707C-5D56F5A00256}"/>
              </a:ext>
            </a:extLst>
          </p:cNvPr>
          <p:cNvGraphicFramePr>
            <a:graphicFrameLocks noChangeAspect="1"/>
          </p:cNvGraphicFramePr>
          <p:nvPr/>
        </p:nvGraphicFramePr>
        <p:xfrm>
          <a:off x="5492750" y="1617663"/>
          <a:ext cx="454025" cy="5905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6" imgW="126720" imgH="164880" progId="Equation.DSMT4">
                  <p:embed/>
                </p:oleObj>
              </mc:Choice>
              <mc:Fallback>
                <p:oleObj name="Equation" r:id="rId16" imgW="126720" imgH="164880" progId="Equation.DSMT4">
                  <p:embed/>
                  <p:pic>
                    <p:nvPicPr>
                      <p:cNvPr id="47" name="对象 46">
                        <a:extLst>
                          <a:ext uri="{FF2B5EF4-FFF2-40B4-BE49-F238E27FC236}">
                            <a16:creationId xmlns:a16="http://schemas.microsoft.com/office/drawing/2014/main" id="{D95EFE87-A511-4FCC-BEC8-086E3A7031DD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17"/>
                      <a:stretch>
                        <a:fillRect/>
                      </a:stretch>
                    </p:blipFill>
                    <p:spPr>
                      <a:xfrm>
                        <a:off x="5492750" y="1617663"/>
                        <a:ext cx="454025" cy="59055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34" name="矩形 33">
            <a:extLst>
              <a:ext uri="{FF2B5EF4-FFF2-40B4-BE49-F238E27FC236}">
                <a16:creationId xmlns:a16="http://schemas.microsoft.com/office/drawing/2014/main" id="{A89278B4-4922-0EB1-30E1-53B5A2259153}"/>
              </a:ext>
            </a:extLst>
          </p:cNvPr>
          <p:cNvSpPr/>
          <p:nvPr/>
        </p:nvSpPr>
        <p:spPr>
          <a:xfrm>
            <a:off x="634629" y="5906479"/>
            <a:ext cx="3005951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342900" indent="-342900">
              <a:buFont typeface="Wingdings" panose="05000000000000000000" pitchFamily="2" charset="2"/>
              <a:buChar char="u"/>
              <a:defRPr/>
            </a:pPr>
            <a:r>
              <a:rPr lang="zh-CN" altLang="en-US" sz="2400" b="1" dirty="0">
                <a:solidFill>
                  <a:srgbClr val="0000FF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最后求感应电动势</a:t>
            </a:r>
            <a:endParaRPr lang="zh-CN" altLang="en-US" sz="2400" dirty="0">
              <a:solidFill>
                <a:srgbClr val="0000FF"/>
              </a:solidFill>
              <a:latin typeface="Calibri" panose="020F0502020204030204"/>
            </a:endParaRPr>
          </a:p>
        </p:txBody>
      </p:sp>
    </p:spTree>
    <p:extLst>
      <p:ext uri="{BB962C8B-B14F-4D97-AF65-F5344CB8AC3E}">
        <p14:creationId xmlns:p14="http://schemas.microsoft.com/office/powerpoint/2010/main" val="193674036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框 2">
            <a:extLst>
              <a:ext uri="{FF2B5EF4-FFF2-40B4-BE49-F238E27FC236}">
                <a16:creationId xmlns:a16="http://schemas.microsoft.com/office/drawing/2014/main" id="{C3747D38-6F93-4D09-79E9-8B92A17F6A6A}"/>
              </a:ext>
            </a:extLst>
          </p:cNvPr>
          <p:cNvSpPr txBox="1"/>
          <p:nvPr/>
        </p:nvSpPr>
        <p:spPr>
          <a:xfrm>
            <a:off x="251520" y="735749"/>
            <a:ext cx="4968552" cy="556056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zh-CN" sz="2400" b="1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在</a:t>
            </a:r>
            <a:r>
              <a:rPr lang="zh-CN" altLang="zh-CN" sz="2400" b="1" kern="100" dirty="0">
                <a:solidFill>
                  <a:srgbClr val="0000FF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两根</a:t>
            </a:r>
            <a:r>
              <a:rPr lang="zh-CN" altLang="zh-CN" sz="2400" b="1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平行放置相距</a:t>
            </a:r>
            <a:r>
              <a:rPr lang="en-US" altLang="zh-CN" sz="2400" b="1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2</a:t>
            </a:r>
            <a:r>
              <a:rPr lang="en-US" altLang="zh-CN" sz="2400" b="1" i="1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a</a:t>
            </a:r>
            <a:r>
              <a:rPr lang="zh-CN" altLang="zh-CN" sz="2400" b="1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的</a:t>
            </a:r>
            <a:r>
              <a:rPr lang="zh-CN" altLang="zh-CN" sz="2400" b="1" kern="100" dirty="0">
                <a:solidFill>
                  <a:srgbClr val="0000FF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无限长</a:t>
            </a:r>
            <a:r>
              <a:rPr lang="zh-CN" altLang="zh-CN" sz="2400" b="1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直导线之间，有一与其共面的矩形线圈，线圈边长分别为</a:t>
            </a:r>
            <a:r>
              <a:rPr lang="en-US" altLang="zh-CN" sz="2400" b="1" i="1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l</a:t>
            </a:r>
            <a:r>
              <a:rPr lang="zh-CN" altLang="zh-CN" sz="2400" b="1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和</a:t>
            </a:r>
            <a:r>
              <a:rPr lang="en-US" altLang="zh-CN" sz="2400" b="1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2</a:t>
            </a:r>
            <a:r>
              <a:rPr lang="en-US" altLang="zh-CN" sz="2400" b="1" i="1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b</a:t>
            </a:r>
            <a:r>
              <a:rPr lang="zh-CN" altLang="zh-CN" sz="2400" b="1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，且</a:t>
            </a:r>
            <a:r>
              <a:rPr lang="en-US" altLang="zh-CN" sz="2400" b="1" i="1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l</a:t>
            </a:r>
            <a:r>
              <a:rPr lang="zh-CN" altLang="zh-CN" sz="2400" b="1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边与长直导线平行。两根长直导线中通有等值同向稳恒电流</a:t>
            </a:r>
            <a:r>
              <a:rPr lang="en-US" altLang="zh-CN" sz="2400" b="1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I</a:t>
            </a:r>
            <a:r>
              <a:rPr lang="zh-CN" altLang="zh-CN" sz="2400" b="1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，线圈以恒定速度</a:t>
            </a:r>
            <a:r>
              <a:rPr lang="en-US" altLang="zh-CN" sz="2400" b="1" i="1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v</a:t>
            </a:r>
            <a:r>
              <a:rPr lang="zh-CN" altLang="zh-CN" sz="2400" b="1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垂直直导线向右运动（如图所示）。求：线圈运动到两导线的</a:t>
            </a:r>
            <a:r>
              <a:rPr lang="zh-CN" altLang="zh-CN" sz="2400" b="1" kern="100" dirty="0">
                <a:solidFill>
                  <a:srgbClr val="0000FF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中心位置</a:t>
            </a:r>
            <a:r>
              <a:rPr lang="zh-CN" altLang="zh-CN" sz="2400" b="1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（即线圈的中心线与两根导线距离均为</a:t>
            </a:r>
            <a:r>
              <a:rPr lang="en-US" altLang="zh-CN" sz="2400" b="1" i="1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a</a:t>
            </a:r>
            <a:r>
              <a:rPr lang="zh-CN" altLang="zh-CN" sz="2400" b="1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）时，线圈中的感应电动势。</a:t>
            </a:r>
            <a:endParaRPr lang="zh-CN" altLang="en-US" sz="2400" b="1" dirty="0"/>
          </a:p>
        </p:txBody>
      </p:sp>
      <p:pic>
        <p:nvPicPr>
          <p:cNvPr id="1026" name="图片 1">
            <a:extLst>
              <a:ext uri="{FF2B5EF4-FFF2-40B4-BE49-F238E27FC236}">
                <a16:creationId xmlns:a16="http://schemas.microsoft.com/office/drawing/2014/main" id="{77C41A69-68D9-4DD1-A315-7355B394308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364088" y="1741822"/>
            <a:ext cx="3443346" cy="337435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pic>
      <p:sp>
        <p:nvSpPr>
          <p:cNvPr id="6" name="文本框 5">
            <a:extLst>
              <a:ext uri="{FF2B5EF4-FFF2-40B4-BE49-F238E27FC236}">
                <a16:creationId xmlns:a16="http://schemas.microsoft.com/office/drawing/2014/main" id="{508FCEA4-1F62-CEED-CDC7-38C7EFCCAA8C}"/>
              </a:ext>
            </a:extLst>
          </p:cNvPr>
          <p:cNvSpPr txBox="1"/>
          <p:nvPr/>
        </p:nvSpPr>
        <p:spPr>
          <a:xfrm>
            <a:off x="648072" y="274084"/>
            <a:ext cx="457200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2400" b="1" i="0" u="none" strike="noStrike" baseline="0" dirty="0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见电磁学（下）综合测试第</a:t>
            </a:r>
            <a:r>
              <a:rPr lang="en-US" altLang="zh-CN" sz="2400" b="1" i="0" u="none" strike="noStrike" baseline="0" dirty="0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30</a:t>
            </a:r>
            <a:r>
              <a:rPr lang="zh-CN" altLang="en-US" sz="2400" b="1" i="0" u="none" strike="noStrike" baseline="0" dirty="0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题 </a:t>
            </a:r>
            <a:endParaRPr lang="zh-CN" altLang="en-US" sz="2400" b="1" dirty="0"/>
          </a:p>
        </p:txBody>
      </p:sp>
    </p:spTree>
    <p:extLst>
      <p:ext uri="{BB962C8B-B14F-4D97-AF65-F5344CB8AC3E}">
        <p14:creationId xmlns:p14="http://schemas.microsoft.com/office/powerpoint/2010/main" val="1462015568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">
            <a:extLst>
              <a:ext uri="{FF2B5EF4-FFF2-40B4-BE49-F238E27FC236}">
                <a16:creationId xmlns:a16="http://schemas.microsoft.com/office/drawing/2014/main" id="{7BC135B0-9105-7560-16EB-2DC6B6BEB86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004048" y="332656"/>
            <a:ext cx="3443346" cy="337435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pic>
      <p:sp>
        <p:nvSpPr>
          <p:cNvPr id="3" name="文本框 2">
            <a:extLst>
              <a:ext uri="{FF2B5EF4-FFF2-40B4-BE49-F238E27FC236}">
                <a16:creationId xmlns:a16="http://schemas.microsoft.com/office/drawing/2014/main" id="{38A29B99-BE9C-07D3-D706-F182A6542B83}"/>
              </a:ext>
            </a:extLst>
          </p:cNvPr>
          <p:cNvSpPr txBox="1"/>
          <p:nvPr/>
        </p:nvSpPr>
        <p:spPr>
          <a:xfrm>
            <a:off x="323528" y="548680"/>
            <a:ext cx="3916564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kumimoji="0" lang="zh-CN" altLang="en-US" sz="2400" b="1" i="0" u="none" strike="noStrike" kern="100" cap="none" spc="0" normalizeH="0" baseline="0" noProof="0" dirty="0">
                <a:ln>
                  <a:noFill/>
                </a:ln>
                <a:effectLst/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  <a:cs typeface="Times New Roman" panose="02020603050405020304" pitchFamily="18" charset="0"/>
              </a:rPr>
              <a:t>直导线</a:t>
            </a:r>
            <a:r>
              <a:rPr kumimoji="0" lang="en-US" altLang="zh-CN" sz="2400" b="1" i="0" u="none" strike="noStrike" kern="1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  <a:cs typeface="Times New Roman" panose="02020603050405020304" pitchFamily="18" charset="0"/>
              </a:rPr>
              <a:t>1</a:t>
            </a:r>
            <a:r>
              <a:rPr kumimoji="0" lang="zh-CN" altLang="en-US" sz="2400" b="1" i="0" u="none" strike="noStrike" kern="100" cap="none" spc="0" normalizeH="0" baseline="0" noProof="0" dirty="0">
                <a:ln>
                  <a:noFill/>
                </a:ln>
                <a:effectLst/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  <a:cs typeface="Times New Roman" panose="02020603050405020304" pitchFamily="18" charset="0"/>
              </a:rPr>
              <a:t>的电动势大小：</a:t>
            </a:r>
            <a:endParaRPr lang="zh-CN" altLang="en-US" dirty="0"/>
          </a:p>
        </p:txBody>
      </p:sp>
      <p:graphicFrame>
        <p:nvGraphicFramePr>
          <p:cNvPr id="4" name="对象 3">
            <a:extLst>
              <a:ext uri="{FF2B5EF4-FFF2-40B4-BE49-F238E27FC236}">
                <a16:creationId xmlns:a16="http://schemas.microsoft.com/office/drawing/2014/main" id="{692F1475-876A-1C62-41D4-75C455639919}"/>
              </a:ext>
            </a:extLst>
          </p:cNvPr>
          <p:cNvGraphicFramePr>
            <a:graphicFrameLocks noChangeAspect="1"/>
          </p:cNvGraphicFramePr>
          <p:nvPr/>
        </p:nvGraphicFramePr>
        <p:xfrm>
          <a:off x="6078289" y="1741055"/>
          <a:ext cx="288032" cy="53678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3" imgW="104624" imgH="195293" progId="Equation.DSMT4">
                  <p:embed/>
                </p:oleObj>
              </mc:Choice>
              <mc:Fallback>
                <p:oleObj name="Equation" r:id="rId3" imgW="104624" imgH="195293" progId="Equation.DSMT4">
                  <p:embed/>
                  <p:pic>
                    <p:nvPicPr>
                      <p:cNvPr id="4" name="对象 3">
                        <a:extLst>
                          <a:ext uri="{FF2B5EF4-FFF2-40B4-BE49-F238E27FC236}">
                            <a16:creationId xmlns:a16="http://schemas.microsoft.com/office/drawing/2014/main" id="{692F1475-876A-1C62-41D4-75C455639919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6078289" y="1741055"/>
                        <a:ext cx="288032" cy="536785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" name="对象 4">
            <a:extLst>
              <a:ext uri="{FF2B5EF4-FFF2-40B4-BE49-F238E27FC236}">
                <a16:creationId xmlns:a16="http://schemas.microsoft.com/office/drawing/2014/main" id="{FEA717A0-9A5D-089F-CFDE-99D901296A67}"/>
              </a:ext>
            </a:extLst>
          </p:cNvPr>
          <p:cNvGraphicFramePr>
            <a:graphicFrameLocks noChangeAspect="1"/>
          </p:cNvGraphicFramePr>
          <p:nvPr/>
        </p:nvGraphicFramePr>
        <p:xfrm>
          <a:off x="7158408" y="1795463"/>
          <a:ext cx="368647" cy="48237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5" imgW="149706" imgH="195293" progId="Equation.DSMT4">
                  <p:embed/>
                </p:oleObj>
              </mc:Choice>
              <mc:Fallback>
                <p:oleObj name="Equation" r:id="rId5" imgW="149706" imgH="195293" progId="Equation.DSMT4">
                  <p:embed/>
                  <p:pic>
                    <p:nvPicPr>
                      <p:cNvPr id="5" name="对象 4">
                        <a:extLst>
                          <a:ext uri="{FF2B5EF4-FFF2-40B4-BE49-F238E27FC236}">
                            <a16:creationId xmlns:a16="http://schemas.microsoft.com/office/drawing/2014/main" id="{FEA717A0-9A5D-089F-CFDE-99D901296A67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7158408" y="1795463"/>
                        <a:ext cx="368647" cy="482377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" name="对象 6">
            <a:extLst>
              <a:ext uri="{FF2B5EF4-FFF2-40B4-BE49-F238E27FC236}">
                <a16:creationId xmlns:a16="http://schemas.microsoft.com/office/drawing/2014/main" id="{2E723B3A-7F4D-B3B5-3DA0-BF16AD5B4BF2}"/>
              </a:ext>
            </a:extLst>
          </p:cNvPr>
          <p:cNvGraphicFramePr>
            <a:graphicFrameLocks noChangeAspect="1"/>
          </p:cNvGraphicFramePr>
          <p:nvPr/>
        </p:nvGraphicFramePr>
        <p:xfrm>
          <a:off x="6641989" y="2181788"/>
          <a:ext cx="333375" cy="5175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7" imgW="134821" imgH="210217" progId="Equation.DSMT4">
                  <p:embed/>
                </p:oleObj>
              </mc:Choice>
              <mc:Fallback>
                <p:oleObj name="Equation" r:id="rId7" imgW="134821" imgH="210217" progId="Equation.DSMT4">
                  <p:embed/>
                  <p:pic>
                    <p:nvPicPr>
                      <p:cNvPr id="7" name="对象 6">
                        <a:extLst>
                          <a:ext uri="{FF2B5EF4-FFF2-40B4-BE49-F238E27FC236}">
                            <a16:creationId xmlns:a16="http://schemas.microsoft.com/office/drawing/2014/main" id="{2E723B3A-7F4D-B3B5-3DA0-BF16AD5B4BF2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8"/>
                      <a:stretch>
                        <a:fillRect/>
                      </a:stretch>
                    </p:blipFill>
                    <p:spPr>
                      <a:xfrm>
                        <a:off x="6641989" y="2181788"/>
                        <a:ext cx="333375" cy="517525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" name="对象 5">
            <a:extLst>
              <a:ext uri="{FF2B5EF4-FFF2-40B4-BE49-F238E27FC236}">
                <a16:creationId xmlns:a16="http://schemas.microsoft.com/office/drawing/2014/main" id="{3E9B4DDE-71B0-CF55-2D59-5C6F40E5E48B}"/>
              </a:ext>
            </a:extLst>
          </p:cNvPr>
          <p:cNvGraphicFramePr>
            <a:graphicFrameLocks noChangeAspect="1"/>
          </p:cNvGraphicFramePr>
          <p:nvPr/>
        </p:nvGraphicFramePr>
        <p:xfrm>
          <a:off x="6533291" y="1064791"/>
          <a:ext cx="310166" cy="405854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9" imgW="149706" imgH="195293" progId="Equation.DSMT4">
                  <p:embed/>
                </p:oleObj>
              </mc:Choice>
              <mc:Fallback>
                <p:oleObj name="Equation" r:id="rId9" imgW="149706" imgH="195293" progId="Equation.DSMT4">
                  <p:embed/>
                  <p:pic>
                    <p:nvPicPr>
                      <p:cNvPr id="6" name="对象 5">
                        <a:extLst>
                          <a:ext uri="{FF2B5EF4-FFF2-40B4-BE49-F238E27FC236}">
                            <a16:creationId xmlns:a16="http://schemas.microsoft.com/office/drawing/2014/main" id="{3E9B4DDE-71B0-CF55-2D59-5C6F40E5E48B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10"/>
                      <a:stretch>
                        <a:fillRect/>
                      </a:stretch>
                    </p:blipFill>
                    <p:spPr>
                      <a:xfrm>
                        <a:off x="6533291" y="1064791"/>
                        <a:ext cx="310166" cy="405854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" name="对象 7">
            <a:extLst>
              <a:ext uri="{FF2B5EF4-FFF2-40B4-BE49-F238E27FC236}">
                <a16:creationId xmlns:a16="http://schemas.microsoft.com/office/drawing/2014/main" id="{B72F03E3-73E7-63BB-84EC-222D92B87EC1}"/>
              </a:ext>
            </a:extLst>
          </p:cNvPr>
          <p:cNvGraphicFramePr>
            <a:graphicFrameLocks noChangeAspect="1"/>
          </p:cNvGraphicFramePr>
          <p:nvPr/>
        </p:nvGraphicFramePr>
        <p:xfrm>
          <a:off x="971600" y="1115306"/>
          <a:ext cx="1500188" cy="6048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1" imgW="674955" imgH="270767" progId="Equation.DSMT4">
                  <p:embed/>
                </p:oleObj>
              </mc:Choice>
              <mc:Fallback>
                <p:oleObj name="Equation" r:id="rId11" imgW="674955" imgH="270767" progId="Equation.DSMT4">
                  <p:embed/>
                  <p:pic>
                    <p:nvPicPr>
                      <p:cNvPr id="8" name="对象 7">
                        <a:extLst>
                          <a:ext uri="{FF2B5EF4-FFF2-40B4-BE49-F238E27FC236}">
                            <a16:creationId xmlns:a16="http://schemas.microsoft.com/office/drawing/2014/main" id="{B72F03E3-73E7-63BB-84EC-222D92B87EC1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12"/>
                      <a:stretch>
                        <a:fillRect/>
                      </a:stretch>
                    </p:blipFill>
                    <p:spPr>
                      <a:xfrm>
                        <a:off x="971600" y="1115306"/>
                        <a:ext cx="1500188" cy="60483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18" name="组合 17">
            <a:extLst>
              <a:ext uri="{FF2B5EF4-FFF2-40B4-BE49-F238E27FC236}">
                <a16:creationId xmlns:a16="http://schemas.microsoft.com/office/drawing/2014/main" id="{33A1699D-4B1F-B5F1-074D-2BCAC65B5998}"/>
              </a:ext>
            </a:extLst>
          </p:cNvPr>
          <p:cNvGrpSpPr/>
          <p:nvPr/>
        </p:nvGrpSpPr>
        <p:grpSpPr>
          <a:xfrm>
            <a:off x="338987" y="2773749"/>
            <a:ext cx="4233013" cy="546827"/>
            <a:chOff x="323528" y="3050492"/>
            <a:chExt cx="4233013" cy="546827"/>
          </a:xfrm>
        </p:grpSpPr>
        <p:grpSp>
          <p:nvGrpSpPr>
            <p:cNvPr id="14" name="组合 13">
              <a:extLst>
                <a:ext uri="{FF2B5EF4-FFF2-40B4-BE49-F238E27FC236}">
                  <a16:creationId xmlns:a16="http://schemas.microsoft.com/office/drawing/2014/main" id="{F8240E17-19E5-55B3-2012-1B7EC45F5036}"/>
                </a:ext>
              </a:extLst>
            </p:cNvPr>
            <p:cNvGrpSpPr/>
            <p:nvPr/>
          </p:nvGrpSpPr>
          <p:grpSpPr>
            <a:xfrm>
              <a:off x="323528" y="3050492"/>
              <a:ext cx="4233013" cy="546827"/>
              <a:chOff x="338987" y="2777078"/>
              <a:chExt cx="4233013" cy="546827"/>
            </a:xfrm>
          </p:grpSpPr>
          <p:graphicFrame>
            <p:nvGraphicFramePr>
              <p:cNvPr id="10" name="对象 9">
                <a:extLst>
                  <a:ext uri="{FF2B5EF4-FFF2-40B4-BE49-F238E27FC236}">
                    <a16:creationId xmlns:a16="http://schemas.microsoft.com/office/drawing/2014/main" id="{9D3209C1-0DA3-CA14-B66D-A0467F57E5CA}"/>
                  </a:ext>
                </a:extLst>
              </p:cNvPr>
              <p:cNvGraphicFramePr>
                <a:graphicFrameLocks noChangeAspect="1"/>
              </p:cNvGraphicFramePr>
              <p:nvPr/>
            </p:nvGraphicFramePr>
            <p:xfrm>
              <a:off x="338987" y="2777078"/>
              <a:ext cx="361355" cy="546827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name="Equation" r:id="rId13" imgW="179903" imgH="270767" progId="Equation.DSMT4">
                      <p:embed/>
                    </p:oleObj>
                  </mc:Choice>
                  <mc:Fallback>
                    <p:oleObj name="Equation" r:id="rId13" imgW="179903" imgH="270767" progId="Equation.DSMT4">
                      <p:embed/>
                      <p:pic>
                        <p:nvPicPr>
                          <p:cNvPr id="10" name="对象 9">
                            <a:extLst>
                              <a:ext uri="{FF2B5EF4-FFF2-40B4-BE49-F238E27FC236}">
                                <a16:creationId xmlns:a16="http://schemas.microsoft.com/office/drawing/2014/main" id="{9D3209C1-0DA3-CA14-B66D-A0467F57E5CA}"/>
                              </a:ext>
                            </a:extLst>
                          </p:cNvPr>
                          <p:cNvPicPr/>
                          <p:nvPr/>
                        </p:nvPicPr>
                        <p:blipFill>
                          <a:blip r:embed="rId14"/>
                          <a:stretch>
                            <a:fillRect/>
                          </a:stretch>
                        </p:blipFill>
                        <p:spPr>
                          <a:xfrm>
                            <a:off x="338987" y="2777078"/>
                            <a:ext cx="361355" cy="546827"/>
                          </a:xfrm>
                          <a:prstGeom prst="rect">
                            <a:avLst/>
                          </a:prstGeom>
                        </p:spPr>
                      </p:pic>
                    </p:oleObj>
                  </mc:Fallback>
                </mc:AlternateContent>
              </a:graphicData>
            </a:graphic>
          </p:graphicFrame>
          <p:sp>
            <p:nvSpPr>
              <p:cNvPr id="11" name="文本框 10">
                <a:extLst>
                  <a:ext uri="{FF2B5EF4-FFF2-40B4-BE49-F238E27FC236}">
                    <a16:creationId xmlns:a16="http://schemas.microsoft.com/office/drawing/2014/main" id="{FEEFE168-C36B-0DC6-D0EB-FE266CCF7432}"/>
                  </a:ext>
                </a:extLst>
              </p:cNvPr>
              <p:cNvSpPr txBox="1"/>
              <p:nvPr/>
            </p:nvSpPr>
            <p:spPr>
              <a:xfrm>
                <a:off x="655436" y="2829783"/>
                <a:ext cx="3916564" cy="461665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kumimoji="0" lang="zh-CN" altLang="en-US" sz="2400" b="1" i="0" u="none" strike="noStrike" kern="100" cap="none" spc="0" normalizeH="0" baseline="0" noProof="0" dirty="0">
                    <a:ln>
                      <a:noFill/>
                    </a:ln>
                    <a:effectLst/>
                    <a:uLnTx/>
                    <a:uFillTx/>
                    <a:latin typeface="黑体" panose="02010609060101010101" pitchFamily="49" charset="-122"/>
                    <a:ea typeface="黑体" panose="02010609060101010101" pitchFamily="49" charset="-122"/>
                    <a:cs typeface="Times New Roman" panose="02020603050405020304" pitchFamily="18" charset="0"/>
                  </a:rPr>
                  <a:t>的方向：由下到上</a:t>
                </a:r>
                <a:r>
                  <a:rPr kumimoji="0" lang="en-US" altLang="zh-CN" sz="2400" b="1" i="0" u="none" strike="noStrike" kern="100" cap="none" spc="0" normalizeH="0" baseline="0" noProof="0" dirty="0">
                    <a:ln>
                      <a:noFill/>
                    </a:ln>
                    <a:effectLst/>
                    <a:uLnTx/>
                    <a:uFillTx/>
                    <a:latin typeface="黑体" panose="02010609060101010101" pitchFamily="49" charset="-122"/>
                    <a:ea typeface="黑体" panose="02010609060101010101" pitchFamily="49" charset="-122"/>
                    <a:cs typeface="Times New Roman" panose="02020603050405020304" pitchFamily="18" charset="0"/>
                  </a:rPr>
                  <a:t>,</a:t>
                </a:r>
                <a:endParaRPr lang="zh-CN" altLang="en-US" dirty="0"/>
              </a:p>
            </p:txBody>
          </p:sp>
        </p:grpSp>
        <p:cxnSp>
          <p:nvCxnSpPr>
            <p:cNvPr id="13" name="直接箭头连接符 12">
              <a:extLst>
                <a:ext uri="{FF2B5EF4-FFF2-40B4-BE49-F238E27FC236}">
                  <a16:creationId xmlns:a16="http://schemas.microsoft.com/office/drawing/2014/main" id="{59AFD9D3-E8E8-789D-EF7D-FCAC96D15F51}"/>
                </a:ext>
              </a:extLst>
            </p:cNvPr>
            <p:cNvCxnSpPr/>
            <p:nvPr/>
          </p:nvCxnSpPr>
          <p:spPr>
            <a:xfrm flipV="1">
              <a:off x="3419872" y="3135654"/>
              <a:ext cx="0" cy="461665"/>
            </a:xfrm>
            <a:prstGeom prst="straightConnector1">
              <a:avLst/>
            </a:prstGeom>
            <a:ln w="38100"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5" name="文本框 14">
            <a:extLst>
              <a:ext uri="{FF2B5EF4-FFF2-40B4-BE49-F238E27FC236}">
                <a16:creationId xmlns:a16="http://schemas.microsoft.com/office/drawing/2014/main" id="{2BEBC781-2BA9-8A01-E996-2FBC445F46B7}"/>
              </a:ext>
            </a:extLst>
          </p:cNvPr>
          <p:cNvSpPr txBox="1"/>
          <p:nvPr/>
        </p:nvSpPr>
        <p:spPr>
          <a:xfrm>
            <a:off x="361950" y="3648753"/>
            <a:ext cx="3916564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kumimoji="0" lang="zh-CN" altLang="en-US" sz="2400" b="1" i="0" u="none" strike="noStrike" kern="100" cap="none" spc="0" normalizeH="0" baseline="0" noProof="0" dirty="0">
                <a:ln>
                  <a:noFill/>
                </a:ln>
                <a:effectLst/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  <a:cs typeface="Times New Roman" panose="02020603050405020304" pitchFamily="18" charset="0"/>
              </a:rPr>
              <a:t>直导线</a:t>
            </a:r>
            <a:r>
              <a:rPr kumimoji="0" lang="en-US" altLang="zh-CN" sz="2400" b="1" i="0" u="none" strike="noStrike" kern="1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  <a:cs typeface="Times New Roman" panose="02020603050405020304" pitchFamily="18" charset="0"/>
              </a:rPr>
              <a:t>2</a:t>
            </a:r>
            <a:r>
              <a:rPr kumimoji="0" lang="zh-CN" altLang="en-US" sz="2400" b="1" i="0" u="none" strike="noStrike" kern="100" cap="none" spc="0" normalizeH="0" baseline="0" noProof="0" dirty="0">
                <a:ln>
                  <a:noFill/>
                </a:ln>
                <a:effectLst/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  <a:cs typeface="Times New Roman" panose="02020603050405020304" pitchFamily="18" charset="0"/>
              </a:rPr>
              <a:t>的电动势大小：</a:t>
            </a:r>
            <a:endParaRPr lang="zh-CN" altLang="en-US" dirty="0"/>
          </a:p>
        </p:txBody>
      </p:sp>
      <p:graphicFrame>
        <p:nvGraphicFramePr>
          <p:cNvPr id="16" name="对象 15">
            <a:extLst>
              <a:ext uri="{FF2B5EF4-FFF2-40B4-BE49-F238E27FC236}">
                <a16:creationId xmlns:a16="http://schemas.microsoft.com/office/drawing/2014/main" id="{A9517B8A-1FFD-5526-A82D-E4AF3C4B40DD}"/>
              </a:ext>
            </a:extLst>
          </p:cNvPr>
          <p:cNvGraphicFramePr>
            <a:graphicFrameLocks noChangeAspect="1"/>
          </p:cNvGraphicFramePr>
          <p:nvPr/>
        </p:nvGraphicFramePr>
        <p:xfrm>
          <a:off x="3679894" y="3616182"/>
          <a:ext cx="1397000" cy="5270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5" imgW="720037" imgH="270767" progId="Equation.DSMT4">
                  <p:embed/>
                </p:oleObj>
              </mc:Choice>
              <mc:Fallback>
                <p:oleObj name="Equation" r:id="rId15" imgW="720037" imgH="270767" progId="Equation.DSMT4">
                  <p:embed/>
                  <p:pic>
                    <p:nvPicPr>
                      <p:cNvPr id="16" name="对象 15">
                        <a:extLst>
                          <a:ext uri="{FF2B5EF4-FFF2-40B4-BE49-F238E27FC236}">
                            <a16:creationId xmlns:a16="http://schemas.microsoft.com/office/drawing/2014/main" id="{A9517B8A-1FFD-5526-A82D-E4AF3C4B40DD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16"/>
                      <a:stretch>
                        <a:fillRect/>
                      </a:stretch>
                    </p:blipFill>
                    <p:spPr>
                      <a:xfrm>
                        <a:off x="3679894" y="3616182"/>
                        <a:ext cx="1397000" cy="52705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9" name="对象 18">
            <a:extLst>
              <a:ext uri="{FF2B5EF4-FFF2-40B4-BE49-F238E27FC236}">
                <a16:creationId xmlns:a16="http://schemas.microsoft.com/office/drawing/2014/main" id="{666776E6-AD01-43B3-400A-D677EABA4D1A}"/>
              </a:ext>
            </a:extLst>
          </p:cNvPr>
          <p:cNvGraphicFramePr>
            <a:graphicFrameLocks noChangeAspect="1"/>
          </p:cNvGraphicFramePr>
          <p:nvPr/>
        </p:nvGraphicFramePr>
        <p:xfrm>
          <a:off x="3915908" y="1913085"/>
          <a:ext cx="950306" cy="61299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7" imgW="464855" imgH="300615" progId="Equation.DSMT4">
                  <p:embed/>
                </p:oleObj>
              </mc:Choice>
              <mc:Fallback>
                <p:oleObj name="Equation" r:id="rId17" imgW="464855" imgH="300615" progId="Equation.DSMT4">
                  <p:embed/>
                  <p:pic>
                    <p:nvPicPr>
                      <p:cNvPr id="19" name="对象 18">
                        <a:extLst>
                          <a:ext uri="{FF2B5EF4-FFF2-40B4-BE49-F238E27FC236}">
                            <a16:creationId xmlns:a16="http://schemas.microsoft.com/office/drawing/2014/main" id="{666776E6-AD01-43B3-400A-D677EABA4D1A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18"/>
                      <a:stretch>
                        <a:fillRect/>
                      </a:stretch>
                    </p:blipFill>
                    <p:spPr>
                      <a:xfrm>
                        <a:off x="3915908" y="1913085"/>
                        <a:ext cx="950306" cy="61299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0" name="对象 19">
            <a:extLst>
              <a:ext uri="{FF2B5EF4-FFF2-40B4-BE49-F238E27FC236}">
                <a16:creationId xmlns:a16="http://schemas.microsoft.com/office/drawing/2014/main" id="{ECACF2E9-43BF-0F4D-87AF-D09D485105E2}"/>
              </a:ext>
            </a:extLst>
          </p:cNvPr>
          <p:cNvGraphicFramePr>
            <a:graphicFrameLocks noChangeAspect="1"/>
          </p:cNvGraphicFramePr>
          <p:nvPr/>
        </p:nvGraphicFramePr>
        <p:xfrm>
          <a:off x="4927600" y="2641600"/>
          <a:ext cx="914400" cy="1984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9" imgW="914400" imgH="198720" progId="Equation.DSMT4">
                  <p:embed/>
                </p:oleObj>
              </mc:Choice>
              <mc:Fallback>
                <p:oleObj name="Equation" r:id="rId19" imgW="914400" imgH="198720" progId="Equation.DSMT4">
                  <p:embed/>
                  <p:pic>
                    <p:nvPicPr>
                      <p:cNvPr id="20" name="对象 19">
                        <a:extLst>
                          <a:ext uri="{FF2B5EF4-FFF2-40B4-BE49-F238E27FC236}">
                            <a16:creationId xmlns:a16="http://schemas.microsoft.com/office/drawing/2014/main" id="{ECACF2E9-43BF-0F4D-87AF-D09D485105E2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20"/>
                      <a:stretch>
                        <a:fillRect/>
                      </a:stretch>
                    </p:blipFill>
                    <p:spPr>
                      <a:xfrm>
                        <a:off x="4927600" y="2641600"/>
                        <a:ext cx="914400" cy="19843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1" name="对象 20">
            <a:extLst>
              <a:ext uri="{FF2B5EF4-FFF2-40B4-BE49-F238E27FC236}">
                <a16:creationId xmlns:a16="http://schemas.microsoft.com/office/drawing/2014/main" id="{DC827E8C-5037-C02A-33F5-4E45DB4397A3}"/>
              </a:ext>
            </a:extLst>
          </p:cNvPr>
          <p:cNvGraphicFramePr>
            <a:graphicFrameLocks noChangeAspect="1"/>
          </p:cNvGraphicFramePr>
          <p:nvPr/>
        </p:nvGraphicFramePr>
        <p:xfrm>
          <a:off x="301826" y="4379405"/>
          <a:ext cx="3976688" cy="9334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1" imgW="2175421" imgH="511259" progId="Equation.DSMT4">
                  <p:embed/>
                </p:oleObj>
              </mc:Choice>
              <mc:Fallback>
                <p:oleObj name="Equation" r:id="rId21" imgW="2175421" imgH="511259" progId="Equation.DSMT4">
                  <p:embed/>
                  <p:pic>
                    <p:nvPicPr>
                      <p:cNvPr id="21" name="对象 20">
                        <a:extLst>
                          <a:ext uri="{FF2B5EF4-FFF2-40B4-BE49-F238E27FC236}">
                            <a16:creationId xmlns:a16="http://schemas.microsoft.com/office/drawing/2014/main" id="{DC827E8C-5037-C02A-33F5-4E45DB4397A3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22"/>
                      <a:stretch>
                        <a:fillRect/>
                      </a:stretch>
                    </p:blipFill>
                    <p:spPr>
                      <a:xfrm>
                        <a:off x="301826" y="4379405"/>
                        <a:ext cx="3976688" cy="93345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3" name="对象 22">
            <a:extLst>
              <a:ext uri="{FF2B5EF4-FFF2-40B4-BE49-F238E27FC236}">
                <a16:creationId xmlns:a16="http://schemas.microsoft.com/office/drawing/2014/main" id="{C8C99126-3E7B-18FE-DFD7-F36CC4F85350}"/>
              </a:ext>
            </a:extLst>
          </p:cNvPr>
          <p:cNvGraphicFramePr>
            <a:graphicFrameLocks noChangeAspect="1"/>
          </p:cNvGraphicFramePr>
          <p:nvPr/>
        </p:nvGraphicFramePr>
        <p:xfrm>
          <a:off x="544513" y="1712913"/>
          <a:ext cx="3221037" cy="889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3" imgW="1562040" imgH="431640" progId="Equation.DSMT4">
                  <p:embed/>
                </p:oleObj>
              </mc:Choice>
              <mc:Fallback>
                <p:oleObj name="Equation" r:id="rId23" imgW="1562040" imgH="431640" progId="Equation.DSMT4">
                  <p:embed/>
                  <p:pic>
                    <p:nvPicPr>
                      <p:cNvPr id="23" name="对象 22">
                        <a:extLst>
                          <a:ext uri="{FF2B5EF4-FFF2-40B4-BE49-F238E27FC236}">
                            <a16:creationId xmlns:a16="http://schemas.microsoft.com/office/drawing/2014/main" id="{C8C99126-3E7B-18FE-DFD7-F36CC4F85350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24"/>
                      <a:stretch>
                        <a:fillRect/>
                      </a:stretch>
                    </p:blipFill>
                    <p:spPr>
                      <a:xfrm>
                        <a:off x="544513" y="1712913"/>
                        <a:ext cx="3221037" cy="8890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9" name="对象 8">
            <a:extLst>
              <a:ext uri="{FF2B5EF4-FFF2-40B4-BE49-F238E27FC236}">
                <a16:creationId xmlns:a16="http://schemas.microsoft.com/office/drawing/2014/main" id="{29D8ABE8-F783-97FB-831F-7CEFA2ABE89A}"/>
              </a:ext>
            </a:extLst>
          </p:cNvPr>
          <p:cNvGraphicFramePr>
            <a:graphicFrameLocks noChangeAspect="1"/>
          </p:cNvGraphicFramePr>
          <p:nvPr/>
        </p:nvGraphicFramePr>
        <p:xfrm>
          <a:off x="5157754" y="4576633"/>
          <a:ext cx="979501" cy="61299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5" imgW="479741" imgH="300615" progId="Equation.DSMT4">
                  <p:embed/>
                </p:oleObj>
              </mc:Choice>
              <mc:Fallback>
                <p:oleObj name="Equation" r:id="rId25" imgW="479741" imgH="300615" progId="Equation.DSMT4">
                  <p:embed/>
                  <p:pic>
                    <p:nvPicPr>
                      <p:cNvPr id="9" name="对象 8">
                        <a:extLst>
                          <a:ext uri="{FF2B5EF4-FFF2-40B4-BE49-F238E27FC236}">
                            <a16:creationId xmlns:a16="http://schemas.microsoft.com/office/drawing/2014/main" id="{29D8ABE8-F783-97FB-831F-7CEFA2ABE89A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26"/>
                      <a:stretch>
                        <a:fillRect/>
                      </a:stretch>
                    </p:blipFill>
                    <p:spPr>
                      <a:xfrm>
                        <a:off x="5157754" y="4576633"/>
                        <a:ext cx="979501" cy="61299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12" name="组合 11">
            <a:extLst>
              <a:ext uri="{FF2B5EF4-FFF2-40B4-BE49-F238E27FC236}">
                <a16:creationId xmlns:a16="http://schemas.microsoft.com/office/drawing/2014/main" id="{D90E9B62-3223-7E7A-2755-97A9A435497A}"/>
              </a:ext>
            </a:extLst>
          </p:cNvPr>
          <p:cNvGrpSpPr/>
          <p:nvPr/>
        </p:nvGrpSpPr>
        <p:grpSpPr>
          <a:xfrm>
            <a:off x="480135" y="5618324"/>
            <a:ext cx="4248667" cy="546463"/>
            <a:chOff x="307874" y="3050856"/>
            <a:chExt cx="4248667" cy="546463"/>
          </a:xfrm>
        </p:grpSpPr>
        <p:grpSp>
          <p:nvGrpSpPr>
            <p:cNvPr id="17" name="组合 16">
              <a:extLst>
                <a:ext uri="{FF2B5EF4-FFF2-40B4-BE49-F238E27FC236}">
                  <a16:creationId xmlns:a16="http://schemas.microsoft.com/office/drawing/2014/main" id="{4D587C0D-836B-804A-F52E-EB464D102367}"/>
                </a:ext>
              </a:extLst>
            </p:cNvPr>
            <p:cNvGrpSpPr/>
            <p:nvPr/>
          </p:nvGrpSpPr>
          <p:grpSpPr>
            <a:xfrm>
              <a:off x="307874" y="3050856"/>
              <a:ext cx="4248667" cy="546100"/>
              <a:chOff x="323333" y="2777442"/>
              <a:chExt cx="4248667" cy="546100"/>
            </a:xfrm>
          </p:grpSpPr>
          <p:graphicFrame>
            <p:nvGraphicFramePr>
              <p:cNvPr id="24" name="对象 23">
                <a:extLst>
                  <a:ext uri="{FF2B5EF4-FFF2-40B4-BE49-F238E27FC236}">
                    <a16:creationId xmlns:a16="http://schemas.microsoft.com/office/drawing/2014/main" id="{F94460B0-6E4B-CBD2-3553-99B07D90FE89}"/>
                  </a:ext>
                </a:extLst>
              </p:cNvPr>
              <p:cNvGraphicFramePr>
                <a:graphicFrameLocks noChangeAspect="1"/>
              </p:cNvGraphicFramePr>
              <p:nvPr/>
            </p:nvGraphicFramePr>
            <p:xfrm>
              <a:off x="323333" y="2777442"/>
              <a:ext cx="392112" cy="546100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name="Equation" r:id="rId27" imgW="194788" imgH="270767" progId="Equation.DSMT4">
                      <p:embed/>
                    </p:oleObj>
                  </mc:Choice>
                  <mc:Fallback>
                    <p:oleObj name="Equation" r:id="rId27" imgW="194788" imgH="270767" progId="Equation.DSMT4">
                      <p:embed/>
                      <p:pic>
                        <p:nvPicPr>
                          <p:cNvPr id="24" name="对象 23">
                            <a:extLst>
                              <a:ext uri="{FF2B5EF4-FFF2-40B4-BE49-F238E27FC236}">
                                <a16:creationId xmlns:a16="http://schemas.microsoft.com/office/drawing/2014/main" id="{F94460B0-6E4B-CBD2-3553-99B07D90FE89}"/>
                              </a:ext>
                            </a:extLst>
                          </p:cNvPr>
                          <p:cNvPicPr/>
                          <p:nvPr/>
                        </p:nvPicPr>
                        <p:blipFill>
                          <a:blip r:embed="rId28"/>
                          <a:stretch>
                            <a:fillRect/>
                          </a:stretch>
                        </p:blipFill>
                        <p:spPr>
                          <a:xfrm>
                            <a:off x="323333" y="2777442"/>
                            <a:ext cx="392112" cy="546100"/>
                          </a:xfrm>
                          <a:prstGeom prst="rect">
                            <a:avLst/>
                          </a:prstGeom>
                        </p:spPr>
                      </p:pic>
                    </p:oleObj>
                  </mc:Fallback>
                </mc:AlternateContent>
              </a:graphicData>
            </a:graphic>
          </p:graphicFrame>
          <p:sp>
            <p:nvSpPr>
              <p:cNvPr id="25" name="文本框 24">
                <a:extLst>
                  <a:ext uri="{FF2B5EF4-FFF2-40B4-BE49-F238E27FC236}">
                    <a16:creationId xmlns:a16="http://schemas.microsoft.com/office/drawing/2014/main" id="{51FB48D5-7F71-FC65-D7D9-1C1471AF6ABB}"/>
                  </a:ext>
                </a:extLst>
              </p:cNvPr>
              <p:cNvSpPr txBox="1"/>
              <p:nvPr/>
            </p:nvSpPr>
            <p:spPr>
              <a:xfrm>
                <a:off x="655436" y="2829783"/>
                <a:ext cx="3916564" cy="461665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kumimoji="0" lang="zh-CN" altLang="en-US" sz="2400" b="1" i="0" u="none" strike="noStrike" kern="100" cap="none" spc="0" normalizeH="0" baseline="0" noProof="0" dirty="0">
                    <a:ln>
                      <a:noFill/>
                    </a:ln>
                    <a:effectLst/>
                    <a:uLnTx/>
                    <a:uFillTx/>
                    <a:latin typeface="黑体" panose="02010609060101010101" pitchFamily="49" charset="-122"/>
                    <a:ea typeface="黑体" panose="02010609060101010101" pitchFamily="49" charset="-122"/>
                    <a:cs typeface="Times New Roman" panose="02020603050405020304" pitchFamily="18" charset="0"/>
                  </a:rPr>
                  <a:t>的方向：由上到下</a:t>
                </a:r>
                <a:r>
                  <a:rPr kumimoji="0" lang="en-US" altLang="zh-CN" sz="2400" b="1" i="0" u="none" strike="noStrike" kern="100" cap="none" spc="0" normalizeH="0" baseline="0" noProof="0" dirty="0">
                    <a:ln>
                      <a:noFill/>
                    </a:ln>
                    <a:effectLst/>
                    <a:uLnTx/>
                    <a:uFillTx/>
                    <a:latin typeface="黑体" panose="02010609060101010101" pitchFamily="49" charset="-122"/>
                    <a:ea typeface="黑体" panose="02010609060101010101" pitchFamily="49" charset="-122"/>
                    <a:cs typeface="Times New Roman" panose="02020603050405020304" pitchFamily="18" charset="0"/>
                  </a:rPr>
                  <a:t>,</a:t>
                </a:r>
                <a:endParaRPr lang="zh-CN" altLang="en-US" dirty="0"/>
              </a:p>
            </p:txBody>
          </p:sp>
        </p:grpSp>
        <p:cxnSp>
          <p:nvCxnSpPr>
            <p:cNvPr id="22" name="直接箭头连接符 21">
              <a:extLst>
                <a:ext uri="{FF2B5EF4-FFF2-40B4-BE49-F238E27FC236}">
                  <a16:creationId xmlns:a16="http://schemas.microsoft.com/office/drawing/2014/main" id="{4E0A1ED2-4B45-34E8-5AFF-D86C162DAEB0}"/>
                </a:ext>
              </a:extLst>
            </p:cNvPr>
            <p:cNvCxnSpPr/>
            <p:nvPr/>
          </p:nvCxnSpPr>
          <p:spPr>
            <a:xfrm flipV="1">
              <a:off x="3419872" y="3135654"/>
              <a:ext cx="0" cy="461665"/>
            </a:xfrm>
            <a:prstGeom prst="straightConnector1">
              <a:avLst/>
            </a:prstGeom>
            <a:ln w="38100">
              <a:headEnd type="triangl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6" name="文本框 25">
            <a:extLst>
              <a:ext uri="{FF2B5EF4-FFF2-40B4-BE49-F238E27FC236}">
                <a16:creationId xmlns:a16="http://schemas.microsoft.com/office/drawing/2014/main" id="{5AE67287-A784-337C-CF41-118B947D5C52}"/>
              </a:ext>
            </a:extLst>
          </p:cNvPr>
          <p:cNvSpPr txBox="1"/>
          <p:nvPr/>
        </p:nvSpPr>
        <p:spPr>
          <a:xfrm>
            <a:off x="4683707" y="5709690"/>
            <a:ext cx="3916564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kumimoji="0" lang="zh-CN" altLang="en-US" sz="2400" b="1" i="0" u="none" strike="noStrike" kern="100" cap="none" spc="0" normalizeH="0" baseline="0" noProof="0" dirty="0">
                <a:ln>
                  <a:noFill/>
                </a:ln>
                <a:effectLst/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  <a:cs typeface="Times New Roman" panose="02020603050405020304" pitchFamily="18" charset="0"/>
              </a:rPr>
              <a:t>直导线</a:t>
            </a:r>
            <a:r>
              <a:rPr kumimoji="0" lang="en-US" altLang="zh-CN" sz="2400" b="1" i="0" u="none" strike="noStrike" kern="1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  <a:cs typeface="Times New Roman" panose="02020603050405020304" pitchFamily="18" charset="0"/>
              </a:rPr>
              <a:t>3</a:t>
            </a:r>
            <a:r>
              <a:rPr lang="en-US" altLang="zh-CN" sz="2400" b="1" kern="100" dirty="0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  <a:cs typeface="Times New Roman" panose="02020603050405020304" pitchFamily="18" charset="0"/>
              </a:rPr>
              <a:t>,4</a:t>
            </a:r>
            <a:r>
              <a:rPr lang="zh-CN" altLang="en-US" sz="2400" b="1" kern="100" dirty="0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  <a:cs typeface="Times New Roman" panose="02020603050405020304" pitchFamily="18" charset="0"/>
              </a:rPr>
              <a:t>无</a:t>
            </a:r>
            <a:r>
              <a:rPr kumimoji="0" lang="zh-CN" altLang="en-US" sz="2400" b="1" i="0" u="none" strike="noStrike" kern="100" cap="none" spc="0" normalizeH="0" baseline="0" noProof="0" dirty="0">
                <a:ln>
                  <a:noFill/>
                </a:ln>
                <a:effectLst/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  <a:cs typeface="Times New Roman" panose="02020603050405020304" pitchFamily="18" charset="0"/>
              </a:rPr>
              <a:t>电动势。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104101781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1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0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9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  <p:bldP spid="15" grpId="0"/>
      <p:bldP spid="26" grpId="0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对象 1">
            <a:extLst>
              <a:ext uri="{FF2B5EF4-FFF2-40B4-BE49-F238E27FC236}">
                <a16:creationId xmlns:a16="http://schemas.microsoft.com/office/drawing/2014/main" id="{D944B164-2F8B-302D-794C-F026F9DEA21F}"/>
              </a:ext>
            </a:extLst>
          </p:cNvPr>
          <p:cNvGraphicFramePr>
            <a:graphicFrameLocks noChangeAspect="1"/>
          </p:cNvGraphicFramePr>
          <p:nvPr/>
        </p:nvGraphicFramePr>
        <p:xfrm>
          <a:off x="579686" y="379392"/>
          <a:ext cx="1500188" cy="6048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674955" imgH="270767" progId="Equation.DSMT4">
                  <p:embed/>
                </p:oleObj>
              </mc:Choice>
              <mc:Fallback>
                <p:oleObj name="Equation" r:id="rId2" imgW="674955" imgH="270767" progId="Equation.DSMT4">
                  <p:embed/>
                  <p:pic>
                    <p:nvPicPr>
                      <p:cNvPr id="2" name="对象 1">
                        <a:extLst>
                          <a:ext uri="{FF2B5EF4-FFF2-40B4-BE49-F238E27FC236}">
                            <a16:creationId xmlns:a16="http://schemas.microsoft.com/office/drawing/2014/main" id="{D944B164-2F8B-302D-794C-F026F9DEA21F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3"/>
                      <a:stretch>
                        <a:fillRect/>
                      </a:stretch>
                    </p:blipFill>
                    <p:spPr>
                      <a:xfrm>
                        <a:off x="579686" y="379392"/>
                        <a:ext cx="1500188" cy="60483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3" name="组合 2">
            <a:extLst>
              <a:ext uri="{FF2B5EF4-FFF2-40B4-BE49-F238E27FC236}">
                <a16:creationId xmlns:a16="http://schemas.microsoft.com/office/drawing/2014/main" id="{4D1A42FB-5000-F5C5-16E3-6E8FC9C14246}"/>
              </a:ext>
            </a:extLst>
          </p:cNvPr>
          <p:cNvGrpSpPr/>
          <p:nvPr/>
        </p:nvGrpSpPr>
        <p:grpSpPr>
          <a:xfrm>
            <a:off x="554420" y="1150250"/>
            <a:ext cx="4233013" cy="546827"/>
            <a:chOff x="323528" y="3050492"/>
            <a:chExt cx="4233013" cy="546827"/>
          </a:xfrm>
        </p:grpSpPr>
        <p:grpSp>
          <p:nvGrpSpPr>
            <p:cNvPr id="4" name="组合 3">
              <a:extLst>
                <a:ext uri="{FF2B5EF4-FFF2-40B4-BE49-F238E27FC236}">
                  <a16:creationId xmlns:a16="http://schemas.microsoft.com/office/drawing/2014/main" id="{81BC11F0-3269-EB4C-1191-74FEC7A64C8A}"/>
                </a:ext>
              </a:extLst>
            </p:cNvPr>
            <p:cNvGrpSpPr/>
            <p:nvPr/>
          </p:nvGrpSpPr>
          <p:grpSpPr>
            <a:xfrm>
              <a:off x="323528" y="3050492"/>
              <a:ext cx="4233013" cy="546827"/>
              <a:chOff x="338987" y="2777078"/>
              <a:chExt cx="4233013" cy="546827"/>
            </a:xfrm>
          </p:grpSpPr>
          <p:graphicFrame>
            <p:nvGraphicFramePr>
              <p:cNvPr id="6" name="对象 5">
                <a:extLst>
                  <a:ext uri="{FF2B5EF4-FFF2-40B4-BE49-F238E27FC236}">
                    <a16:creationId xmlns:a16="http://schemas.microsoft.com/office/drawing/2014/main" id="{120DEF92-97ED-00DB-F82B-3EDD0F2EE135}"/>
                  </a:ext>
                </a:extLst>
              </p:cNvPr>
              <p:cNvGraphicFramePr>
                <a:graphicFrameLocks noChangeAspect="1"/>
              </p:cNvGraphicFramePr>
              <p:nvPr/>
            </p:nvGraphicFramePr>
            <p:xfrm>
              <a:off x="338987" y="2777078"/>
              <a:ext cx="361355" cy="546827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name="Equation" r:id="rId4" imgW="179903" imgH="270767" progId="Equation.DSMT4">
                      <p:embed/>
                    </p:oleObj>
                  </mc:Choice>
                  <mc:Fallback>
                    <p:oleObj name="Equation" r:id="rId4" imgW="179903" imgH="270767" progId="Equation.DSMT4">
                      <p:embed/>
                      <p:pic>
                        <p:nvPicPr>
                          <p:cNvPr id="6" name="对象 5">
                            <a:extLst>
                              <a:ext uri="{FF2B5EF4-FFF2-40B4-BE49-F238E27FC236}">
                                <a16:creationId xmlns:a16="http://schemas.microsoft.com/office/drawing/2014/main" id="{120DEF92-97ED-00DB-F82B-3EDD0F2EE135}"/>
                              </a:ext>
                            </a:extLst>
                          </p:cNvPr>
                          <p:cNvPicPr/>
                          <p:nvPr/>
                        </p:nvPicPr>
                        <p:blipFill>
                          <a:blip r:embed="rId5"/>
                          <a:stretch>
                            <a:fillRect/>
                          </a:stretch>
                        </p:blipFill>
                        <p:spPr>
                          <a:xfrm>
                            <a:off x="338987" y="2777078"/>
                            <a:ext cx="361355" cy="546827"/>
                          </a:xfrm>
                          <a:prstGeom prst="rect">
                            <a:avLst/>
                          </a:prstGeom>
                        </p:spPr>
                      </p:pic>
                    </p:oleObj>
                  </mc:Fallback>
                </mc:AlternateContent>
              </a:graphicData>
            </a:graphic>
          </p:graphicFrame>
          <p:sp>
            <p:nvSpPr>
              <p:cNvPr id="7" name="文本框 6">
                <a:extLst>
                  <a:ext uri="{FF2B5EF4-FFF2-40B4-BE49-F238E27FC236}">
                    <a16:creationId xmlns:a16="http://schemas.microsoft.com/office/drawing/2014/main" id="{B3E7B836-4451-6CC4-BB6F-095E90C6139F}"/>
                  </a:ext>
                </a:extLst>
              </p:cNvPr>
              <p:cNvSpPr txBox="1"/>
              <p:nvPr/>
            </p:nvSpPr>
            <p:spPr>
              <a:xfrm>
                <a:off x="655436" y="2829783"/>
                <a:ext cx="3916564" cy="461665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kumimoji="0" lang="zh-CN" altLang="en-US" sz="2400" b="1" i="0" u="none" strike="noStrike" kern="100" cap="none" spc="0" normalizeH="0" baseline="0" noProof="0" dirty="0">
                    <a:ln>
                      <a:noFill/>
                    </a:ln>
                    <a:effectLst/>
                    <a:uLnTx/>
                    <a:uFillTx/>
                    <a:latin typeface="黑体" panose="02010609060101010101" pitchFamily="49" charset="-122"/>
                    <a:ea typeface="黑体" panose="02010609060101010101" pitchFamily="49" charset="-122"/>
                    <a:cs typeface="Times New Roman" panose="02020603050405020304" pitchFamily="18" charset="0"/>
                  </a:rPr>
                  <a:t>的方向：由下到上</a:t>
                </a:r>
                <a:r>
                  <a:rPr kumimoji="0" lang="en-US" altLang="zh-CN" sz="2400" b="1" i="0" u="none" strike="noStrike" kern="100" cap="none" spc="0" normalizeH="0" baseline="0" noProof="0" dirty="0">
                    <a:ln>
                      <a:noFill/>
                    </a:ln>
                    <a:effectLst/>
                    <a:uLnTx/>
                    <a:uFillTx/>
                    <a:latin typeface="黑体" panose="02010609060101010101" pitchFamily="49" charset="-122"/>
                    <a:ea typeface="黑体" panose="02010609060101010101" pitchFamily="49" charset="-122"/>
                    <a:cs typeface="Times New Roman" panose="02020603050405020304" pitchFamily="18" charset="0"/>
                  </a:rPr>
                  <a:t>,</a:t>
                </a:r>
                <a:endParaRPr lang="zh-CN" altLang="en-US" dirty="0"/>
              </a:p>
            </p:txBody>
          </p:sp>
        </p:grpSp>
        <p:cxnSp>
          <p:nvCxnSpPr>
            <p:cNvPr id="5" name="直接箭头连接符 4">
              <a:extLst>
                <a:ext uri="{FF2B5EF4-FFF2-40B4-BE49-F238E27FC236}">
                  <a16:creationId xmlns:a16="http://schemas.microsoft.com/office/drawing/2014/main" id="{FC978BF4-2E4A-004E-5A19-C49E8C438AE5}"/>
                </a:ext>
              </a:extLst>
            </p:cNvPr>
            <p:cNvCxnSpPr/>
            <p:nvPr/>
          </p:nvCxnSpPr>
          <p:spPr>
            <a:xfrm flipV="1">
              <a:off x="3419872" y="3135654"/>
              <a:ext cx="0" cy="461665"/>
            </a:xfrm>
            <a:prstGeom prst="straightConnector1">
              <a:avLst/>
            </a:prstGeom>
            <a:ln w="38100"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aphicFrame>
        <p:nvGraphicFramePr>
          <p:cNvPr id="8" name="对象 7">
            <a:extLst>
              <a:ext uri="{FF2B5EF4-FFF2-40B4-BE49-F238E27FC236}">
                <a16:creationId xmlns:a16="http://schemas.microsoft.com/office/drawing/2014/main" id="{6C1F53B5-779E-ECD6-A68A-AC0B323BB78F}"/>
              </a:ext>
            </a:extLst>
          </p:cNvPr>
          <p:cNvGraphicFramePr>
            <a:graphicFrameLocks noChangeAspect="1"/>
          </p:cNvGraphicFramePr>
          <p:nvPr/>
        </p:nvGraphicFramePr>
        <p:xfrm>
          <a:off x="631280" y="1996661"/>
          <a:ext cx="1397000" cy="5270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6" imgW="720037" imgH="270767" progId="Equation.DSMT4">
                  <p:embed/>
                </p:oleObj>
              </mc:Choice>
              <mc:Fallback>
                <p:oleObj name="Equation" r:id="rId6" imgW="720037" imgH="270767" progId="Equation.DSMT4">
                  <p:embed/>
                  <p:pic>
                    <p:nvPicPr>
                      <p:cNvPr id="8" name="对象 7">
                        <a:extLst>
                          <a:ext uri="{FF2B5EF4-FFF2-40B4-BE49-F238E27FC236}">
                            <a16:creationId xmlns:a16="http://schemas.microsoft.com/office/drawing/2014/main" id="{6C1F53B5-779E-ECD6-A68A-AC0B323BB78F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7"/>
                      <a:stretch>
                        <a:fillRect/>
                      </a:stretch>
                    </p:blipFill>
                    <p:spPr>
                      <a:xfrm>
                        <a:off x="631280" y="1996661"/>
                        <a:ext cx="1397000" cy="52705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9" name="组合 8">
            <a:extLst>
              <a:ext uri="{FF2B5EF4-FFF2-40B4-BE49-F238E27FC236}">
                <a16:creationId xmlns:a16="http://schemas.microsoft.com/office/drawing/2014/main" id="{8665E414-658C-6355-4197-E1AFE3E91650}"/>
              </a:ext>
            </a:extLst>
          </p:cNvPr>
          <p:cNvGrpSpPr/>
          <p:nvPr/>
        </p:nvGrpSpPr>
        <p:grpSpPr>
          <a:xfrm>
            <a:off x="611560" y="2564904"/>
            <a:ext cx="4248667" cy="546463"/>
            <a:chOff x="307874" y="3050856"/>
            <a:chExt cx="4248667" cy="546463"/>
          </a:xfrm>
        </p:grpSpPr>
        <p:grpSp>
          <p:nvGrpSpPr>
            <p:cNvPr id="10" name="组合 9">
              <a:extLst>
                <a:ext uri="{FF2B5EF4-FFF2-40B4-BE49-F238E27FC236}">
                  <a16:creationId xmlns:a16="http://schemas.microsoft.com/office/drawing/2014/main" id="{9BADF181-E1E3-2D07-4476-E0F2DA3CFE84}"/>
                </a:ext>
              </a:extLst>
            </p:cNvPr>
            <p:cNvGrpSpPr/>
            <p:nvPr/>
          </p:nvGrpSpPr>
          <p:grpSpPr>
            <a:xfrm>
              <a:off x="307874" y="3050856"/>
              <a:ext cx="4248667" cy="546100"/>
              <a:chOff x="323333" y="2777442"/>
              <a:chExt cx="4248667" cy="546100"/>
            </a:xfrm>
          </p:grpSpPr>
          <p:graphicFrame>
            <p:nvGraphicFramePr>
              <p:cNvPr id="12" name="对象 11">
                <a:extLst>
                  <a:ext uri="{FF2B5EF4-FFF2-40B4-BE49-F238E27FC236}">
                    <a16:creationId xmlns:a16="http://schemas.microsoft.com/office/drawing/2014/main" id="{891CD990-08BF-51FC-17E2-0A6F6414C8A2}"/>
                  </a:ext>
                </a:extLst>
              </p:cNvPr>
              <p:cNvGraphicFramePr>
                <a:graphicFrameLocks noChangeAspect="1"/>
              </p:cNvGraphicFramePr>
              <p:nvPr/>
            </p:nvGraphicFramePr>
            <p:xfrm>
              <a:off x="323333" y="2777442"/>
              <a:ext cx="392112" cy="546100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name="Equation" r:id="rId8" imgW="194788" imgH="270767" progId="Equation.DSMT4">
                      <p:embed/>
                    </p:oleObj>
                  </mc:Choice>
                  <mc:Fallback>
                    <p:oleObj name="Equation" r:id="rId8" imgW="194788" imgH="270767" progId="Equation.DSMT4">
                      <p:embed/>
                      <p:pic>
                        <p:nvPicPr>
                          <p:cNvPr id="12" name="对象 11">
                            <a:extLst>
                              <a:ext uri="{FF2B5EF4-FFF2-40B4-BE49-F238E27FC236}">
                                <a16:creationId xmlns:a16="http://schemas.microsoft.com/office/drawing/2014/main" id="{891CD990-08BF-51FC-17E2-0A6F6414C8A2}"/>
                              </a:ext>
                            </a:extLst>
                          </p:cNvPr>
                          <p:cNvPicPr/>
                          <p:nvPr/>
                        </p:nvPicPr>
                        <p:blipFill>
                          <a:blip r:embed="rId9"/>
                          <a:stretch>
                            <a:fillRect/>
                          </a:stretch>
                        </p:blipFill>
                        <p:spPr>
                          <a:xfrm>
                            <a:off x="323333" y="2777442"/>
                            <a:ext cx="392112" cy="546100"/>
                          </a:xfrm>
                          <a:prstGeom prst="rect">
                            <a:avLst/>
                          </a:prstGeom>
                        </p:spPr>
                      </p:pic>
                    </p:oleObj>
                  </mc:Fallback>
                </mc:AlternateContent>
              </a:graphicData>
            </a:graphic>
          </p:graphicFrame>
          <p:sp>
            <p:nvSpPr>
              <p:cNvPr id="13" name="文本框 12">
                <a:extLst>
                  <a:ext uri="{FF2B5EF4-FFF2-40B4-BE49-F238E27FC236}">
                    <a16:creationId xmlns:a16="http://schemas.microsoft.com/office/drawing/2014/main" id="{79D3EF84-B0B1-3F29-7DE9-403D1049490D}"/>
                  </a:ext>
                </a:extLst>
              </p:cNvPr>
              <p:cNvSpPr txBox="1"/>
              <p:nvPr/>
            </p:nvSpPr>
            <p:spPr>
              <a:xfrm>
                <a:off x="655436" y="2829783"/>
                <a:ext cx="3916564" cy="461665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kumimoji="0" lang="zh-CN" altLang="en-US" sz="2400" b="1" i="0" u="none" strike="noStrike" kern="100" cap="none" spc="0" normalizeH="0" baseline="0" noProof="0" dirty="0">
                    <a:ln>
                      <a:noFill/>
                    </a:ln>
                    <a:effectLst/>
                    <a:uLnTx/>
                    <a:uFillTx/>
                    <a:latin typeface="黑体" panose="02010609060101010101" pitchFamily="49" charset="-122"/>
                    <a:ea typeface="黑体" panose="02010609060101010101" pitchFamily="49" charset="-122"/>
                    <a:cs typeface="Times New Roman" panose="02020603050405020304" pitchFamily="18" charset="0"/>
                  </a:rPr>
                  <a:t>的方向：由上到下</a:t>
                </a:r>
                <a:r>
                  <a:rPr kumimoji="0" lang="en-US" altLang="zh-CN" sz="2400" b="1" i="0" u="none" strike="noStrike" kern="100" cap="none" spc="0" normalizeH="0" baseline="0" noProof="0" dirty="0">
                    <a:ln>
                      <a:noFill/>
                    </a:ln>
                    <a:effectLst/>
                    <a:uLnTx/>
                    <a:uFillTx/>
                    <a:latin typeface="黑体" panose="02010609060101010101" pitchFamily="49" charset="-122"/>
                    <a:ea typeface="黑体" panose="02010609060101010101" pitchFamily="49" charset="-122"/>
                    <a:cs typeface="Times New Roman" panose="02020603050405020304" pitchFamily="18" charset="0"/>
                  </a:rPr>
                  <a:t>,</a:t>
                </a:r>
                <a:endParaRPr lang="zh-CN" altLang="en-US" dirty="0"/>
              </a:p>
            </p:txBody>
          </p:sp>
        </p:grpSp>
        <p:cxnSp>
          <p:nvCxnSpPr>
            <p:cNvPr id="11" name="直接箭头连接符 10">
              <a:extLst>
                <a:ext uri="{FF2B5EF4-FFF2-40B4-BE49-F238E27FC236}">
                  <a16:creationId xmlns:a16="http://schemas.microsoft.com/office/drawing/2014/main" id="{0DD944A7-189B-81E6-4FE2-092CF0720A46}"/>
                </a:ext>
              </a:extLst>
            </p:cNvPr>
            <p:cNvCxnSpPr/>
            <p:nvPr/>
          </p:nvCxnSpPr>
          <p:spPr>
            <a:xfrm flipV="1">
              <a:off x="3419872" y="3135654"/>
              <a:ext cx="0" cy="461665"/>
            </a:xfrm>
            <a:prstGeom prst="straightConnector1">
              <a:avLst/>
            </a:prstGeom>
            <a:ln w="38100">
              <a:headEnd type="triangl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pic>
        <p:nvPicPr>
          <p:cNvPr id="14" name="图片 13">
            <a:extLst>
              <a:ext uri="{FF2B5EF4-FFF2-40B4-BE49-F238E27FC236}">
                <a16:creationId xmlns:a16="http://schemas.microsoft.com/office/drawing/2014/main" id="{05562F84-6D87-2338-1ECA-D8BBBD9515E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223674" y="244722"/>
            <a:ext cx="2761165" cy="270584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pic>
      <p:sp>
        <p:nvSpPr>
          <p:cNvPr id="32" name="文本框 31">
            <a:extLst>
              <a:ext uri="{FF2B5EF4-FFF2-40B4-BE49-F238E27FC236}">
                <a16:creationId xmlns:a16="http://schemas.microsoft.com/office/drawing/2014/main" id="{59143994-D10F-BA8F-E472-AC7727BB58CB}"/>
              </a:ext>
            </a:extLst>
          </p:cNvPr>
          <p:cNvSpPr txBox="1"/>
          <p:nvPr/>
        </p:nvSpPr>
        <p:spPr>
          <a:xfrm>
            <a:off x="581150" y="3466825"/>
            <a:ext cx="4036161" cy="55976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2400" b="1" kern="100" dirty="0">
                <a:effectLst/>
                <a:latin typeface="黑体" panose="02010609060101010101" pitchFamily="49" charset="-122"/>
                <a:ea typeface="黑体" panose="02010609060101010101" pitchFamily="49" charset="-122"/>
                <a:cs typeface="Times New Roman" panose="02020603050405020304" pitchFamily="18" charset="0"/>
              </a:rPr>
              <a:t>等效电路图如图所示，</a:t>
            </a:r>
            <a:endParaRPr lang="en-US" altLang="zh-CN" sz="2400" b="1" kern="100" dirty="0">
              <a:effectLst/>
              <a:latin typeface="黑体" panose="02010609060101010101" pitchFamily="49" charset="-122"/>
              <a:ea typeface="黑体" panose="02010609060101010101" pitchFamily="49" charset="-122"/>
              <a:cs typeface="Times New Roman" panose="02020603050405020304" pitchFamily="18" charset="0"/>
            </a:endParaRPr>
          </a:p>
        </p:txBody>
      </p:sp>
      <p:graphicFrame>
        <p:nvGraphicFramePr>
          <p:cNvPr id="33" name="对象 32">
            <a:extLst>
              <a:ext uri="{FF2B5EF4-FFF2-40B4-BE49-F238E27FC236}">
                <a16:creationId xmlns:a16="http://schemas.microsoft.com/office/drawing/2014/main" id="{EB61D5C5-77A2-54B3-1E3D-41AB29B54960}"/>
              </a:ext>
            </a:extLst>
          </p:cNvPr>
          <p:cNvGraphicFramePr>
            <a:graphicFrameLocks noChangeAspect="1"/>
          </p:cNvGraphicFramePr>
          <p:nvPr/>
        </p:nvGraphicFramePr>
        <p:xfrm>
          <a:off x="648462" y="4782998"/>
          <a:ext cx="3075096" cy="580281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1" imgW="1365220" imgH="270767" progId="Equation.DSMT4">
                  <p:embed/>
                </p:oleObj>
              </mc:Choice>
              <mc:Fallback>
                <p:oleObj name="Equation" r:id="rId11" imgW="1365220" imgH="270767" progId="Equation.DSMT4">
                  <p:embed/>
                  <p:pic>
                    <p:nvPicPr>
                      <p:cNvPr id="33" name="对象 32">
                        <a:extLst>
                          <a:ext uri="{FF2B5EF4-FFF2-40B4-BE49-F238E27FC236}">
                            <a16:creationId xmlns:a16="http://schemas.microsoft.com/office/drawing/2014/main" id="{EB61D5C5-77A2-54B3-1E3D-41AB29B54960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12"/>
                      <a:stretch>
                        <a:fillRect/>
                      </a:stretch>
                    </p:blipFill>
                    <p:spPr>
                      <a:xfrm>
                        <a:off x="648462" y="4782998"/>
                        <a:ext cx="3075096" cy="580281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4" name="对象 33">
            <a:extLst>
              <a:ext uri="{FF2B5EF4-FFF2-40B4-BE49-F238E27FC236}">
                <a16:creationId xmlns:a16="http://schemas.microsoft.com/office/drawing/2014/main" id="{13F02D8A-BC40-4344-B4CC-178430901398}"/>
              </a:ext>
            </a:extLst>
          </p:cNvPr>
          <p:cNvGraphicFramePr>
            <a:graphicFrameLocks noChangeAspect="1"/>
          </p:cNvGraphicFramePr>
          <p:nvPr/>
        </p:nvGraphicFramePr>
        <p:xfrm>
          <a:off x="726609" y="5589608"/>
          <a:ext cx="3248025" cy="889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3" imgW="1574640" imgH="431640" progId="Equation.DSMT4">
                  <p:embed/>
                </p:oleObj>
              </mc:Choice>
              <mc:Fallback>
                <p:oleObj name="Equation" r:id="rId13" imgW="1574640" imgH="431640" progId="Equation.DSMT4">
                  <p:embed/>
                  <p:pic>
                    <p:nvPicPr>
                      <p:cNvPr id="34" name="对象 33">
                        <a:extLst>
                          <a:ext uri="{FF2B5EF4-FFF2-40B4-BE49-F238E27FC236}">
                            <a16:creationId xmlns:a16="http://schemas.microsoft.com/office/drawing/2014/main" id="{13F02D8A-BC40-4344-B4CC-178430901398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14"/>
                      <a:stretch>
                        <a:fillRect/>
                      </a:stretch>
                    </p:blipFill>
                    <p:spPr>
                      <a:xfrm>
                        <a:off x="726609" y="5589608"/>
                        <a:ext cx="3248025" cy="8890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5" name="对象 34">
            <a:extLst>
              <a:ext uri="{FF2B5EF4-FFF2-40B4-BE49-F238E27FC236}">
                <a16:creationId xmlns:a16="http://schemas.microsoft.com/office/drawing/2014/main" id="{6513587B-66D1-4AE9-CA1C-E4AD42653C87}"/>
              </a:ext>
            </a:extLst>
          </p:cNvPr>
          <p:cNvGraphicFramePr>
            <a:graphicFrameLocks noChangeAspect="1"/>
          </p:cNvGraphicFramePr>
          <p:nvPr/>
        </p:nvGraphicFramePr>
        <p:xfrm>
          <a:off x="3948297" y="5623578"/>
          <a:ext cx="1823860" cy="102592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5" imgW="990104" imgH="556457" progId="Equation.DSMT4">
                  <p:embed/>
                </p:oleObj>
              </mc:Choice>
              <mc:Fallback>
                <p:oleObj name="Equation" r:id="rId15" imgW="990104" imgH="556457" progId="Equation.DSMT4">
                  <p:embed/>
                  <p:pic>
                    <p:nvPicPr>
                      <p:cNvPr id="35" name="对象 34">
                        <a:extLst>
                          <a:ext uri="{FF2B5EF4-FFF2-40B4-BE49-F238E27FC236}">
                            <a16:creationId xmlns:a16="http://schemas.microsoft.com/office/drawing/2014/main" id="{6513587B-66D1-4AE9-CA1C-E4AD42653C87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16"/>
                      <a:stretch>
                        <a:fillRect/>
                      </a:stretch>
                    </p:blipFill>
                    <p:spPr>
                      <a:xfrm>
                        <a:off x="3948297" y="5623578"/>
                        <a:ext cx="1823860" cy="1025922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38" name="组合 37">
            <a:extLst>
              <a:ext uri="{FF2B5EF4-FFF2-40B4-BE49-F238E27FC236}">
                <a16:creationId xmlns:a16="http://schemas.microsoft.com/office/drawing/2014/main" id="{6D9623A2-B41A-6BA5-CCE1-04FF7260EB94}"/>
              </a:ext>
            </a:extLst>
          </p:cNvPr>
          <p:cNvGrpSpPr/>
          <p:nvPr/>
        </p:nvGrpSpPr>
        <p:grpSpPr>
          <a:xfrm>
            <a:off x="5148064" y="3424569"/>
            <a:ext cx="3384376" cy="2199009"/>
            <a:chOff x="5148064" y="3424569"/>
            <a:chExt cx="3384376" cy="2199009"/>
          </a:xfrm>
        </p:grpSpPr>
        <p:pic>
          <p:nvPicPr>
            <p:cNvPr id="17" name="图片 16">
              <a:extLst>
                <a:ext uri="{FF2B5EF4-FFF2-40B4-BE49-F238E27FC236}">
                  <a16:creationId xmlns:a16="http://schemas.microsoft.com/office/drawing/2014/main" id="{92F06B20-7FB8-B4E6-BC5D-C24C8C04E22E}"/>
                </a:ext>
              </a:extLst>
            </p:cNvPr>
            <p:cNvPicPr>
              <a:picLocks noChangeAspect="1"/>
            </p:cNvPicPr>
            <p:nvPr/>
          </p:nvPicPr>
          <p:blipFill>
            <a:blip r:embed="rId17"/>
            <a:stretch>
              <a:fillRect/>
            </a:stretch>
          </p:blipFill>
          <p:spPr>
            <a:xfrm rot="16200000">
              <a:off x="5923761" y="4264916"/>
              <a:ext cx="176799" cy="524301"/>
            </a:xfrm>
            <a:prstGeom prst="rect">
              <a:avLst/>
            </a:prstGeom>
          </p:spPr>
        </p:pic>
        <p:cxnSp>
          <p:nvCxnSpPr>
            <p:cNvPr id="19" name="直接连接符 18">
              <a:extLst>
                <a:ext uri="{FF2B5EF4-FFF2-40B4-BE49-F238E27FC236}">
                  <a16:creationId xmlns:a16="http://schemas.microsoft.com/office/drawing/2014/main" id="{16070426-A0B6-7855-1D65-3FAFDF80D305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6012160" y="3424569"/>
              <a:ext cx="1" cy="1008112"/>
            </a:xfrm>
            <a:prstGeom prst="line">
              <a:avLst/>
            </a:prstGeom>
            <a:ln w="28575"/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20" name="直接连接符 19">
              <a:extLst>
                <a:ext uri="{FF2B5EF4-FFF2-40B4-BE49-F238E27FC236}">
                  <a16:creationId xmlns:a16="http://schemas.microsoft.com/office/drawing/2014/main" id="{591168C8-3066-E7BC-57C0-B3A545DA9198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6012160" y="4615466"/>
              <a:ext cx="1" cy="1008112"/>
            </a:xfrm>
            <a:prstGeom prst="line">
              <a:avLst/>
            </a:prstGeom>
            <a:ln w="28575"/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graphicFrame>
          <p:nvGraphicFramePr>
            <p:cNvPr id="21" name="对象 20">
              <a:extLst>
                <a:ext uri="{FF2B5EF4-FFF2-40B4-BE49-F238E27FC236}">
                  <a16:creationId xmlns:a16="http://schemas.microsoft.com/office/drawing/2014/main" id="{F0068DF3-114C-A01E-7F52-654581128285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5297483" y="4173723"/>
            <a:ext cx="467027" cy="706685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18" imgW="361273" imgH="547263" progId="Equation.DSMT4">
                    <p:embed/>
                  </p:oleObj>
                </mc:Choice>
                <mc:Fallback>
                  <p:oleObj name="Equation" r:id="rId18" imgW="361273" imgH="547263" progId="Equation.DSMT4">
                    <p:embed/>
                    <p:pic>
                      <p:nvPicPr>
                        <p:cNvPr id="21" name="对象 20">
                          <a:extLst>
                            <a:ext uri="{FF2B5EF4-FFF2-40B4-BE49-F238E27FC236}">
                              <a16:creationId xmlns:a16="http://schemas.microsoft.com/office/drawing/2014/main" id="{F0068DF3-114C-A01E-7F52-654581128285}"/>
                            </a:ext>
                          </a:extLst>
                        </p:cNvPr>
                        <p:cNvPicPr/>
                        <p:nvPr/>
                      </p:nvPicPr>
                      <p:blipFill>
                        <a:blip r:embed="rId19"/>
                        <a:stretch>
                          <a:fillRect/>
                        </a:stretch>
                      </p:blipFill>
                      <p:spPr>
                        <a:xfrm>
                          <a:off x="5297483" y="4173723"/>
                          <a:ext cx="467027" cy="706685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  <p:pic>
          <p:nvPicPr>
            <p:cNvPr id="22" name="图片 21">
              <a:extLst>
                <a:ext uri="{FF2B5EF4-FFF2-40B4-BE49-F238E27FC236}">
                  <a16:creationId xmlns:a16="http://schemas.microsoft.com/office/drawing/2014/main" id="{2F440A32-075A-7DD4-E8B0-065A6856BC36}"/>
                </a:ext>
              </a:extLst>
            </p:cNvPr>
            <p:cNvPicPr>
              <a:picLocks noChangeAspect="1"/>
            </p:cNvPicPr>
            <p:nvPr/>
          </p:nvPicPr>
          <p:blipFill>
            <a:blip r:embed="rId17"/>
            <a:stretch>
              <a:fillRect/>
            </a:stretch>
          </p:blipFill>
          <p:spPr>
            <a:xfrm rot="5400000">
              <a:off x="7612647" y="4264916"/>
              <a:ext cx="176799" cy="524301"/>
            </a:xfrm>
            <a:prstGeom prst="rect">
              <a:avLst/>
            </a:prstGeom>
          </p:spPr>
        </p:pic>
        <p:graphicFrame>
          <p:nvGraphicFramePr>
            <p:cNvPr id="23" name="对象 22">
              <a:extLst>
                <a:ext uri="{FF2B5EF4-FFF2-40B4-BE49-F238E27FC236}">
                  <a16:creationId xmlns:a16="http://schemas.microsoft.com/office/drawing/2014/main" id="{3F1F38D6-78C1-4244-BEB9-3507D723BA34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7956920" y="4172352"/>
            <a:ext cx="485075" cy="672846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20" imgW="393298" imgH="545821" progId="Equation.DSMT4">
                    <p:embed/>
                  </p:oleObj>
                </mc:Choice>
                <mc:Fallback>
                  <p:oleObj name="Equation" r:id="rId20" imgW="393298" imgH="545821" progId="Equation.DSMT4">
                    <p:embed/>
                    <p:pic>
                      <p:nvPicPr>
                        <p:cNvPr id="23" name="对象 22">
                          <a:extLst>
                            <a:ext uri="{FF2B5EF4-FFF2-40B4-BE49-F238E27FC236}">
                              <a16:creationId xmlns:a16="http://schemas.microsoft.com/office/drawing/2014/main" id="{3F1F38D6-78C1-4244-BEB9-3507D723BA34}"/>
                            </a:ext>
                          </a:extLst>
                        </p:cNvPr>
                        <p:cNvPicPr/>
                        <p:nvPr/>
                      </p:nvPicPr>
                      <p:blipFill>
                        <a:blip r:embed="rId21"/>
                        <a:stretch>
                          <a:fillRect/>
                        </a:stretch>
                      </p:blipFill>
                      <p:spPr>
                        <a:xfrm>
                          <a:off x="7956920" y="4172352"/>
                          <a:ext cx="485075" cy="672846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  <p:cxnSp>
          <p:nvCxnSpPr>
            <p:cNvPr id="24" name="直接连接符 23">
              <a:extLst>
                <a:ext uri="{FF2B5EF4-FFF2-40B4-BE49-F238E27FC236}">
                  <a16:creationId xmlns:a16="http://schemas.microsoft.com/office/drawing/2014/main" id="{E05D6CDB-03BF-19D2-CD93-CFE804A44549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7705278" y="4615466"/>
              <a:ext cx="1" cy="1008112"/>
            </a:xfrm>
            <a:prstGeom prst="line">
              <a:avLst/>
            </a:prstGeom>
            <a:ln w="28575"/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25" name="直接连接符 24">
              <a:extLst>
                <a:ext uri="{FF2B5EF4-FFF2-40B4-BE49-F238E27FC236}">
                  <a16:creationId xmlns:a16="http://schemas.microsoft.com/office/drawing/2014/main" id="{8E8C2581-CF88-FBBD-6C60-D13DC0957AC7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7701045" y="3424569"/>
              <a:ext cx="1" cy="1008112"/>
            </a:xfrm>
            <a:prstGeom prst="line">
              <a:avLst/>
            </a:prstGeom>
            <a:ln w="28575"/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26" name="直接连接符 25">
              <a:extLst>
                <a:ext uri="{FF2B5EF4-FFF2-40B4-BE49-F238E27FC236}">
                  <a16:creationId xmlns:a16="http://schemas.microsoft.com/office/drawing/2014/main" id="{1931441B-11AB-6930-A9B1-FCB5E6215944}"/>
                </a:ext>
              </a:extLst>
            </p:cNvPr>
            <p:cNvCxnSpPr>
              <a:cxnSpLocks/>
            </p:cNvCxnSpPr>
            <p:nvPr/>
          </p:nvCxnSpPr>
          <p:spPr>
            <a:xfrm>
              <a:off x="6012160" y="5623578"/>
              <a:ext cx="1688885" cy="0"/>
            </a:xfrm>
            <a:prstGeom prst="line">
              <a:avLst/>
            </a:prstGeom>
            <a:ln w="28575"/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29" name="直接连接符 28">
              <a:extLst>
                <a:ext uri="{FF2B5EF4-FFF2-40B4-BE49-F238E27FC236}">
                  <a16:creationId xmlns:a16="http://schemas.microsoft.com/office/drawing/2014/main" id="{676985E2-B765-F388-EF87-889E91A5D8FB}"/>
                </a:ext>
              </a:extLst>
            </p:cNvPr>
            <p:cNvCxnSpPr>
              <a:cxnSpLocks/>
            </p:cNvCxnSpPr>
            <p:nvPr/>
          </p:nvCxnSpPr>
          <p:spPr>
            <a:xfrm>
              <a:off x="6012160" y="3429000"/>
              <a:ext cx="1688885" cy="0"/>
            </a:xfrm>
            <a:prstGeom prst="line">
              <a:avLst/>
            </a:prstGeom>
            <a:ln w="28575"/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36" name="直接箭头连接符 35">
              <a:extLst>
                <a:ext uri="{FF2B5EF4-FFF2-40B4-BE49-F238E27FC236}">
                  <a16:creationId xmlns:a16="http://schemas.microsoft.com/office/drawing/2014/main" id="{4EB090AE-BA97-FB0B-ED9D-498B59842650}"/>
                </a:ext>
              </a:extLst>
            </p:cNvPr>
            <p:cNvCxnSpPr/>
            <p:nvPr/>
          </p:nvCxnSpPr>
          <p:spPr>
            <a:xfrm flipV="1">
              <a:off x="5148064" y="4235533"/>
              <a:ext cx="0" cy="461665"/>
            </a:xfrm>
            <a:prstGeom prst="straightConnector1">
              <a:avLst/>
            </a:prstGeom>
            <a:ln w="38100"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7" name="直接箭头连接符 36">
              <a:extLst>
                <a:ext uri="{FF2B5EF4-FFF2-40B4-BE49-F238E27FC236}">
                  <a16:creationId xmlns:a16="http://schemas.microsoft.com/office/drawing/2014/main" id="{8A7553DA-BF9A-5AC8-C234-8B7C4D5B4A71}"/>
                </a:ext>
              </a:extLst>
            </p:cNvPr>
            <p:cNvCxnSpPr/>
            <p:nvPr/>
          </p:nvCxnSpPr>
          <p:spPr>
            <a:xfrm flipV="1">
              <a:off x="8532440" y="4314373"/>
              <a:ext cx="0" cy="461665"/>
            </a:xfrm>
            <a:prstGeom prst="straightConnector1">
              <a:avLst/>
            </a:prstGeom>
            <a:ln w="38100">
              <a:headEnd type="triangl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40" name="文本框 39">
            <a:extLst>
              <a:ext uri="{FF2B5EF4-FFF2-40B4-BE49-F238E27FC236}">
                <a16:creationId xmlns:a16="http://schemas.microsoft.com/office/drawing/2014/main" id="{DA089ED4-8D44-C903-8C25-9204907ADD4C}"/>
              </a:ext>
            </a:extLst>
          </p:cNvPr>
          <p:cNvSpPr txBox="1"/>
          <p:nvPr/>
        </p:nvSpPr>
        <p:spPr>
          <a:xfrm>
            <a:off x="524857" y="4044419"/>
            <a:ext cx="4075201" cy="55976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2400" b="1" kern="100" dirty="0">
                <a:effectLst/>
                <a:latin typeface="黑体" panose="02010609060101010101" pitchFamily="49" charset="-122"/>
                <a:ea typeface="黑体" panose="02010609060101010101" pitchFamily="49" charset="-122"/>
                <a:cs typeface="Times New Roman" panose="02020603050405020304" pitchFamily="18" charset="0"/>
              </a:rPr>
              <a:t>所以</a:t>
            </a:r>
            <a:r>
              <a:rPr lang="zh-CN" altLang="zh-CN" sz="2400" b="1" kern="100" dirty="0">
                <a:effectLst/>
                <a:latin typeface="黑体" panose="02010609060101010101" pitchFamily="49" charset="-122"/>
                <a:ea typeface="黑体" panose="02010609060101010101" pitchFamily="49" charset="-122"/>
                <a:cs typeface="Times New Roman" panose="02020603050405020304" pitchFamily="18" charset="0"/>
              </a:rPr>
              <a:t>线圈中的感应电动势</a:t>
            </a:r>
            <a:r>
              <a:rPr lang="zh-CN" altLang="en-US" sz="2400" b="1" kern="100" dirty="0">
                <a:effectLst/>
                <a:latin typeface="黑体" panose="02010609060101010101" pitchFamily="49" charset="-122"/>
                <a:ea typeface="黑体" panose="02010609060101010101" pitchFamily="49" charset="-122"/>
                <a:cs typeface="Times New Roman" panose="02020603050405020304" pitchFamily="18" charset="0"/>
              </a:rPr>
              <a:t>：</a:t>
            </a:r>
            <a:endParaRPr lang="zh-CN" altLang="en-US" sz="2400" b="1" dirty="0"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49324628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2" grpId="0"/>
      <p:bldP spid="40" grpId="0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>
            <a:extLst>
              <a:ext uri="{FF2B5EF4-FFF2-40B4-BE49-F238E27FC236}">
                <a16:creationId xmlns:a16="http://schemas.microsoft.com/office/drawing/2014/main" id="{774DCE83-C3B2-7AFF-B11C-FB999D96BE16}"/>
              </a:ext>
            </a:extLst>
          </p:cNvPr>
          <p:cNvSpPr txBox="1"/>
          <p:nvPr/>
        </p:nvSpPr>
        <p:spPr>
          <a:xfrm>
            <a:off x="487681" y="363231"/>
            <a:ext cx="457200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2400" b="1" dirty="0">
                <a:solidFill>
                  <a:srgbClr val="0066FF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二、基本结论要记住</a:t>
            </a: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A2BE7ECD-20DA-6A61-0D8C-BDA674EB1325}"/>
              </a:ext>
            </a:extLst>
          </p:cNvPr>
          <p:cNvSpPr txBox="1"/>
          <p:nvPr/>
        </p:nvSpPr>
        <p:spPr>
          <a:xfrm>
            <a:off x="762693" y="1229892"/>
            <a:ext cx="6969067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b="1" dirty="0">
                <a:solidFill>
                  <a:srgbClr val="FF0000"/>
                </a:solidFill>
              </a:rPr>
              <a:t>载流直导线</a:t>
            </a:r>
            <a:r>
              <a:rPr lang="zh-CN" altLang="en-US" sz="2400" b="1" dirty="0"/>
              <a:t>产生的磁场，</a:t>
            </a:r>
            <a:r>
              <a:rPr lang="zh-CN" altLang="en-US" sz="2400" b="1" dirty="0">
                <a:solidFill>
                  <a:srgbClr val="FF0000"/>
                </a:solidFill>
              </a:rPr>
              <a:t>载流圆弧</a:t>
            </a:r>
            <a:r>
              <a:rPr lang="zh-CN" altLang="en-US" sz="2400" b="1" dirty="0"/>
              <a:t>在圆心处产生的磁场，这两个结论要记住，遇到有关问题直接用。</a:t>
            </a:r>
          </a:p>
        </p:txBody>
      </p:sp>
      <p:grpSp>
        <p:nvGrpSpPr>
          <p:cNvPr id="6" name="组合 5">
            <a:extLst>
              <a:ext uri="{FF2B5EF4-FFF2-40B4-BE49-F238E27FC236}">
                <a16:creationId xmlns:a16="http://schemas.microsoft.com/office/drawing/2014/main" id="{64499D12-1225-4DCE-141F-E5ECE7C9795C}"/>
              </a:ext>
            </a:extLst>
          </p:cNvPr>
          <p:cNvGrpSpPr/>
          <p:nvPr/>
        </p:nvGrpSpPr>
        <p:grpSpPr>
          <a:xfrm>
            <a:off x="626564" y="2158128"/>
            <a:ext cx="3677409" cy="3371800"/>
            <a:chOff x="7062653" y="1378455"/>
            <a:chExt cx="3696165" cy="3416376"/>
          </a:xfrm>
        </p:grpSpPr>
        <p:pic>
          <p:nvPicPr>
            <p:cNvPr id="7" name="图片 6">
              <a:extLst>
                <a:ext uri="{FF2B5EF4-FFF2-40B4-BE49-F238E27FC236}">
                  <a16:creationId xmlns:a16="http://schemas.microsoft.com/office/drawing/2014/main" id="{F6F8F476-E6E8-79C1-0C40-EFC88EC89B2D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7062653" y="1378455"/>
              <a:ext cx="3696165" cy="3416376"/>
            </a:xfrm>
            <a:prstGeom prst="rect">
              <a:avLst/>
            </a:prstGeom>
          </p:spPr>
        </p:pic>
        <p:graphicFrame>
          <p:nvGraphicFramePr>
            <p:cNvPr id="8" name="对象 7">
              <a:extLst>
                <a:ext uri="{FF2B5EF4-FFF2-40B4-BE49-F238E27FC236}">
                  <a16:creationId xmlns:a16="http://schemas.microsoft.com/office/drawing/2014/main" id="{DCAE40F6-337C-2476-7858-9A3CF487EFFC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1910963958"/>
                </p:ext>
              </p:extLst>
            </p:nvPr>
          </p:nvGraphicFramePr>
          <p:xfrm>
            <a:off x="8883723" y="3650199"/>
            <a:ext cx="417935" cy="459962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3" imgW="126720" imgH="139680" progId="Equation.DSMT4">
                    <p:embed/>
                  </p:oleObj>
                </mc:Choice>
                <mc:Fallback>
                  <p:oleObj name="Equation" r:id="rId3" imgW="126720" imgH="139680" progId="Equation.DSMT4">
                    <p:embed/>
                    <p:pic>
                      <p:nvPicPr>
                        <p:cNvPr id="8" name="对象 7">
                          <a:extLst>
                            <a:ext uri="{FF2B5EF4-FFF2-40B4-BE49-F238E27FC236}">
                              <a16:creationId xmlns:a16="http://schemas.microsoft.com/office/drawing/2014/main" id="{98334C70-F472-9058-C32F-4355E850C39B}"/>
                            </a:ext>
                          </a:extLst>
                        </p:cNvPr>
                        <p:cNvPicPr/>
                        <p:nvPr/>
                      </p:nvPicPr>
                      <p:blipFill>
                        <a:blip r:embed="rId4"/>
                        <a:stretch>
                          <a:fillRect/>
                        </a:stretch>
                      </p:blipFill>
                      <p:spPr>
                        <a:xfrm>
                          <a:off x="8883723" y="3650199"/>
                          <a:ext cx="417935" cy="459962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</p:grpSp>
      <p:graphicFrame>
        <p:nvGraphicFramePr>
          <p:cNvPr id="9" name="对象 8">
            <a:extLst>
              <a:ext uri="{FF2B5EF4-FFF2-40B4-BE49-F238E27FC236}">
                <a16:creationId xmlns:a16="http://schemas.microsoft.com/office/drawing/2014/main" id="{B6E6E8E3-EEA9-B655-F5AF-D1AAD4F6B21D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39957006"/>
              </p:ext>
            </p:extLst>
          </p:nvPr>
        </p:nvGraphicFramePr>
        <p:xfrm>
          <a:off x="981751" y="5529928"/>
          <a:ext cx="2967037" cy="9318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5" imgW="2967186" imgH="932655" progId="Equation.DSMT4">
                  <p:embed/>
                </p:oleObj>
              </mc:Choice>
              <mc:Fallback>
                <p:oleObj name="Equation" r:id="rId5" imgW="2967186" imgH="932655" progId="Equation.DSMT4">
                  <p:embed/>
                  <p:pic>
                    <p:nvPicPr>
                      <p:cNvPr id="11" name="对象 10">
                        <a:extLst>
                          <a:ext uri="{FF2B5EF4-FFF2-40B4-BE49-F238E27FC236}">
                            <a16:creationId xmlns:a16="http://schemas.microsoft.com/office/drawing/2014/main" id="{3EA4B289-3B7F-2366-4605-597A64B2DA9C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981751" y="5529928"/>
                        <a:ext cx="2967037" cy="931863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10" name="图片 9">
            <a:extLst>
              <a:ext uri="{FF2B5EF4-FFF2-40B4-BE49-F238E27FC236}">
                <a16:creationId xmlns:a16="http://schemas.microsoft.com/office/drawing/2014/main" id="{97286C60-7482-EEB6-8F04-06FF86E3A317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889468" y="2465885"/>
            <a:ext cx="3064533" cy="2726619"/>
          </a:xfrm>
          <a:prstGeom prst="rect">
            <a:avLst/>
          </a:prstGeom>
        </p:spPr>
      </p:pic>
      <p:graphicFrame>
        <p:nvGraphicFramePr>
          <p:cNvPr id="11" name="对象 10">
            <a:extLst>
              <a:ext uri="{FF2B5EF4-FFF2-40B4-BE49-F238E27FC236}">
                <a16:creationId xmlns:a16="http://schemas.microsoft.com/office/drawing/2014/main" id="{56F50BF9-04DF-7F10-E511-80717E0AED87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079541526"/>
              </p:ext>
            </p:extLst>
          </p:nvPr>
        </p:nvGraphicFramePr>
        <p:xfrm>
          <a:off x="5652770" y="5373149"/>
          <a:ext cx="1512212" cy="871746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8" imgW="810201" imgH="466060" progId="Equation.DSMT4">
                  <p:embed/>
                </p:oleObj>
              </mc:Choice>
              <mc:Fallback>
                <p:oleObj name="Equation" r:id="rId8" imgW="810201" imgH="466060" progId="Equation.DSMT4">
                  <p:embed/>
                  <p:pic>
                    <p:nvPicPr>
                      <p:cNvPr id="13" name="对象 12">
                        <a:extLst>
                          <a:ext uri="{FF2B5EF4-FFF2-40B4-BE49-F238E27FC236}">
                            <a16:creationId xmlns:a16="http://schemas.microsoft.com/office/drawing/2014/main" id="{0196413D-0A2B-E174-193D-F646B4670C1E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9"/>
                      <a:stretch>
                        <a:fillRect/>
                      </a:stretch>
                    </p:blipFill>
                    <p:spPr>
                      <a:xfrm>
                        <a:off x="5652770" y="5373149"/>
                        <a:ext cx="1512212" cy="871746"/>
                      </a:xfrm>
                      <a:prstGeom prst="rect">
                        <a:avLst/>
                      </a:prstGeom>
                      <a:ln>
                        <a:solidFill>
                          <a:schemeClr val="bg1"/>
                        </a:solidFill>
                      </a:ln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401039360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">
            <a:extLst>
              <a:ext uri="{FF2B5EF4-FFF2-40B4-BE49-F238E27FC236}">
                <a16:creationId xmlns:a16="http://schemas.microsoft.com/office/drawing/2014/main" id="{6B671E92-EDBA-C202-E1C0-42CF0F994C9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991682"/>
            <a:ext cx="8707582" cy="1195397"/>
          </a:xfrm>
          <a:prstGeom prst="rect">
            <a:avLst/>
          </a:prstGeom>
        </p:spPr>
      </p:pic>
      <p:sp>
        <p:nvSpPr>
          <p:cNvPr id="3" name="文本框 2">
            <a:extLst>
              <a:ext uri="{FF2B5EF4-FFF2-40B4-BE49-F238E27FC236}">
                <a16:creationId xmlns:a16="http://schemas.microsoft.com/office/drawing/2014/main" id="{0CCCBAD4-9FB5-A886-F804-FB472D376A08}"/>
              </a:ext>
            </a:extLst>
          </p:cNvPr>
          <p:cNvSpPr txBox="1"/>
          <p:nvPr/>
        </p:nvSpPr>
        <p:spPr>
          <a:xfrm>
            <a:off x="447040" y="346584"/>
            <a:ext cx="343408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2400" b="1" i="0" u="none" strike="noStrike" baseline="0" dirty="0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电磁学（下）练习</a:t>
            </a:r>
            <a:r>
              <a:rPr lang="zh-CN" altLang="en-US" sz="2400" b="1" dirty="0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四</a:t>
            </a:r>
            <a:r>
              <a:rPr lang="zh-CN" altLang="en-US" sz="2400" b="1" i="0" u="none" strike="noStrike" baseline="0" dirty="0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 </a:t>
            </a:r>
            <a:endParaRPr lang="zh-CN" altLang="en-US" sz="2400" b="1" dirty="0"/>
          </a:p>
        </p:txBody>
      </p:sp>
      <p:pic>
        <p:nvPicPr>
          <p:cNvPr id="4" name="图片 3">
            <a:extLst>
              <a:ext uri="{FF2B5EF4-FFF2-40B4-BE49-F238E27FC236}">
                <a16:creationId xmlns:a16="http://schemas.microsoft.com/office/drawing/2014/main" id="{C02BBF49-C7B0-1CC6-D631-2BB7548E205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2090" y="2187080"/>
            <a:ext cx="7305255" cy="454918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80792736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">
            <a:extLst>
              <a:ext uri="{FF2B5EF4-FFF2-40B4-BE49-F238E27FC236}">
                <a16:creationId xmlns:a16="http://schemas.microsoft.com/office/drawing/2014/main" id="{6CD04D92-B4CB-6F5C-3945-C4C99BE1E0E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680028"/>
            <a:ext cx="9144000" cy="1778000"/>
          </a:xfrm>
          <a:prstGeom prst="rect">
            <a:avLst/>
          </a:prstGeom>
        </p:spPr>
      </p:pic>
      <p:sp>
        <p:nvSpPr>
          <p:cNvPr id="3" name="文本框 2">
            <a:extLst>
              <a:ext uri="{FF2B5EF4-FFF2-40B4-BE49-F238E27FC236}">
                <a16:creationId xmlns:a16="http://schemas.microsoft.com/office/drawing/2014/main" id="{BC528B81-35A6-80D9-BA16-0EB0B7AE5E89}"/>
              </a:ext>
            </a:extLst>
          </p:cNvPr>
          <p:cNvSpPr txBox="1"/>
          <p:nvPr/>
        </p:nvSpPr>
        <p:spPr>
          <a:xfrm>
            <a:off x="824936" y="2550459"/>
            <a:ext cx="7207236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等线" panose="02010600030101010101" pitchFamily="2" charset="-122"/>
                <a:cs typeface="+mn-cs"/>
              </a:rPr>
              <a:t>本题考查无限长载流直导线的磁场，套公式，注意磁场方向。详情见标准答案，在此不再赘述。</a:t>
            </a:r>
          </a:p>
        </p:txBody>
      </p:sp>
      <p:grpSp>
        <p:nvGrpSpPr>
          <p:cNvPr id="4" name="组合 3">
            <a:extLst>
              <a:ext uri="{FF2B5EF4-FFF2-40B4-BE49-F238E27FC236}">
                <a16:creationId xmlns:a16="http://schemas.microsoft.com/office/drawing/2014/main" id="{752FB133-4972-5537-269D-15F661FDCD90}"/>
              </a:ext>
            </a:extLst>
          </p:cNvPr>
          <p:cNvGrpSpPr/>
          <p:nvPr/>
        </p:nvGrpSpPr>
        <p:grpSpPr>
          <a:xfrm>
            <a:off x="3397827" y="3739462"/>
            <a:ext cx="0" cy="2509024"/>
            <a:chOff x="5040351" y="657923"/>
            <a:chExt cx="0" cy="2509024"/>
          </a:xfrm>
        </p:grpSpPr>
        <p:cxnSp>
          <p:nvCxnSpPr>
            <p:cNvPr id="5" name="直接箭头连接符 4">
              <a:extLst>
                <a:ext uri="{FF2B5EF4-FFF2-40B4-BE49-F238E27FC236}">
                  <a16:creationId xmlns:a16="http://schemas.microsoft.com/office/drawing/2014/main" id="{61C858F1-4D54-3A0B-3BA7-F173E32812EF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5040351" y="657923"/>
              <a:ext cx="0" cy="2509024"/>
            </a:xfrm>
            <a:prstGeom prst="straightConnector1">
              <a:avLst/>
            </a:prstGeom>
            <a:ln w="38100">
              <a:solidFill>
                <a:srgbClr val="0000FF"/>
              </a:solidFill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" name="直接箭头连接符 5">
              <a:extLst>
                <a:ext uri="{FF2B5EF4-FFF2-40B4-BE49-F238E27FC236}">
                  <a16:creationId xmlns:a16="http://schemas.microsoft.com/office/drawing/2014/main" id="{85A069CA-6CD7-9621-F647-2BA451EF11AC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5040351" y="1832517"/>
              <a:ext cx="0" cy="1334430"/>
            </a:xfrm>
            <a:prstGeom prst="straightConnector1">
              <a:avLst/>
            </a:prstGeom>
            <a:ln w="38100">
              <a:solidFill>
                <a:srgbClr val="0000FF"/>
              </a:solidFill>
              <a:headEnd type="none" w="med" len="med"/>
              <a:tailEnd type="arrow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7" name="组合 6">
            <a:extLst>
              <a:ext uri="{FF2B5EF4-FFF2-40B4-BE49-F238E27FC236}">
                <a16:creationId xmlns:a16="http://schemas.microsoft.com/office/drawing/2014/main" id="{83316B92-1EB0-065C-B5B6-5148AEDBC922}"/>
              </a:ext>
            </a:extLst>
          </p:cNvPr>
          <p:cNvGrpSpPr/>
          <p:nvPr/>
        </p:nvGrpSpPr>
        <p:grpSpPr>
          <a:xfrm>
            <a:off x="5158300" y="3797077"/>
            <a:ext cx="0" cy="2509024"/>
            <a:chOff x="5040351" y="657923"/>
            <a:chExt cx="0" cy="2509024"/>
          </a:xfrm>
        </p:grpSpPr>
        <p:cxnSp>
          <p:nvCxnSpPr>
            <p:cNvPr id="8" name="直接箭头连接符 7">
              <a:extLst>
                <a:ext uri="{FF2B5EF4-FFF2-40B4-BE49-F238E27FC236}">
                  <a16:creationId xmlns:a16="http://schemas.microsoft.com/office/drawing/2014/main" id="{F5AF7269-BD9A-99BF-3987-B20A02C6FD52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5040351" y="657923"/>
              <a:ext cx="0" cy="2509024"/>
            </a:xfrm>
            <a:prstGeom prst="straightConnector1">
              <a:avLst/>
            </a:prstGeom>
            <a:ln w="38100">
              <a:solidFill>
                <a:srgbClr val="0000FF"/>
              </a:solidFill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" name="直接箭头连接符 8">
              <a:extLst>
                <a:ext uri="{FF2B5EF4-FFF2-40B4-BE49-F238E27FC236}">
                  <a16:creationId xmlns:a16="http://schemas.microsoft.com/office/drawing/2014/main" id="{932CC661-EB2F-30D7-B0C4-6D6FFE9D8CB0}"/>
                </a:ext>
              </a:extLst>
            </p:cNvPr>
            <p:cNvCxnSpPr>
              <a:cxnSpLocks/>
            </p:cNvCxnSpPr>
            <p:nvPr/>
          </p:nvCxnSpPr>
          <p:spPr>
            <a:xfrm>
              <a:off x="5040351" y="875102"/>
              <a:ext cx="0" cy="1126272"/>
            </a:xfrm>
            <a:prstGeom prst="straightConnector1">
              <a:avLst/>
            </a:prstGeom>
            <a:ln w="38100">
              <a:solidFill>
                <a:srgbClr val="0000FF"/>
              </a:solidFill>
              <a:headEnd type="none" w="med" len="med"/>
              <a:tailEnd type="arrow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0" name="椭圆 9">
            <a:extLst>
              <a:ext uri="{FF2B5EF4-FFF2-40B4-BE49-F238E27FC236}">
                <a16:creationId xmlns:a16="http://schemas.microsoft.com/office/drawing/2014/main" id="{D5AE5187-9A91-55E4-3516-AECE4A3B95BC}"/>
              </a:ext>
            </a:extLst>
          </p:cNvPr>
          <p:cNvSpPr/>
          <p:nvPr/>
        </p:nvSpPr>
        <p:spPr>
          <a:xfrm>
            <a:off x="4165105" y="5288522"/>
            <a:ext cx="72000" cy="72000"/>
          </a:xfrm>
          <a:prstGeom prst="ellipse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等线" panose="02010600030101010101" pitchFamily="2" charset="-122"/>
              <a:cs typeface="+mn-cs"/>
            </a:endParaRPr>
          </a:p>
        </p:txBody>
      </p:sp>
      <p:graphicFrame>
        <p:nvGraphicFramePr>
          <p:cNvPr id="11" name="对象 10">
            <a:extLst>
              <a:ext uri="{FF2B5EF4-FFF2-40B4-BE49-F238E27FC236}">
                <a16:creationId xmlns:a16="http://schemas.microsoft.com/office/drawing/2014/main" id="{790E01D6-6415-E09F-D459-D65D0A4FFA93}"/>
              </a:ext>
            </a:extLst>
          </p:cNvPr>
          <p:cNvGraphicFramePr>
            <a:graphicFrameLocks noChangeAspect="1"/>
          </p:cNvGraphicFramePr>
          <p:nvPr/>
        </p:nvGraphicFramePr>
        <p:xfrm>
          <a:off x="3834303" y="5043508"/>
          <a:ext cx="402993" cy="44329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3" imgW="126720" imgH="139680" progId="Equation.DSMT4">
                  <p:embed/>
                </p:oleObj>
              </mc:Choice>
              <mc:Fallback>
                <p:oleObj name="Equation" r:id="rId3" imgW="126720" imgH="139680" progId="Equation.DSMT4">
                  <p:embed/>
                  <p:pic>
                    <p:nvPicPr>
                      <p:cNvPr id="11" name="对象 10">
                        <a:extLst>
                          <a:ext uri="{FF2B5EF4-FFF2-40B4-BE49-F238E27FC236}">
                            <a16:creationId xmlns:a16="http://schemas.microsoft.com/office/drawing/2014/main" id="{790E01D6-6415-E09F-D459-D65D0A4FFA93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3834303" y="5043508"/>
                        <a:ext cx="402993" cy="443292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cxnSp>
        <p:nvCxnSpPr>
          <p:cNvPr id="12" name="直接箭头连接符 11">
            <a:extLst>
              <a:ext uri="{FF2B5EF4-FFF2-40B4-BE49-F238E27FC236}">
                <a16:creationId xmlns:a16="http://schemas.microsoft.com/office/drawing/2014/main" id="{D201729F-1011-9FA5-F4EC-CCA954C6A9B5}"/>
              </a:ext>
            </a:extLst>
          </p:cNvPr>
          <p:cNvCxnSpPr>
            <a:cxnSpLocks/>
          </p:cNvCxnSpPr>
          <p:nvPr/>
        </p:nvCxnSpPr>
        <p:spPr>
          <a:xfrm>
            <a:off x="3397827" y="6092368"/>
            <a:ext cx="1760473" cy="0"/>
          </a:xfrm>
          <a:prstGeom prst="straightConnector1">
            <a:avLst/>
          </a:prstGeom>
          <a:ln w="28575">
            <a:solidFill>
              <a:srgbClr val="00B050"/>
            </a:solidFill>
            <a:prstDash val="sysDash"/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13" name="对象 12">
            <a:extLst>
              <a:ext uri="{FF2B5EF4-FFF2-40B4-BE49-F238E27FC236}">
                <a16:creationId xmlns:a16="http://schemas.microsoft.com/office/drawing/2014/main" id="{CB0339B9-75FC-3695-D918-767BF50B7655}"/>
              </a:ext>
            </a:extLst>
          </p:cNvPr>
          <p:cNvGraphicFramePr>
            <a:graphicFrameLocks noChangeAspect="1"/>
          </p:cNvGraphicFramePr>
          <p:nvPr/>
        </p:nvGraphicFramePr>
        <p:xfrm>
          <a:off x="3966838" y="6009692"/>
          <a:ext cx="939800" cy="4540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5" imgW="368280" imgH="177480" progId="Equation.DSMT4">
                  <p:embed/>
                </p:oleObj>
              </mc:Choice>
              <mc:Fallback>
                <p:oleObj name="Equation" r:id="rId5" imgW="368280" imgH="177480" progId="Equation.DSMT4">
                  <p:embed/>
                  <p:pic>
                    <p:nvPicPr>
                      <p:cNvPr id="13" name="对象 12">
                        <a:extLst>
                          <a:ext uri="{FF2B5EF4-FFF2-40B4-BE49-F238E27FC236}">
                            <a16:creationId xmlns:a16="http://schemas.microsoft.com/office/drawing/2014/main" id="{CB0339B9-75FC-3695-D918-767BF50B7655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3966838" y="6009692"/>
                        <a:ext cx="939800" cy="454025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cxnSp>
        <p:nvCxnSpPr>
          <p:cNvPr id="14" name="直接箭头连接符 13">
            <a:extLst>
              <a:ext uri="{FF2B5EF4-FFF2-40B4-BE49-F238E27FC236}">
                <a16:creationId xmlns:a16="http://schemas.microsoft.com/office/drawing/2014/main" id="{CE2E41FA-6939-5D7D-01CB-DD3769A931EF}"/>
              </a:ext>
            </a:extLst>
          </p:cNvPr>
          <p:cNvCxnSpPr>
            <a:cxnSpLocks/>
          </p:cNvCxnSpPr>
          <p:nvPr/>
        </p:nvCxnSpPr>
        <p:spPr>
          <a:xfrm>
            <a:off x="4201105" y="5324522"/>
            <a:ext cx="957195" cy="0"/>
          </a:xfrm>
          <a:prstGeom prst="straightConnector1">
            <a:avLst/>
          </a:prstGeom>
          <a:ln w="28575">
            <a:solidFill>
              <a:srgbClr val="00B050"/>
            </a:solidFill>
            <a:prstDash val="sysDash"/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15" name="对象 14">
            <a:extLst>
              <a:ext uri="{FF2B5EF4-FFF2-40B4-BE49-F238E27FC236}">
                <a16:creationId xmlns:a16="http://schemas.microsoft.com/office/drawing/2014/main" id="{FAC9EDB3-BDC9-EF4C-804A-775ED253013A}"/>
              </a:ext>
            </a:extLst>
          </p:cNvPr>
          <p:cNvGraphicFramePr>
            <a:graphicFrameLocks noChangeAspect="1"/>
          </p:cNvGraphicFramePr>
          <p:nvPr/>
        </p:nvGraphicFramePr>
        <p:xfrm>
          <a:off x="4290764" y="5360522"/>
          <a:ext cx="777875" cy="4540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7" imgW="304560" imgH="177480" progId="Equation.DSMT4">
                  <p:embed/>
                </p:oleObj>
              </mc:Choice>
              <mc:Fallback>
                <p:oleObj name="Equation" r:id="rId7" imgW="304560" imgH="177480" progId="Equation.DSMT4">
                  <p:embed/>
                  <p:pic>
                    <p:nvPicPr>
                      <p:cNvPr id="15" name="对象 14">
                        <a:extLst>
                          <a:ext uri="{FF2B5EF4-FFF2-40B4-BE49-F238E27FC236}">
                            <a16:creationId xmlns:a16="http://schemas.microsoft.com/office/drawing/2014/main" id="{FAC9EDB3-BDC9-EF4C-804A-775ED253013A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8"/>
                      <a:stretch>
                        <a:fillRect/>
                      </a:stretch>
                    </p:blipFill>
                    <p:spPr>
                      <a:xfrm>
                        <a:off x="4290764" y="5360522"/>
                        <a:ext cx="777875" cy="454025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6" name="对象 15">
            <a:extLst>
              <a:ext uri="{FF2B5EF4-FFF2-40B4-BE49-F238E27FC236}">
                <a16:creationId xmlns:a16="http://schemas.microsoft.com/office/drawing/2014/main" id="{7C55B3D7-A8B4-5F26-9B90-58CFBF3B40C8}"/>
              </a:ext>
            </a:extLst>
          </p:cNvPr>
          <p:cNvGraphicFramePr>
            <a:graphicFrameLocks noChangeAspect="1"/>
          </p:cNvGraphicFramePr>
          <p:nvPr/>
        </p:nvGraphicFramePr>
        <p:xfrm>
          <a:off x="3031451" y="4121010"/>
          <a:ext cx="377825" cy="52314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9" imgW="164880" imgH="228600" progId="Equation.DSMT4">
                  <p:embed/>
                </p:oleObj>
              </mc:Choice>
              <mc:Fallback>
                <p:oleObj name="Equation" r:id="rId9" imgW="164880" imgH="228600" progId="Equation.DSMT4">
                  <p:embed/>
                  <p:pic>
                    <p:nvPicPr>
                      <p:cNvPr id="16" name="对象 15">
                        <a:extLst>
                          <a:ext uri="{FF2B5EF4-FFF2-40B4-BE49-F238E27FC236}">
                            <a16:creationId xmlns:a16="http://schemas.microsoft.com/office/drawing/2014/main" id="{7C55B3D7-A8B4-5F26-9B90-58CFBF3B40C8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10"/>
                      <a:stretch>
                        <a:fillRect/>
                      </a:stretch>
                    </p:blipFill>
                    <p:spPr>
                      <a:xfrm>
                        <a:off x="3031451" y="4121010"/>
                        <a:ext cx="377825" cy="523142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7" name="对象 16">
            <a:extLst>
              <a:ext uri="{FF2B5EF4-FFF2-40B4-BE49-F238E27FC236}">
                <a16:creationId xmlns:a16="http://schemas.microsoft.com/office/drawing/2014/main" id="{C572E750-BB07-F734-1296-498106E8B076}"/>
              </a:ext>
            </a:extLst>
          </p:cNvPr>
          <p:cNvGraphicFramePr>
            <a:graphicFrameLocks noChangeAspect="1"/>
          </p:cNvGraphicFramePr>
          <p:nvPr/>
        </p:nvGraphicFramePr>
        <p:xfrm>
          <a:off x="5158300" y="4099213"/>
          <a:ext cx="407988" cy="5222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1" imgW="177480" imgH="228600" progId="Equation.DSMT4">
                  <p:embed/>
                </p:oleObj>
              </mc:Choice>
              <mc:Fallback>
                <p:oleObj name="Equation" r:id="rId11" imgW="177480" imgH="228600" progId="Equation.DSMT4">
                  <p:embed/>
                  <p:pic>
                    <p:nvPicPr>
                      <p:cNvPr id="17" name="对象 16">
                        <a:extLst>
                          <a:ext uri="{FF2B5EF4-FFF2-40B4-BE49-F238E27FC236}">
                            <a16:creationId xmlns:a16="http://schemas.microsoft.com/office/drawing/2014/main" id="{C572E750-BB07-F734-1296-498106E8B076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12"/>
                      <a:stretch>
                        <a:fillRect/>
                      </a:stretch>
                    </p:blipFill>
                    <p:spPr>
                      <a:xfrm>
                        <a:off x="5158300" y="4099213"/>
                        <a:ext cx="407988" cy="5222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8" name="对象 17">
            <a:extLst>
              <a:ext uri="{FF2B5EF4-FFF2-40B4-BE49-F238E27FC236}">
                <a16:creationId xmlns:a16="http://schemas.microsoft.com/office/drawing/2014/main" id="{09A21530-BD8A-963C-0A53-4DB152E974BE}"/>
              </a:ext>
            </a:extLst>
          </p:cNvPr>
          <p:cNvGraphicFramePr>
            <a:graphicFrameLocks noChangeAspect="1"/>
          </p:cNvGraphicFramePr>
          <p:nvPr/>
        </p:nvGraphicFramePr>
        <p:xfrm>
          <a:off x="3117176" y="4883301"/>
          <a:ext cx="292100" cy="3778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3" imgW="126720" imgH="164880" progId="Equation.DSMT4">
                  <p:embed/>
                </p:oleObj>
              </mc:Choice>
              <mc:Fallback>
                <p:oleObj name="Equation" r:id="rId13" imgW="126720" imgH="164880" progId="Equation.DSMT4">
                  <p:embed/>
                  <p:pic>
                    <p:nvPicPr>
                      <p:cNvPr id="18" name="对象 17">
                        <a:extLst>
                          <a:ext uri="{FF2B5EF4-FFF2-40B4-BE49-F238E27FC236}">
                            <a16:creationId xmlns:a16="http://schemas.microsoft.com/office/drawing/2014/main" id="{09A21530-BD8A-963C-0A53-4DB152E974BE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14"/>
                      <a:stretch>
                        <a:fillRect/>
                      </a:stretch>
                    </p:blipFill>
                    <p:spPr>
                      <a:xfrm>
                        <a:off x="3117176" y="4883301"/>
                        <a:ext cx="292100" cy="377825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9" name="对象 18">
            <a:extLst>
              <a:ext uri="{FF2B5EF4-FFF2-40B4-BE49-F238E27FC236}">
                <a16:creationId xmlns:a16="http://schemas.microsoft.com/office/drawing/2014/main" id="{B37B015B-E2FE-D8D1-3020-094ECF9853F1}"/>
              </a:ext>
            </a:extLst>
          </p:cNvPr>
          <p:cNvGraphicFramePr>
            <a:graphicFrameLocks noChangeAspect="1"/>
          </p:cNvGraphicFramePr>
          <p:nvPr/>
        </p:nvGraphicFramePr>
        <p:xfrm>
          <a:off x="4866200" y="4789097"/>
          <a:ext cx="292100" cy="3778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3" imgW="126720" imgH="164880" progId="Equation.DSMT4">
                  <p:embed/>
                </p:oleObj>
              </mc:Choice>
              <mc:Fallback>
                <p:oleObj name="Equation" r:id="rId13" imgW="126720" imgH="164880" progId="Equation.DSMT4">
                  <p:embed/>
                  <p:pic>
                    <p:nvPicPr>
                      <p:cNvPr id="19" name="对象 18">
                        <a:extLst>
                          <a:ext uri="{FF2B5EF4-FFF2-40B4-BE49-F238E27FC236}">
                            <a16:creationId xmlns:a16="http://schemas.microsoft.com/office/drawing/2014/main" id="{B37B015B-E2FE-D8D1-3020-094ECF9853F1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14"/>
                      <a:stretch>
                        <a:fillRect/>
                      </a:stretch>
                    </p:blipFill>
                    <p:spPr>
                      <a:xfrm>
                        <a:off x="4866200" y="4789097"/>
                        <a:ext cx="292100" cy="377825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0" name="椭圆 19">
            <a:extLst>
              <a:ext uri="{FF2B5EF4-FFF2-40B4-BE49-F238E27FC236}">
                <a16:creationId xmlns:a16="http://schemas.microsoft.com/office/drawing/2014/main" id="{BF753502-28AC-AD38-BD89-D202056F88A2}"/>
              </a:ext>
            </a:extLst>
          </p:cNvPr>
          <p:cNvSpPr/>
          <p:nvPr/>
        </p:nvSpPr>
        <p:spPr>
          <a:xfrm>
            <a:off x="6068916" y="4735097"/>
            <a:ext cx="108000" cy="108000"/>
          </a:xfrm>
          <a:prstGeom prst="ellipse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等线" panose="02010600030101010101" pitchFamily="2" charset="-122"/>
              <a:cs typeface="+mn-cs"/>
            </a:endParaRPr>
          </a:p>
        </p:txBody>
      </p:sp>
      <p:graphicFrame>
        <p:nvGraphicFramePr>
          <p:cNvPr id="21" name="对象 20">
            <a:extLst>
              <a:ext uri="{FF2B5EF4-FFF2-40B4-BE49-F238E27FC236}">
                <a16:creationId xmlns:a16="http://schemas.microsoft.com/office/drawing/2014/main" id="{07AC3C3F-3B8C-6281-18E9-C805732875C8}"/>
              </a:ext>
            </a:extLst>
          </p:cNvPr>
          <p:cNvGraphicFramePr>
            <a:graphicFrameLocks noChangeAspect="1"/>
          </p:cNvGraphicFramePr>
          <p:nvPr/>
        </p:nvGraphicFramePr>
        <p:xfrm>
          <a:off x="6268027" y="4518801"/>
          <a:ext cx="403225" cy="5635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5" imgW="126720" imgH="177480" progId="Equation.DSMT4">
                  <p:embed/>
                </p:oleObj>
              </mc:Choice>
              <mc:Fallback>
                <p:oleObj name="Equation" r:id="rId15" imgW="126720" imgH="177480" progId="Equation.DSMT4">
                  <p:embed/>
                  <p:pic>
                    <p:nvPicPr>
                      <p:cNvPr id="21" name="对象 20">
                        <a:extLst>
                          <a:ext uri="{FF2B5EF4-FFF2-40B4-BE49-F238E27FC236}">
                            <a16:creationId xmlns:a16="http://schemas.microsoft.com/office/drawing/2014/main" id="{07AC3C3F-3B8C-6281-18E9-C805732875C8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16"/>
                      <a:stretch>
                        <a:fillRect/>
                      </a:stretch>
                    </p:blipFill>
                    <p:spPr>
                      <a:xfrm>
                        <a:off x="6268027" y="4518801"/>
                        <a:ext cx="403225" cy="563563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cxnSp>
        <p:nvCxnSpPr>
          <p:cNvPr id="22" name="直接箭头连接符 21">
            <a:extLst>
              <a:ext uri="{FF2B5EF4-FFF2-40B4-BE49-F238E27FC236}">
                <a16:creationId xmlns:a16="http://schemas.microsoft.com/office/drawing/2014/main" id="{D51AF7BD-9998-085C-E5A0-55F60297728F}"/>
              </a:ext>
            </a:extLst>
          </p:cNvPr>
          <p:cNvCxnSpPr>
            <a:cxnSpLocks/>
          </p:cNvCxnSpPr>
          <p:nvPr/>
        </p:nvCxnSpPr>
        <p:spPr>
          <a:xfrm>
            <a:off x="5110959" y="4800583"/>
            <a:ext cx="957195" cy="0"/>
          </a:xfrm>
          <a:prstGeom prst="straightConnector1">
            <a:avLst/>
          </a:prstGeom>
          <a:ln w="28575">
            <a:solidFill>
              <a:srgbClr val="00B050"/>
            </a:solidFill>
            <a:prstDash val="sysDash"/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23" name="对象 22">
            <a:extLst>
              <a:ext uri="{FF2B5EF4-FFF2-40B4-BE49-F238E27FC236}">
                <a16:creationId xmlns:a16="http://schemas.microsoft.com/office/drawing/2014/main" id="{0BAB095F-F54C-79A7-F9A0-44B3E80A9A35}"/>
              </a:ext>
            </a:extLst>
          </p:cNvPr>
          <p:cNvGraphicFramePr>
            <a:graphicFrameLocks noChangeAspect="1"/>
          </p:cNvGraphicFramePr>
          <p:nvPr/>
        </p:nvGraphicFramePr>
        <p:xfrm>
          <a:off x="5356334" y="4783759"/>
          <a:ext cx="777875" cy="4540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7" imgW="304560" imgH="177480" progId="Equation.DSMT4">
                  <p:embed/>
                </p:oleObj>
              </mc:Choice>
              <mc:Fallback>
                <p:oleObj name="Equation" r:id="rId7" imgW="304560" imgH="177480" progId="Equation.DSMT4">
                  <p:embed/>
                  <p:pic>
                    <p:nvPicPr>
                      <p:cNvPr id="23" name="对象 22">
                        <a:extLst>
                          <a:ext uri="{FF2B5EF4-FFF2-40B4-BE49-F238E27FC236}">
                            <a16:creationId xmlns:a16="http://schemas.microsoft.com/office/drawing/2014/main" id="{0BAB095F-F54C-79A7-F9A0-44B3E80A9A35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8"/>
                      <a:stretch>
                        <a:fillRect/>
                      </a:stretch>
                    </p:blipFill>
                    <p:spPr>
                      <a:xfrm>
                        <a:off x="5356334" y="4783759"/>
                        <a:ext cx="777875" cy="454025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236675121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">
            <a:extLst>
              <a:ext uri="{FF2B5EF4-FFF2-40B4-BE49-F238E27FC236}">
                <a16:creationId xmlns:a16="http://schemas.microsoft.com/office/drawing/2014/main" id="{86B87B49-292D-5AD0-EB2E-7D13BE64541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1450" y="384005"/>
            <a:ext cx="8801099" cy="2381182"/>
          </a:xfrm>
          <a:prstGeom prst="rect">
            <a:avLst/>
          </a:prstGeom>
        </p:spPr>
      </p:pic>
      <p:sp>
        <p:nvSpPr>
          <p:cNvPr id="4" name="文本框 3">
            <a:extLst>
              <a:ext uri="{FF2B5EF4-FFF2-40B4-BE49-F238E27FC236}">
                <a16:creationId xmlns:a16="http://schemas.microsoft.com/office/drawing/2014/main" id="{311DB969-C0A5-415D-AA23-AE0A33F956B3}"/>
              </a:ext>
            </a:extLst>
          </p:cNvPr>
          <p:cNvSpPr txBox="1"/>
          <p:nvPr/>
        </p:nvSpPr>
        <p:spPr>
          <a:xfrm>
            <a:off x="588022" y="1669385"/>
            <a:ext cx="4572000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24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等线" panose="02010600030101010101" pitchFamily="2" charset="-122"/>
                <a:cs typeface="+mn-cs"/>
              </a:rPr>
              <a:t>本题考查</a:t>
            </a:r>
            <a:r>
              <a:rPr kumimoji="0" lang="zh-CN" altLang="en-US" sz="2400" b="1" i="0" u="none" strike="noStrike" kern="1200" cap="none" spc="0" normalizeH="0" baseline="0" noProof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Aptos" panose="02110004020202020204"/>
                <a:ea typeface="等线" panose="02010600030101010101" pitchFamily="2" charset="-122"/>
                <a:cs typeface="+mn-cs"/>
              </a:rPr>
              <a:t>载</a:t>
            </a:r>
            <a:r>
              <a:rPr kumimoji="0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Aptos" panose="02110004020202020204"/>
                <a:ea typeface="等线" panose="02010600030101010101" pitchFamily="2" charset="-122"/>
                <a:cs typeface="+mn-cs"/>
              </a:rPr>
              <a:t>流直导线</a:t>
            </a:r>
            <a:r>
              <a:rPr kumimoji="0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等线" panose="02010600030101010101" pitchFamily="2" charset="-122"/>
                <a:cs typeface="+mn-cs"/>
              </a:rPr>
              <a:t>的磁场，套公式，再利用</a:t>
            </a:r>
            <a:r>
              <a:rPr kumimoji="0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Aptos" panose="02110004020202020204"/>
                <a:ea typeface="等线" panose="02010600030101010101" pitchFamily="2" charset="-122"/>
                <a:cs typeface="+mn-cs"/>
              </a:rPr>
              <a:t>叠加原理</a:t>
            </a:r>
            <a:r>
              <a:rPr kumimoji="0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等线" panose="02010600030101010101" pitchFamily="2" charset="-122"/>
                <a:cs typeface="+mn-cs"/>
              </a:rPr>
              <a:t>。</a:t>
            </a:r>
            <a:endParaRPr kumimoji="0" lang="zh-CN" altLang="en-US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等线" panose="02010600030101010101" pitchFamily="2" charset="-122"/>
              <a:cs typeface="+mn-cs"/>
            </a:endParaRPr>
          </a:p>
        </p:txBody>
      </p:sp>
      <p:grpSp>
        <p:nvGrpSpPr>
          <p:cNvPr id="11" name="组合 10">
            <a:extLst>
              <a:ext uri="{FF2B5EF4-FFF2-40B4-BE49-F238E27FC236}">
                <a16:creationId xmlns:a16="http://schemas.microsoft.com/office/drawing/2014/main" id="{A2435004-0736-3730-F91A-A079C9B7F2B6}"/>
              </a:ext>
            </a:extLst>
          </p:cNvPr>
          <p:cNvGrpSpPr/>
          <p:nvPr/>
        </p:nvGrpSpPr>
        <p:grpSpPr>
          <a:xfrm>
            <a:off x="739556" y="2892900"/>
            <a:ext cx="3896590" cy="2191139"/>
            <a:chOff x="1859973" y="2765187"/>
            <a:chExt cx="3896590" cy="2191139"/>
          </a:xfrm>
        </p:grpSpPr>
        <p:cxnSp>
          <p:nvCxnSpPr>
            <p:cNvPr id="6" name="直接箭头连接符 5">
              <a:extLst>
                <a:ext uri="{FF2B5EF4-FFF2-40B4-BE49-F238E27FC236}">
                  <a16:creationId xmlns:a16="http://schemas.microsoft.com/office/drawing/2014/main" id="{E2F3633E-9952-2E07-8288-E2364B6AF43C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2649682" y="2765187"/>
              <a:ext cx="0" cy="2191139"/>
            </a:xfrm>
            <a:prstGeom prst="straightConnector1">
              <a:avLst/>
            </a:prstGeom>
            <a:ln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" name="直接箭头连接符 7">
              <a:extLst>
                <a:ext uri="{FF2B5EF4-FFF2-40B4-BE49-F238E27FC236}">
                  <a16:creationId xmlns:a16="http://schemas.microsoft.com/office/drawing/2014/main" id="{16A61968-583B-8AC8-4F59-69AC683BC910}"/>
                </a:ext>
              </a:extLst>
            </p:cNvPr>
            <p:cNvCxnSpPr>
              <a:cxnSpLocks/>
            </p:cNvCxnSpPr>
            <p:nvPr/>
          </p:nvCxnSpPr>
          <p:spPr>
            <a:xfrm>
              <a:off x="1859973" y="4711853"/>
              <a:ext cx="3896590" cy="0"/>
            </a:xfrm>
            <a:prstGeom prst="straightConnector1">
              <a:avLst/>
            </a:prstGeom>
            <a:ln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graphicFrame>
        <p:nvGraphicFramePr>
          <p:cNvPr id="12" name="对象 11">
            <a:extLst>
              <a:ext uri="{FF2B5EF4-FFF2-40B4-BE49-F238E27FC236}">
                <a16:creationId xmlns:a16="http://schemas.microsoft.com/office/drawing/2014/main" id="{11875CFC-3F89-5721-936E-5AECFADF6A94}"/>
              </a:ext>
            </a:extLst>
          </p:cNvPr>
          <p:cNvGraphicFramePr>
            <a:graphicFrameLocks noChangeAspect="1"/>
          </p:cNvGraphicFramePr>
          <p:nvPr/>
        </p:nvGraphicFramePr>
        <p:xfrm>
          <a:off x="4522999" y="4605249"/>
          <a:ext cx="435264" cy="47879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3" imgW="126720" imgH="139680" progId="Equation.DSMT4">
                  <p:embed/>
                </p:oleObj>
              </mc:Choice>
              <mc:Fallback>
                <p:oleObj name="Equation" r:id="rId3" imgW="126720" imgH="139680" progId="Equation.DSMT4">
                  <p:embed/>
                  <p:pic>
                    <p:nvPicPr>
                      <p:cNvPr id="12" name="对象 11">
                        <a:extLst>
                          <a:ext uri="{FF2B5EF4-FFF2-40B4-BE49-F238E27FC236}">
                            <a16:creationId xmlns:a16="http://schemas.microsoft.com/office/drawing/2014/main" id="{11875CFC-3F89-5721-936E-5AECFADF6A94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4522999" y="4605249"/>
                        <a:ext cx="435264" cy="47879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3" name="对象 12">
            <a:extLst>
              <a:ext uri="{FF2B5EF4-FFF2-40B4-BE49-F238E27FC236}">
                <a16:creationId xmlns:a16="http://schemas.microsoft.com/office/drawing/2014/main" id="{E5EB5C34-D18D-191C-C4E1-B0043885A0C0}"/>
              </a:ext>
            </a:extLst>
          </p:cNvPr>
          <p:cNvGraphicFramePr>
            <a:graphicFrameLocks noChangeAspect="1"/>
          </p:cNvGraphicFramePr>
          <p:nvPr/>
        </p:nvGraphicFramePr>
        <p:xfrm>
          <a:off x="1125894" y="2727535"/>
          <a:ext cx="403369" cy="476709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5" imgW="139680" imgH="164880" progId="Equation.DSMT4">
                  <p:embed/>
                </p:oleObj>
              </mc:Choice>
              <mc:Fallback>
                <p:oleObj name="Equation" r:id="rId5" imgW="139680" imgH="164880" progId="Equation.DSMT4">
                  <p:embed/>
                  <p:pic>
                    <p:nvPicPr>
                      <p:cNvPr id="13" name="对象 12">
                        <a:extLst>
                          <a:ext uri="{FF2B5EF4-FFF2-40B4-BE49-F238E27FC236}">
                            <a16:creationId xmlns:a16="http://schemas.microsoft.com/office/drawing/2014/main" id="{E5EB5C34-D18D-191C-C4E1-B0043885A0C0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1125894" y="2727535"/>
                        <a:ext cx="403369" cy="476709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cxnSp>
        <p:nvCxnSpPr>
          <p:cNvPr id="15" name="直接箭头连接符 14">
            <a:extLst>
              <a:ext uri="{FF2B5EF4-FFF2-40B4-BE49-F238E27FC236}">
                <a16:creationId xmlns:a16="http://schemas.microsoft.com/office/drawing/2014/main" id="{F614CD60-5C01-54B4-2A32-BA2683727823}"/>
              </a:ext>
            </a:extLst>
          </p:cNvPr>
          <p:cNvCxnSpPr>
            <a:cxnSpLocks/>
          </p:cNvCxnSpPr>
          <p:nvPr/>
        </p:nvCxnSpPr>
        <p:spPr>
          <a:xfrm flipH="1">
            <a:off x="1840993" y="4839566"/>
            <a:ext cx="1517072" cy="0"/>
          </a:xfrm>
          <a:prstGeom prst="straightConnector1">
            <a:avLst/>
          </a:prstGeom>
          <a:ln w="28575">
            <a:solidFill>
              <a:srgbClr val="FF0000"/>
            </a:solidFill>
            <a:headEnd type="none" w="med" len="med"/>
            <a:tailEnd type="arrow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直接箭头连接符 15">
            <a:extLst>
              <a:ext uri="{FF2B5EF4-FFF2-40B4-BE49-F238E27FC236}">
                <a16:creationId xmlns:a16="http://schemas.microsoft.com/office/drawing/2014/main" id="{BEEF8F68-55C1-ED0F-5FF1-7A03014A9CFD}"/>
              </a:ext>
            </a:extLst>
          </p:cNvPr>
          <p:cNvCxnSpPr/>
          <p:nvPr/>
        </p:nvCxnSpPr>
        <p:spPr>
          <a:xfrm flipH="1">
            <a:off x="1529263" y="4839566"/>
            <a:ext cx="779318" cy="0"/>
          </a:xfrm>
          <a:prstGeom prst="straightConnector1">
            <a:avLst/>
          </a:prstGeom>
          <a:ln w="28575">
            <a:solidFill>
              <a:srgbClr val="FF0000"/>
            </a:solidFill>
            <a:headEnd type="none" w="med" len="med"/>
            <a:tailEnd type="non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直接箭头连接符 16">
            <a:extLst>
              <a:ext uri="{FF2B5EF4-FFF2-40B4-BE49-F238E27FC236}">
                <a16:creationId xmlns:a16="http://schemas.microsoft.com/office/drawing/2014/main" id="{0894CD14-2F6C-B03A-B042-E21732915EAA}"/>
              </a:ext>
            </a:extLst>
          </p:cNvPr>
          <p:cNvCxnSpPr>
            <a:cxnSpLocks/>
          </p:cNvCxnSpPr>
          <p:nvPr/>
        </p:nvCxnSpPr>
        <p:spPr>
          <a:xfrm flipV="1">
            <a:off x="1529263" y="3771471"/>
            <a:ext cx="1070266" cy="1057704"/>
          </a:xfrm>
          <a:prstGeom prst="straightConnector1">
            <a:avLst/>
          </a:prstGeom>
          <a:ln w="28575">
            <a:solidFill>
              <a:srgbClr val="FF0000"/>
            </a:solidFill>
            <a:headEnd type="none" w="med" len="med"/>
            <a:tailEnd type="arrow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直接箭头连接符 25">
            <a:extLst>
              <a:ext uri="{FF2B5EF4-FFF2-40B4-BE49-F238E27FC236}">
                <a16:creationId xmlns:a16="http://schemas.microsoft.com/office/drawing/2014/main" id="{68E4E6B7-65B3-E56F-B1FB-CDAC1746D172}"/>
              </a:ext>
            </a:extLst>
          </p:cNvPr>
          <p:cNvCxnSpPr>
            <a:cxnSpLocks/>
          </p:cNvCxnSpPr>
          <p:nvPr/>
        </p:nvCxnSpPr>
        <p:spPr>
          <a:xfrm flipV="1">
            <a:off x="2276834" y="3256454"/>
            <a:ext cx="850905" cy="840918"/>
          </a:xfrm>
          <a:prstGeom prst="straightConnector1">
            <a:avLst/>
          </a:prstGeom>
          <a:ln w="28575">
            <a:solidFill>
              <a:srgbClr val="FF0000"/>
            </a:solidFill>
            <a:headEnd type="none" w="med" len="med"/>
            <a:tailEnd type="non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aphicFrame>
        <p:nvGraphicFramePr>
          <p:cNvPr id="27" name="对象 26">
            <a:extLst>
              <a:ext uri="{FF2B5EF4-FFF2-40B4-BE49-F238E27FC236}">
                <a16:creationId xmlns:a16="http://schemas.microsoft.com/office/drawing/2014/main" id="{DCCEE193-C477-FEFB-1B29-F065BBD68F3F}"/>
              </a:ext>
            </a:extLst>
          </p:cNvPr>
          <p:cNvGraphicFramePr>
            <a:graphicFrameLocks noChangeAspect="1"/>
          </p:cNvGraphicFramePr>
          <p:nvPr/>
        </p:nvGraphicFramePr>
        <p:xfrm>
          <a:off x="1840993" y="4392907"/>
          <a:ext cx="311620" cy="43626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7" imgW="126720" imgH="177480" progId="Equation.DSMT4">
                  <p:embed/>
                </p:oleObj>
              </mc:Choice>
              <mc:Fallback>
                <p:oleObj name="Equation" r:id="rId7" imgW="126720" imgH="177480" progId="Equation.DSMT4">
                  <p:embed/>
                  <p:pic>
                    <p:nvPicPr>
                      <p:cNvPr id="27" name="对象 26">
                        <a:extLst>
                          <a:ext uri="{FF2B5EF4-FFF2-40B4-BE49-F238E27FC236}">
                            <a16:creationId xmlns:a16="http://schemas.microsoft.com/office/drawing/2014/main" id="{DCCEE193-C477-FEFB-1B29-F065BBD68F3F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8"/>
                      <a:stretch>
                        <a:fillRect/>
                      </a:stretch>
                    </p:blipFill>
                    <p:spPr>
                      <a:xfrm>
                        <a:off x="1840993" y="4392907"/>
                        <a:ext cx="311620" cy="43626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8" name="椭圆 27">
            <a:extLst>
              <a:ext uri="{FF2B5EF4-FFF2-40B4-BE49-F238E27FC236}">
                <a16:creationId xmlns:a16="http://schemas.microsoft.com/office/drawing/2014/main" id="{746EFF51-6065-683B-EC9B-F8C2A1321AF8}"/>
              </a:ext>
            </a:extLst>
          </p:cNvPr>
          <p:cNvSpPr/>
          <p:nvPr/>
        </p:nvSpPr>
        <p:spPr>
          <a:xfrm>
            <a:off x="1475263" y="3361729"/>
            <a:ext cx="108000" cy="108000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等线" panose="02010600030101010101" pitchFamily="2" charset="-122"/>
              <a:cs typeface="+mn-cs"/>
            </a:endParaRPr>
          </a:p>
        </p:txBody>
      </p:sp>
      <p:graphicFrame>
        <p:nvGraphicFramePr>
          <p:cNvPr id="29" name="对象 28">
            <a:extLst>
              <a:ext uri="{FF2B5EF4-FFF2-40B4-BE49-F238E27FC236}">
                <a16:creationId xmlns:a16="http://schemas.microsoft.com/office/drawing/2014/main" id="{30BB3EC2-1FDD-44EF-90ED-49F7A74208DF}"/>
              </a:ext>
            </a:extLst>
          </p:cNvPr>
          <p:cNvGraphicFramePr>
            <a:graphicFrameLocks noChangeAspect="1"/>
          </p:cNvGraphicFramePr>
          <p:nvPr/>
        </p:nvGraphicFramePr>
        <p:xfrm>
          <a:off x="1591189" y="2973274"/>
          <a:ext cx="1149349" cy="589409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9" imgW="495000" imgH="253800" progId="Equation.DSMT4">
                  <p:embed/>
                </p:oleObj>
              </mc:Choice>
              <mc:Fallback>
                <p:oleObj name="Equation" r:id="rId9" imgW="495000" imgH="253800" progId="Equation.DSMT4">
                  <p:embed/>
                  <p:pic>
                    <p:nvPicPr>
                      <p:cNvPr id="29" name="对象 28">
                        <a:extLst>
                          <a:ext uri="{FF2B5EF4-FFF2-40B4-BE49-F238E27FC236}">
                            <a16:creationId xmlns:a16="http://schemas.microsoft.com/office/drawing/2014/main" id="{30BB3EC2-1FDD-44EF-90ED-49F7A74208DF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10"/>
                      <a:stretch>
                        <a:fillRect/>
                      </a:stretch>
                    </p:blipFill>
                    <p:spPr>
                      <a:xfrm>
                        <a:off x="1591189" y="2973274"/>
                        <a:ext cx="1149349" cy="589409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3" name="对象 32">
            <a:extLst>
              <a:ext uri="{FF2B5EF4-FFF2-40B4-BE49-F238E27FC236}">
                <a16:creationId xmlns:a16="http://schemas.microsoft.com/office/drawing/2014/main" id="{DA868DF3-3599-D8D4-0EE2-E54A695FCCBB}"/>
              </a:ext>
            </a:extLst>
          </p:cNvPr>
          <p:cNvGraphicFramePr>
            <a:graphicFrameLocks noChangeAspect="1"/>
          </p:cNvGraphicFramePr>
          <p:nvPr/>
        </p:nvGraphicFramePr>
        <p:xfrm>
          <a:off x="1259972" y="3870385"/>
          <a:ext cx="724761" cy="724761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1" imgW="393480" imgH="393480" progId="Equation.DSMT4">
                  <p:embed/>
                </p:oleObj>
              </mc:Choice>
              <mc:Fallback>
                <p:oleObj name="Equation" r:id="rId11" imgW="393480" imgH="393480" progId="Equation.DSMT4">
                  <p:embed/>
                  <p:pic>
                    <p:nvPicPr>
                      <p:cNvPr id="33" name="对象 32">
                        <a:extLst>
                          <a:ext uri="{FF2B5EF4-FFF2-40B4-BE49-F238E27FC236}">
                            <a16:creationId xmlns:a16="http://schemas.microsoft.com/office/drawing/2014/main" id="{DA868DF3-3599-D8D4-0EE2-E54A695FCCBB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12"/>
                      <a:stretch>
                        <a:fillRect/>
                      </a:stretch>
                    </p:blipFill>
                    <p:spPr>
                      <a:xfrm>
                        <a:off x="1259972" y="3870385"/>
                        <a:ext cx="724761" cy="724761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cxnSp>
        <p:nvCxnSpPr>
          <p:cNvPr id="34" name="直接连接符 33">
            <a:extLst>
              <a:ext uri="{FF2B5EF4-FFF2-40B4-BE49-F238E27FC236}">
                <a16:creationId xmlns:a16="http://schemas.microsoft.com/office/drawing/2014/main" id="{312E0804-5303-A0C6-AAC4-CCB26EFE09CC}"/>
              </a:ext>
            </a:extLst>
          </p:cNvPr>
          <p:cNvCxnSpPr>
            <a:cxnSpLocks/>
          </p:cNvCxnSpPr>
          <p:nvPr/>
        </p:nvCxnSpPr>
        <p:spPr>
          <a:xfrm flipV="1">
            <a:off x="1509167" y="2892900"/>
            <a:ext cx="1942416" cy="478436"/>
          </a:xfrm>
          <a:prstGeom prst="line">
            <a:avLst/>
          </a:prstGeom>
          <a:ln w="28575"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8" name="直接箭头连接符 37">
            <a:extLst>
              <a:ext uri="{FF2B5EF4-FFF2-40B4-BE49-F238E27FC236}">
                <a16:creationId xmlns:a16="http://schemas.microsoft.com/office/drawing/2014/main" id="{744A61C3-AD5E-6C3D-043B-6F4E67FB65B9}"/>
              </a:ext>
            </a:extLst>
          </p:cNvPr>
          <p:cNvCxnSpPr>
            <a:cxnSpLocks/>
          </p:cNvCxnSpPr>
          <p:nvPr/>
        </p:nvCxnSpPr>
        <p:spPr>
          <a:xfrm flipV="1">
            <a:off x="3067688" y="2775676"/>
            <a:ext cx="536436" cy="530140"/>
          </a:xfrm>
          <a:prstGeom prst="straightConnector1">
            <a:avLst/>
          </a:prstGeom>
          <a:ln w="28575">
            <a:solidFill>
              <a:srgbClr val="FF0000"/>
            </a:solidFill>
            <a:prstDash val="sysDot"/>
            <a:headEnd type="none" w="med" len="med"/>
            <a:tailEnd type="non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2" name="直接箭头连接符 41">
            <a:extLst>
              <a:ext uri="{FF2B5EF4-FFF2-40B4-BE49-F238E27FC236}">
                <a16:creationId xmlns:a16="http://schemas.microsoft.com/office/drawing/2014/main" id="{B7DF3D2A-31C0-929C-7857-1AD4E32A97B5}"/>
              </a:ext>
            </a:extLst>
          </p:cNvPr>
          <p:cNvCxnSpPr>
            <a:cxnSpLocks/>
          </p:cNvCxnSpPr>
          <p:nvPr/>
        </p:nvCxnSpPr>
        <p:spPr>
          <a:xfrm flipH="1">
            <a:off x="3358065" y="4839566"/>
            <a:ext cx="1071417" cy="0"/>
          </a:xfrm>
          <a:prstGeom prst="straightConnector1">
            <a:avLst/>
          </a:prstGeom>
          <a:ln w="28575">
            <a:solidFill>
              <a:srgbClr val="FF0000"/>
            </a:solidFill>
            <a:prstDash val="sysDash"/>
            <a:headEnd type="none" w="med" len="med"/>
            <a:tailEnd type="non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aphicFrame>
        <p:nvGraphicFramePr>
          <p:cNvPr id="44" name="对象 43">
            <a:extLst>
              <a:ext uri="{FF2B5EF4-FFF2-40B4-BE49-F238E27FC236}">
                <a16:creationId xmlns:a16="http://schemas.microsoft.com/office/drawing/2014/main" id="{CC9CA266-846D-DB08-C729-D33B2918DBB4}"/>
              </a:ext>
            </a:extLst>
          </p:cNvPr>
          <p:cNvGraphicFramePr>
            <a:graphicFrameLocks noChangeAspect="1"/>
          </p:cNvGraphicFramePr>
          <p:nvPr/>
        </p:nvGraphicFramePr>
        <p:xfrm>
          <a:off x="2838229" y="4559216"/>
          <a:ext cx="301915" cy="560699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3" imgW="88560" imgH="164880" progId="Equation.DSMT4">
                  <p:embed/>
                </p:oleObj>
              </mc:Choice>
              <mc:Fallback>
                <p:oleObj name="Equation" r:id="rId13" imgW="88560" imgH="164880" progId="Equation.DSMT4">
                  <p:embed/>
                  <p:pic>
                    <p:nvPicPr>
                      <p:cNvPr id="44" name="对象 43">
                        <a:extLst>
                          <a:ext uri="{FF2B5EF4-FFF2-40B4-BE49-F238E27FC236}">
                            <a16:creationId xmlns:a16="http://schemas.microsoft.com/office/drawing/2014/main" id="{CC9CA266-846D-DB08-C729-D33B2918DBB4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14"/>
                      <a:stretch>
                        <a:fillRect/>
                      </a:stretch>
                    </p:blipFill>
                    <p:spPr>
                      <a:xfrm>
                        <a:off x="2838229" y="4559216"/>
                        <a:ext cx="301915" cy="560699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46" name="图片 45">
            <a:extLst>
              <a:ext uri="{FF2B5EF4-FFF2-40B4-BE49-F238E27FC236}">
                <a16:creationId xmlns:a16="http://schemas.microsoft.com/office/drawing/2014/main" id="{9B02CD0A-43F5-B961-79BF-FE294BA8F33E}"/>
              </a:ext>
            </a:extLst>
          </p:cNvPr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 rot="18809557">
            <a:off x="2741770" y="3079539"/>
            <a:ext cx="494831" cy="641671"/>
          </a:xfrm>
          <a:prstGeom prst="rect">
            <a:avLst/>
          </a:prstGeom>
        </p:spPr>
      </p:pic>
      <p:sp>
        <p:nvSpPr>
          <p:cNvPr id="47" name="弧形 46">
            <a:extLst>
              <a:ext uri="{FF2B5EF4-FFF2-40B4-BE49-F238E27FC236}">
                <a16:creationId xmlns:a16="http://schemas.microsoft.com/office/drawing/2014/main" id="{F69422A6-8B62-B8FB-2C42-E09A8EFF95C4}"/>
              </a:ext>
            </a:extLst>
          </p:cNvPr>
          <p:cNvSpPr/>
          <p:nvPr/>
        </p:nvSpPr>
        <p:spPr>
          <a:xfrm rot="19993635">
            <a:off x="1470534" y="4496714"/>
            <a:ext cx="302119" cy="346006"/>
          </a:xfrm>
          <a:prstGeom prst="arc">
            <a:avLst/>
          </a:prstGeom>
          <a:ln w="28575"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等线" panose="02010600030101010101" pitchFamily="2" charset="-122"/>
              <a:cs typeface="+mn-cs"/>
            </a:endParaRPr>
          </a:p>
        </p:txBody>
      </p:sp>
      <p:sp>
        <p:nvSpPr>
          <p:cNvPr id="50" name="弧形 49">
            <a:extLst>
              <a:ext uri="{FF2B5EF4-FFF2-40B4-BE49-F238E27FC236}">
                <a16:creationId xmlns:a16="http://schemas.microsoft.com/office/drawing/2014/main" id="{FA1DE13A-1602-9BCB-561A-9CDE7FEB9B6E}"/>
              </a:ext>
            </a:extLst>
          </p:cNvPr>
          <p:cNvSpPr/>
          <p:nvPr/>
        </p:nvSpPr>
        <p:spPr>
          <a:xfrm rot="17904699">
            <a:off x="3194788" y="2775127"/>
            <a:ext cx="392314" cy="494024"/>
          </a:xfrm>
          <a:prstGeom prst="arc">
            <a:avLst/>
          </a:prstGeom>
          <a:ln w="28575"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等线" panose="02010600030101010101" pitchFamily="2" charset="-122"/>
              <a:cs typeface="+mn-cs"/>
            </a:endParaRPr>
          </a:p>
        </p:txBody>
      </p:sp>
      <p:graphicFrame>
        <p:nvGraphicFramePr>
          <p:cNvPr id="52" name="对象 51">
            <a:extLst>
              <a:ext uri="{FF2B5EF4-FFF2-40B4-BE49-F238E27FC236}">
                <a16:creationId xmlns:a16="http://schemas.microsoft.com/office/drawing/2014/main" id="{55EDFF4D-088A-D2A6-893E-AB0BC45D73DE}"/>
              </a:ext>
            </a:extLst>
          </p:cNvPr>
          <p:cNvGraphicFramePr>
            <a:graphicFrameLocks noChangeAspect="1"/>
          </p:cNvGraphicFramePr>
          <p:nvPr/>
        </p:nvGraphicFramePr>
        <p:xfrm>
          <a:off x="2935408" y="2500382"/>
          <a:ext cx="403369" cy="40089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6" imgW="139680" imgH="139680" progId="Equation.DSMT4">
                  <p:embed/>
                </p:oleObj>
              </mc:Choice>
              <mc:Fallback>
                <p:oleObj name="Equation" r:id="rId16" imgW="139680" imgH="139680" progId="Equation.DSMT4">
                  <p:embed/>
                  <p:pic>
                    <p:nvPicPr>
                      <p:cNvPr id="52" name="对象 51">
                        <a:extLst>
                          <a:ext uri="{FF2B5EF4-FFF2-40B4-BE49-F238E27FC236}">
                            <a16:creationId xmlns:a16="http://schemas.microsoft.com/office/drawing/2014/main" id="{55EDFF4D-088A-D2A6-893E-AB0BC45D73DE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17"/>
                      <a:stretch>
                        <a:fillRect/>
                      </a:stretch>
                    </p:blipFill>
                    <p:spPr>
                      <a:xfrm>
                        <a:off x="2935408" y="2500382"/>
                        <a:ext cx="403369" cy="400895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21" name="图片 20">
            <a:extLst>
              <a:ext uri="{FF2B5EF4-FFF2-40B4-BE49-F238E27FC236}">
                <a16:creationId xmlns:a16="http://schemas.microsoft.com/office/drawing/2014/main" id="{D4C2BBFC-468D-DB81-0B19-DB697F422A7C}"/>
              </a:ext>
            </a:extLst>
          </p:cNvPr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6021557" y="2727535"/>
            <a:ext cx="2819488" cy="3408550"/>
          </a:xfrm>
          <a:prstGeom prst="rect">
            <a:avLst/>
          </a:prstGeom>
          <a:ln w="38100">
            <a:solidFill>
              <a:schemeClr val="tx1"/>
            </a:solidFill>
          </a:ln>
        </p:spPr>
      </p:pic>
      <p:graphicFrame>
        <p:nvGraphicFramePr>
          <p:cNvPr id="23" name="对象 22">
            <a:extLst>
              <a:ext uri="{FF2B5EF4-FFF2-40B4-BE49-F238E27FC236}">
                <a16:creationId xmlns:a16="http://schemas.microsoft.com/office/drawing/2014/main" id="{E2668FDC-5EF0-6604-3697-9902857F9FDE}"/>
              </a:ext>
            </a:extLst>
          </p:cNvPr>
          <p:cNvGraphicFramePr>
            <a:graphicFrameLocks noChangeAspect="1"/>
          </p:cNvGraphicFramePr>
          <p:nvPr/>
        </p:nvGraphicFramePr>
        <p:xfrm>
          <a:off x="815035" y="5208895"/>
          <a:ext cx="889000" cy="469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9" imgW="431640" imgH="228600" progId="Equation.DSMT4">
                  <p:embed/>
                </p:oleObj>
              </mc:Choice>
              <mc:Fallback>
                <p:oleObj name="Equation" r:id="rId19" imgW="431640" imgH="228600" progId="Equation.DSMT4">
                  <p:embed/>
                  <p:pic>
                    <p:nvPicPr>
                      <p:cNvPr id="23" name="对象 22">
                        <a:extLst>
                          <a:ext uri="{FF2B5EF4-FFF2-40B4-BE49-F238E27FC236}">
                            <a16:creationId xmlns:a16="http://schemas.microsoft.com/office/drawing/2014/main" id="{E2668FDC-5EF0-6604-3697-9902857F9FDE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20"/>
                      <a:stretch>
                        <a:fillRect/>
                      </a:stretch>
                    </p:blipFill>
                    <p:spPr>
                      <a:xfrm>
                        <a:off x="815035" y="5208895"/>
                        <a:ext cx="889000" cy="4699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cxnSp>
        <p:nvCxnSpPr>
          <p:cNvPr id="24" name="直接连接符 23">
            <a:extLst>
              <a:ext uri="{FF2B5EF4-FFF2-40B4-BE49-F238E27FC236}">
                <a16:creationId xmlns:a16="http://schemas.microsoft.com/office/drawing/2014/main" id="{08406AA7-B265-D768-8782-B7C7E644BD7A}"/>
              </a:ext>
            </a:extLst>
          </p:cNvPr>
          <p:cNvCxnSpPr>
            <a:cxnSpLocks/>
            <a:stCxn id="28" idx="6"/>
          </p:cNvCxnSpPr>
          <p:nvPr/>
        </p:nvCxnSpPr>
        <p:spPr>
          <a:xfrm>
            <a:off x="1583263" y="3415729"/>
            <a:ext cx="2829956" cy="1434229"/>
          </a:xfrm>
          <a:prstGeom prst="line">
            <a:avLst/>
          </a:prstGeom>
          <a:ln w="28575"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2" name="弧形 31">
            <a:extLst>
              <a:ext uri="{FF2B5EF4-FFF2-40B4-BE49-F238E27FC236}">
                <a16:creationId xmlns:a16="http://schemas.microsoft.com/office/drawing/2014/main" id="{5185B398-EBE6-747A-4254-7555EA6F266B}"/>
              </a:ext>
            </a:extLst>
          </p:cNvPr>
          <p:cNvSpPr/>
          <p:nvPr/>
        </p:nvSpPr>
        <p:spPr>
          <a:xfrm rot="15026361">
            <a:off x="3795906" y="4608303"/>
            <a:ext cx="315319" cy="338254"/>
          </a:xfrm>
          <a:prstGeom prst="arc">
            <a:avLst/>
          </a:prstGeom>
          <a:ln w="28575"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等线" panose="02010600030101010101" pitchFamily="2" charset="-122"/>
              <a:cs typeface="+mn-cs"/>
            </a:endParaRPr>
          </a:p>
        </p:txBody>
      </p:sp>
      <p:graphicFrame>
        <p:nvGraphicFramePr>
          <p:cNvPr id="35" name="对象 34">
            <a:extLst>
              <a:ext uri="{FF2B5EF4-FFF2-40B4-BE49-F238E27FC236}">
                <a16:creationId xmlns:a16="http://schemas.microsoft.com/office/drawing/2014/main" id="{371EF390-B28F-E3C1-0C05-ABFA4B0F0A6D}"/>
              </a:ext>
            </a:extLst>
          </p:cNvPr>
          <p:cNvGraphicFramePr>
            <a:graphicFrameLocks noChangeAspect="1"/>
          </p:cNvGraphicFramePr>
          <p:nvPr/>
        </p:nvGraphicFramePr>
        <p:xfrm>
          <a:off x="3325460" y="4437633"/>
          <a:ext cx="286665" cy="401331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1" imgW="126720" imgH="177480" progId="Equation.DSMT4">
                  <p:embed/>
                </p:oleObj>
              </mc:Choice>
              <mc:Fallback>
                <p:oleObj name="Equation" r:id="rId21" imgW="126720" imgH="177480" progId="Equation.DSMT4">
                  <p:embed/>
                  <p:pic>
                    <p:nvPicPr>
                      <p:cNvPr id="35" name="对象 34">
                        <a:extLst>
                          <a:ext uri="{FF2B5EF4-FFF2-40B4-BE49-F238E27FC236}">
                            <a16:creationId xmlns:a16="http://schemas.microsoft.com/office/drawing/2014/main" id="{371EF390-B28F-E3C1-0C05-ABFA4B0F0A6D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22"/>
                      <a:stretch>
                        <a:fillRect/>
                      </a:stretch>
                    </p:blipFill>
                    <p:spPr>
                      <a:xfrm>
                        <a:off x="3325460" y="4437633"/>
                        <a:ext cx="286665" cy="401331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37" name="弧形 36">
            <a:extLst>
              <a:ext uri="{FF2B5EF4-FFF2-40B4-BE49-F238E27FC236}">
                <a16:creationId xmlns:a16="http://schemas.microsoft.com/office/drawing/2014/main" id="{F2D6F1DD-04C8-15A7-2473-82C02549E993}"/>
              </a:ext>
            </a:extLst>
          </p:cNvPr>
          <p:cNvSpPr/>
          <p:nvPr/>
        </p:nvSpPr>
        <p:spPr>
          <a:xfrm rot="15026361">
            <a:off x="1423895" y="4617531"/>
            <a:ext cx="315319" cy="338254"/>
          </a:xfrm>
          <a:prstGeom prst="arc">
            <a:avLst/>
          </a:prstGeom>
          <a:ln w="28575"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等线" panose="02010600030101010101" pitchFamily="2" charset="-122"/>
              <a:cs typeface="+mn-cs"/>
            </a:endParaRPr>
          </a:p>
        </p:txBody>
      </p:sp>
      <p:graphicFrame>
        <p:nvGraphicFramePr>
          <p:cNvPr id="39" name="对象 38">
            <a:extLst>
              <a:ext uri="{FF2B5EF4-FFF2-40B4-BE49-F238E27FC236}">
                <a16:creationId xmlns:a16="http://schemas.microsoft.com/office/drawing/2014/main" id="{01B6E8FD-3695-2A65-F1E7-AF85937BC7CA}"/>
              </a:ext>
            </a:extLst>
          </p:cNvPr>
          <p:cNvGraphicFramePr>
            <a:graphicFrameLocks noChangeAspect="1"/>
          </p:cNvGraphicFramePr>
          <p:nvPr/>
        </p:nvGraphicFramePr>
        <p:xfrm>
          <a:off x="1061097" y="4259570"/>
          <a:ext cx="303213" cy="7254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3" imgW="164880" imgH="393480" progId="Equation.DSMT4">
                  <p:embed/>
                </p:oleObj>
              </mc:Choice>
              <mc:Fallback>
                <p:oleObj name="Equation" r:id="rId23" imgW="164880" imgH="393480" progId="Equation.DSMT4">
                  <p:embed/>
                  <p:pic>
                    <p:nvPicPr>
                      <p:cNvPr id="39" name="对象 38">
                        <a:extLst>
                          <a:ext uri="{FF2B5EF4-FFF2-40B4-BE49-F238E27FC236}">
                            <a16:creationId xmlns:a16="http://schemas.microsoft.com/office/drawing/2014/main" id="{01B6E8FD-3695-2A65-F1E7-AF85937BC7CA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24"/>
                      <a:stretch>
                        <a:fillRect/>
                      </a:stretch>
                    </p:blipFill>
                    <p:spPr>
                      <a:xfrm>
                        <a:off x="1061097" y="4259570"/>
                        <a:ext cx="303213" cy="7254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0" name="对象 39">
            <a:extLst>
              <a:ext uri="{FF2B5EF4-FFF2-40B4-BE49-F238E27FC236}">
                <a16:creationId xmlns:a16="http://schemas.microsoft.com/office/drawing/2014/main" id="{630CA515-1E58-F496-98A2-756A2B0B9DAA}"/>
              </a:ext>
            </a:extLst>
          </p:cNvPr>
          <p:cNvGraphicFramePr>
            <a:graphicFrameLocks noChangeAspect="1"/>
          </p:cNvGraphicFramePr>
          <p:nvPr/>
        </p:nvGraphicFramePr>
        <p:xfrm>
          <a:off x="2085035" y="4981883"/>
          <a:ext cx="1117600" cy="8667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5" imgW="507960" imgH="393480" progId="Equation.DSMT4">
                  <p:embed/>
                </p:oleObj>
              </mc:Choice>
              <mc:Fallback>
                <p:oleObj name="Equation" r:id="rId25" imgW="507960" imgH="393480" progId="Equation.DSMT4">
                  <p:embed/>
                  <p:pic>
                    <p:nvPicPr>
                      <p:cNvPr id="40" name="对象 39">
                        <a:extLst>
                          <a:ext uri="{FF2B5EF4-FFF2-40B4-BE49-F238E27FC236}">
                            <a16:creationId xmlns:a16="http://schemas.microsoft.com/office/drawing/2014/main" id="{630CA515-1E58-F496-98A2-756A2B0B9DAA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26"/>
                      <a:stretch>
                        <a:fillRect/>
                      </a:stretch>
                    </p:blipFill>
                    <p:spPr>
                      <a:xfrm>
                        <a:off x="2085035" y="4981883"/>
                        <a:ext cx="1117600" cy="866775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1" name="对象 40">
            <a:extLst>
              <a:ext uri="{FF2B5EF4-FFF2-40B4-BE49-F238E27FC236}">
                <a16:creationId xmlns:a16="http://schemas.microsoft.com/office/drawing/2014/main" id="{51EDE60C-004B-03B2-C691-44CC8BEC05B3}"/>
              </a:ext>
            </a:extLst>
          </p:cNvPr>
          <p:cNvGraphicFramePr>
            <a:graphicFrameLocks noChangeAspect="1"/>
          </p:cNvGraphicFramePr>
          <p:nvPr/>
        </p:nvGraphicFramePr>
        <p:xfrm>
          <a:off x="552450" y="5749925"/>
          <a:ext cx="3582988" cy="7413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7" imgW="1904760" imgH="393480" progId="Equation.DSMT4">
                  <p:embed/>
                </p:oleObj>
              </mc:Choice>
              <mc:Fallback>
                <p:oleObj name="Equation" r:id="rId27" imgW="1904760" imgH="393480" progId="Equation.DSMT4">
                  <p:embed/>
                  <p:pic>
                    <p:nvPicPr>
                      <p:cNvPr id="41" name="对象 40">
                        <a:extLst>
                          <a:ext uri="{FF2B5EF4-FFF2-40B4-BE49-F238E27FC236}">
                            <a16:creationId xmlns:a16="http://schemas.microsoft.com/office/drawing/2014/main" id="{51EDE60C-004B-03B2-C691-44CC8BEC05B3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28"/>
                      <a:stretch>
                        <a:fillRect/>
                      </a:stretch>
                    </p:blipFill>
                    <p:spPr>
                      <a:xfrm>
                        <a:off x="552450" y="5749925"/>
                        <a:ext cx="3582988" cy="741363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5" name="对象 44">
            <a:extLst>
              <a:ext uri="{FF2B5EF4-FFF2-40B4-BE49-F238E27FC236}">
                <a16:creationId xmlns:a16="http://schemas.microsoft.com/office/drawing/2014/main" id="{47BF5B60-A345-39E2-3716-161F0C7EDBBD}"/>
              </a:ext>
            </a:extLst>
          </p:cNvPr>
          <p:cNvGraphicFramePr>
            <a:graphicFrameLocks noChangeAspect="1"/>
          </p:cNvGraphicFramePr>
          <p:nvPr/>
        </p:nvGraphicFramePr>
        <p:xfrm>
          <a:off x="4055122" y="5232708"/>
          <a:ext cx="782638" cy="3079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9" imgW="355320" imgH="139680" progId="Equation.DSMT4">
                  <p:embed/>
                </p:oleObj>
              </mc:Choice>
              <mc:Fallback>
                <p:oleObj name="Equation" r:id="rId29" imgW="355320" imgH="139680" progId="Equation.DSMT4">
                  <p:embed/>
                  <p:pic>
                    <p:nvPicPr>
                      <p:cNvPr id="45" name="对象 44">
                        <a:extLst>
                          <a:ext uri="{FF2B5EF4-FFF2-40B4-BE49-F238E27FC236}">
                            <a16:creationId xmlns:a16="http://schemas.microsoft.com/office/drawing/2014/main" id="{47BF5B60-A345-39E2-3716-161F0C7EDBBD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30"/>
                      <a:stretch>
                        <a:fillRect/>
                      </a:stretch>
                    </p:blipFill>
                    <p:spPr>
                      <a:xfrm>
                        <a:off x="4055122" y="5232708"/>
                        <a:ext cx="782638" cy="307975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3" name="文本框 2">
            <a:extLst>
              <a:ext uri="{FF2B5EF4-FFF2-40B4-BE49-F238E27FC236}">
                <a16:creationId xmlns:a16="http://schemas.microsoft.com/office/drawing/2014/main" id="{2402CD97-F964-7BE8-E923-8501BEF2E5F9}"/>
              </a:ext>
            </a:extLst>
          </p:cNvPr>
          <p:cNvSpPr txBox="1"/>
          <p:nvPr/>
        </p:nvSpPr>
        <p:spPr>
          <a:xfrm>
            <a:off x="4267746" y="5913352"/>
            <a:ext cx="1951002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等线" panose="02010600030101010101" pitchFamily="2" charset="-122"/>
                <a:cs typeface="+mn-cs"/>
              </a:rPr>
              <a:t>方向：</a:t>
            </a:r>
            <a:r>
              <a:rPr kumimoji="0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Aptos" panose="02110004020202020204"/>
                <a:ea typeface="等线" panose="02010600030101010101" pitchFamily="2" charset="-122"/>
                <a:cs typeface="+mn-cs"/>
              </a:rPr>
              <a:t>向里</a:t>
            </a:r>
            <a:endParaRPr kumimoji="0" lang="zh-CN" altLang="en-US" sz="2400" b="0" i="0" u="none" strike="noStrike" kern="1200" cap="none" spc="0" normalizeH="0" baseline="0" noProof="0" dirty="0">
              <a:ln>
                <a:noFill/>
              </a:ln>
              <a:solidFill>
                <a:srgbClr val="FF0000"/>
              </a:solidFill>
              <a:effectLst/>
              <a:uLnTx/>
              <a:uFillTx/>
              <a:latin typeface="Aptos" panose="02110004020202020204"/>
              <a:ea typeface="等线" panose="02010600030101010101" pitchFamily="2" charset="-122"/>
              <a:cs typeface="+mn-cs"/>
            </a:endParaRPr>
          </a:p>
        </p:txBody>
      </p:sp>
      <p:cxnSp>
        <p:nvCxnSpPr>
          <p:cNvPr id="5" name="直接连接符 4">
            <a:extLst>
              <a:ext uri="{FF2B5EF4-FFF2-40B4-BE49-F238E27FC236}">
                <a16:creationId xmlns:a16="http://schemas.microsoft.com/office/drawing/2014/main" id="{6153F56F-391E-BDEF-D8CD-499865A5FE7D}"/>
              </a:ext>
            </a:extLst>
          </p:cNvPr>
          <p:cNvCxnSpPr>
            <a:cxnSpLocks/>
          </p:cNvCxnSpPr>
          <p:nvPr/>
        </p:nvCxnSpPr>
        <p:spPr>
          <a:xfrm>
            <a:off x="1527071" y="3438151"/>
            <a:ext cx="689530" cy="714332"/>
          </a:xfrm>
          <a:prstGeom prst="line">
            <a:avLst/>
          </a:prstGeom>
          <a:ln w="38100">
            <a:solidFill>
              <a:srgbClr val="0066FF"/>
            </a:solidFill>
            <a:prstDash val="sys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285687687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2163055-BD88-98D5-7296-CC0B685E9FA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" name="组合 10">
            <a:extLst>
              <a:ext uri="{FF2B5EF4-FFF2-40B4-BE49-F238E27FC236}">
                <a16:creationId xmlns:a16="http://schemas.microsoft.com/office/drawing/2014/main" id="{B26B5CA4-4DE0-A34D-4F1A-5CEAC39DC7CF}"/>
              </a:ext>
            </a:extLst>
          </p:cNvPr>
          <p:cNvGrpSpPr/>
          <p:nvPr/>
        </p:nvGrpSpPr>
        <p:grpSpPr>
          <a:xfrm>
            <a:off x="355092" y="700419"/>
            <a:ext cx="3896590" cy="2191139"/>
            <a:chOff x="1859973" y="2765187"/>
            <a:chExt cx="3896590" cy="2191139"/>
          </a:xfrm>
        </p:grpSpPr>
        <p:cxnSp>
          <p:nvCxnSpPr>
            <p:cNvPr id="6" name="直接箭头连接符 5">
              <a:extLst>
                <a:ext uri="{FF2B5EF4-FFF2-40B4-BE49-F238E27FC236}">
                  <a16:creationId xmlns:a16="http://schemas.microsoft.com/office/drawing/2014/main" id="{E9C8AAAE-7484-1F6D-74C5-2CC9FC21AD6C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2649682" y="2765187"/>
              <a:ext cx="0" cy="2191139"/>
            </a:xfrm>
            <a:prstGeom prst="straightConnector1">
              <a:avLst/>
            </a:prstGeom>
            <a:ln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" name="直接箭头连接符 7">
              <a:extLst>
                <a:ext uri="{FF2B5EF4-FFF2-40B4-BE49-F238E27FC236}">
                  <a16:creationId xmlns:a16="http://schemas.microsoft.com/office/drawing/2014/main" id="{87B97BE8-E5AE-8914-6543-ECAE3A3776D0}"/>
                </a:ext>
              </a:extLst>
            </p:cNvPr>
            <p:cNvCxnSpPr>
              <a:cxnSpLocks/>
            </p:cNvCxnSpPr>
            <p:nvPr/>
          </p:nvCxnSpPr>
          <p:spPr>
            <a:xfrm>
              <a:off x="1859973" y="4711853"/>
              <a:ext cx="3896590" cy="0"/>
            </a:xfrm>
            <a:prstGeom prst="straightConnector1">
              <a:avLst/>
            </a:prstGeom>
            <a:ln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graphicFrame>
        <p:nvGraphicFramePr>
          <p:cNvPr id="12" name="对象 11">
            <a:extLst>
              <a:ext uri="{FF2B5EF4-FFF2-40B4-BE49-F238E27FC236}">
                <a16:creationId xmlns:a16="http://schemas.microsoft.com/office/drawing/2014/main" id="{64BDCCB2-7AE0-3AD2-F85A-A32425F53834}"/>
              </a:ext>
            </a:extLst>
          </p:cNvPr>
          <p:cNvGraphicFramePr>
            <a:graphicFrameLocks noChangeAspect="1"/>
          </p:cNvGraphicFramePr>
          <p:nvPr/>
        </p:nvGraphicFramePr>
        <p:xfrm>
          <a:off x="4138535" y="2412768"/>
          <a:ext cx="435264" cy="47879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126720" imgH="139680" progId="Equation.DSMT4">
                  <p:embed/>
                </p:oleObj>
              </mc:Choice>
              <mc:Fallback>
                <p:oleObj name="Equation" r:id="rId2" imgW="126720" imgH="139680" progId="Equation.DSMT4">
                  <p:embed/>
                  <p:pic>
                    <p:nvPicPr>
                      <p:cNvPr id="12" name="对象 11">
                        <a:extLst>
                          <a:ext uri="{FF2B5EF4-FFF2-40B4-BE49-F238E27FC236}">
                            <a16:creationId xmlns:a16="http://schemas.microsoft.com/office/drawing/2014/main" id="{64BDCCB2-7AE0-3AD2-F85A-A32425F53834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3"/>
                      <a:stretch>
                        <a:fillRect/>
                      </a:stretch>
                    </p:blipFill>
                    <p:spPr>
                      <a:xfrm>
                        <a:off x="4138535" y="2412768"/>
                        <a:ext cx="435264" cy="47879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3" name="对象 12">
            <a:extLst>
              <a:ext uri="{FF2B5EF4-FFF2-40B4-BE49-F238E27FC236}">
                <a16:creationId xmlns:a16="http://schemas.microsoft.com/office/drawing/2014/main" id="{ED7F05B7-714F-78C5-30C3-5F20F4508F1D}"/>
              </a:ext>
            </a:extLst>
          </p:cNvPr>
          <p:cNvGraphicFramePr>
            <a:graphicFrameLocks noChangeAspect="1"/>
          </p:cNvGraphicFramePr>
          <p:nvPr/>
        </p:nvGraphicFramePr>
        <p:xfrm>
          <a:off x="741430" y="535054"/>
          <a:ext cx="403369" cy="476709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4" imgW="139680" imgH="164880" progId="Equation.DSMT4">
                  <p:embed/>
                </p:oleObj>
              </mc:Choice>
              <mc:Fallback>
                <p:oleObj name="Equation" r:id="rId4" imgW="139680" imgH="164880" progId="Equation.DSMT4">
                  <p:embed/>
                  <p:pic>
                    <p:nvPicPr>
                      <p:cNvPr id="13" name="对象 12">
                        <a:extLst>
                          <a:ext uri="{FF2B5EF4-FFF2-40B4-BE49-F238E27FC236}">
                            <a16:creationId xmlns:a16="http://schemas.microsoft.com/office/drawing/2014/main" id="{ED7F05B7-714F-78C5-30C3-5F20F4508F1D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741430" y="535054"/>
                        <a:ext cx="403369" cy="476709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cxnSp>
        <p:nvCxnSpPr>
          <p:cNvPr id="15" name="直接箭头连接符 14">
            <a:extLst>
              <a:ext uri="{FF2B5EF4-FFF2-40B4-BE49-F238E27FC236}">
                <a16:creationId xmlns:a16="http://schemas.microsoft.com/office/drawing/2014/main" id="{FE071372-F272-95DA-FE79-88A91E69A8D3}"/>
              </a:ext>
            </a:extLst>
          </p:cNvPr>
          <p:cNvCxnSpPr>
            <a:cxnSpLocks/>
          </p:cNvCxnSpPr>
          <p:nvPr/>
        </p:nvCxnSpPr>
        <p:spPr>
          <a:xfrm flipH="1">
            <a:off x="1456529" y="2647085"/>
            <a:ext cx="1517072" cy="0"/>
          </a:xfrm>
          <a:prstGeom prst="straightConnector1">
            <a:avLst/>
          </a:prstGeom>
          <a:ln w="28575">
            <a:solidFill>
              <a:srgbClr val="FF0000"/>
            </a:solidFill>
            <a:headEnd type="none" w="med" len="med"/>
            <a:tailEnd type="arrow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直接箭头连接符 15">
            <a:extLst>
              <a:ext uri="{FF2B5EF4-FFF2-40B4-BE49-F238E27FC236}">
                <a16:creationId xmlns:a16="http://schemas.microsoft.com/office/drawing/2014/main" id="{9CB01A89-7824-E6CC-5BA2-4ED390B4FA95}"/>
              </a:ext>
            </a:extLst>
          </p:cNvPr>
          <p:cNvCxnSpPr/>
          <p:nvPr/>
        </p:nvCxnSpPr>
        <p:spPr>
          <a:xfrm flipH="1">
            <a:off x="1144799" y="2647085"/>
            <a:ext cx="779318" cy="0"/>
          </a:xfrm>
          <a:prstGeom prst="straightConnector1">
            <a:avLst/>
          </a:prstGeom>
          <a:ln w="28575">
            <a:solidFill>
              <a:srgbClr val="FF0000"/>
            </a:solidFill>
            <a:headEnd type="none" w="med" len="med"/>
            <a:tailEnd type="non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直接箭头连接符 16">
            <a:extLst>
              <a:ext uri="{FF2B5EF4-FFF2-40B4-BE49-F238E27FC236}">
                <a16:creationId xmlns:a16="http://schemas.microsoft.com/office/drawing/2014/main" id="{95D165DA-5F18-38DA-2201-F9A7461ADA37}"/>
              </a:ext>
            </a:extLst>
          </p:cNvPr>
          <p:cNvCxnSpPr>
            <a:cxnSpLocks/>
          </p:cNvCxnSpPr>
          <p:nvPr/>
        </p:nvCxnSpPr>
        <p:spPr>
          <a:xfrm flipV="1">
            <a:off x="1144799" y="1578990"/>
            <a:ext cx="1070266" cy="1057704"/>
          </a:xfrm>
          <a:prstGeom prst="straightConnector1">
            <a:avLst/>
          </a:prstGeom>
          <a:ln w="28575">
            <a:solidFill>
              <a:srgbClr val="FF0000"/>
            </a:solidFill>
            <a:headEnd type="none" w="med" len="med"/>
            <a:tailEnd type="arrow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直接箭头连接符 25">
            <a:extLst>
              <a:ext uri="{FF2B5EF4-FFF2-40B4-BE49-F238E27FC236}">
                <a16:creationId xmlns:a16="http://schemas.microsoft.com/office/drawing/2014/main" id="{81342B2C-25F6-2D55-26A3-3797C109FBAC}"/>
              </a:ext>
            </a:extLst>
          </p:cNvPr>
          <p:cNvCxnSpPr>
            <a:cxnSpLocks/>
          </p:cNvCxnSpPr>
          <p:nvPr/>
        </p:nvCxnSpPr>
        <p:spPr>
          <a:xfrm flipV="1">
            <a:off x="1892370" y="1063973"/>
            <a:ext cx="850905" cy="840918"/>
          </a:xfrm>
          <a:prstGeom prst="straightConnector1">
            <a:avLst/>
          </a:prstGeom>
          <a:ln w="28575">
            <a:solidFill>
              <a:srgbClr val="FF0000"/>
            </a:solidFill>
            <a:headEnd type="none" w="med" len="med"/>
            <a:tailEnd type="non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aphicFrame>
        <p:nvGraphicFramePr>
          <p:cNvPr id="27" name="对象 26">
            <a:extLst>
              <a:ext uri="{FF2B5EF4-FFF2-40B4-BE49-F238E27FC236}">
                <a16:creationId xmlns:a16="http://schemas.microsoft.com/office/drawing/2014/main" id="{39F592E6-CCC0-D91D-F10A-60916230C6A4}"/>
              </a:ext>
            </a:extLst>
          </p:cNvPr>
          <p:cNvGraphicFramePr>
            <a:graphicFrameLocks noChangeAspect="1"/>
          </p:cNvGraphicFramePr>
          <p:nvPr/>
        </p:nvGraphicFramePr>
        <p:xfrm>
          <a:off x="1456529" y="2200426"/>
          <a:ext cx="311620" cy="43626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6" imgW="126720" imgH="177480" progId="Equation.DSMT4">
                  <p:embed/>
                </p:oleObj>
              </mc:Choice>
              <mc:Fallback>
                <p:oleObj name="Equation" r:id="rId6" imgW="126720" imgH="177480" progId="Equation.DSMT4">
                  <p:embed/>
                  <p:pic>
                    <p:nvPicPr>
                      <p:cNvPr id="27" name="对象 26">
                        <a:extLst>
                          <a:ext uri="{FF2B5EF4-FFF2-40B4-BE49-F238E27FC236}">
                            <a16:creationId xmlns:a16="http://schemas.microsoft.com/office/drawing/2014/main" id="{39F592E6-CCC0-D91D-F10A-60916230C6A4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7"/>
                      <a:stretch>
                        <a:fillRect/>
                      </a:stretch>
                    </p:blipFill>
                    <p:spPr>
                      <a:xfrm>
                        <a:off x="1456529" y="2200426"/>
                        <a:ext cx="311620" cy="43626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8" name="椭圆 27">
            <a:extLst>
              <a:ext uri="{FF2B5EF4-FFF2-40B4-BE49-F238E27FC236}">
                <a16:creationId xmlns:a16="http://schemas.microsoft.com/office/drawing/2014/main" id="{FC1364CF-FA0D-15D9-D6A8-FFD91E86BF1E}"/>
              </a:ext>
            </a:extLst>
          </p:cNvPr>
          <p:cNvSpPr/>
          <p:nvPr/>
        </p:nvSpPr>
        <p:spPr>
          <a:xfrm>
            <a:off x="1090799" y="1169248"/>
            <a:ext cx="108000" cy="108000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等线" panose="02010600030101010101" pitchFamily="2" charset="-122"/>
              <a:cs typeface="+mn-cs"/>
            </a:endParaRPr>
          </a:p>
        </p:txBody>
      </p:sp>
      <p:graphicFrame>
        <p:nvGraphicFramePr>
          <p:cNvPr id="29" name="对象 28">
            <a:extLst>
              <a:ext uri="{FF2B5EF4-FFF2-40B4-BE49-F238E27FC236}">
                <a16:creationId xmlns:a16="http://schemas.microsoft.com/office/drawing/2014/main" id="{1063ADDC-951B-F190-2418-C949924F9AA5}"/>
              </a:ext>
            </a:extLst>
          </p:cNvPr>
          <p:cNvGraphicFramePr>
            <a:graphicFrameLocks noChangeAspect="1"/>
          </p:cNvGraphicFramePr>
          <p:nvPr/>
        </p:nvGraphicFramePr>
        <p:xfrm>
          <a:off x="1206725" y="780793"/>
          <a:ext cx="1149349" cy="589409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8" imgW="495000" imgH="253800" progId="Equation.DSMT4">
                  <p:embed/>
                </p:oleObj>
              </mc:Choice>
              <mc:Fallback>
                <p:oleObj name="Equation" r:id="rId8" imgW="495000" imgH="253800" progId="Equation.DSMT4">
                  <p:embed/>
                  <p:pic>
                    <p:nvPicPr>
                      <p:cNvPr id="29" name="对象 28">
                        <a:extLst>
                          <a:ext uri="{FF2B5EF4-FFF2-40B4-BE49-F238E27FC236}">
                            <a16:creationId xmlns:a16="http://schemas.microsoft.com/office/drawing/2014/main" id="{1063ADDC-951B-F190-2418-C949924F9AA5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9"/>
                      <a:stretch>
                        <a:fillRect/>
                      </a:stretch>
                    </p:blipFill>
                    <p:spPr>
                      <a:xfrm>
                        <a:off x="1206725" y="780793"/>
                        <a:ext cx="1149349" cy="589409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cxnSp>
        <p:nvCxnSpPr>
          <p:cNvPr id="31" name="直接连接符 30">
            <a:extLst>
              <a:ext uri="{FF2B5EF4-FFF2-40B4-BE49-F238E27FC236}">
                <a16:creationId xmlns:a16="http://schemas.microsoft.com/office/drawing/2014/main" id="{110B544A-0E8C-42E9-EF21-F1EF01F3C477}"/>
              </a:ext>
            </a:extLst>
          </p:cNvPr>
          <p:cNvCxnSpPr>
            <a:cxnSpLocks/>
          </p:cNvCxnSpPr>
          <p:nvPr/>
        </p:nvCxnSpPr>
        <p:spPr>
          <a:xfrm>
            <a:off x="1163422" y="1250364"/>
            <a:ext cx="689530" cy="714332"/>
          </a:xfrm>
          <a:prstGeom prst="line">
            <a:avLst/>
          </a:prstGeom>
          <a:ln w="38100">
            <a:solidFill>
              <a:srgbClr val="0066FF"/>
            </a:solidFill>
            <a:prstDash val="sys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aphicFrame>
        <p:nvGraphicFramePr>
          <p:cNvPr id="33" name="对象 32">
            <a:extLst>
              <a:ext uri="{FF2B5EF4-FFF2-40B4-BE49-F238E27FC236}">
                <a16:creationId xmlns:a16="http://schemas.microsoft.com/office/drawing/2014/main" id="{37BCB0B8-503B-18C8-0DC2-39947ACBBFCE}"/>
              </a:ext>
            </a:extLst>
          </p:cNvPr>
          <p:cNvGraphicFramePr>
            <a:graphicFrameLocks noChangeAspect="1"/>
          </p:cNvGraphicFramePr>
          <p:nvPr/>
        </p:nvGraphicFramePr>
        <p:xfrm>
          <a:off x="875508" y="1677904"/>
          <a:ext cx="724761" cy="724761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0" imgW="393480" imgH="393480" progId="Equation.DSMT4">
                  <p:embed/>
                </p:oleObj>
              </mc:Choice>
              <mc:Fallback>
                <p:oleObj name="Equation" r:id="rId10" imgW="393480" imgH="393480" progId="Equation.DSMT4">
                  <p:embed/>
                  <p:pic>
                    <p:nvPicPr>
                      <p:cNvPr id="33" name="对象 32">
                        <a:extLst>
                          <a:ext uri="{FF2B5EF4-FFF2-40B4-BE49-F238E27FC236}">
                            <a16:creationId xmlns:a16="http://schemas.microsoft.com/office/drawing/2014/main" id="{37BCB0B8-503B-18C8-0DC2-39947ACBBFCE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11"/>
                      <a:stretch>
                        <a:fillRect/>
                      </a:stretch>
                    </p:blipFill>
                    <p:spPr>
                      <a:xfrm>
                        <a:off x="875508" y="1677904"/>
                        <a:ext cx="724761" cy="724761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cxnSp>
        <p:nvCxnSpPr>
          <p:cNvPr id="34" name="直接连接符 33">
            <a:extLst>
              <a:ext uri="{FF2B5EF4-FFF2-40B4-BE49-F238E27FC236}">
                <a16:creationId xmlns:a16="http://schemas.microsoft.com/office/drawing/2014/main" id="{17C71EAB-521B-87BB-18B5-5519C7E5C8F4}"/>
              </a:ext>
            </a:extLst>
          </p:cNvPr>
          <p:cNvCxnSpPr>
            <a:cxnSpLocks/>
          </p:cNvCxnSpPr>
          <p:nvPr/>
        </p:nvCxnSpPr>
        <p:spPr>
          <a:xfrm flipV="1">
            <a:off x="1124703" y="700419"/>
            <a:ext cx="1942416" cy="478436"/>
          </a:xfrm>
          <a:prstGeom prst="line">
            <a:avLst/>
          </a:prstGeom>
          <a:ln w="28575"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8" name="直接箭头连接符 37">
            <a:extLst>
              <a:ext uri="{FF2B5EF4-FFF2-40B4-BE49-F238E27FC236}">
                <a16:creationId xmlns:a16="http://schemas.microsoft.com/office/drawing/2014/main" id="{CF638CF0-FEE8-3A6D-9169-FF25E576777E}"/>
              </a:ext>
            </a:extLst>
          </p:cNvPr>
          <p:cNvCxnSpPr>
            <a:cxnSpLocks/>
          </p:cNvCxnSpPr>
          <p:nvPr/>
        </p:nvCxnSpPr>
        <p:spPr>
          <a:xfrm flipV="1">
            <a:off x="2683224" y="583195"/>
            <a:ext cx="536436" cy="530140"/>
          </a:xfrm>
          <a:prstGeom prst="straightConnector1">
            <a:avLst/>
          </a:prstGeom>
          <a:ln w="28575">
            <a:solidFill>
              <a:srgbClr val="FF0000"/>
            </a:solidFill>
            <a:prstDash val="sysDot"/>
            <a:headEnd type="none" w="med" len="med"/>
            <a:tailEnd type="non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2" name="直接箭头连接符 41">
            <a:extLst>
              <a:ext uri="{FF2B5EF4-FFF2-40B4-BE49-F238E27FC236}">
                <a16:creationId xmlns:a16="http://schemas.microsoft.com/office/drawing/2014/main" id="{B23DB515-C607-458A-0526-B02D66A520A7}"/>
              </a:ext>
            </a:extLst>
          </p:cNvPr>
          <p:cNvCxnSpPr>
            <a:cxnSpLocks/>
          </p:cNvCxnSpPr>
          <p:nvPr/>
        </p:nvCxnSpPr>
        <p:spPr>
          <a:xfrm flipH="1">
            <a:off x="2973601" y="2647085"/>
            <a:ext cx="1071417" cy="0"/>
          </a:xfrm>
          <a:prstGeom prst="straightConnector1">
            <a:avLst/>
          </a:prstGeom>
          <a:ln w="28575">
            <a:solidFill>
              <a:srgbClr val="FF0000"/>
            </a:solidFill>
            <a:prstDash val="sysDash"/>
            <a:headEnd type="none" w="med" len="med"/>
            <a:tailEnd type="non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aphicFrame>
        <p:nvGraphicFramePr>
          <p:cNvPr id="44" name="对象 43">
            <a:extLst>
              <a:ext uri="{FF2B5EF4-FFF2-40B4-BE49-F238E27FC236}">
                <a16:creationId xmlns:a16="http://schemas.microsoft.com/office/drawing/2014/main" id="{02988A50-E662-B185-9010-068D7144B080}"/>
              </a:ext>
            </a:extLst>
          </p:cNvPr>
          <p:cNvGraphicFramePr>
            <a:graphicFrameLocks noChangeAspect="1"/>
          </p:cNvGraphicFramePr>
          <p:nvPr/>
        </p:nvGraphicFramePr>
        <p:xfrm>
          <a:off x="2453765" y="2366735"/>
          <a:ext cx="301915" cy="560699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2" imgW="88560" imgH="164880" progId="Equation.DSMT4">
                  <p:embed/>
                </p:oleObj>
              </mc:Choice>
              <mc:Fallback>
                <p:oleObj name="Equation" r:id="rId12" imgW="88560" imgH="164880" progId="Equation.DSMT4">
                  <p:embed/>
                  <p:pic>
                    <p:nvPicPr>
                      <p:cNvPr id="44" name="对象 43">
                        <a:extLst>
                          <a:ext uri="{FF2B5EF4-FFF2-40B4-BE49-F238E27FC236}">
                            <a16:creationId xmlns:a16="http://schemas.microsoft.com/office/drawing/2014/main" id="{02988A50-E662-B185-9010-068D7144B080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13"/>
                      <a:stretch>
                        <a:fillRect/>
                      </a:stretch>
                    </p:blipFill>
                    <p:spPr>
                      <a:xfrm>
                        <a:off x="2453765" y="2366735"/>
                        <a:ext cx="301915" cy="560699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46" name="图片 45">
            <a:extLst>
              <a:ext uri="{FF2B5EF4-FFF2-40B4-BE49-F238E27FC236}">
                <a16:creationId xmlns:a16="http://schemas.microsoft.com/office/drawing/2014/main" id="{5067AD6F-7DD8-9560-1363-4494783F5AD1}"/>
              </a:ext>
            </a:extLst>
          </p:cNvPr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 rot="18809557">
            <a:off x="2357306" y="887058"/>
            <a:ext cx="494831" cy="641671"/>
          </a:xfrm>
          <a:prstGeom prst="rect">
            <a:avLst/>
          </a:prstGeom>
        </p:spPr>
      </p:pic>
      <p:sp>
        <p:nvSpPr>
          <p:cNvPr id="47" name="弧形 46">
            <a:extLst>
              <a:ext uri="{FF2B5EF4-FFF2-40B4-BE49-F238E27FC236}">
                <a16:creationId xmlns:a16="http://schemas.microsoft.com/office/drawing/2014/main" id="{BAF8AA87-A234-3244-9E18-66BD57261DBE}"/>
              </a:ext>
            </a:extLst>
          </p:cNvPr>
          <p:cNvSpPr/>
          <p:nvPr/>
        </p:nvSpPr>
        <p:spPr>
          <a:xfrm rot="19993635">
            <a:off x="1086070" y="2304233"/>
            <a:ext cx="302119" cy="346006"/>
          </a:xfrm>
          <a:prstGeom prst="arc">
            <a:avLst/>
          </a:prstGeom>
          <a:ln w="28575"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等线" panose="02010600030101010101" pitchFamily="2" charset="-122"/>
              <a:cs typeface="+mn-cs"/>
            </a:endParaRPr>
          </a:p>
        </p:txBody>
      </p:sp>
      <p:sp>
        <p:nvSpPr>
          <p:cNvPr id="50" name="弧形 49">
            <a:extLst>
              <a:ext uri="{FF2B5EF4-FFF2-40B4-BE49-F238E27FC236}">
                <a16:creationId xmlns:a16="http://schemas.microsoft.com/office/drawing/2014/main" id="{4FE76EF5-7F01-88EA-0ACF-422B4F6C6632}"/>
              </a:ext>
            </a:extLst>
          </p:cNvPr>
          <p:cNvSpPr/>
          <p:nvPr/>
        </p:nvSpPr>
        <p:spPr>
          <a:xfrm rot="17904699">
            <a:off x="2810324" y="582646"/>
            <a:ext cx="392314" cy="494024"/>
          </a:xfrm>
          <a:prstGeom prst="arc">
            <a:avLst/>
          </a:prstGeom>
          <a:ln w="28575"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等线" panose="02010600030101010101" pitchFamily="2" charset="-122"/>
              <a:cs typeface="+mn-cs"/>
            </a:endParaRPr>
          </a:p>
        </p:txBody>
      </p:sp>
      <p:graphicFrame>
        <p:nvGraphicFramePr>
          <p:cNvPr id="52" name="对象 51">
            <a:extLst>
              <a:ext uri="{FF2B5EF4-FFF2-40B4-BE49-F238E27FC236}">
                <a16:creationId xmlns:a16="http://schemas.microsoft.com/office/drawing/2014/main" id="{7690DFF5-5210-05D6-A9EB-887C5422669E}"/>
              </a:ext>
            </a:extLst>
          </p:cNvPr>
          <p:cNvGraphicFramePr>
            <a:graphicFrameLocks noChangeAspect="1"/>
          </p:cNvGraphicFramePr>
          <p:nvPr/>
        </p:nvGraphicFramePr>
        <p:xfrm>
          <a:off x="2550944" y="307901"/>
          <a:ext cx="403369" cy="40089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5" imgW="139680" imgH="139680" progId="Equation.DSMT4">
                  <p:embed/>
                </p:oleObj>
              </mc:Choice>
              <mc:Fallback>
                <p:oleObj name="Equation" r:id="rId15" imgW="139680" imgH="139680" progId="Equation.DSMT4">
                  <p:embed/>
                  <p:pic>
                    <p:nvPicPr>
                      <p:cNvPr id="52" name="对象 51">
                        <a:extLst>
                          <a:ext uri="{FF2B5EF4-FFF2-40B4-BE49-F238E27FC236}">
                            <a16:creationId xmlns:a16="http://schemas.microsoft.com/office/drawing/2014/main" id="{7690DFF5-5210-05D6-A9EB-887C5422669E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16"/>
                      <a:stretch>
                        <a:fillRect/>
                      </a:stretch>
                    </p:blipFill>
                    <p:spPr>
                      <a:xfrm>
                        <a:off x="2550944" y="307901"/>
                        <a:ext cx="403369" cy="400895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21" name="图片 20">
            <a:extLst>
              <a:ext uri="{FF2B5EF4-FFF2-40B4-BE49-F238E27FC236}">
                <a16:creationId xmlns:a16="http://schemas.microsoft.com/office/drawing/2014/main" id="{30456427-073B-3F0E-E6DB-EB1955DD3AB2}"/>
              </a:ext>
            </a:extLst>
          </p:cNvPr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5637093" y="535054"/>
            <a:ext cx="2819488" cy="3408550"/>
          </a:xfrm>
          <a:prstGeom prst="rect">
            <a:avLst/>
          </a:prstGeom>
          <a:ln w="38100">
            <a:solidFill>
              <a:schemeClr val="tx1"/>
            </a:solidFill>
          </a:ln>
        </p:spPr>
      </p:pic>
      <p:graphicFrame>
        <p:nvGraphicFramePr>
          <p:cNvPr id="23" name="对象 22">
            <a:extLst>
              <a:ext uri="{FF2B5EF4-FFF2-40B4-BE49-F238E27FC236}">
                <a16:creationId xmlns:a16="http://schemas.microsoft.com/office/drawing/2014/main" id="{987814A3-C53A-C3BE-D5E6-794AF5BB8645}"/>
              </a:ext>
            </a:extLst>
          </p:cNvPr>
          <p:cNvGraphicFramePr>
            <a:graphicFrameLocks noChangeAspect="1"/>
          </p:cNvGraphicFramePr>
          <p:nvPr/>
        </p:nvGraphicFramePr>
        <p:xfrm>
          <a:off x="430571" y="3016414"/>
          <a:ext cx="889000" cy="469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8" imgW="431640" imgH="228600" progId="Equation.DSMT4">
                  <p:embed/>
                </p:oleObj>
              </mc:Choice>
              <mc:Fallback>
                <p:oleObj name="Equation" r:id="rId18" imgW="431640" imgH="228600" progId="Equation.DSMT4">
                  <p:embed/>
                  <p:pic>
                    <p:nvPicPr>
                      <p:cNvPr id="23" name="对象 22">
                        <a:extLst>
                          <a:ext uri="{FF2B5EF4-FFF2-40B4-BE49-F238E27FC236}">
                            <a16:creationId xmlns:a16="http://schemas.microsoft.com/office/drawing/2014/main" id="{987814A3-C53A-C3BE-D5E6-794AF5BB8645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19"/>
                      <a:stretch>
                        <a:fillRect/>
                      </a:stretch>
                    </p:blipFill>
                    <p:spPr>
                      <a:xfrm>
                        <a:off x="430571" y="3016414"/>
                        <a:ext cx="889000" cy="4699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cxnSp>
        <p:nvCxnSpPr>
          <p:cNvPr id="24" name="直接连接符 23">
            <a:extLst>
              <a:ext uri="{FF2B5EF4-FFF2-40B4-BE49-F238E27FC236}">
                <a16:creationId xmlns:a16="http://schemas.microsoft.com/office/drawing/2014/main" id="{692565B6-B1D5-EE19-9AF1-16A7EEBAF7C1}"/>
              </a:ext>
            </a:extLst>
          </p:cNvPr>
          <p:cNvCxnSpPr>
            <a:cxnSpLocks/>
            <a:stCxn id="28" idx="6"/>
          </p:cNvCxnSpPr>
          <p:nvPr/>
        </p:nvCxnSpPr>
        <p:spPr>
          <a:xfrm>
            <a:off x="1198799" y="1223248"/>
            <a:ext cx="2829956" cy="1434229"/>
          </a:xfrm>
          <a:prstGeom prst="line">
            <a:avLst/>
          </a:prstGeom>
          <a:ln w="28575"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2" name="弧形 31">
            <a:extLst>
              <a:ext uri="{FF2B5EF4-FFF2-40B4-BE49-F238E27FC236}">
                <a16:creationId xmlns:a16="http://schemas.microsoft.com/office/drawing/2014/main" id="{F1DCD8D2-22FB-06BE-7597-8394CE0FBEEA}"/>
              </a:ext>
            </a:extLst>
          </p:cNvPr>
          <p:cNvSpPr/>
          <p:nvPr/>
        </p:nvSpPr>
        <p:spPr>
          <a:xfrm rot="15026361">
            <a:off x="3411442" y="2415822"/>
            <a:ext cx="315319" cy="338254"/>
          </a:xfrm>
          <a:prstGeom prst="arc">
            <a:avLst/>
          </a:prstGeom>
          <a:ln w="28575"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等线" panose="02010600030101010101" pitchFamily="2" charset="-122"/>
              <a:cs typeface="+mn-cs"/>
            </a:endParaRPr>
          </a:p>
        </p:txBody>
      </p:sp>
      <p:graphicFrame>
        <p:nvGraphicFramePr>
          <p:cNvPr id="35" name="对象 34">
            <a:extLst>
              <a:ext uri="{FF2B5EF4-FFF2-40B4-BE49-F238E27FC236}">
                <a16:creationId xmlns:a16="http://schemas.microsoft.com/office/drawing/2014/main" id="{649CCCDA-729E-D2D5-3496-F31A98F826EE}"/>
              </a:ext>
            </a:extLst>
          </p:cNvPr>
          <p:cNvGraphicFramePr>
            <a:graphicFrameLocks noChangeAspect="1"/>
          </p:cNvGraphicFramePr>
          <p:nvPr/>
        </p:nvGraphicFramePr>
        <p:xfrm>
          <a:off x="2940996" y="2245152"/>
          <a:ext cx="286665" cy="401331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0" imgW="126720" imgH="177480" progId="Equation.DSMT4">
                  <p:embed/>
                </p:oleObj>
              </mc:Choice>
              <mc:Fallback>
                <p:oleObj name="Equation" r:id="rId20" imgW="126720" imgH="177480" progId="Equation.DSMT4">
                  <p:embed/>
                  <p:pic>
                    <p:nvPicPr>
                      <p:cNvPr id="35" name="对象 34">
                        <a:extLst>
                          <a:ext uri="{FF2B5EF4-FFF2-40B4-BE49-F238E27FC236}">
                            <a16:creationId xmlns:a16="http://schemas.microsoft.com/office/drawing/2014/main" id="{649CCCDA-729E-D2D5-3496-F31A98F826EE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21"/>
                      <a:stretch>
                        <a:fillRect/>
                      </a:stretch>
                    </p:blipFill>
                    <p:spPr>
                      <a:xfrm>
                        <a:off x="2940996" y="2245152"/>
                        <a:ext cx="286665" cy="401331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37" name="弧形 36">
            <a:extLst>
              <a:ext uri="{FF2B5EF4-FFF2-40B4-BE49-F238E27FC236}">
                <a16:creationId xmlns:a16="http://schemas.microsoft.com/office/drawing/2014/main" id="{529B4615-462D-EA30-DE4C-547A209FC0CD}"/>
              </a:ext>
            </a:extLst>
          </p:cNvPr>
          <p:cNvSpPr/>
          <p:nvPr/>
        </p:nvSpPr>
        <p:spPr>
          <a:xfrm rot="15026361">
            <a:off x="1039431" y="2425050"/>
            <a:ext cx="315319" cy="338254"/>
          </a:xfrm>
          <a:prstGeom prst="arc">
            <a:avLst/>
          </a:prstGeom>
          <a:ln w="28575"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等线" panose="02010600030101010101" pitchFamily="2" charset="-122"/>
              <a:cs typeface="+mn-cs"/>
            </a:endParaRPr>
          </a:p>
        </p:txBody>
      </p:sp>
      <p:graphicFrame>
        <p:nvGraphicFramePr>
          <p:cNvPr id="39" name="对象 38">
            <a:extLst>
              <a:ext uri="{FF2B5EF4-FFF2-40B4-BE49-F238E27FC236}">
                <a16:creationId xmlns:a16="http://schemas.microsoft.com/office/drawing/2014/main" id="{F8234C8D-D71A-30D2-23B1-0C43264A4443}"/>
              </a:ext>
            </a:extLst>
          </p:cNvPr>
          <p:cNvGraphicFramePr>
            <a:graphicFrameLocks noChangeAspect="1"/>
          </p:cNvGraphicFramePr>
          <p:nvPr/>
        </p:nvGraphicFramePr>
        <p:xfrm>
          <a:off x="676633" y="2067089"/>
          <a:ext cx="303213" cy="7254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2" imgW="164880" imgH="393480" progId="Equation.DSMT4">
                  <p:embed/>
                </p:oleObj>
              </mc:Choice>
              <mc:Fallback>
                <p:oleObj name="Equation" r:id="rId22" imgW="164880" imgH="393480" progId="Equation.DSMT4">
                  <p:embed/>
                  <p:pic>
                    <p:nvPicPr>
                      <p:cNvPr id="39" name="对象 38">
                        <a:extLst>
                          <a:ext uri="{FF2B5EF4-FFF2-40B4-BE49-F238E27FC236}">
                            <a16:creationId xmlns:a16="http://schemas.microsoft.com/office/drawing/2014/main" id="{F8234C8D-D71A-30D2-23B1-0C43264A4443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23"/>
                      <a:stretch>
                        <a:fillRect/>
                      </a:stretch>
                    </p:blipFill>
                    <p:spPr>
                      <a:xfrm>
                        <a:off x="676633" y="2067089"/>
                        <a:ext cx="303213" cy="7254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0" name="对象 39">
            <a:extLst>
              <a:ext uri="{FF2B5EF4-FFF2-40B4-BE49-F238E27FC236}">
                <a16:creationId xmlns:a16="http://schemas.microsoft.com/office/drawing/2014/main" id="{DCC17402-978C-5F4F-B060-701024A134E0}"/>
              </a:ext>
            </a:extLst>
          </p:cNvPr>
          <p:cNvGraphicFramePr>
            <a:graphicFrameLocks noChangeAspect="1"/>
          </p:cNvGraphicFramePr>
          <p:nvPr/>
        </p:nvGraphicFramePr>
        <p:xfrm>
          <a:off x="1912128" y="2799610"/>
          <a:ext cx="1117600" cy="8667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4" imgW="507960" imgH="393480" progId="Equation.DSMT4">
                  <p:embed/>
                </p:oleObj>
              </mc:Choice>
              <mc:Fallback>
                <p:oleObj name="Equation" r:id="rId24" imgW="507960" imgH="393480" progId="Equation.DSMT4">
                  <p:embed/>
                  <p:pic>
                    <p:nvPicPr>
                      <p:cNvPr id="40" name="对象 39">
                        <a:extLst>
                          <a:ext uri="{FF2B5EF4-FFF2-40B4-BE49-F238E27FC236}">
                            <a16:creationId xmlns:a16="http://schemas.microsoft.com/office/drawing/2014/main" id="{DCC17402-978C-5F4F-B060-701024A134E0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25"/>
                      <a:stretch>
                        <a:fillRect/>
                      </a:stretch>
                    </p:blipFill>
                    <p:spPr>
                      <a:xfrm>
                        <a:off x="1912128" y="2799610"/>
                        <a:ext cx="1117600" cy="866775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1" name="对象 40">
            <a:extLst>
              <a:ext uri="{FF2B5EF4-FFF2-40B4-BE49-F238E27FC236}">
                <a16:creationId xmlns:a16="http://schemas.microsoft.com/office/drawing/2014/main" id="{0B3DF300-E81B-4C51-9DF1-40B785A9917E}"/>
              </a:ext>
            </a:extLst>
          </p:cNvPr>
          <p:cNvGraphicFramePr>
            <a:graphicFrameLocks noChangeAspect="1"/>
          </p:cNvGraphicFramePr>
          <p:nvPr/>
        </p:nvGraphicFramePr>
        <p:xfrm>
          <a:off x="167986" y="3557444"/>
          <a:ext cx="3582988" cy="7413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6" imgW="1904760" imgH="393480" progId="Equation.DSMT4">
                  <p:embed/>
                </p:oleObj>
              </mc:Choice>
              <mc:Fallback>
                <p:oleObj name="Equation" r:id="rId26" imgW="1904760" imgH="393480" progId="Equation.DSMT4">
                  <p:embed/>
                  <p:pic>
                    <p:nvPicPr>
                      <p:cNvPr id="41" name="对象 40">
                        <a:extLst>
                          <a:ext uri="{FF2B5EF4-FFF2-40B4-BE49-F238E27FC236}">
                            <a16:creationId xmlns:a16="http://schemas.microsoft.com/office/drawing/2014/main" id="{0B3DF300-E81B-4C51-9DF1-40B785A9917E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27"/>
                      <a:stretch>
                        <a:fillRect/>
                      </a:stretch>
                    </p:blipFill>
                    <p:spPr>
                      <a:xfrm>
                        <a:off x="167986" y="3557444"/>
                        <a:ext cx="3582988" cy="741363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5" name="对象 44">
            <a:extLst>
              <a:ext uri="{FF2B5EF4-FFF2-40B4-BE49-F238E27FC236}">
                <a16:creationId xmlns:a16="http://schemas.microsoft.com/office/drawing/2014/main" id="{134977B0-70EF-69D0-AD8D-EE2A0E87EE1C}"/>
              </a:ext>
            </a:extLst>
          </p:cNvPr>
          <p:cNvGraphicFramePr>
            <a:graphicFrameLocks noChangeAspect="1"/>
          </p:cNvGraphicFramePr>
          <p:nvPr/>
        </p:nvGraphicFramePr>
        <p:xfrm>
          <a:off x="3670658" y="3040227"/>
          <a:ext cx="782638" cy="3079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8" imgW="355320" imgH="139680" progId="Equation.DSMT4">
                  <p:embed/>
                </p:oleObj>
              </mc:Choice>
              <mc:Fallback>
                <p:oleObj name="Equation" r:id="rId28" imgW="355320" imgH="139680" progId="Equation.DSMT4">
                  <p:embed/>
                  <p:pic>
                    <p:nvPicPr>
                      <p:cNvPr id="45" name="对象 44">
                        <a:extLst>
                          <a:ext uri="{FF2B5EF4-FFF2-40B4-BE49-F238E27FC236}">
                            <a16:creationId xmlns:a16="http://schemas.microsoft.com/office/drawing/2014/main" id="{134977B0-70EF-69D0-AD8D-EE2A0E87EE1C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29"/>
                      <a:stretch>
                        <a:fillRect/>
                      </a:stretch>
                    </p:blipFill>
                    <p:spPr>
                      <a:xfrm>
                        <a:off x="3670658" y="3040227"/>
                        <a:ext cx="782638" cy="307975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3" name="文本框 2">
            <a:extLst>
              <a:ext uri="{FF2B5EF4-FFF2-40B4-BE49-F238E27FC236}">
                <a16:creationId xmlns:a16="http://schemas.microsoft.com/office/drawing/2014/main" id="{F5B3D400-61E8-2F84-08FF-07DFCC88D588}"/>
              </a:ext>
            </a:extLst>
          </p:cNvPr>
          <p:cNvSpPr txBox="1"/>
          <p:nvPr/>
        </p:nvSpPr>
        <p:spPr>
          <a:xfrm>
            <a:off x="3883282" y="3720871"/>
            <a:ext cx="1951002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等线" panose="02010600030101010101" pitchFamily="2" charset="-122"/>
                <a:cs typeface="+mn-cs"/>
              </a:rPr>
              <a:t>方向：</a:t>
            </a:r>
            <a:r>
              <a:rPr kumimoji="0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Aptos" panose="02110004020202020204"/>
                <a:ea typeface="等线" panose="02010600030101010101" pitchFamily="2" charset="-122"/>
                <a:cs typeface="+mn-cs"/>
              </a:rPr>
              <a:t>向里</a:t>
            </a:r>
            <a:endParaRPr kumimoji="0" lang="zh-CN" altLang="en-US" sz="2400" b="0" i="0" u="none" strike="noStrike" kern="1200" cap="none" spc="0" normalizeH="0" baseline="0" noProof="0" dirty="0">
              <a:ln>
                <a:noFill/>
              </a:ln>
              <a:solidFill>
                <a:srgbClr val="FF0000"/>
              </a:solidFill>
              <a:effectLst/>
              <a:uLnTx/>
              <a:uFillTx/>
              <a:latin typeface="Aptos" panose="02110004020202020204"/>
              <a:ea typeface="等线" panose="02010600030101010101" pitchFamily="2" charset="-122"/>
              <a:cs typeface="+mn-cs"/>
            </a:endParaRPr>
          </a:p>
        </p:txBody>
      </p:sp>
      <p:graphicFrame>
        <p:nvGraphicFramePr>
          <p:cNvPr id="5" name="对象 4">
            <a:extLst>
              <a:ext uri="{FF2B5EF4-FFF2-40B4-BE49-F238E27FC236}">
                <a16:creationId xmlns:a16="http://schemas.microsoft.com/office/drawing/2014/main" id="{19BF6489-85B9-1D46-4561-E437D7FD8E03}"/>
              </a:ext>
            </a:extLst>
          </p:cNvPr>
          <p:cNvGraphicFramePr>
            <a:graphicFrameLocks noChangeAspect="1"/>
          </p:cNvGraphicFramePr>
          <p:nvPr/>
        </p:nvGraphicFramePr>
        <p:xfrm>
          <a:off x="238125" y="4611688"/>
          <a:ext cx="1411288" cy="8096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30" imgW="685800" imgH="393480" progId="Equation.DSMT4">
                  <p:embed/>
                </p:oleObj>
              </mc:Choice>
              <mc:Fallback>
                <p:oleObj name="Equation" r:id="rId30" imgW="685800" imgH="393480" progId="Equation.DSMT4">
                  <p:embed/>
                  <p:pic>
                    <p:nvPicPr>
                      <p:cNvPr id="5" name="对象 4">
                        <a:extLst>
                          <a:ext uri="{FF2B5EF4-FFF2-40B4-BE49-F238E27FC236}">
                            <a16:creationId xmlns:a16="http://schemas.microsoft.com/office/drawing/2014/main" id="{19BF6489-85B9-1D46-4561-E437D7FD8E03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31"/>
                      <a:stretch>
                        <a:fillRect/>
                      </a:stretch>
                    </p:blipFill>
                    <p:spPr>
                      <a:xfrm>
                        <a:off x="238125" y="4611688"/>
                        <a:ext cx="1411288" cy="809625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" name="对象 6">
            <a:extLst>
              <a:ext uri="{FF2B5EF4-FFF2-40B4-BE49-F238E27FC236}">
                <a16:creationId xmlns:a16="http://schemas.microsoft.com/office/drawing/2014/main" id="{2B8A69B4-266A-0088-E344-ECBBF01A8B0C}"/>
              </a:ext>
            </a:extLst>
          </p:cNvPr>
          <p:cNvGraphicFramePr>
            <a:graphicFrameLocks noChangeAspect="1"/>
          </p:cNvGraphicFramePr>
          <p:nvPr/>
        </p:nvGraphicFramePr>
        <p:xfrm>
          <a:off x="2101850" y="4733925"/>
          <a:ext cx="1006475" cy="5032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32" imgW="457200" imgH="228600" progId="Equation.DSMT4">
                  <p:embed/>
                </p:oleObj>
              </mc:Choice>
              <mc:Fallback>
                <p:oleObj name="Equation" r:id="rId32" imgW="457200" imgH="228600" progId="Equation.DSMT4">
                  <p:embed/>
                  <p:pic>
                    <p:nvPicPr>
                      <p:cNvPr id="7" name="对象 6">
                        <a:extLst>
                          <a:ext uri="{FF2B5EF4-FFF2-40B4-BE49-F238E27FC236}">
                            <a16:creationId xmlns:a16="http://schemas.microsoft.com/office/drawing/2014/main" id="{2B8A69B4-266A-0088-E344-ECBBF01A8B0C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33"/>
                      <a:stretch>
                        <a:fillRect/>
                      </a:stretch>
                    </p:blipFill>
                    <p:spPr>
                      <a:xfrm>
                        <a:off x="2101850" y="4733925"/>
                        <a:ext cx="1006475" cy="50323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9" name="对象 8">
            <a:extLst>
              <a:ext uri="{FF2B5EF4-FFF2-40B4-BE49-F238E27FC236}">
                <a16:creationId xmlns:a16="http://schemas.microsoft.com/office/drawing/2014/main" id="{371D6A25-1BEB-2C0B-BFB2-0015FF2A82F4}"/>
              </a:ext>
            </a:extLst>
          </p:cNvPr>
          <p:cNvGraphicFramePr>
            <a:graphicFrameLocks noChangeAspect="1"/>
          </p:cNvGraphicFramePr>
          <p:nvPr/>
        </p:nvGraphicFramePr>
        <p:xfrm>
          <a:off x="3569101" y="4438198"/>
          <a:ext cx="3579813" cy="9493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34" imgW="1625400" imgH="431640" progId="Equation.DSMT4">
                  <p:embed/>
                </p:oleObj>
              </mc:Choice>
              <mc:Fallback>
                <p:oleObj name="Equation" r:id="rId34" imgW="1625400" imgH="431640" progId="Equation.DSMT4">
                  <p:embed/>
                  <p:pic>
                    <p:nvPicPr>
                      <p:cNvPr id="9" name="对象 8">
                        <a:extLst>
                          <a:ext uri="{FF2B5EF4-FFF2-40B4-BE49-F238E27FC236}">
                            <a16:creationId xmlns:a16="http://schemas.microsoft.com/office/drawing/2014/main" id="{371D6A25-1BEB-2C0B-BFB2-0015FF2A82F4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35"/>
                      <a:stretch>
                        <a:fillRect/>
                      </a:stretch>
                    </p:blipFill>
                    <p:spPr>
                      <a:xfrm>
                        <a:off x="3569101" y="4438198"/>
                        <a:ext cx="3579813" cy="949325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cxnSp>
        <p:nvCxnSpPr>
          <p:cNvPr id="14" name="直接连接符 13">
            <a:extLst>
              <a:ext uri="{FF2B5EF4-FFF2-40B4-BE49-F238E27FC236}">
                <a16:creationId xmlns:a16="http://schemas.microsoft.com/office/drawing/2014/main" id="{F575ED4A-BEE5-086D-C169-658699760717}"/>
              </a:ext>
            </a:extLst>
          </p:cNvPr>
          <p:cNvCxnSpPr/>
          <p:nvPr/>
        </p:nvCxnSpPr>
        <p:spPr>
          <a:xfrm>
            <a:off x="83127" y="4436918"/>
            <a:ext cx="5434446" cy="0"/>
          </a:xfrm>
          <a:prstGeom prst="line">
            <a:avLst/>
          </a:prstGeom>
          <a:ln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aphicFrame>
        <p:nvGraphicFramePr>
          <p:cNvPr id="19" name="对象 18">
            <a:extLst>
              <a:ext uri="{FF2B5EF4-FFF2-40B4-BE49-F238E27FC236}">
                <a16:creationId xmlns:a16="http://schemas.microsoft.com/office/drawing/2014/main" id="{4F6D28C2-C304-93AB-AF5E-471F7CE35C12}"/>
              </a:ext>
            </a:extLst>
          </p:cNvPr>
          <p:cNvGraphicFramePr>
            <a:graphicFrameLocks noChangeAspect="1"/>
          </p:cNvGraphicFramePr>
          <p:nvPr/>
        </p:nvGraphicFramePr>
        <p:xfrm>
          <a:off x="225425" y="5354638"/>
          <a:ext cx="7708900" cy="9763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36" imgW="3606480" imgH="457200" progId="Equation.DSMT4">
                  <p:embed/>
                </p:oleObj>
              </mc:Choice>
              <mc:Fallback>
                <p:oleObj name="Equation" r:id="rId36" imgW="3606480" imgH="457200" progId="Equation.DSMT4">
                  <p:embed/>
                  <p:pic>
                    <p:nvPicPr>
                      <p:cNvPr id="19" name="对象 18">
                        <a:extLst>
                          <a:ext uri="{FF2B5EF4-FFF2-40B4-BE49-F238E27FC236}">
                            <a16:creationId xmlns:a16="http://schemas.microsoft.com/office/drawing/2014/main" id="{4F6D28C2-C304-93AB-AF5E-471F7CE35C12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37"/>
                      <a:stretch>
                        <a:fillRect/>
                      </a:stretch>
                    </p:blipFill>
                    <p:spPr>
                      <a:xfrm>
                        <a:off x="225425" y="5354638"/>
                        <a:ext cx="7708900" cy="976312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0" name="文本框 19">
            <a:extLst>
              <a:ext uri="{FF2B5EF4-FFF2-40B4-BE49-F238E27FC236}">
                <a16:creationId xmlns:a16="http://schemas.microsoft.com/office/drawing/2014/main" id="{750226D7-3179-39F8-3F39-604821E9EE56}"/>
              </a:ext>
            </a:extLst>
          </p:cNvPr>
          <p:cNvSpPr txBox="1"/>
          <p:nvPr/>
        </p:nvSpPr>
        <p:spPr>
          <a:xfrm>
            <a:off x="2420774" y="6230212"/>
            <a:ext cx="1951002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等线" panose="02010600030101010101" pitchFamily="2" charset="-122"/>
                <a:cs typeface="+mn-cs"/>
              </a:rPr>
              <a:t>方向：</a:t>
            </a:r>
            <a:r>
              <a:rPr kumimoji="0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Aptos" panose="02110004020202020204"/>
                <a:ea typeface="等线" panose="02010600030101010101" pitchFamily="2" charset="-122"/>
                <a:cs typeface="+mn-cs"/>
              </a:rPr>
              <a:t>向外</a:t>
            </a:r>
            <a:endParaRPr kumimoji="0" lang="zh-CN" altLang="en-US" sz="2400" b="0" i="0" u="none" strike="noStrike" kern="1200" cap="none" spc="0" normalizeH="0" baseline="0" noProof="0" dirty="0">
              <a:ln>
                <a:noFill/>
              </a:ln>
              <a:solidFill>
                <a:srgbClr val="FF0000"/>
              </a:solidFill>
              <a:effectLst/>
              <a:uLnTx/>
              <a:uFillTx/>
              <a:latin typeface="Aptos" panose="02110004020202020204"/>
              <a:ea typeface="等线" panose="02010600030101010101" pitchFamily="2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640003596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8AF75E7-144D-DCF8-2097-3AD0B5A1579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" name="组合 10">
            <a:extLst>
              <a:ext uri="{FF2B5EF4-FFF2-40B4-BE49-F238E27FC236}">
                <a16:creationId xmlns:a16="http://schemas.microsoft.com/office/drawing/2014/main" id="{179F5234-CEF0-0CAA-6C41-96C5D2C84ECD}"/>
              </a:ext>
            </a:extLst>
          </p:cNvPr>
          <p:cNvGrpSpPr/>
          <p:nvPr/>
        </p:nvGrpSpPr>
        <p:grpSpPr>
          <a:xfrm>
            <a:off x="292746" y="565337"/>
            <a:ext cx="3896590" cy="2191139"/>
            <a:chOff x="1859973" y="2765187"/>
            <a:chExt cx="3896590" cy="2191139"/>
          </a:xfrm>
        </p:grpSpPr>
        <p:cxnSp>
          <p:nvCxnSpPr>
            <p:cNvPr id="6" name="直接箭头连接符 5">
              <a:extLst>
                <a:ext uri="{FF2B5EF4-FFF2-40B4-BE49-F238E27FC236}">
                  <a16:creationId xmlns:a16="http://schemas.microsoft.com/office/drawing/2014/main" id="{5B4D3985-7D21-DF8B-56B5-FADD63DA8B52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2649682" y="2765187"/>
              <a:ext cx="0" cy="2191139"/>
            </a:xfrm>
            <a:prstGeom prst="straightConnector1">
              <a:avLst/>
            </a:prstGeom>
            <a:ln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" name="直接箭头连接符 7">
              <a:extLst>
                <a:ext uri="{FF2B5EF4-FFF2-40B4-BE49-F238E27FC236}">
                  <a16:creationId xmlns:a16="http://schemas.microsoft.com/office/drawing/2014/main" id="{9F4C59C6-B0CD-91FF-2BF2-A123EA9EB09C}"/>
                </a:ext>
              </a:extLst>
            </p:cNvPr>
            <p:cNvCxnSpPr>
              <a:cxnSpLocks/>
            </p:cNvCxnSpPr>
            <p:nvPr/>
          </p:nvCxnSpPr>
          <p:spPr>
            <a:xfrm>
              <a:off x="1859973" y="4711853"/>
              <a:ext cx="3896590" cy="0"/>
            </a:xfrm>
            <a:prstGeom prst="straightConnector1">
              <a:avLst/>
            </a:prstGeom>
            <a:ln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graphicFrame>
        <p:nvGraphicFramePr>
          <p:cNvPr id="12" name="对象 11">
            <a:extLst>
              <a:ext uri="{FF2B5EF4-FFF2-40B4-BE49-F238E27FC236}">
                <a16:creationId xmlns:a16="http://schemas.microsoft.com/office/drawing/2014/main" id="{0D383F30-E87A-0907-196D-20E4EA5F9D6F}"/>
              </a:ext>
            </a:extLst>
          </p:cNvPr>
          <p:cNvGraphicFramePr>
            <a:graphicFrameLocks noChangeAspect="1"/>
          </p:cNvGraphicFramePr>
          <p:nvPr/>
        </p:nvGraphicFramePr>
        <p:xfrm>
          <a:off x="4076189" y="2277686"/>
          <a:ext cx="435264" cy="47879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126720" imgH="139680" progId="Equation.DSMT4">
                  <p:embed/>
                </p:oleObj>
              </mc:Choice>
              <mc:Fallback>
                <p:oleObj name="Equation" r:id="rId2" imgW="126720" imgH="139680" progId="Equation.DSMT4">
                  <p:embed/>
                  <p:pic>
                    <p:nvPicPr>
                      <p:cNvPr id="12" name="对象 11">
                        <a:extLst>
                          <a:ext uri="{FF2B5EF4-FFF2-40B4-BE49-F238E27FC236}">
                            <a16:creationId xmlns:a16="http://schemas.microsoft.com/office/drawing/2014/main" id="{0D383F30-E87A-0907-196D-20E4EA5F9D6F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3"/>
                      <a:stretch>
                        <a:fillRect/>
                      </a:stretch>
                    </p:blipFill>
                    <p:spPr>
                      <a:xfrm>
                        <a:off x="4076189" y="2277686"/>
                        <a:ext cx="435264" cy="47879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3" name="对象 12">
            <a:extLst>
              <a:ext uri="{FF2B5EF4-FFF2-40B4-BE49-F238E27FC236}">
                <a16:creationId xmlns:a16="http://schemas.microsoft.com/office/drawing/2014/main" id="{1164E486-64F0-9C7A-8288-EE8C4C7341B8}"/>
              </a:ext>
            </a:extLst>
          </p:cNvPr>
          <p:cNvGraphicFramePr>
            <a:graphicFrameLocks noChangeAspect="1"/>
          </p:cNvGraphicFramePr>
          <p:nvPr/>
        </p:nvGraphicFramePr>
        <p:xfrm>
          <a:off x="679084" y="399972"/>
          <a:ext cx="403369" cy="476709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4" imgW="139680" imgH="164880" progId="Equation.DSMT4">
                  <p:embed/>
                </p:oleObj>
              </mc:Choice>
              <mc:Fallback>
                <p:oleObj name="Equation" r:id="rId4" imgW="139680" imgH="164880" progId="Equation.DSMT4">
                  <p:embed/>
                  <p:pic>
                    <p:nvPicPr>
                      <p:cNvPr id="13" name="对象 12">
                        <a:extLst>
                          <a:ext uri="{FF2B5EF4-FFF2-40B4-BE49-F238E27FC236}">
                            <a16:creationId xmlns:a16="http://schemas.microsoft.com/office/drawing/2014/main" id="{1164E486-64F0-9C7A-8288-EE8C4C7341B8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679084" y="399972"/>
                        <a:ext cx="403369" cy="476709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cxnSp>
        <p:nvCxnSpPr>
          <p:cNvPr id="15" name="直接箭头连接符 14">
            <a:extLst>
              <a:ext uri="{FF2B5EF4-FFF2-40B4-BE49-F238E27FC236}">
                <a16:creationId xmlns:a16="http://schemas.microsoft.com/office/drawing/2014/main" id="{778E0A49-B62D-6F62-5798-7040ECE8A482}"/>
              </a:ext>
            </a:extLst>
          </p:cNvPr>
          <p:cNvCxnSpPr>
            <a:cxnSpLocks/>
          </p:cNvCxnSpPr>
          <p:nvPr/>
        </p:nvCxnSpPr>
        <p:spPr>
          <a:xfrm flipH="1">
            <a:off x="1394183" y="2512003"/>
            <a:ext cx="1517072" cy="0"/>
          </a:xfrm>
          <a:prstGeom prst="straightConnector1">
            <a:avLst/>
          </a:prstGeom>
          <a:ln w="28575">
            <a:solidFill>
              <a:srgbClr val="FF0000"/>
            </a:solidFill>
            <a:headEnd type="none" w="med" len="med"/>
            <a:tailEnd type="arrow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直接箭头连接符 15">
            <a:extLst>
              <a:ext uri="{FF2B5EF4-FFF2-40B4-BE49-F238E27FC236}">
                <a16:creationId xmlns:a16="http://schemas.microsoft.com/office/drawing/2014/main" id="{FE9B9DDB-4950-8D2A-EC6E-E2DC5F1A2DF9}"/>
              </a:ext>
            </a:extLst>
          </p:cNvPr>
          <p:cNvCxnSpPr/>
          <p:nvPr/>
        </p:nvCxnSpPr>
        <p:spPr>
          <a:xfrm flipH="1">
            <a:off x="1082453" y="2512003"/>
            <a:ext cx="779318" cy="0"/>
          </a:xfrm>
          <a:prstGeom prst="straightConnector1">
            <a:avLst/>
          </a:prstGeom>
          <a:ln w="28575">
            <a:solidFill>
              <a:srgbClr val="FF0000"/>
            </a:solidFill>
            <a:headEnd type="none" w="med" len="med"/>
            <a:tailEnd type="non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直接箭头连接符 16">
            <a:extLst>
              <a:ext uri="{FF2B5EF4-FFF2-40B4-BE49-F238E27FC236}">
                <a16:creationId xmlns:a16="http://schemas.microsoft.com/office/drawing/2014/main" id="{46201D7F-82AD-FE4F-E399-DAF18E87B361}"/>
              </a:ext>
            </a:extLst>
          </p:cNvPr>
          <p:cNvCxnSpPr>
            <a:cxnSpLocks/>
          </p:cNvCxnSpPr>
          <p:nvPr/>
        </p:nvCxnSpPr>
        <p:spPr>
          <a:xfrm flipV="1">
            <a:off x="1082453" y="1443908"/>
            <a:ext cx="1070266" cy="1057704"/>
          </a:xfrm>
          <a:prstGeom prst="straightConnector1">
            <a:avLst/>
          </a:prstGeom>
          <a:ln w="28575">
            <a:solidFill>
              <a:srgbClr val="FF0000"/>
            </a:solidFill>
            <a:headEnd type="none" w="med" len="med"/>
            <a:tailEnd type="arrow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直接箭头连接符 25">
            <a:extLst>
              <a:ext uri="{FF2B5EF4-FFF2-40B4-BE49-F238E27FC236}">
                <a16:creationId xmlns:a16="http://schemas.microsoft.com/office/drawing/2014/main" id="{23DE1253-17C7-5396-C552-C264642780FB}"/>
              </a:ext>
            </a:extLst>
          </p:cNvPr>
          <p:cNvCxnSpPr>
            <a:cxnSpLocks/>
          </p:cNvCxnSpPr>
          <p:nvPr/>
        </p:nvCxnSpPr>
        <p:spPr>
          <a:xfrm flipV="1">
            <a:off x="1830024" y="928891"/>
            <a:ext cx="850905" cy="840918"/>
          </a:xfrm>
          <a:prstGeom prst="straightConnector1">
            <a:avLst/>
          </a:prstGeom>
          <a:ln w="28575">
            <a:solidFill>
              <a:srgbClr val="FF0000"/>
            </a:solidFill>
            <a:headEnd type="none" w="med" len="med"/>
            <a:tailEnd type="non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aphicFrame>
        <p:nvGraphicFramePr>
          <p:cNvPr id="27" name="对象 26">
            <a:extLst>
              <a:ext uri="{FF2B5EF4-FFF2-40B4-BE49-F238E27FC236}">
                <a16:creationId xmlns:a16="http://schemas.microsoft.com/office/drawing/2014/main" id="{2B7003D6-2E46-1DCA-8B0C-E3C0AA47607D}"/>
              </a:ext>
            </a:extLst>
          </p:cNvPr>
          <p:cNvGraphicFramePr>
            <a:graphicFrameLocks noChangeAspect="1"/>
          </p:cNvGraphicFramePr>
          <p:nvPr/>
        </p:nvGraphicFramePr>
        <p:xfrm>
          <a:off x="1394183" y="2065344"/>
          <a:ext cx="311620" cy="43626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6" imgW="126720" imgH="177480" progId="Equation.DSMT4">
                  <p:embed/>
                </p:oleObj>
              </mc:Choice>
              <mc:Fallback>
                <p:oleObj name="Equation" r:id="rId6" imgW="126720" imgH="177480" progId="Equation.DSMT4">
                  <p:embed/>
                  <p:pic>
                    <p:nvPicPr>
                      <p:cNvPr id="27" name="对象 26">
                        <a:extLst>
                          <a:ext uri="{FF2B5EF4-FFF2-40B4-BE49-F238E27FC236}">
                            <a16:creationId xmlns:a16="http://schemas.microsoft.com/office/drawing/2014/main" id="{2B7003D6-2E46-1DCA-8B0C-E3C0AA47607D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7"/>
                      <a:stretch>
                        <a:fillRect/>
                      </a:stretch>
                    </p:blipFill>
                    <p:spPr>
                      <a:xfrm>
                        <a:off x="1394183" y="2065344"/>
                        <a:ext cx="311620" cy="43626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8" name="椭圆 27">
            <a:extLst>
              <a:ext uri="{FF2B5EF4-FFF2-40B4-BE49-F238E27FC236}">
                <a16:creationId xmlns:a16="http://schemas.microsoft.com/office/drawing/2014/main" id="{60117505-BA6A-8788-B3B4-E052F2025A6D}"/>
              </a:ext>
            </a:extLst>
          </p:cNvPr>
          <p:cNvSpPr/>
          <p:nvPr/>
        </p:nvSpPr>
        <p:spPr>
          <a:xfrm>
            <a:off x="1028453" y="1034166"/>
            <a:ext cx="108000" cy="108000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等线" panose="02010600030101010101" pitchFamily="2" charset="-122"/>
              <a:cs typeface="+mn-cs"/>
            </a:endParaRPr>
          </a:p>
        </p:txBody>
      </p:sp>
      <p:graphicFrame>
        <p:nvGraphicFramePr>
          <p:cNvPr id="29" name="对象 28">
            <a:extLst>
              <a:ext uri="{FF2B5EF4-FFF2-40B4-BE49-F238E27FC236}">
                <a16:creationId xmlns:a16="http://schemas.microsoft.com/office/drawing/2014/main" id="{EF30A4DD-2092-8306-5FC4-DC0283C53C1C}"/>
              </a:ext>
            </a:extLst>
          </p:cNvPr>
          <p:cNvGraphicFramePr>
            <a:graphicFrameLocks noChangeAspect="1"/>
          </p:cNvGraphicFramePr>
          <p:nvPr/>
        </p:nvGraphicFramePr>
        <p:xfrm>
          <a:off x="1144379" y="645711"/>
          <a:ext cx="1149349" cy="589409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8" imgW="495000" imgH="253800" progId="Equation.DSMT4">
                  <p:embed/>
                </p:oleObj>
              </mc:Choice>
              <mc:Fallback>
                <p:oleObj name="Equation" r:id="rId8" imgW="495000" imgH="253800" progId="Equation.DSMT4">
                  <p:embed/>
                  <p:pic>
                    <p:nvPicPr>
                      <p:cNvPr id="29" name="对象 28">
                        <a:extLst>
                          <a:ext uri="{FF2B5EF4-FFF2-40B4-BE49-F238E27FC236}">
                            <a16:creationId xmlns:a16="http://schemas.microsoft.com/office/drawing/2014/main" id="{EF30A4DD-2092-8306-5FC4-DC0283C53C1C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9"/>
                      <a:stretch>
                        <a:fillRect/>
                      </a:stretch>
                    </p:blipFill>
                    <p:spPr>
                      <a:xfrm>
                        <a:off x="1144379" y="645711"/>
                        <a:ext cx="1149349" cy="589409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cxnSp>
        <p:nvCxnSpPr>
          <p:cNvPr id="31" name="直接连接符 30">
            <a:extLst>
              <a:ext uri="{FF2B5EF4-FFF2-40B4-BE49-F238E27FC236}">
                <a16:creationId xmlns:a16="http://schemas.microsoft.com/office/drawing/2014/main" id="{F1A96697-2A2F-8D5E-9B25-978C2923EB12}"/>
              </a:ext>
            </a:extLst>
          </p:cNvPr>
          <p:cNvCxnSpPr>
            <a:cxnSpLocks/>
          </p:cNvCxnSpPr>
          <p:nvPr/>
        </p:nvCxnSpPr>
        <p:spPr>
          <a:xfrm>
            <a:off x="1101076" y="1115282"/>
            <a:ext cx="689530" cy="714332"/>
          </a:xfrm>
          <a:prstGeom prst="line">
            <a:avLst/>
          </a:prstGeom>
          <a:ln w="38100">
            <a:solidFill>
              <a:srgbClr val="0066FF"/>
            </a:solidFill>
            <a:prstDash val="sys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aphicFrame>
        <p:nvGraphicFramePr>
          <p:cNvPr id="33" name="对象 32">
            <a:extLst>
              <a:ext uri="{FF2B5EF4-FFF2-40B4-BE49-F238E27FC236}">
                <a16:creationId xmlns:a16="http://schemas.microsoft.com/office/drawing/2014/main" id="{7A2B76DF-5CEF-EC8B-E2EF-76922992F411}"/>
              </a:ext>
            </a:extLst>
          </p:cNvPr>
          <p:cNvGraphicFramePr>
            <a:graphicFrameLocks noChangeAspect="1"/>
          </p:cNvGraphicFramePr>
          <p:nvPr/>
        </p:nvGraphicFramePr>
        <p:xfrm>
          <a:off x="813162" y="1542822"/>
          <a:ext cx="724761" cy="724761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0" imgW="393480" imgH="393480" progId="Equation.DSMT4">
                  <p:embed/>
                </p:oleObj>
              </mc:Choice>
              <mc:Fallback>
                <p:oleObj name="Equation" r:id="rId10" imgW="393480" imgH="393480" progId="Equation.DSMT4">
                  <p:embed/>
                  <p:pic>
                    <p:nvPicPr>
                      <p:cNvPr id="33" name="对象 32">
                        <a:extLst>
                          <a:ext uri="{FF2B5EF4-FFF2-40B4-BE49-F238E27FC236}">
                            <a16:creationId xmlns:a16="http://schemas.microsoft.com/office/drawing/2014/main" id="{7A2B76DF-5CEF-EC8B-E2EF-76922992F411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11"/>
                      <a:stretch>
                        <a:fillRect/>
                      </a:stretch>
                    </p:blipFill>
                    <p:spPr>
                      <a:xfrm>
                        <a:off x="813162" y="1542822"/>
                        <a:ext cx="724761" cy="724761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cxnSp>
        <p:nvCxnSpPr>
          <p:cNvPr id="34" name="直接连接符 33">
            <a:extLst>
              <a:ext uri="{FF2B5EF4-FFF2-40B4-BE49-F238E27FC236}">
                <a16:creationId xmlns:a16="http://schemas.microsoft.com/office/drawing/2014/main" id="{39014717-FA93-00EF-D44C-D254C6B73FF7}"/>
              </a:ext>
            </a:extLst>
          </p:cNvPr>
          <p:cNvCxnSpPr>
            <a:cxnSpLocks/>
          </p:cNvCxnSpPr>
          <p:nvPr/>
        </p:nvCxnSpPr>
        <p:spPr>
          <a:xfrm flipV="1">
            <a:off x="1062357" y="565337"/>
            <a:ext cx="1942416" cy="478436"/>
          </a:xfrm>
          <a:prstGeom prst="line">
            <a:avLst/>
          </a:prstGeom>
          <a:ln w="28575"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8" name="直接箭头连接符 37">
            <a:extLst>
              <a:ext uri="{FF2B5EF4-FFF2-40B4-BE49-F238E27FC236}">
                <a16:creationId xmlns:a16="http://schemas.microsoft.com/office/drawing/2014/main" id="{8429C69F-5CBE-7283-B683-CF40A73E31CA}"/>
              </a:ext>
            </a:extLst>
          </p:cNvPr>
          <p:cNvCxnSpPr>
            <a:cxnSpLocks/>
          </p:cNvCxnSpPr>
          <p:nvPr/>
        </p:nvCxnSpPr>
        <p:spPr>
          <a:xfrm flipV="1">
            <a:off x="2620878" y="448113"/>
            <a:ext cx="536436" cy="530140"/>
          </a:xfrm>
          <a:prstGeom prst="straightConnector1">
            <a:avLst/>
          </a:prstGeom>
          <a:ln w="28575">
            <a:solidFill>
              <a:srgbClr val="FF0000"/>
            </a:solidFill>
            <a:prstDash val="sysDot"/>
            <a:headEnd type="none" w="med" len="med"/>
            <a:tailEnd type="non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2" name="直接箭头连接符 41">
            <a:extLst>
              <a:ext uri="{FF2B5EF4-FFF2-40B4-BE49-F238E27FC236}">
                <a16:creationId xmlns:a16="http://schemas.microsoft.com/office/drawing/2014/main" id="{E1938CB4-5985-6918-BA2B-1F27ACFB454C}"/>
              </a:ext>
            </a:extLst>
          </p:cNvPr>
          <p:cNvCxnSpPr>
            <a:cxnSpLocks/>
          </p:cNvCxnSpPr>
          <p:nvPr/>
        </p:nvCxnSpPr>
        <p:spPr>
          <a:xfrm flipH="1">
            <a:off x="2911255" y="2512003"/>
            <a:ext cx="1071417" cy="0"/>
          </a:xfrm>
          <a:prstGeom prst="straightConnector1">
            <a:avLst/>
          </a:prstGeom>
          <a:ln w="28575">
            <a:solidFill>
              <a:srgbClr val="FF0000"/>
            </a:solidFill>
            <a:prstDash val="sysDash"/>
            <a:headEnd type="none" w="med" len="med"/>
            <a:tailEnd type="non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aphicFrame>
        <p:nvGraphicFramePr>
          <p:cNvPr id="44" name="对象 43">
            <a:extLst>
              <a:ext uri="{FF2B5EF4-FFF2-40B4-BE49-F238E27FC236}">
                <a16:creationId xmlns:a16="http://schemas.microsoft.com/office/drawing/2014/main" id="{B5690D5B-E3DD-709F-7534-306252F7B2F8}"/>
              </a:ext>
            </a:extLst>
          </p:cNvPr>
          <p:cNvGraphicFramePr>
            <a:graphicFrameLocks noChangeAspect="1"/>
          </p:cNvGraphicFramePr>
          <p:nvPr/>
        </p:nvGraphicFramePr>
        <p:xfrm>
          <a:off x="2391419" y="2231653"/>
          <a:ext cx="301915" cy="560699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2" imgW="88560" imgH="164880" progId="Equation.DSMT4">
                  <p:embed/>
                </p:oleObj>
              </mc:Choice>
              <mc:Fallback>
                <p:oleObj name="Equation" r:id="rId12" imgW="88560" imgH="164880" progId="Equation.DSMT4">
                  <p:embed/>
                  <p:pic>
                    <p:nvPicPr>
                      <p:cNvPr id="44" name="对象 43">
                        <a:extLst>
                          <a:ext uri="{FF2B5EF4-FFF2-40B4-BE49-F238E27FC236}">
                            <a16:creationId xmlns:a16="http://schemas.microsoft.com/office/drawing/2014/main" id="{B5690D5B-E3DD-709F-7534-306252F7B2F8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13"/>
                      <a:stretch>
                        <a:fillRect/>
                      </a:stretch>
                    </p:blipFill>
                    <p:spPr>
                      <a:xfrm>
                        <a:off x="2391419" y="2231653"/>
                        <a:ext cx="301915" cy="560699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46" name="图片 45">
            <a:extLst>
              <a:ext uri="{FF2B5EF4-FFF2-40B4-BE49-F238E27FC236}">
                <a16:creationId xmlns:a16="http://schemas.microsoft.com/office/drawing/2014/main" id="{6F83E870-6BB9-C810-4347-1E8CDDEE294D}"/>
              </a:ext>
            </a:extLst>
          </p:cNvPr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 rot="18809557">
            <a:off x="2294960" y="751976"/>
            <a:ext cx="494831" cy="641671"/>
          </a:xfrm>
          <a:prstGeom prst="rect">
            <a:avLst/>
          </a:prstGeom>
        </p:spPr>
      </p:pic>
      <p:sp>
        <p:nvSpPr>
          <p:cNvPr id="47" name="弧形 46">
            <a:extLst>
              <a:ext uri="{FF2B5EF4-FFF2-40B4-BE49-F238E27FC236}">
                <a16:creationId xmlns:a16="http://schemas.microsoft.com/office/drawing/2014/main" id="{0381A359-6019-F833-10E8-168976DD1493}"/>
              </a:ext>
            </a:extLst>
          </p:cNvPr>
          <p:cNvSpPr/>
          <p:nvPr/>
        </p:nvSpPr>
        <p:spPr>
          <a:xfrm rot="19993635">
            <a:off x="1023724" y="2169151"/>
            <a:ext cx="302119" cy="346006"/>
          </a:xfrm>
          <a:prstGeom prst="arc">
            <a:avLst/>
          </a:prstGeom>
          <a:ln w="28575"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等线" panose="02010600030101010101" pitchFamily="2" charset="-122"/>
              <a:cs typeface="+mn-cs"/>
            </a:endParaRPr>
          </a:p>
        </p:txBody>
      </p:sp>
      <p:sp>
        <p:nvSpPr>
          <p:cNvPr id="50" name="弧形 49">
            <a:extLst>
              <a:ext uri="{FF2B5EF4-FFF2-40B4-BE49-F238E27FC236}">
                <a16:creationId xmlns:a16="http://schemas.microsoft.com/office/drawing/2014/main" id="{422CE1AC-99BE-A9AF-23F0-92702AA6C889}"/>
              </a:ext>
            </a:extLst>
          </p:cNvPr>
          <p:cNvSpPr/>
          <p:nvPr/>
        </p:nvSpPr>
        <p:spPr>
          <a:xfrm rot="17904699">
            <a:off x="2747978" y="447564"/>
            <a:ext cx="392314" cy="494024"/>
          </a:xfrm>
          <a:prstGeom prst="arc">
            <a:avLst/>
          </a:prstGeom>
          <a:ln w="28575"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等线" panose="02010600030101010101" pitchFamily="2" charset="-122"/>
              <a:cs typeface="+mn-cs"/>
            </a:endParaRPr>
          </a:p>
        </p:txBody>
      </p:sp>
      <p:graphicFrame>
        <p:nvGraphicFramePr>
          <p:cNvPr id="52" name="对象 51">
            <a:extLst>
              <a:ext uri="{FF2B5EF4-FFF2-40B4-BE49-F238E27FC236}">
                <a16:creationId xmlns:a16="http://schemas.microsoft.com/office/drawing/2014/main" id="{58EFA05C-BB5C-0350-102A-359EC38D17FA}"/>
              </a:ext>
            </a:extLst>
          </p:cNvPr>
          <p:cNvGraphicFramePr>
            <a:graphicFrameLocks noChangeAspect="1"/>
          </p:cNvGraphicFramePr>
          <p:nvPr/>
        </p:nvGraphicFramePr>
        <p:xfrm>
          <a:off x="2488598" y="172819"/>
          <a:ext cx="403369" cy="40089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5" imgW="139680" imgH="139680" progId="Equation.DSMT4">
                  <p:embed/>
                </p:oleObj>
              </mc:Choice>
              <mc:Fallback>
                <p:oleObj name="Equation" r:id="rId15" imgW="139680" imgH="139680" progId="Equation.DSMT4">
                  <p:embed/>
                  <p:pic>
                    <p:nvPicPr>
                      <p:cNvPr id="52" name="对象 51">
                        <a:extLst>
                          <a:ext uri="{FF2B5EF4-FFF2-40B4-BE49-F238E27FC236}">
                            <a16:creationId xmlns:a16="http://schemas.microsoft.com/office/drawing/2014/main" id="{58EFA05C-BB5C-0350-102A-359EC38D17FA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16"/>
                      <a:stretch>
                        <a:fillRect/>
                      </a:stretch>
                    </p:blipFill>
                    <p:spPr>
                      <a:xfrm>
                        <a:off x="2488598" y="172819"/>
                        <a:ext cx="403369" cy="400895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21" name="图片 20">
            <a:extLst>
              <a:ext uri="{FF2B5EF4-FFF2-40B4-BE49-F238E27FC236}">
                <a16:creationId xmlns:a16="http://schemas.microsoft.com/office/drawing/2014/main" id="{9DBB0FFA-650C-573B-034A-9905BE93E44E}"/>
              </a:ext>
            </a:extLst>
          </p:cNvPr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5574747" y="399972"/>
            <a:ext cx="2819488" cy="3408550"/>
          </a:xfrm>
          <a:prstGeom prst="rect">
            <a:avLst/>
          </a:prstGeom>
          <a:ln w="38100">
            <a:solidFill>
              <a:schemeClr val="tx1"/>
            </a:solidFill>
          </a:ln>
        </p:spPr>
      </p:pic>
      <p:cxnSp>
        <p:nvCxnSpPr>
          <p:cNvPr id="24" name="直接连接符 23">
            <a:extLst>
              <a:ext uri="{FF2B5EF4-FFF2-40B4-BE49-F238E27FC236}">
                <a16:creationId xmlns:a16="http://schemas.microsoft.com/office/drawing/2014/main" id="{09D19C3F-6500-C7A8-1479-D10E7923289C}"/>
              </a:ext>
            </a:extLst>
          </p:cNvPr>
          <p:cNvCxnSpPr>
            <a:cxnSpLocks/>
            <a:stCxn id="28" idx="6"/>
          </p:cNvCxnSpPr>
          <p:nvPr/>
        </p:nvCxnSpPr>
        <p:spPr>
          <a:xfrm>
            <a:off x="1136453" y="1088166"/>
            <a:ext cx="2829956" cy="1434229"/>
          </a:xfrm>
          <a:prstGeom prst="line">
            <a:avLst/>
          </a:prstGeom>
          <a:ln w="28575"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2" name="弧形 31">
            <a:extLst>
              <a:ext uri="{FF2B5EF4-FFF2-40B4-BE49-F238E27FC236}">
                <a16:creationId xmlns:a16="http://schemas.microsoft.com/office/drawing/2014/main" id="{BBA4C71E-2A16-5177-96AC-B1A3B178432D}"/>
              </a:ext>
            </a:extLst>
          </p:cNvPr>
          <p:cNvSpPr/>
          <p:nvPr/>
        </p:nvSpPr>
        <p:spPr>
          <a:xfrm rot="15026361">
            <a:off x="3349096" y="2280740"/>
            <a:ext cx="315319" cy="338254"/>
          </a:xfrm>
          <a:prstGeom prst="arc">
            <a:avLst/>
          </a:prstGeom>
          <a:ln w="28575"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等线" panose="02010600030101010101" pitchFamily="2" charset="-122"/>
              <a:cs typeface="+mn-cs"/>
            </a:endParaRPr>
          </a:p>
        </p:txBody>
      </p:sp>
      <p:graphicFrame>
        <p:nvGraphicFramePr>
          <p:cNvPr id="35" name="对象 34">
            <a:extLst>
              <a:ext uri="{FF2B5EF4-FFF2-40B4-BE49-F238E27FC236}">
                <a16:creationId xmlns:a16="http://schemas.microsoft.com/office/drawing/2014/main" id="{B303B385-95DB-E278-89CC-D1C21CCC5F8C}"/>
              </a:ext>
            </a:extLst>
          </p:cNvPr>
          <p:cNvGraphicFramePr>
            <a:graphicFrameLocks noChangeAspect="1"/>
          </p:cNvGraphicFramePr>
          <p:nvPr/>
        </p:nvGraphicFramePr>
        <p:xfrm>
          <a:off x="2878650" y="2110070"/>
          <a:ext cx="286665" cy="401331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8" imgW="126720" imgH="177480" progId="Equation.DSMT4">
                  <p:embed/>
                </p:oleObj>
              </mc:Choice>
              <mc:Fallback>
                <p:oleObj name="Equation" r:id="rId18" imgW="126720" imgH="177480" progId="Equation.DSMT4">
                  <p:embed/>
                  <p:pic>
                    <p:nvPicPr>
                      <p:cNvPr id="35" name="对象 34">
                        <a:extLst>
                          <a:ext uri="{FF2B5EF4-FFF2-40B4-BE49-F238E27FC236}">
                            <a16:creationId xmlns:a16="http://schemas.microsoft.com/office/drawing/2014/main" id="{B303B385-95DB-E278-89CC-D1C21CCC5F8C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19"/>
                      <a:stretch>
                        <a:fillRect/>
                      </a:stretch>
                    </p:blipFill>
                    <p:spPr>
                      <a:xfrm>
                        <a:off x="2878650" y="2110070"/>
                        <a:ext cx="286665" cy="401331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37" name="弧形 36">
            <a:extLst>
              <a:ext uri="{FF2B5EF4-FFF2-40B4-BE49-F238E27FC236}">
                <a16:creationId xmlns:a16="http://schemas.microsoft.com/office/drawing/2014/main" id="{2470DBC5-4445-28AD-B8F8-162BCF4C65EF}"/>
              </a:ext>
            </a:extLst>
          </p:cNvPr>
          <p:cNvSpPr/>
          <p:nvPr/>
        </p:nvSpPr>
        <p:spPr>
          <a:xfrm rot="15026361">
            <a:off x="977085" y="2289968"/>
            <a:ext cx="315319" cy="338254"/>
          </a:xfrm>
          <a:prstGeom prst="arc">
            <a:avLst/>
          </a:prstGeom>
          <a:ln w="28575"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等线" panose="02010600030101010101" pitchFamily="2" charset="-122"/>
              <a:cs typeface="+mn-cs"/>
            </a:endParaRPr>
          </a:p>
        </p:txBody>
      </p:sp>
      <p:graphicFrame>
        <p:nvGraphicFramePr>
          <p:cNvPr id="39" name="对象 38">
            <a:extLst>
              <a:ext uri="{FF2B5EF4-FFF2-40B4-BE49-F238E27FC236}">
                <a16:creationId xmlns:a16="http://schemas.microsoft.com/office/drawing/2014/main" id="{37BA1530-BAE6-CCAB-55A4-9DED1D3CB9BE}"/>
              </a:ext>
            </a:extLst>
          </p:cNvPr>
          <p:cNvGraphicFramePr>
            <a:graphicFrameLocks noChangeAspect="1"/>
          </p:cNvGraphicFramePr>
          <p:nvPr/>
        </p:nvGraphicFramePr>
        <p:xfrm>
          <a:off x="614287" y="1932007"/>
          <a:ext cx="303213" cy="7254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0" imgW="164880" imgH="393480" progId="Equation.DSMT4">
                  <p:embed/>
                </p:oleObj>
              </mc:Choice>
              <mc:Fallback>
                <p:oleObj name="Equation" r:id="rId20" imgW="164880" imgH="393480" progId="Equation.DSMT4">
                  <p:embed/>
                  <p:pic>
                    <p:nvPicPr>
                      <p:cNvPr id="39" name="对象 38">
                        <a:extLst>
                          <a:ext uri="{FF2B5EF4-FFF2-40B4-BE49-F238E27FC236}">
                            <a16:creationId xmlns:a16="http://schemas.microsoft.com/office/drawing/2014/main" id="{37BA1530-BAE6-CCAB-55A4-9DED1D3CB9BE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21"/>
                      <a:stretch>
                        <a:fillRect/>
                      </a:stretch>
                    </p:blipFill>
                    <p:spPr>
                      <a:xfrm>
                        <a:off x="614287" y="1932007"/>
                        <a:ext cx="303213" cy="7254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1" name="对象 40">
            <a:extLst>
              <a:ext uri="{FF2B5EF4-FFF2-40B4-BE49-F238E27FC236}">
                <a16:creationId xmlns:a16="http://schemas.microsoft.com/office/drawing/2014/main" id="{F103F2D7-30B6-F4BA-22F0-5229B03A8361}"/>
              </a:ext>
            </a:extLst>
          </p:cNvPr>
          <p:cNvGraphicFramePr>
            <a:graphicFrameLocks noChangeAspect="1"/>
          </p:cNvGraphicFramePr>
          <p:nvPr/>
        </p:nvGraphicFramePr>
        <p:xfrm>
          <a:off x="571590" y="2873376"/>
          <a:ext cx="1258434" cy="831244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2" imgW="596880" imgH="393480" progId="Equation.DSMT4">
                  <p:embed/>
                </p:oleObj>
              </mc:Choice>
              <mc:Fallback>
                <p:oleObj name="Equation" r:id="rId22" imgW="596880" imgH="393480" progId="Equation.DSMT4">
                  <p:embed/>
                  <p:pic>
                    <p:nvPicPr>
                      <p:cNvPr id="41" name="对象 40">
                        <a:extLst>
                          <a:ext uri="{FF2B5EF4-FFF2-40B4-BE49-F238E27FC236}">
                            <a16:creationId xmlns:a16="http://schemas.microsoft.com/office/drawing/2014/main" id="{F103F2D7-30B6-F4BA-22F0-5229B03A8361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23"/>
                      <a:stretch>
                        <a:fillRect/>
                      </a:stretch>
                    </p:blipFill>
                    <p:spPr>
                      <a:xfrm>
                        <a:off x="571590" y="2873376"/>
                        <a:ext cx="1258434" cy="831244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3" name="文本框 2">
            <a:extLst>
              <a:ext uri="{FF2B5EF4-FFF2-40B4-BE49-F238E27FC236}">
                <a16:creationId xmlns:a16="http://schemas.microsoft.com/office/drawing/2014/main" id="{71ACB46D-B4E8-7389-5F6F-A391486082AC}"/>
              </a:ext>
            </a:extLst>
          </p:cNvPr>
          <p:cNvSpPr txBox="1"/>
          <p:nvPr/>
        </p:nvSpPr>
        <p:spPr>
          <a:xfrm>
            <a:off x="2108579" y="3103512"/>
            <a:ext cx="1951002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等线" panose="02010600030101010101" pitchFamily="2" charset="-122"/>
                <a:cs typeface="+mn-cs"/>
              </a:rPr>
              <a:t>方向：</a:t>
            </a:r>
            <a:r>
              <a:rPr kumimoji="0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Aptos" panose="02110004020202020204"/>
                <a:ea typeface="等线" panose="02010600030101010101" pitchFamily="2" charset="-122"/>
                <a:cs typeface="+mn-cs"/>
              </a:rPr>
              <a:t>向里</a:t>
            </a:r>
            <a:endParaRPr kumimoji="0" lang="zh-CN" altLang="en-US" sz="2400" b="0" i="0" u="none" strike="noStrike" kern="1200" cap="none" spc="0" normalizeH="0" baseline="0" noProof="0" dirty="0">
              <a:ln>
                <a:noFill/>
              </a:ln>
              <a:solidFill>
                <a:srgbClr val="FF0000"/>
              </a:solidFill>
              <a:effectLst/>
              <a:uLnTx/>
              <a:uFillTx/>
              <a:latin typeface="Aptos" panose="02110004020202020204"/>
              <a:ea typeface="等线" panose="02010600030101010101" pitchFamily="2" charset="-122"/>
              <a:cs typeface="+mn-cs"/>
            </a:endParaRPr>
          </a:p>
        </p:txBody>
      </p:sp>
      <p:graphicFrame>
        <p:nvGraphicFramePr>
          <p:cNvPr id="19" name="对象 18">
            <a:extLst>
              <a:ext uri="{FF2B5EF4-FFF2-40B4-BE49-F238E27FC236}">
                <a16:creationId xmlns:a16="http://schemas.microsoft.com/office/drawing/2014/main" id="{3A1636A5-173E-1F65-F50F-CA8FB8FE146B}"/>
              </a:ext>
            </a:extLst>
          </p:cNvPr>
          <p:cNvGraphicFramePr>
            <a:graphicFrameLocks noChangeAspect="1"/>
          </p:cNvGraphicFramePr>
          <p:nvPr/>
        </p:nvGraphicFramePr>
        <p:xfrm>
          <a:off x="512640" y="3678910"/>
          <a:ext cx="3186738" cy="80814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4" imgW="1549080" imgH="393480" progId="Equation.DSMT4">
                  <p:embed/>
                </p:oleObj>
              </mc:Choice>
              <mc:Fallback>
                <p:oleObj name="Equation" r:id="rId24" imgW="1549080" imgH="393480" progId="Equation.DSMT4">
                  <p:embed/>
                  <p:pic>
                    <p:nvPicPr>
                      <p:cNvPr id="19" name="对象 18">
                        <a:extLst>
                          <a:ext uri="{FF2B5EF4-FFF2-40B4-BE49-F238E27FC236}">
                            <a16:creationId xmlns:a16="http://schemas.microsoft.com/office/drawing/2014/main" id="{3A1636A5-173E-1F65-F50F-CA8FB8FE146B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25"/>
                      <a:stretch>
                        <a:fillRect/>
                      </a:stretch>
                    </p:blipFill>
                    <p:spPr>
                      <a:xfrm>
                        <a:off x="512640" y="3678910"/>
                        <a:ext cx="3186738" cy="808143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0" name="文本框 19">
            <a:extLst>
              <a:ext uri="{FF2B5EF4-FFF2-40B4-BE49-F238E27FC236}">
                <a16:creationId xmlns:a16="http://schemas.microsoft.com/office/drawing/2014/main" id="{4FD711C8-498A-1EEB-AC07-00D48C4787FC}"/>
              </a:ext>
            </a:extLst>
          </p:cNvPr>
          <p:cNvSpPr txBox="1"/>
          <p:nvPr/>
        </p:nvSpPr>
        <p:spPr>
          <a:xfrm>
            <a:off x="3966409" y="3868248"/>
            <a:ext cx="1951002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等线" panose="02010600030101010101" pitchFamily="2" charset="-122"/>
                <a:cs typeface="+mn-cs"/>
              </a:rPr>
              <a:t>方向：</a:t>
            </a:r>
            <a:r>
              <a:rPr kumimoji="0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Aptos" panose="02110004020202020204"/>
                <a:ea typeface="等线" panose="02010600030101010101" pitchFamily="2" charset="-122"/>
                <a:cs typeface="+mn-cs"/>
              </a:rPr>
              <a:t>向外</a:t>
            </a:r>
            <a:endParaRPr kumimoji="0" lang="zh-CN" altLang="en-US" sz="2400" b="0" i="0" u="none" strike="noStrike" kern="1200" cap="none" spc="0" normalizeH="0" baseline="0" noProof="0" dirty="0">
              <a:ln>
                <a:noFill/>
              </a:ln>
              <a:solidFill>
                <a:srgbClr val="FF0000"/>
              </a:solidFill>
              <a:effectLst/>
              <a:uLnTx/>
              <a:uFillTx/>
              <a:latin typeface="Aptos" panose="02110004020202020204"/>
              <a:ea typeface="等线" panose="02010600030101010101" pitchFamily="2" charset="-122"/>
              <a:cs typeface="+mn-cs"/>
            </a:endParaRPr>
          </a:p>
        </p:txBody>
      </p:sp>
      <p:graphicFrame>
        <p:nvGraphicFramePr>
          <p:cNvPr id="2" name="对象 1">
            <a:extLst>
              <a:ext uri="{FF2B5EF4-FFF2-40B4-BE49-F238E27FC236}">
                <a16:creationId xmlns:a16="http://schemas.microsoft.com/office/drawing/2014/main" id="{3CEB88C1-3F33-8501-2B67-E9A860769CD0}"/>
              </a:ext>
            </a:extLst>
          </p:cNvPr>
          <p:cNvGraphicFramePr>
            <a:graphicFrameLocks noChangeAspect="1"/>
          </p:cNvGraphicFramePr>
          <p:nvPr/>
        </p:nvGraphicFramePr>
        <p:xfrm>
          <a:off x="565286" y="5060287"/>
          <a:ext cx="4579262" cy="15069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6" imgW="2463480" imgH="812520" progId="Equation.DSMT4">
                  <p:embed/>
                </p:oleObj>
              </mc:Choice>
              <mc:Fallback>
                <p:oleObj name="Equation" r:id="rId26" imgW="2463480" imgH="812520" progId="Equation.DSMT4">
                  <p:embed/>
                  <p:pic>
                    <p:nvPicPr>
                      <p:cNvPr id="2" name="对象 1">
                        <a:extLst>
                          <a:ext uri="{FF2B5EF4-FFF2-40B4-BE49-F238E27FC236}">
                            <a16:creationId xmlns:a16="http://schemas.microsoft.com/office/drawing/2014/main" id="{3CEB88C1-3F33-8501-2B67-E9A860769CD0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27"/>
                      <a:stretch>
                        <a:fillRect/>
                      </a:stretch>
                    </p:blipFill>
                    <p:spPr>
                      <a:xfrm>
                        <a:off x="565286" y="5060287"/>
                        <a:ext cx="4579262" cy="15069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4" name="文本框 3">
            <a:extLst>
              <a:ext uri="{FF2B5EF4-FFF2-40B4-BE49-F238E27FC236}">
                <a16:creationId xmlns:a16="http://schemas.microsoft.com/office/drawing/2014/main" id="{0F3AA11A-B86D-1D33-E90F-668B5DDFD466}"/>
              </a:ext>
            </a:extLst>
          </p:cNvPr>
          <p:cNvSpPr txBox="1"/>
          <p:nvPr/>
        </p:nvSpPr>
        <p:spPr>
          <a:xfrm>
            <a:off x="5252071" y="5974280"/>
            <a:ext cx="1951002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等线" panose="02010600030101010101" pitchFamily="2" charset="-122"/>
                <a:cs typeface="+mn-cs"/>
              </a:rPr>
              <a:t>方向：</a:t>
            </a:r>
            <a:r>
              <a:rPr kumimoji="0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Aptos" panose="02110004020202020204"/>
                <a:ea typeface="等线" panose="02010600030101010101" pitchFamily="2" charset="-122"/>
                <a:cs typeface="+mn-cs"/>
              </a:rPr>
              <a:t>向外</a:t>
            </a:r>
            <a:endParaRPr kumimoji="0" lang="zh-CN" altLang="en-US" sz="2400" b="0" i="0" u="none" strike="noStrike" kern="1200" cap="none" spc="0" normalizeH="0" baseline="0" noProof="0" dirty="0">
              <a:ln>
                <a:noFill/>
              </a:ln>
              <a:solidFill>
                <a:srgbClr val="FF0000"/>
              </a:solidFill>
              <a:effectLst/>
              <a:uLnTx/>
              <a:uFillTx/>
              <a:latin typeface="Aptos" panose="02110004020202020204"/>
              <a:ea typeface="等线" panose="02010600030101010101" pitchFamily="2" charset="-122"/>
              <a:cs typeface="+mn-cs"/>
            </a:endParaRP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A4696218-94E1-A5E9-8173-E2713F3328B8}"/>
              </a:ext>
            </a:extLst>
          </p:cNvPr>
          <p:cNvSpPr txBox="1"/>
          <p:nvPr/>
        </p:nvSpPr>
        <p:spPr>
          <a:xfrm>
            <a:off x="342725" y="4538896"/>
            <a:ext cx="7762184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等线" panose="02010600030101010101" pitchFamily="2" charset="-122"/>
                <a:cs typeface="+mn-cs"/>
              </a:rPr>
              <a:t>所以，根据叠加原理，</a:t>
            </a:r>
            <a:r>
              <a:rPr kumimoji="0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等线" panose="02010600030101010101" pitchFamily="2" charset="-122"/>
                <a:cs typeface="+mn-cs"/>
              </a:rPr>
              <a:t>P</a:t>
            </a:r>
            <a:r>
              <a:rPr kumimoji="0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等线" panose="02010600030101010101" pitchFamily="2" charset="-122"/>
                <a:cs typeface="+mn-cs"/>
              </a:rPr>
              <a:t>点处的磁感应强度大小为</a:t>
            </a:r>
            <a:endParaRPr kumimoji="0" lang="zh-CN" altLang="en-US" sz="2400" b="0" i="0" u="none" strike="noStrike" kern="1200" cap="none" spc="0" normalizeH="0" baseline="0" noProof="0" dirty="0">
              <a:ln>
                <a:noFill/>
              </a:ln>
              <a:solidFill>
                <a:srgbClr val="FF0000"/>
              </a:solidFill>
              <a:effectLst/>
              <a:uLnTx/>
              <a:uFillTx/>
              <a:latin typeface="Aptos" panose="02110004020202020204"/>
              <a:ea typeface="等线" panose="02010600030101010101" pitchFamily="2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799232291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">
            <a:extLst>
              <a:ext uri="{FF2B5EF4-FFF2-40B4-BE49-F238E27FC236}">
                <a16:creationId xmlns:a16="http://schemas.microsoft.com/office/drawing/2014/main" id="{04F71AC2-5170-6755-0B5B-9DC5B20B5F2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6141" y="471215"/>
            <a:ext cx="8551718" cy="2403661"/>
          </a:xfrm>
          <a:prstGeom prst="rect">
            <a:avLst/>
          </a:prstGeom>
        </p:spPr>
      </p:pic>
      <p:sp>
        <p:nvSpPr>
          <p:cNvPr id="3" name="文本框 2">
            <a:extLst>
              <a:ext uri="{FF2B5EF4-FFF2-40B4-BE49-F238E27FC236}">
                <a16:creationId xmlns:a16="http://schemas.microsoft.com/office/drawing/2014/main" id="{ED683D5A-E7ED-F42B-D786-854E2E2EFC55}"/>
              </a:ext>
            </a:extLst>
          </p:cNvPr>
          <p:cNvSpPr txBox="1"/>
          <p:nvPr/>
        </p:nvSpPr>
        <p:spPr>
          <a:xfrm>
            <a:off x="467591" y="2026226"/>
            <a:ext cx="6172201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等线" panose="02010600030101010101" pitchFamily="2" charset="-122"/>
                <a:cs typeface="+mn-cs"/>
              </a:rPr>
              <a:t>本题考查载流</a:t>
            </a:r>
            <a:r>
              <a:rPr kumimoji="0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Aptos" panose="02110004020202020204"/>
                <a:ea typeface="等线" panose="02010600030101010101" pitchFamily="2" charset="-122"/>
                <a:cs typeface="+mn-cs"/>
              </a:rPr>
              <a:t>直导线</a:t>
            </a:r>
            <a:r>
              <a:rPr kumimoji="0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等线" panose="02010600030101010101" pitchFamily="2" charset="-122"/>
                <a:cs typeface="+mn-cs"/>
              </a:rPr>
              <a:t>产生的磁场，载流</a:t>
            </a:r>
            <a:r>
              <a:rPr kumimoji="0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Aptos" panose="02110004020202020204"/>
                <a:ea typeface="等线" panose="02010600030101010101" pitchFamily="2" charset="-122"/>
                <a:cs typeface="+mn-cs"/>
              </a:rPr>
              <a:t>圆弧</a:t>
            </a:r>
            <a:r>
              <a:rPr kumimoji="0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等线" panose="02010600030101010101" pitchFamily="2" charset="-122"/>
                <a:cs typeface="+mn-cs"/>
              </a:rPr>
              <a:t>在圆心处产生的磁场，这两个结论要</a:t>
            </a:r>
            <a:r>
              <a:rPr kumimoji="0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Aptos" panose="02110004020202020204"/>
                <a:ea typeface="等线" panose="02010600030101010101" pitchFamily="2" charset="-122"/>
                <a:cs typeface="+mn-cs"/>
              </a:rPr>
              <a:t>记住</a:t>
            </a:r>
            <a:r>
              <a:rPr kumimoji="0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等线" panose="02010600030101010101" pitchFamily="2" charset="-122"/>
                <a:cs typeface="+mn-cs"/>
              </a:rPr>
              <a:t>，遇到有关问题直接用。</a:t>
            </a:r>
          </a:p>
        </p:txBody>
      </p:sp>
      <p:graphicFrame>
        <p:nvGraphicFramePr>
          <p:cNvPr id="4" name="对象 3">
            <a:extLst>
              <a:ext uri="{FF2B5EF4-FFF2-40B4-BE49-F238E27FC236}">
                <a16:creationId xmlns:a16="http://schemas.microsoft.com/office/drawing/2014/main" id="{4938D48F-31CE-CCAE-D118-B94C195D365D}"/>
              </a:ext>
            </a:extLst>
          </p:cNvPr>
          <p:cNvGraphicFramePr>
            <a:graphicFrameLocks noChangeAspect="1"/>
          </p:cNvGraphicFramePr>
          <p:nvPr/>
        </p:nvGraphicFramePr>
        <p:xfrm>
          <a:off x="2009766" y="4950238"/>
          <a:ext cx="431234" cy="703049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3" imgW="241200" imgH="393480" progId="Equation.DSMT4">
                  <p:embed/>
                </p:oleObj>
              </mc:Choice>
              <mc:Fallback>
                <p:oleObj name="Equation" r:id="rId3" imgW="241200" imgH="393480" progId="Equation.DSMT4">
                  <p:embed/>
                  <p:pic>
                    <p:nvPicPr>
                      <p:cNvPr id="4" name="对象 3">
                        <a:extLst>
                          <a:ext uri="{FF2B5EF4-FFF2-40B4-BE49-F238E27FC236}">
                            <a16:creationId xmlns:a16="http://schemas.microsoft.com/office/drawing/2014/main" id="{4938D48F-31CE-CCAE-D118-B94C195D365D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2009766" y="4950238"/>
                        <a:ext cx="431234" cy="703049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" name="对象 4">
            <a:extLst>
              <a:ext uri="{FF2B5EF4-FFF2-40B4-BE49-F238E27FC236}">
                <a16:creationId xmlns:a16="http://schemas.microsoft.com/office/drawing/2014/main" id="{AB283E78-C115-87C0-4BEB-01396A85286F}"/>
              </a:ext>
            </a:extLst>
          </p:cNvPr>
          <p:cNvGraphicFramePr>
            <a:graphicFrameLocks noChangeAspect="1"/>
          </p:cNvGraphicFramePr>
          <p:nvPr/>
        </p:nvGraphicFramePr>
        <p:xfrm>
          <a:off x="1044302" y="3251704"/>
          <a:ext cx="431234" cy="703049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5" imgW="241200" imgH="393480" progId="Equation.DSMT4">
                  <p:embed/>
                </p:oleObj>
              </mc:Choice>
              <mc:Fallback>
                <p:oleObj name="Equation" r:id="rId5" imgW="241200" imgH="393480" progId="Equation.DSMT4">
                  <p:embed/>
                  <p:pic>
                    <p:nvPicPr>
                      <p:cNvPr id="5" name="对象 4">
                        <a:extLst>
                          <a:ext uri="{FF2B5EF4-FFF2-40B4-BE49-F238E27FC236}">
                            <a16:creationId xmlns:a16="http://schemas.microsoft.com/office/drawing/2014/main" id="{AB283E78-C115-87C0-4BEB-01396A85286F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1044302" y="3251704"/>
                        <a:ext cx="431234" cy="703049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6" name="组合 5">
            <a:extLst>
              <a:ext uri="{FF2B5EF4-FFF2-40B4-BE49-F238E27FC236}">
                <a16:creationId xmlns:a16="http://schemas.microsoft.com/office/drawing/2014/main" id="{47DF54C7-8E62-4A06-3427-D6870A92ECB5}"/>
              </a:ext>
            </a:extLst>
          </p:cNvPr>
          <p:cNvGrpSpPr/>
          <p:nvPr/>
        </p:nvGrpSpPr>
        <p:grpSpPr>
          <a:xfrm>
            <a:off x="565502" y="3717408"/>
            <a:ext cx="4284268" cy="2072102"/>
            <a:chOff x="2941722" y="1617576"/>
            <a:chExt cx="4284268" cy="2072102"/>
          </a:xfrm>
        </p:grpSpPr>
        <p:sp>
          <p:nvSpPr>
            <p:cNvPr id="7" name="椭圆 6">
              <a:extLst>
                <a:ext uri="{FF2B5EF4-FFF2-40B4-BE49-F238E27FC236}">
                  <a16:creationId xmlns:a16="http://schemas.microsoft.com/office/drawing/2014/main" id="{08C06F7E-866E-DA4B-1677-3F69163F8DD0}"/>
                </a:ext>
              </a:extLst>
            </p:cNvPr>
            <p:cNvSpPr/>
            <p:nvPr/>
          </p:nvSpPr>
          <p:spPr>
            <a:xfrm>
              <a:off x="3155795" y="1709561"/>
              <a:ext cx="1980000" cy="1980000"/>
            </a:xfrm>
            <a:prstGeom prst="ellipse">
              <a:avLst/>
            </a:prstGeom>
            <a:noFill/>
            <a:ln w="28575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等线" panose="02010600030101010101" pitchFamily="2" charset="-122"/>
                <a:cs typeface="+mn-cs"/>
              </a:endParaRPr>
            </a:p>
          </p:txBody>
        </p:sp>
        <p:cxnSp>
          <p:nvCxnSpPr>
            <p:cNvPr id="8" name="直接连接符 7">
              <a:extLst>
                <a:ext uri="{FF2B5EF4-FFF2-40B4-BE49-F238E27FC236}">
                  <a16:creationId xmlns:a16="http://schemas.microsoft.com/office/drawing/2014/main" id="{36612764-BF46-220A-5DBB-4B4284AA1306}"/>
                </a:ext>
              </a:extLst>
            </p:cNvPr>
            <p:cNvCxnSpPr>
              <a:stCxn id="7" idx="6"/>
            </p:cNvCxnSpPr>
            <p:nvPr/>
          </p:nvCxnSpPr>
          <p:spPr>
            <a:xfrm>
              <a:off x="5135795" y="2699561"/>
              <a:ext cx="2090195" cy="2459"/>
            </a:xfrm>
            <a:prstGeom prst="line">
              <a:avLst/>
            </a:prstGeom>
            <a:ln w="28575">
              <a:solidFill>
                <a:srgbClr val="FF0000"/>
              </a:solidFill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9" name="直接连接符 8">
              <a:extLst>
                <a:ext uri="{FF2B5EF4-FFF2-40B4-BE49-F238E27FC236}">
                  <a16:creationId xmlns:a16="http://schemas.microsoft.com/office/drawing/2014/main" id="{5C282109-5421-3838-D935-B1588A2DE459}"/>
                </a:ext>
              </a:extLst>
            </p:cNvPr>
            <p:cNvCxnSpPr>
              <a:cxnSpLocks/>
            </p:cNvCxnSpPr>
            <p:nvPr/>
          </p:nvCxnSpPr>
          <p:spPr>
            <a:xfrm>
              <a:off x="5832086" y="2708254"/>
              <a:ext cx="1278673" cy="0"/>
            </a:xfrm>
            <a:prstGeom prst="line">
              <a:avLst/>
            </a:prstGeom>
            <a:ln w="28575">
              <a:solidFill>
                <a:srgbClr val="FF0000"/>
              </a:solidFill>
              <a:headEnd type="arrow" w="med" len="med"/>
              <a:tailEnd type="none" w="med" len="med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10" name="直接连接符 9">
              <a:extLst>
                <a:ext uri="{FF2B5EF4-FFF2-40B4-BE49-F238E27FC236}">
                  <a16:creationId xmlns:a16="http://schemas.microsoft.com/office/drawing/2014/main" id="{138B415A-2F37-6BDE-CFA5-D24C7F8EAA36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3755271" y="1617576"/>
              <a:ext cx="211873" cy="156118"/>
            </a:xfrm>
            <a:prstGeom prst="line">
              <a:avLst/>
            </a:prstGeom>
            <a:ln w="28575"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" name="直接连接符 10">
              <a:extLst>
                <a:ext uri="{FF2B5EF4-FFF2-40B4-BE49-F238E27FC236}">
                  <a16:creationId xmlns:a16="http://schemas.microsoft.com/office/drawing/2014/main" id="{53647F30-CE8D-3785-9A70-0D609E5AE76A}"/>
                </a:ext>
              </a:extLst>
            </p:cNvPr>
            <p:cNvCxnSpPr>
              <a:cxnSpLocks/>
            </p:cNvCxnSpPr>
            <p:nvPr/>
          </p:nvCxnSpPr>
          <p:spPr>
            <a:xfrm>
              <a:off x="3735659" y="1773694"/>
              <a:ext cx="211873" cy="44605"/>
            </a:xfrm>
            <a:prstGeom prst="line">
              <a:avLst/>
            </a:prstGeom>
            <a:ln w="28575"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12" name="组合 11">
              <a:extLst>
                <a:ext uri="{FF2B5EF4-FFF2-40B4-BE49-F238E27FC236}">
                  <a16:creationId xmlns:a16="http://schemas.microsoft.com/office/drawing/2014/main" id="{BAF8A00B-7ED0-2CC9-374B-D21A859D7168}"/>
                </a:ext>
              </a:extLst>
            </p:cNvPr>
            <p:cNvGrpSpPr/>
            <p:nvPr/>
          </p:nvGrpSpPr>
          <p:grpSpPr>
            <a:xfrm>
              <a:off x="4754061" y="3224213"/>
              <a:ext cx="277232" cy="248013"/>
              <a:chOff x="4923922" y="3032605"/>
              <a:chExt cx="277232" cy="248013"/>
            </a:xfrm>
          </p:grpSpPr>
          <p:cxnSp>
            <p:nvCxnSpPr>
              <p:cNvPr id="24" name="直接连接符 23">
                <a:extLst>
                  <a:ext uri="{FF2B5EF4-FFF2-40B4-BE49-F238E27FC236}">
                    <a16:creationId xmlns:a16="http://schemas.microsoft.com/office/drawing/2014/main" id="{156227CB-69B0-B1C1-E45F-4C18B4EECB2D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4923922" y="3212765"/>
                <a:ext cx="277232" cy="67853"/>
              </a:xfrm>
              <a:prstGeom prst="line">
                <a:avLst/>
              </a:prstGeom>
              <a:ln w="28575">
                <a:solidFill>
                  <a:srgbClr val="FF00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5" name="直接连接符 24">
                <a:extLst>
                  <a:ext uri="{FF2B5EF4-FFF2-40B4-BE49-F238E27FC236}">
                    <a16:creationId xmlns:a16="http://schemas.microsoft.com/office/drawing/2014/main" id="{14838DB8-A9E1-0AEE-EB00-19DB17981642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4941307" y="3032605"/>
                <a:ext cx="88551" cy="230986"/>
              </a:xfrm>
              <a:prstGeom prst="line">
                <a:avLst/>
              </a:prstGeom>
              <a:ln w="28575">
                <a:solidFill>
                  <a:srgbClr val="FF00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cxnSp>
          <p:nvCxnSpPr>
            <p:cNvPr id="13" name="直接连接符 12">
              <a:extLst>
                <a:ext uri="{FF2B5EF4-FFF2-40B4-BE49-F238E27FC236}">
                  <a16:creationId xmlns:a16="http://schemas.microsoft.com/office/drawing/2014/main" id="{8235DAA6-518A-6447-4ABA-0E3AC82FD116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4131935" y="3687219"/>
              <a:ext cx="3080195" cy="2459"/>
            </a:xfrm>
            <a:prstGeom prst="line">
              <a:avLst/>
            </a:prstGeom>
            <a:ln w="28575">
              <a:solidFill>
                <a:srgbClr val="FF0000"/>
              </a:solidFill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14" name="直接连接符 13">
              <a:extLst>
                <a:ext uri="{FF2B5EF4-FFF2-40B4-BE49-F238E27FC236}">
                  <a16:creationId xmlns:a16="http://schemas.microsoft.com/office/drawing/2014/main" id="{0AB22147-F6AF-CB27-3ABB-1DB280152F97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5538439" y="3687219"/>
              <a:ext cx="932984" cy="0"/>
            </a:xfrm>
            <a:prstGeom prst="line">
              <a:avLst/>
            </a:prstGeom>
            <a:ln w="28575">
              <a:solidFill>
                <a:srgbClr val="FF0000"/>
              </a:solidFill>
              <a:headEnd type="arrow" w="med" len="med"/>
              <a:tailEnd type="none" w="med" len="med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graphicFrame>
          <p:nvGraphicFramePr>
            <p:cNvPr id="15" name="对象 14">
              <a:extLst>
                <a:ext uri="{FF2B5EF4-FFF2-40B4-BE49-F238E27FC236}">
                  <a16:creationId xmlns:a16="http://schemas.microsoft.com/office/drawing/2014/main" id="{F5900392-9FCA-5D8F-DFA7-AF268A5ABBB0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6004931" y="2265916"/>
            <a:ext cx="313783" cy="407918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7" imgW="126720" imgH="164880" progId="Equation.DSMT4">
                    <p:embed/>
                  </p:oleObj>
                </mc:Choice>
                <mc:Fallback>
                  <p:oleObj name="Equation" r:id="rId7" imgW="126720" imgH="164880" progId="Equation.DSMT4">
                    <p:embed/>
                    <p:pic>
                      <p:nvPicPr>
                        <p:cNvPr id="15" name="对象 14">
                          <a:extLst>
                            <a:ext uri="{FF2B5EF4-FFF2-40B4-BE49-F238E27FC236}">
                              <a16:creationId xmlns:a16="http://schemas.microsoft.com/office/drawing/2014/main" id="{F5900392-9FCA-5D8F-DFA7-AF268A5ABBB0}"/>
                            </a:ext>
                          </a:extLst>
                        </p:cNvPr>
                        <p:cNvPicPr/>
                        <p:nvPr/>
                      </p:nvPicPr>
                      <p:blipFill>
                        <a:blip r:embed="rId8"/>
                        <a:stretch>
                          <a:fillRect/>
                        </a:stretch>
                      </p:blipFill>
                      <p:spPr>
                        <a:xfrm>
                          <a:off x="6004931" y="2265916"/>
                          <a:ext cx="313783" cy="407918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16" name="对象 15">
              <a:extLst>
                <a:ext uri="{FF2B5EF4-FFF2-40B4-BE49-F238E27FC236}">
                  <a16:creationId xmlns:a16="http://schemas.microsoft.com/office/drawing/2014/main" id="{01114322-BA5D-4EDF-1575-B942F49EDC7F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5900185" y="3262202"/>
            <a:ext cx="313783" cy="407918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7" imgW="126720" imgH="164880" progId="Equation.DSMT4">
                    <p:embed/>
                  </p:oleObj>
                </mc:Choice>
                <mc:Fallback>
                  <p:oleObj name="Equation" r:id="rId7" imgW="126720" imgH="164880" progId="Equation.DSMT4">
                    <p:embed/>
                    <p:pic>
                      <p:nvPicPr>
                        <p:cNvPr id="16" name="对象 15">
                          <a:extLst>
                            <a:ext uri="{FF2B5EF4-FFF2-40B4-BE49-F238E27FC236}">
                              <a16:creationId xmlns:a16="http://schemas.microsoft.com/office/drawing/2014/main" id="{01114322-BA5D-4EDF-1575-B942F49EDC7F}"/>
                            </a:ext>
                          </a:extLst>
                        </p:cNvPr>
                        <p:cNvPicPr/>
                        <p:nvPr/>
                      </p:nvPicPr>
                      <p:blipFill>
                        <a:blip r:embed="rId8"/>
                        <a:stretch>
                          <a:fillRect/>
                        </a:stretch>
                      </p:blipFill>
                      <p:spPr>
                        <a:xfrm>
                          <a:off x="5900185" y="3262202"/>
                          <a:ext cx="313783" cy="407918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17" name="对象 16">
              <a:extLst>
                <a:ext uri="{FF2B5EF4-FFF2-40B4-BE49-F238E27FC236}">
                  <a16:creationId xmlns:a16="http://schemas.microsoft.com/office/drawing/2014/main" id="{044B7706-C487-9ACF-75DE-1462FDE737B1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6543074" y="2158002"/>
            <a:ext cx="391126" cy="541559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9" imgW="164880" imgH="228600" progId="Equation.DSMT4">
                    <p:embed/>
                  </p:oleObj>
                </mc:Choice>
                <mc:Fallback>
                  <p:oleObj name="Equation" r:id="rId9" imgW="164880" imgH="228600" progId="Equation.DSMT4">
                    <p:embed/>
                    <p:pic>
                      <p:nvPicPr>
                        <p:cNvPr id="17" name="对象 16">
                          <a:extLst>
                            <a:ext uri="{FF2B5EF4-FFF2-40B4-BE49-F238E27FC236}">
                              <a16:creationId xmlns:a16="http://schemas.microsoft.com/office/drawing/2014/main" id="{044B7706-C487-9ACF-75DE-1462FDE737B1}"/>
                            </a:ext>
                          </a:extLst>
                        </p:cNvPr>
                        <p:cNvPicPr/>
                        <p:nvPr/>
                      </p:nvPicPr>
                      <p:blipFill>
                        <a:blip r:embed="rId10"/>
                        <a:stretch>
                          <a:fillRect/>
                        </a:stretch>
                      </p:blipFill>
                      <p:spPr>
                        <a:xfrm>
                          <a:off x="6543074" y="2158002"/>
                          <a:ext cx="391126" cy="541559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18" name="对象 17">
              <a:extLst>
                <a:ext uri="{FF2B5EF4-FFF2-40B4-BE49-F238E27FC236}">
                  <a16:creationId xmlns:a16="http://schemas.microsoft.com/office/drawing/2014/main" id="{32B09A42-36B4-B17A-AA48-9D01A8DC6FA9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6599238" y="3167498"/>
            <a:ext cx="379120" cy="486927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11" imgW="177480" imgH="228600" progId="Equation.DSMT4">
                    <p:embed/>
                  </p:oleObj>
                </mc:Choice>
                <mc:Fallback>
                  <p:oleObj name="Equation" r:id="rId11" imgW="177480" imgH="228600" progId="Equation.DSMT4">
                    <p:embed/>
                    <p:pic>
                      <p:nvPicPr>
                        <p:cNvPr id="18" name="对象 17">
                          <a:extLst>
                            <a:ext uri="{FF2B5EF4-FFF2-40B4-BE49-F238E27FC236}">
                              <a16:creationId xmlns:a16="http://schemas.microsoft.com/office/drawing/2014/main" id="{32B09A42-36B4-B17A-AA48-9D01A8DC6FA9}"/>
                            </a:ext>
                          </a:extLst>
                        </p:cNvPr>
                        <p:cNvPicPr/>
                        <p:nvPr/>
                      </p:nvPicPr>
                      <p:blipFill>
                        <a:blip r:embed="rId12"/>
                        <a:stretch>
                          <a:fillRect/>
                        </a:stretch>
                      </p:blipFill>
                      <p:spPr>
                        <a:xfrm>
                          <a:off x="6599238" y="3167498"/>
                          <a:ext cx="379120" cy="486927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19" name="对象 18">
              <a:extLst>
                <a:ext uri="{FF2B5EF4-FFF2-40B4-BE49-F238E27FC236}">
                  <a16:creationId xmlns:a16="http://schemas.microsoft.com/office/drawing/2014/main" id="{DDC040F2-E04F-D601-A3C5-DCA40F4B5673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5065608" y="2850406"/>
            <a:ext cx="336550" cy="430212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13" imgW="177480" imgH="228600" progId="Equation.DSMT4">
                    <p:embed/>
                  </p:oleObj>
                </mc:Choice>
                <mc:Fallback>
                  <p:oleObj name="Equation" r:id="rId13" imgW="177480" imgH="228600" progId="Equation.DSMT4">
                    <p:embed/>
                    <p:pic>
                      <p:nvPicPr>
                        <p:cNvPr id="19" name="对象 18">
                          <a:extLst>
                            <a:ext uri="{FF2B5EF4-FFF2-40B4-BE49-F238E27FC236}">
                              <a16:creationId xmlns:a16="http://schemas.microsoft.com/office/drawing/2014/main" id="{DDC040F2-E04F-D601-A3C5-DCA40F4B5673}"/>
                            </a:ext>
                          </a:extLst>
                        </p:cNvPr>
                        <p:cNvPicPr/>
                        <p:nvPr/>
                      </p:nvPicPr>
                      <p:blipFill>
                        <a:blip r:embed="rId14"/>
                        <a:stretch>
                          <a:fillRect/>
                        </a:stretch>
                      </p:blipFill>
                      <p:spPr>
                        <a:xfrm>
                          <a:off x="5065608" y="2850406"/>
                          <a:ext cx="336550" cy="430212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20" name="对象 19">
              <a:extLst>
                <a:ext uri="{FF2B5EF4-FFF2-40B4-BE49-F238E27FC236}">
                  <a16:creationId xmlns:a16="http://schemas.microsoft.com/office/drawing/2014/main" id="{B027E7E4-ABC9-E0F8-612B-58A5E70B645D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2941722" y="1830128"/>
            <a:ext cx="336550" cy="430212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15" imgW="177480" imgH="228600" progId="Equation.DSMT4">
                    <p:embed/>
                  </p:oleObj>
                </mc:Choice>
                <mc:Fallback>
                  <p:oleObj name="Equation" r:id="rId15" imgW="177480" imgH="228600" progId="Equation.DSMT4">
                    <p:embed/>
                    <p:pic>
                      <p:nvPicPr>
                        <p:cNvPr id="20" name="对象 19">
                          <a:extLst>
                            <a:ext uri="{FF2B5EF4-FFF2-40B4-BE49-F238E27FC236}">
                              <a16:creationId xmlns:a16="http://schemas.microsoft.com/office/drawing/2014/main" id="{B027E7E4-ABC9-E0F8-612B-58A5E70B645D}"/>
                            </a:ext>
                          </a:extLst>
                        </p:cNvPr>
                        <p:cNvPicPr/>
                        <p:nvPr/>
                      </p:nvPicPr>
                      <p:blipFill>
                        <a:blip r:embed="rId16"/>
                        <a:stretch>
                          <a:fillRect/>
                        </a:stretch>
                      </p:blipFill>
                      <p:spPr>
                        <a:xfrm>
                          <a:off x="2941722" y="1830128"/>
                          <a:ext cx="336550" cy="430212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21" name="椭圆 20">
              <a:extLst>
                <a:ext uri="{FF2B5EF4-FFF2-40B4-BE49-F238E27FC236}">
                  <a16:creationId xmlns:a16="http://schemas.microsoft.com/office/drawing/2014/main" id="{AC12E2CB-AC9C-81D6-5D89-209E39F63C9D}"/>
                </a:ext>
              </a:extLst>
            </p:cNvPr>
            <p:cNvSpPr/>
            <p:nvPr/>
          </p:nvSpPr>
          <p:spPr>
            <a:xfrm>
              <a:off x="4073795" y="2663561"/>
              <a:ext cx="108000" cy="108000"/>
            </a:xfrm>
            <a:prstGeom prst="ellipse">
              <a:avLst/>
            </a:prstGeom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等线" panose="02010600030101010101" pitchFamily="2" charset="-122"/>
                <a:cs typeface="+mn-cs"/>
              </a:endParaRPr>
            </a:p>
          </p:txBody>
        </p:sp>
        <p:cxnSp>
          <p:nvCxnSpPr>
            <p:cNvPr id="22" name="直接箭头连接符 21">
              <a:extLst>
                <a:ext uri="{FF2B5EF4-FFF2-40B4-BE49-F238E27FC236}">
                  <a16:creationId xmlns:a16="http://schemas.microsoft.com/office/drawing/2014/main" id="{93B33AF2-1F55-2C9E-87B8-6665BE67F52A}"/>
                </a:ext>
              </a:extLst>
            </p:cNvPr>
            <p:cNvCxnSpPr>
              <a:cxnSpLocks/>
              <a:endCxn id="7" idx="4"/>
            </p:cNvCxnSpPr>
            <p:nvPr/>
          </p:nvCxnSpPr>
          <p:spPr>
            <a:xfrm>
              <a:off x="4137599" y="2719966"/>
              <a:ext cx="8196" cy="969595"/>
            </a:xfrm>
            <a:prstGeom prst="straightConnector1">
              <a:avLst/>
            </a:prstGeom>
            <a:ln>
              <a:prstDash val="dash"/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aphicFrame>
          <p:nvGraphicFramePr>
            <p:cNvPr id="23" name="对象 22">
              <a:extLst>
                <a:ext uri="{FF2B5EF4-FFF2-40B4-BE49-F238E27FC236}">
                  <a16:creationId xmlns:a16="http://schemas.microsoft.com/office/drawing/2014/main" id="{FA809D84-3C0F-B206-95AF-634AE3866406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3484038" y="2594591"/>
            <a:ext cx="397733" cy="430877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17" imgW="152280" imgH="164880" progId="Equation.DSMT4">
                    <p:embed/>
                  </p:oleObj>
                </mc:Choice>
                <mc:Fallback>
                  <p:oleObj name="Equation" r:id="rId17" imgW="152280" imgH="164880" progId="Equation.DSMT4">
                    <p:embed/>
                    <p:pic>
                      <p:nvPicPr>
                        <p:cNvPr id="23" name="对象 22">
                          <a:extLst>
                            <a:ext uri="{FF2B5EF4-FFF2-40B4-BE49-F238E27FC236}">
                              <a16:creationId xmlns:a16="http://schemas.microsoft.com/office/drawing/2014/main" id="{FA809D84-3C0F-B206-95AF-634AE3866406}"/>
                            </a:ext>
                          </a:extLst>
                        </p:cNvPr>
                        <p:cNvPicPr/>
                        <p:nvPr/>
                      </p:nvPicPr>
                      <p:blipFill>
                        <a:blip r:embed="rId18"/>
                        <a:stretch>
                          <a:fillRect/>
                        </a:stretch>
                      </p:blipFill>
                      <p:spPr>
                        <a:xfrm>
                          <a:off x="3484038" y="2594591"/>
                          <a:ext cx="397733" cy="430877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</p:grpSp>
      <p:sp>
        <p:nvSpPr>
          <p:cNvPr id="26" name="矩形 25">
            <a:extLst>
              <a:ext uri="{FF2B5EF4-FFF2-40B4-BE49-F238E27FC236}">
                <a16:creationId xmlns:a16="http://schemas.microsoft.com/office/drawing/2014/main" id="{D35BFD31-2FF9-D90C-54B3-62C36384786F}"/>
              </a:ext>
            </a:extLst>
          </p:cNvPr>
          <p:cNvSpPr/>
          <p:nvPr/>
        </p:nvSpPr>
        <p:spPr>
          <a:xfrm>
            <a:off x="4166854" y="3170766"/>
            <a:ext cx="3923234" cy="83099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  <a:cs typeface="+mn-cs"/>
              </a:rPr>
              <a:t>一段载流圆弧在圆心处产生的磁感应强度？</a:t>
            </a: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等线" panose="02010600030101010101" pitchFamily="2" charset="-122"/>
              <a:cs typeface="+mn-cs"/>
            </a:endParaRPr>
          </a:p>
        </p:txBody>
      </p:sp>
      <p:graphicFrame>
        <p:nvGraphicFramePr>
          <p:cNvPr id="27" name="对象 26">
            <a:extLst>
              <a:ext uri="{FF2B5EF4-FFF2-40B4-BE49-F238E27FC236}">
                <a16:creationId xmlns:a16="http://schemas.microsoft.com/office/drawing/2014/main" id="{3DB05700-EE9B-37EE-2BD2-DBAAC0A58988}"/>
              </a:ext>
            </a:extLst>
          </p:cNvPr>
          <p:cNvGraphicFramePr>
            <a:graphicFrameLocks noChangeAspect="1"/>
          </p:cNvGraphicFramePr>
          <p:nvPr/>
        </p:nvGraphicFramePr>
        <p:xfrm>
          <a:off x="5349773" y="3967817"/>
          <a:ext cx="1360740" cy="703049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9" imgW="761760" imgH="393480" progId="Equation.DSMT4">
                  <p:embed/>
                </p:oleObj>
              </mc:Choice>
              <mc:Fallback>
                <p:oleObj name="Equation" r:id="rId19" imgW="761760" imgH="393480" progId="Equation.DSMT4">
                  <p:embed/>
                  <p:pic>
                    <p:nvPicPr>
                      <p:cNvPr id="27" name="对象 26">
                        <a:extLst>
                          <a:ext uri="{FF2B5EF4-FFF2-40B4-BE49-F238E27FC236}">
                            <a16:creationId xmlns:a16="http://schemas.microsoft.com/office/drawing/2014/main" id="{3DB05700-EE9B-37EE-2BD2-DBAAC0A58988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20"/>
                      <a:stretch>
                        <a:fillRect/>
                      </a:stretch>
                    </p:blipFill>
                    <p:spPr>
                      <a:xfrm>
                        <a:off x="5349773" y="3967817"/>
                        <a:ext cx="1360740" cy="703049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8" name="矩形 27">
            <a:extLst>
              <a:ext uri="{FF2B5EF4-FFF2-40B4-BE49-F238E27FC236}">
                <a16:creationId xmlns:a16="http://schemas.microsoft.com/office/drawing/2014/main" id="{CC64965F-8D21-B105-6FE6-4ECC2ECB27A5}"/>
              </a:ext>
            </a:extLst>
          </p:cNvPr>
          <p:cNvSpPr/>
          <p:nvPr/>
        </p:nvSpPr>
        <p:spPr>
          <a:xfrm>
            <a:off x="4987408" y="4909861"/>
            <a:ext cx="3788212" cy="83099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  <a:cs typeface="+mn-cs"/>
              </a:rPr>
              <a:t>半无限长载流导线产生的磁感应强度？</a:t>
            </a: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等线" panose="02010600030101010101" pitchFamily="2" charset="-122"/>
              <a:cs typeface="+mn-cs"/>
            </a:endParaRPr>
          </a:p>
        </p:txBody>
      </p:sp>
      <p:graphicFrame>
        <p:nvGraphicFramePr>
          <p:cNvPr id="29" name="对象 28">
            <a:extLst>
              <a:ext uri="{FF2B5EF4-FFF2-40B4-BE49-F238E27FC236}">
                <a16:creationId xmlns:a16="http://schemas.microsoft.com/office/drawing/2014/main" id="{C26C687C-9B88-6E20-7622-E74ECAAC3D99}"/>
              </a:ext>
            </a:extLst>
          </p:cNvPr>
          <p:cNvGraphicFramePr>
            <a:graphicFrameLocks noChangeAspect="1"/>
          </p:cNvGraphicFramePr>
          <p:nvPr/>
        </p:nvGraphicFramePr>
        <p:xfrm>
          <a:off x="5759745" y="5787051"/>
          <a:ext cx="1249363" cy="7032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1" imgW="698400" imgH="393480" progId="Equation.DSMT4">
                  <p:embed/>
                </p:oleObj>
              </mc:Choice>
              <mc:Fallback>
                <p:oleObj name="Equation" r:id="rId21" imgW="698400" imgH="393480" progId="Equation.DSMT4">
                  <p:embed/>
                  <p:pic>
                    <p:nvPicPr>
                      <p:cNvPr id="29" name="对象 28">
                        <a:extLst>
                          <a:ext uri="{FF2B5EF4-FFF2-40B4-BE49-F238E27FC236}">
                            <a16:creationId xmlns:a16="http://schemas.microsoft.com/office/drawing/2014/main" id="{C26C687C-9B88-6E20-7622-E74ECAAC3D99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22"/>
                      <a:stretch>
                        <a:fillRect/>
                      </a:stretch>
                    </p:blipFill>
                    <p:spPr>
                      <a:xfrm>
                        <a:off x="5759745" y="5787051"/>
                        <a:ext cx="1249363" cy="703262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cxnSp>
        <p:nvCxnSpPr>
          <p:cNvPr id="30" name="直接箭头连接符 29">
            <a:extLst>
              <a:ext uri="{FF2B5EF4-FFF2-40B4-BE49-F238E27FC236}">
                <a16:creationId xmlns:a16="http://schemas.microsoft.com/office/drawing/2014/main" id="{5D7A51F0-D326-EC4D-D657-F6FA95970A13}"/>
              </a:ext>
            </a:extLst>
          </p:cNvPr>
          <p:cNvCxnSpPr>
            <a:cxnSpLocks/>
            <a:stCxn id="7" idx="6"/>
            <a:endCxn id="21" idx="6"/>
          </p:cNvCxnSpPr>
          <p:nvPr/>
        </p:nvCxnSpPr>
        <p:spPr>
          <a:xfrm flipH="1">
            <a:off x="1805575" y="4799393"/>
            <a:ext cx="954000" cy="18000"/>
          </a:xfrm>
          <a:prstGeom prst="straightConnector1">
            <a:avLst/>
          </a:prstGeom>
          <a:ln>
            <a:prstDash val="dash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32737712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3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10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5" dur="10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" dur="10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5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6" grpId="0"/>
      <p:bldP spid="28" grpId="0"/>
    </p:bld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9" name="对象 48">
            <a:extLst>
              <a:ext uri="{FF2B5EF4-FFF2-40B4-BE49-F238E27FC236}">
                <a16:creationId xmlns:a16="http://schemas.microsoft.com/office/drawing/2014/main" id="{A25F2816-9585-4517-80D1-CA8DE04D0346}"/>
              </a:ext>
            </a:extLst>
          </p:cNvPr>
          <p:cNvGraphicFramePr>
            <a:graphicFrameLocks noChangeAspect="1"/>
          </p:cNvGraphicFramePr>
          <p:nvPr/>
        </p:nvGraphicFramePr>
        <p:xfrm>
          <a:off x="4095041" y="2133434"/>
          <a:ext cx="431234" cy="703049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241200" imgH="393480" progId="Equation.DSMT4">
                  <p:embed/>
                </p:oleObj>
              </mc:Choice>
              <mc:Fallback>
                <p:oleObj name="Equation" r:id="rId2" imgW="241200" imgH="393480" progId="Equation.DSMT4">
                  <p:embed/>
                  <p:pic>
                    <p:nvPicPr>
                      <p:cNvPr id="49" name="对象 48">
                        <a:extLst>
                          <a:ext uri="{FF2B5EF4-FFF2-40B4-BE49-F238E27FC236}">
                            <a16:creationId xmlns:a16="http://schemas.microsoft.com/office/drawing/2014/main" id="{A25F2816-9585-4517-80D1-CA8DE04D0346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3"/>
                      <a:stretch>
                        <a:fillRect/>
                      </a:stretch>
                    </p:blipFill>
                    <p:spPr>
                      <a:xfrm>
                        <a:off x="4095041" y="2133434"/>
                        <a:ext cx="431234" cy="703049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0" name="对象 49">
            <a:extLst>
              <a:ext uri="{FF2B5EF4-FFF2-40B4-BE49-F238E27FC236}">
                <a16:creationId xmlns:a16="http://schemas.microsoft.com/office/drawing/2014/main" id="{19D13073-A901-4882-93B1-43B9995B7C42}"/>
              </a:ext>
            </a:extLst>
          </p:cNvPr>
          <p:cNvGraphicFramePr>
            <a:graphicFrameLocks noChangeAspect="1"/>
          </p:cNvGraphicFramePr>
          <p:nvPr/>
        </p:nvGraphicFramePr>
        <p:xfrm>
          <a:off x="3129577" y="434900"/>
          <a:ext cx="431234" cy="703049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4" imgW="241200" imgH="393480" progId="Equation.DSMT4">
                  <p:embed/>
                </p:oleObj>
              </mc:Choice>
              <mc:Fallback>
                <p:oleObj name="Equation" r:id="rId4" imgW="241200" imgH="393480" progId="Equation.DSMT4">
                  <p:embed/>
                  <p:pic>
                    <p:nvPicPr>
                      <p:cNvPr id="50" name="对象 49">
                        <a:extLst>
                          <a:ext uri="{FF2B5EF4-FFF2-40B4-BE49-F238E27FC236}">
                            <a16:creationId xmlns:a16="http://schemas.microsoft.com/office/drawing/2014/main" id="{19D13073-A901-4882-93B1-43B9995B7C42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3129577" y="434900"/>
                        <a:ext cx="431234" cy="703049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56" name="组合 55">
            <a:extLst>
              <a:ext uri="{FF2B5EF4-FFF2-40B4-BE49-F238E27FC236}">
                <a16:creationId xmlns:a16="http://schemas.microsoft.com/office/drawing/2014/main" id="{790747CE-849A-4AA4-AC85-BE6734B28B7B}"/>
              </a:ext>
            </a:extLst>
          </p:cNvPr>
          <p:cNvGrpSpPr/>
          <p:nvPr/>
        </p:nvGrpSpPr>
        <p:grpSpPr>
          <a:xfrm>
            <a:off x="2650777" y="900604"/>
            <a:ext cx="4284268" cy="2072102"/>
            <a:chOff x="2941722" y="1617576"/>
            <a:chExt cx="4284268" cy="2072102"/>
          </a:xfrm>
        </p:grpSpPr>
        <p:sp>
          <p:nvSpPr>
            <p:cNvPr id="2" name="椭圆 1">
              <a:extLst>
                <a:ext uri="{FF2B5EF4-FFF2-40B4-BE49-F238E27FC236}">
                  <a16:creationId xmlns:a16="http://schemas.microsoft.com/office/drawing/2014/main" id="{8766D101-EEFC-4CE0-9ADF-D13BF7E8A41E}"/>
                </a:ext>
              </a:extLst>
            </p:cNvPr>
            <p:cNvSpPr/>
            <p:nvPr/>
          </p:nvSpPr>
          <p:spPr>
            <a:xfrm>
              <a:off x="3155795" y="1709561"/>
              <a:ext cx="1980000" cy="1980000"/>
            </a:xfrm>
            <a:prstGeom prst="ellipse">
              <a:avLst/>
            </a:prstGeom>
            <a:noFill/>
            <a:ln w="28575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等线" panose="02010600030101010101" pitchFamily="2" charset="-122"/>
                <a:cs typeface="+mn-cs"/>
              </a:endParaRPr>
            </a:p>
          </p:txBody>
        </p:sp>
        <p:cxnSp>
          <p:nvCxnSpPr>
            <p:cNvPr id="8" name="直接连接符 7">
              <a:extLst>
                <a:ext uri="{FF2B5EF4-FFF2-40B4-BE49-F238E27FC236}">
                  <a16:creationId xmlns:a16="http://schemas.microsoft.com/office/drawing/2014/main" id="{D67F6CA8-5B6A-4314-B6F1-42F0B2FF8F70}"/>
                </a:ext>
              </a:extLst>
            </p:cNvPr>
            <p:cNvCxnSpPr>
              <a:stCxn id="2" idx="6"/>
            </p:cNvCxnSpPr>
            <p:nvPr/>
          </p:nvCxnSpPr>
          <p:spPr>
            <a:xfrm>
              <a:off x="5135795" y="2699561"/>
              <a:ext cx="2090195" cy="2459"/>
            </a:xfrm>
            <a:prstGeom prst="line">
              <a:avLst/>
            </a:prstGeom>
            <a:ln w="28575">
              <a:solidFill>
                <a:srgbClr val="FF0000"/>
              </a:solidFill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9" name="直接连接符 8">
              <a:extLst>
                <a:ext uri="{FF2B5EF4-FFF2-40B4-BE49-F238E27FC236}">
                  <a16:creationId xmlns:a16="http://schemas.microsoft.com/office/drawing/2014/main" id="{671F3564-9514-4D8E-97A8-0A24BC3708F6}"/>
                </a:ext>
              </a:extLst>
            </p:cNvPr>
            <p:cNvCxnSpPr>
              <a:cxnSpLocks/>
            </p:cNvCxnSpPr>
            <p:nvPr/>
          </p:nvCxnSpPr>
          <p:spPr>
            <a:xfrm>
              <a:off x="5832086" y="2708254"/>
              <a:ext cx="1278673" cy="0"/>
            </a:xfrm>
            <a:prstGeom prst="line">
              <a:avLst/>
            </a:prstGeom>
            <a:ln w="28575">
              <a:solidFill>
                <a:srgbClr val="FF0000"/>
              </a:solidFill>
              <a:headEnd type="arrow" w="med" len="med"/>
              <a:tailEnd type="none" w="med" len="med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12" name="直接连接符 11">
              <a:extLst>
                <a:ext uri="{FF2B5EF4-FFF2-40B4-BE49-F238E27FC236}">
                  <a16:creationId xmlns:a16="http://schemas.microsoft.com/office/drawing/2014/main" id="{3421894F-B9B7-4CE2-BFE0-F346FDCD0F36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3755271" y="1617576"/>
              <a:ext cx="211873" cy="156118"/>
            </a:xfrm>
            <a:prstGeom prst="line">
              <a:avLst/>
            </a:prstGeom>
            <a:ln w="28575"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" name="直接连接符 12">
              <a:extLst>
                <a:ext uri="{FF2B5EF4-FFF2-40B4-BE49-F238E27FC236}">
                  <a16:creationId xmlns:a16="http://schemas.microsoft.com/office/drawing/2014/main" id="{9D74831F-7FF6-4D9D-A258-308B630FD8E9}"/>
                </a:ext>
              </a:extLst>
            </p:cNvPr>
            <p:cNvCxnSpPr>
              <a:cxnSpLocks/>
            </p:cNvCxnSpPr>
            <p:nvPr/>
          </p:nvCxnSpPr>
          <p:spPr>
            <a:xfrm>
              <a:off x="3735659" y="1773694"/>
              <a:ext cx="211873" cy="44605"/>
            </a:xfrm>
            <a:prstGeom prst="line">
              <a:avLst/>
            </a:prstGeom>
            <a:ln w="28575"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47" name="组合 46">
              <a:extLst>
                <a:ext uri="{FF2B5EF4-FFF2-40B4-BE49-F238E27FC236}">
                  <a16:creationId xmlns:a16="http://schemas.microsoft.com/office/drawing/2014/main" id="{2EFD42DC-C7C2-431F-ABF7-CAEE7EE72C77}"/>
                </a:ext>
              </a:extLst>
            </p:cNvPr>
            <p:cNvGrpSpPr/>
            <p:nvPr/>
          </p:nvGrpSpPr>
          <p:grpSpPr>
            <a:xfrm>
              <a:off x="4754061" y="3224213"/>
              <a:ext cx="277232" cy="248013"/>
              <a:chOff x="4923922" y="3032605"/>
              <a:chExt cx="277232" cy="248013"/>
            </a:xfrm>
          </p:grpSpPr>
          <p:cxnSp>
            <p:nvCxnSpPr>
              <p:cNvPr id="21" name="直接连接符 20">
                <a:extLst>
                  <a:ext uri="{FF2B5EF4-FFF2-40B4-BE49-F238E27FC236}">
                    <a16:creationId xmlns:a16="http://schemas.microsoft.com/office/drawing/2014/main" id="{934500FC-365B-44CB-B230-FABE0B9B6A8E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4923922" y="3212765"/>
                <a:ext cx="277232" cy="67853"/>
              </a:xfrm>
              <a:prstGeom prst="line">
                <a:avLst/>
              </a:prstGeom>
              <a:ln w="28575">
                <a:solidFill>
                  <a:srgbClr val="FF00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2" name="直接连接符 21">
                <a:extLst>
                  <a:ext uri="{FF2B5EF4-FFF2-40B4-BE49-F238E27FC236}">
                    <a16:creationId xmlns:a16="http://schemas.microsoft.com/office/drawing/2014/main" id="{578B7A92-10F3-4C03-A239-55830CE8E326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4941307" y="3032605"/>
                <a:ext cx="88551" cy="230986"/>
              </a:xfrm>
              <a:prstGeom prst="line">
                <a:avLst/>
              </a:prstGeom>
              <a:ln w="28575">
                <a:solidFill>
                  <a:srgbClr val="FF00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cxnSp>
          <p:nvCxnSpPr>
            <p:cNvPr id="33" name="直接连接符 32">
              <a:extLst>
                <a:ext uri="{FF2B5EF4-FFF2-40B4-BE49-F238E27FC236}">
                  <a16:creationId xmlns:a16="http://schemas.microsoft.com/office/drawing/2014/main" id="{C1C7393A-7162-41F9-9309-11C2E99D5697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4131935" y="3687219"/>
              <a:ext cx="3080195" cy="2459"/>
            </a:xfrm>
            <a:prstGeom prst="line">
              <a:avLst/>
            </a:prstGeom>
            <a:ln w="28575">
              <a:solidFill>
                <a:srgbClr val="FF0000"/>
              </a:solidFill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35" name="直接连接符 34">
              <a:extLst>
                <a:ext uri="{FF2B5EF4-FFF2-40B4-BE49-F238E27FC236}">
                  <a16:creationId xmlns:a16="http://schemas.microsoft.com/office/drawing/2014/main" id="{439582D3-189C-4493-BFBF-F9C47721D09E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5538439" y="3687219"/>
              <a:ext cx="932984" cy="0"/>
            </a:xfrm>
            <a:prstGeom prst="line">
              <a:avLst/>
            </a:prstGeom>
            <a:ln w="28575">
              <a:solidFill>
                <a:srgbClr val="FF0000"/>
              </a:solidFill>
              <a:headEnd type="arrow" w="med" len="med"/>
              <a:tailEnd type="none" w="med" len="med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graphicFrame>
          <p:nvGraphicFramePr>
            <p:cNvPr id="41" name="对象 40">
              <a:extLst>
                <a:ext uri="{FF2B5EF4-FFF2-40B4-BE49-F238E27FC236}">
                  <a16:creationId xmlns:a16="http://schemas.microsoft.com/office/drawing/2014/main" id="{357EB846-8AD8-4E89-8457-7884923CBBBD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6004931" y="2265916"/>
            <a:ext cx="313783" cy="407918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6" imgW="126720" imgH="164880" progId="Equation.DSMT4">
                    <p:embed/>
                  </p:oleObj>
                </mc:Choice>
                <mc:Fallback>
                  <p:oleObj name="Equation" r:id="rId6" imgW="126720" imgH="164880" progId="Equation.DSMT4">
                    <p:embed/>
                    <p:pic>
                      <p:nvPicPr>
                        <p:cNvPr id="41" name="对象 40">
                          <a:extLst>
                            <a:ext uri="{FF2B5EF4-FFF2-40B4-BE49-F238E27FC236}">
                              <a16:creationId xmlns:a16="http://schemas.microsoft.com/office/drawing/2014/main" id="{357EB846-8AD8-4E89-8457-7884923CBBBD}"/>
                            </a:ext>
                          </a:extLst>
                        </p:cNvPr>
                        <p:cNvPicPr/>
                        <p:nvPr/>
                      </p:nvPicPr>
                      <p:blipFill>
                        <a:blip r:embed="rId7"/>
                        <a:stretch>
                          <a:fillRect/>
                        </a:stretch>
                      </p:blipFill>
                      <p:spPr>
                        <a:xfrm>
                          <a:off x="6004931" y="2265916"/>
                          <a:ext cx="313783" cy="407918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42" name="对象 41">
              <a:extLst>
                <a:ext uri="{FF2B5EF4-FFF2-40B4-BE49-F238E27FC236}">
                  <a16:creationId xmlns:a16="http://schemas.microsoft.com/office/drawing/2014/main" id="{7BF599CB-0924-455B-8EAD-26C5DCF03D09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5900185" y="3262202"/>
            <a:ext cx="313783" cy="407918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6" imgW="126720" imgH="164880" progId="Equation.DSMT4">
                    <p:embed/>
                  </p:oleObj>
                </mc:Choice>
                <mc:Fallback>
                  <p:oleObj name="Equation" r:id="rId6" imgW="126720" imgH="164880" progId="Equation.DSMT4">
                    <p:embed/>
                    <p:pic>
                      <p:nvPicPr>
                        <p:cNvPr id="42" name="对象 41">
                          <a:extLst>
                            <a:ext uri="{FF2B5EF4-FFF2-40B4-BE49-F238E27FC236}">
                              <a16:creationId xmlns:a16="http://schemas.microsoft.com/office/drawing/2014/main" id="{7BF599CB-0924-455B-8EAD-26C5DCF03D09}"/>
                            </a:ext>
                          </a:extLst>
                        </p:cNvPr>
                        <p:cNvPicPr/>
                        <p:nvPr/>
                      </p:nvPicPr>
                      <p:blipFill>
                        <a:blip r:embed="rId7"/>
                        <a:stretch>
                          <a:fillRect/>
                        </a:stretch>
                      </p:blipFill>
                      <p:spPr>
                        <a:xfrm>
                          <a:off x="5900185" y="3262202"/>
                          <a:ext cx="313783" cy="407918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43" name="对象 42">
              <a:extLst>
                <a:ext uri="{FF2B5EF4-FFF2-40B4-BE49-F238E27FC236}">
                  <a16:creationId xmlns:a16="http://schemas.microsoft.com/office/drawing/2014/main" id="{01751CFF-AF7E-459B-BD1E-20A51320D8B1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6543074" y="2158002"/>
            <a:ext cx="391126" cy="541559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8" imgW="164880" imgH="228600" progId="Equation.DSMT4">
                    <p:embed/>
                  </p:oleObj>
                </mc:Choice>
                <mc:Fallback>
                  <p:oleObj name="Equation" r:id="rId8" imgW="164880" imgH="228600" progId="Equation.DSMT4">
                    <p:embed/>
                    <p:pic>
                      <p:nvPicPr>
                        <p:cNvPr id="43" name="对象 42">
                          <a:extLst>
                            <a:ext uri="{FF2B5EF4-FFF2-40B4-BE49-F238E27FC236}">
                              <a16:creationId xmlns:a16="http://schemas.microsoft.com/office/drawing/2014/main" id="{01751CFF-AF7E-459B-BD1E-20A51320D8B1}"/>
                            </a:ext>
                          </a:extLst>
                        </p:cNvPr>
                        <p:cNvPicPr/>
                        <p:nvPr/>
                      </p:nvPicPr>
                      <p:blipFill>
                        <a:blip r:embed="rId9"/>
                        <a:stretch>
                          <a:fillRect/>
                        </a:stretch>
                      </p:blipFill>
                      <p:spPr>
                        <a:xfrm>
                          <a:off x="6543074" y="2158002"/>
                          <a:ext cx="391126" cy="541559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44" name="对象 43">
              <a:extLst>
                <a:ext uri="{FF2B5EF4-FFF2-40B4-BE49-F238E27FC236}">
                  <a16:creationId xmlns:a16="http://schemas.microsoft.com/office/drawing/2014/main" id="{D7894A88-89A3-48F6-8C4C-48D999FFC09C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6599238" y="3167498"/>
            <a:ext cx="379120" cy="486927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10" imgW="177480" imgH="228600" progId="Equation.DSMT4">
                    <p:embed/>
                  </p:oleObj>
                </mc:Choice>
                <mc:Fallback>
                  <p:oleObj name="Equation" r:id="rId10" imgW="177480" imgH="228600" progId="Equation.DSMT4">
                    <p:embed/>
                    <p:pic>
                      <p:nvPicPr>
                        <p:cNvPr id="44" name="对象 43">
                          <a:extLst>
                            <a:ext uri="{FF2B5EF4-FFF2-40B4-BE49-F238E27FC236}">
                              <a16:creationId xmlns:a16="http://schemas.microsoft.com/office/drawing/2014/main" id="{D7894A88-89A3-48F6-8C4C-48D999FFC09C}"/>
                            </a:ext>
                          </a:extLst>
                        </p:cNvPr>
                        <p:cNvPicPr/>
                        <p:nvPr/>
                      </p:nvPicPr>
                      <p:blipFill>
                        <a:blip r:embed="rId11"/>
                        <a:stretch>
                          <a:fillRect/>
                        </a:stretch>
                      </p:blipFill>
                      <p:spPr>
                        <a:xfrm>
                          <a:off x="6599238" y="3167498"/>
                          <a:ext cx="379120" cy="486927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45" name="对象 44">
              <a:extLst>
                <a:ext uri="{FF2B5EF4-FFF2-40B4-BE49-F238E27FC236}">
                  <a16:creationId xmlns:a16="http://schemas.microsoft.com/office/drawing/2014/main" id="{EF98799E-D572-491E-99AE-6AD655EE5241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5065608" y="2850406"/>
            <a:ext cx="336550" cy="430212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12" imgW="177480" imgH="228600" progId="Equation.DSMT4">
                    <p:embed/>
                  </p:oleObj>
                </mc:Choice>
                <mc:Fallback>
                  <p:oleObj name="Equation" r:id="rId12" imgW="177480" imgH="228600" progId="Equation.DSMT4">
                    <p:embed/>
                    <p:pic>
                      <p:nvPicPr>
                        <p:cNvPr id="45" name="对象 44">
                          <a:extLst>
                            <a:ext uri="{FF2B5EF4-FFF2-40B4-BE49-F238E27FC236}">
                              <a16:creationId xmlns:a16="http://schemas.microsoft.com/office/drawing/2014/main" id="{EF98799E-D572-491E-99AE-6AD655EE5241}"/>
                            </a:ext>
                          </a:extLst>
                        </p:cNvPr>
                        <p:cNvPicPr/>
                        <p:nvPr/>
                      </p:nvPicPr>
                      <p:blipFill>
                        <a:blip r:embed="rId13"/>
                        <a:stretch>
                          <a:fillRect/>
                        </a:stretch>
                      </p:blipFill>
                      <p:spPr>
                        <a:xfrm>
                          <a:off x="5065608" y="2850406"/>
                          <a:ext cx="336550" cy="430212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46" name="对象 45">
              <a:extLst>
                <a:ext uri="{FF2B5EF4-FFF2-40B4-BE49-F238E27FC236}">
                  <a16:creationId xmlns:a16="http://schemas.microsoft.com/office/drawing/2014/main" id="{4E25BFEF-B1D8-4B0C-BA34-88F1D4BE1E99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2941722" y="1830128"/>
            <a:ext cx="336550" cy="430212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14" imgW="177480" imgH="228600" progId="Equation.DSMT4">
                    <p:embed/>
                  </p:oleObj>
                </mc:Choice>
                <mc:Fallback>
                  <p:oleObj name="Equation" r:id="rId14" imgW="177480" imgH="228600" progId="Equation.DSMT4">
                    <p:embed/>
                    <p:pic>
                      <p:nvPicPr>
                        <p:cNvPr id="46" name="对象 45">
                          <a:extLst>
                            <a:ext uri="{FF2B5EF4-FFF2-40B4-BE49-F238E27FC236}">
                              <a16:creationId xmlns:a16="http://schemas.microsoft.com/office/drawing/2014/main" id="{4E25BFEF-B1D8-4B0C-BA34-88F1D4BE1E99}"/>
                            </a:ext>
                          </a:extLst>
                        </p:cNvPr>
                        <p:cNvPicPr/>
                        <p:nvPr/>
                      </p:nvPicPr>
                      <p:blipFill>
                        <a:blip r:embed="rId15"/>
                        <a:stretch>
                          <a:fillRect/>
                        </a:stretch>
                      </p:blipFill>
                      <p:spPr>
                        <a:xfrm>
                          <a:off x="2941722" y="1830128"/>
                          <a:ext cx="336550" cy="430212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51" name="椭圆 50">
              <a:extLst>
                <a:ext uri="{FF2B5EF4-FFF2-40B4-BE49-F238E27FC236}">
                  <a16:creationId xmlns:a16="http://schemas.microsoft.com/office/drawing/2014/main" id="{AE3B8D36-E819-4865-9F92-4464BF4E0035}"/>
                </a:ext>
              </a:extLst>
            </p:cNvPr>
            <p:cNvSpPr/>
            <p:nvPr/>
          </p:nvSpPr>
          <p:spPr>
            <a:xfrm>
              <a:off x="4073795" y="2663561"/>
              <a:ext cx="108000" cy="108000"/>
            </a:xfrm>
            <a:prstGeom prst="ellipse">
              <a:avLst/>
            </a:prstGeom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等线" panose="02010600030101010101" pitchFamily="2" charset="-122"/>
                <a:cs typeface="+mn-cs"/>
              </a:endParaRPr>
            </a:p>
          </p:txBody>
        </p:sp>
        <p:cxnSp>
          <p:nvCxnSpPr>
            <p:cNvPr id="53" name="直接箭头连接符 52">
              <a:extLst>
                <a:ext uri="{FF2B5EF4-FFF2-40B4-BE49-F238E27FC236}">
                  <a16:creationId xmlns:a16="http://schemas.microsoft.com/office/drawing/2014/main" id="{DDE7DF93-E55E-47D1-AB24-79BF9DD58C16}"/>
                </a:ext>
              </a:extLst>
            </p:cNvPr>
            <p:cNvCxnSpPr>
              <a:cxnSpLocks/>
              <a:endCxn id="2" idx="4"/>
            </p:cNvCxnSpPr>
            <p:nvPr/>
          </p:nvCxnSpPr>
          <p:spPr>
            <a:xfrm>
              <a:off x="4137599" y="2719966"/>
              <a:ext cx="8196" cy="969595"/>
            </a:xfrm>
            <a:prstGeom prst="straightConnector1">
              <a:avLst/>
            </a:prstGeom>
            <a:ln>
              <a:prstDash val="dash"/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aphicFrame>
          <p:nvGraphicFramePr>
            <p:cNvPr id="54" name="对象 53">
              <a:extLst>
                <a:ext uri="{FF2B5EF4-FFF2-40B4-BE49-F238E27FC236}">
                  <a16:creationId xmlns:a16="http://schemas.microsoft.com/office/drawing/2014/main" id="{C75E9674-BE51-4DDF-8441-D4535E10BF99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3484038" y="2594591"/>
            <a:ext cx="397733" cy="430877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16" imgW="152280" imgH="164880" progId="Equation.DSMT4">
                    <p:embed/>
                  </p:oleObj>
                </mc:Choice>
                <mc:Fallback>
                  <p:oleObj name="Equation" r:id="rId16" imgW="152280" imgH="164880" progId="Equation.DSMT4">
                    <p:embed/>
                    <p:pic>
                      <p:nvPicPr>
                        <p:cNvPr id="54" name="对象 53">
                          <a:extLst>
                            <a:ext uri="{FF2B5EF4-FFF2-40B4-BE49-F238E27FC236}">
                              <a16:creationId xmlns:a16="http://schemas.microsoft.com/office/drawing/2014/main" id="{C75E9674-BE51-4DDF-8441-D4535E10BF99}"/>
                            </a:ext>
                          </a:extLst>
                        </p:cNvPr>
                        <p:cNvPicPr/>
                        <p:nvPr/>
                      </p:nvPicPr>
                      <p:blipFill>
                        <a:blip r:embed="rId17"/>
                        <a:stretch>
                          <a:fillRect/>
                        </a:stretch>
                      </p:blipFill>
                      <p:spPr>
                        <a:xfrm>
                          <a:off x="3484038" y="2594591"/>
                          <a:ext cx="397733" cy="430877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</p:grpSp>
      <p:sp>
        <p:nvSpPr>
          <p:cNvPr id="58" name="矩形 57">
            <a:extLst>
              <a:ext uri="{FF2B5EF4-FFF2-40B4-BE49-F238E27FC236}">
                <a16:creationId xmlns:a16="http://schemas.microsoft.com/office/drawing/2014/main" id="{67A40533-6C4F-4262-8066-054F54E888B8}"/>
              </a:ext>
            </a:extLst>
          </p:cNvPr>
          <p:cNvSpPr/>
          <p:nvPr/>
        </p:nvSpPr>
        <p:spPr>
          <a:xfrm>
            <a:off x="825335" y="3373294"/>
            <a:ext cx="6062878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  <a:cs typeface="+mn-cs"/>
              </a:rPr>
              <a:t>一段载流圆弧在圆心处产生的磁感应强度？</a:t>
            </a: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等线" panose="02010600030101010101" pitchFamily="2" charset="-122"/>
              <a:cs typeface="+mn-cs"/>
            </a:endParaRPr>
          </a:p>
        </p:txBody>
      </p:sp>
      <p:graphicFrame>
        <p:nvGraphicFramePr>
          <p:cNvPr id="59" name="对象 58">
            <a:extLst>
              <a:ext uri="{FF2B5EF4-FFF2-40B4-BE49-F238E27FC236}">
                <a16:creationId xmlns:a16="http://schemas.microsoft.com/office/drawing/2014/main" id="{0932F0FD-8277-4572-9FFA-5E7815B8DA3D}"/>
              </a:ext>
            </a:extLst>
          </p:cNvPr>
          <p:cNvGraphicFramePr>
            <a:graphicFrameLocks noChangeAspect="1"/>
          </p:cNvGraphicFramePr>
          <p:nvPr/>
        </p:nvGraphicFramePr>
        <p:xfrm>
          <a:off x="2995829" y="3977328"/>
          <a:ext cx="1360740" cy="703049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8" imgW="761760" imgH="393480" progId="Equation.DSMT4">
                  <p:embed/>
                </p:oleObj>
              </mc:Choice>
              <mc:Fallback>
                <p:oleObj name="Equation" r:id="rId18" imgW="761760" imgH="393480" progId="Equation.DSMT4">
                  <p:embed/>
                  <p:pic>
                    <p:nvPicPr>
                      <p:cNvPr id="59" name="对象 58">
                        <a:extLst>
                          <a:ext uri="{FF2B5EF4-FFF2-40B4-BE49-F238E27FC236}">
                            <a16:creationId xmlns:a16="http://schemas.microsoft.com/office/drawing/2014/main" id="{0932F0FD-8277-4572-9FFA-5E7815B8DA3D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19"/>
                      <a:stretch>
                        <a:fillRect/>
                      </a:stretch>
                    </p:blipFill>
                    <p:spPr>
                      <a:xfrm>
                        <a:off x="2995829" y="3977328"/>
                        <a:ext cx="1360740" cy="703049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60" name="矩形 59">
            <a:extLst>
              <a:ext uri="{FF2B5EF4-FFF2-40B4-BE49-F238E27FC236}">
                <a16:creationId xmlns:a16="http://schemas.microsoft.com/office/drawing/2014/main" id="{5F2445B9-0063-44C4-B47E-65F1D181222C}"/>
              </a:ext>
            </a:extLst>
          </p:cNvPr>
          <p:cNvSpPr/>
          <p:nvPr/>
        </p:nvSpPr>
        <p:spPr>
          <a:xfrm>
            <a:off x="859448" y="4802515"/>
            <a:ext cx="5444119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  <a:cs typeface="+mn-cs"/>
              </a:rPr>
              <a:t>半无限长载流导线产生的磁感应强度？</a:t>
            </a: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等线" panose="02010600030101010101" pitchFamily="2" charset="-122"/>
              <a:cs typeface="+mn-cs"/>
            </a:endParaRPr>
          </a:p>
        </p:txBody>
      </p:sp>
      <p:graphicFrame>
        <p:nvGraphicFramePr>
          <p:cNvPr id="61" name="对象 60">
            <a:extLst>
              <a:ext uri="{FF2B5EF4-FFF2-40B4-BE49-F238E27FC236}">
                <a16:creationId xmlns:a16="http://schemas.microsoft.com/office/drawing/2014/main" id="{4656ECC2-1C54-4BD9-8BAC-1A853339AF9D}"/>
              </a:ext>
            </a:extLst>
          </p:cNvPr>
          <p:cNvGraphicFramePr>
            <a:graphicFrameLocks noChangeAspect="1"/>
          </p:cNvGraphicFramePr>
          <p:nvPr/>
        </p:nvGraphicFramePr>
        <p:xfrm>
          <a:off x="6195580" y="4777366"/>
          <a:ext cx="1249363" cy="7032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0" imgW="698400" imgH="393480" progId="Equation.DSMT4">
                  <p:embed/>
                </p:oleObj>
              </mc:Choice>
              <mc:Fallback>
                <p:oleObj name="Equation" r:id="rId20" imgW="698400" imgH="393480" progId="Equation.DSMT4">
                  <p:embed/>
                  <p:pic>
                    <p:nvPicPr>
                      <p:cNvPr id="61" name="对象 60">
                        <a:extLst>
                          <a:ext uri="{FF2B5EF4-FFF2-40B4-BE49-F238E27FC236}">
                            <a16:creationId xmlns:a16="http://schemas.microsoft.com/office/drawing/2014/main" id="{4656ECC2-1C54-4BD9-8BAC-1A853339AF9D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21"/>
                      <a:stretch>
                        <a:fillRect/>
                      </a:stretch>
                    </p:blipFill>
                    <p:spPr>
                      <a:xfrm>
                        <a:off x="6195580" y="4777366"/>
                        <a:ext cx="1249363" cy="703262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cxnSp>
        <p:nvCxnSpPr>
          <p:cNvPr id="63" name="直接箭头连接符 62">
            <a:extLst>
              <a:ext uri="{FF2B5EF4-FFF2-40B4-BE49-F238E27FC236}">
                <a16:creationId xmlns:a16="http://schemas.microsoft.com/office/drawing/2014/main" id="{DC9B77C5-4478-4E0B-9232-70E3B6ECFA7F}"/>
              </a:ext>
            </a:extLst>
          </p:cNvPr>
          <p:cNvCxnSpPr>
            <a:cxnSpLocks/>
            <a:stCxn id="2" idx="6"/>
            <a:endCxn id="51" idx="6"/>
          </p:cNvCxnSpPr>
          <p:nvPr/>
        </p:nvCxnSpPr>
        <p:spPr>
          <a:xfrm flipH="1">
            <a:off x="3890850" y="1982589"/>
            <a:ext cx="954000" cy="18000"/>
          </a:xfrm>
          <a:prstGeom prst="straightConnector1">
            <a:avLst/>
          </a:prstGeom>
          <a:ln>
            <a:prstDash val="dash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88340521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4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4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3" dur="50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5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5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1000"/>
                                        <p:tgtEl>
                                          <p:spTgt spid="5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5" dur="1000" fill="hold"/>
                                        <p:tgtEl>
                                          <p:spTgt spid="5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" dur="1000" fill="hold"/>
                                        <p:tgtEl>
                                          <p:spTgt spid="5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5" dur="500"/>
                                        <p:tgtEl>
                                          <p:spTgt spid="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8" grpId="0"/>
      <p:bldP spid="60" grpId="0"/>
    </p:bld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9" name="对象 48">
            <a:extLst>
              <a:ext uri="{FF2B5EF4-FFF2-40B4-BE49-F238E27FC236}">
                <a16:creationId xmlns:a16="http://schemas.microsoft.com/office/drawing/2014/main" id="{A25F2816-9585-4517-80D1-CA8DE04D0346}"/>
              </a:ext>
            </a:extLst>
          </p:cNvPr>
          <p:cNvGraphicFramePr>
            <a:graphicFrameLocks noChangeAspect="1"/>
          </p:cNvGraphicFramePr>
          <p:nvPr/>
        </p:nvGraphicFramePr>
        <p:xfrm>
          <a:off x="3514617" y="1910907"/>
          <a:ext cx="431234" cy="703049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241200" imgH="393480" progId="Equation.DSMT4">
                  <p:embed/>
                </p:oleObj>
              </mc:Choice>
              <mc:Fallback>
                <p:oleObj name="Equation" r:id="rId2" imgW="241200" imgH="393480" progId="Equation.DSMT4">
                  <p:embed/>
                  <p:pic>
                    <p:nvPicPr>
                      <p:cNvPr id="49" name="对象 48">
                        <a:extLst>
                          <a:ext uri="{FF2B5EF4-FFF2-40B4-BE49-F238E27FC236}">
                            <a16:creationId xmlns:a16="http://schemas.microsoft.com/office/drawing/2014/main" id="{A25F2816-9585-4517-80D1-CA8DE04D0346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3"/>
                      <a:stretch>
                        <a:fillRect/>
                      </a:stretch>
                    </p:blipFill>
                    <p:spPr>
                      <a:xfrm>
                        <a:off x="3514617" y="1910907"/>
                        <a:ext cx="431234" cy="703049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0" name="对象 49">
            <a:extLst>
              <a:ext uri="{FF2B5EF4-FFF2-40B4-BE49-F238E27FC236}">
                <a16:creationId xmlns:a16="http://schemas.microsoft.com/office/drawing/2014/main" id="{19D13073-A901-4882-93B1-43B9995B7C42}"/>
              </a:ext>
            </a:extLst>
          </p:cNvPr>
          <p:cNvGraphicFramePr>
            <a:graphicFrameLocks noChangeAspect="1"/>
          </p:cNvGraphicFramePr>
          <p:nvPr/>
        </p:nvGraphicFramePr>
        <p:xfrm>
          <a:off x="2549153" y="212373"/>
          <a:ext cx="431234" cy="703049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4" imgW="241200" imgH="393480" progId="Equation.DSMT4">
                  <p:embed/>
                </p:oleObj>
              </mc:Choice>
              <mc:Fallback>
                <p:oleObj name="Equation" r:id="rId4" imgW="241200" imgH="393480" progId="Equation.DSMT4">
                  <p:embed/>
                  <p:pic>
                    <p:nvPicPr>
                      <p:cNvPr id="50" name="对象 49">
                        <a:extLst>
                          <a:ext uri="{FF2B5EF4-FFF2-40B4-BE49-F238E27FC236}">
                            <a16:creationId xmlns:a16="http://schemas.microsoft.com/office/drawing/2014/main" id="{19D13073-A901-4882-93B1-43B9995B7C42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2549153" y="212373"/>
                        <a:ext cx="431234" cy="703049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56" name="组合 55">
            <a:extLst>
              <a:ext uri="{FF2B5EF4-FFF2-40B4-BE49-F238E27FC236}">
                <a16:creationId xmlns:a16="http://schemas.microsoft.com/office/drawing/2014/main" id="{790747CE-849A-4AA4-AC85-BE6734B28B7B}"/>
              </a:ext>
            </a:extLst>
          </p:cNvPr>
          <p:cNvGrpSpPr/>
          <p:nvPr/>
        </p:nvGrpSpPr>
        <p:grpSpPr>
          <a:xfrm>
            <a:off x="2070353" y="678077"/>
            <a:ext cx="4284268" cy="2072102"/>
            <a:chOff x="2941722" y="1617576"/>
            <a:chExt cx="4284268" cy="2072102"/>
          </a:xfrm>
        </p:grpSpPr>
        <p:sp>
          <p:nvSpPr>
            <p:cNvPr id="2" name="椭圆 1">
              <a:extLst>
                <a:ext uri="{FF2B5EF4-FFF2-40B4-BE49-F238E27FC236}">
                  <a16:creationId xmlns:a16="http://schemas.microsoft.com/office/drawing/2014/main" id="{8766D101-EEFC-4CE0-9ADF-D13BF7E8A41E}"/>
                </a:ext>
              </a:extLst>
            </p:cNvPr>
            <p:cNvSpPr/>
            <p:nvPr/>
          </p:nvSpPr>
          <p:spPr>
            <a:xfrm>
              <a:off x="3155795" y="1709561"/>
              <a:ext cx="1980000" cy="1980000"/>
            </a:xfrm>
            <a:prstGeom prst="ellipse">
              <a:avLst/>
            </a:prstGeom>
            <a:noFill/>
            <a:ln w="28575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等线" panose="02010600030101010101" pitchFamily="2" charset="-122"/>
                <a:cs typeface="+mn-cs"/>
              </a:endParaRPr>
            </a:p>
          </p:txBody>
        </p:sp>
        <p:cxnSp>
          <p:nvCxnSpPr>
            <p:cNvPr id="8" name="直接连接符 7">
              <a:extLst>
                <a:ext uri="{FF2B5EF4-FFF2-40B4-BE49-F238E27FC236}">
                  <a16:creationId xmlns:a16="http://schemas.microsoft.com/office/drawing/2014/main" id="{D67F6CA8-5B6A-4314-B6F1-42F0B2FF8F70}"/>
                </a:ext>
              </a:extLst>
            </p:cNvPr>
            <p:cNvCxnSpPr>
              <a:stCxn id="2" idx="6"/>
            </p:cNvCxnSpPr>
            <p:nvPr/>
          </p:nvCxnSpPr>
          <p:spPr>
            <a:xfrm>
              <a:off x="5135795" y="2699561"/>
              <a:ext cx="2090195" cy="2459"/>
            </a:xfrm>
            <a:prstGeom prst="line">
              <a:avLst/>
            </a:prstGeom>
            <a:ln w="28575">
              <a:solidFill>
                <a:srgbClr val="FF0000"/>
              </a:solidFill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9" name="直接连接符 8">
              <a:extLst>
                <a:ext uri="{FF2B5EF4-FFF2-40B4-BE49-F238E27FC236}">
                  <a16:creationId xmlns:a16="http://schemas.microsoft.com/office/drawing/2014/main" id="{671F3564-9514-4D8E-97A8-0A24BC3708F6}"/>
                </a:ext>
              </a:extLst>
            </p:cNvPr>
            <p:cNvCxnSpPr>
              <a:cxnSpLocks/>
            </p:cNvCxnSpPr>
            <p:nvPr/>
          </p:nvCxnSpPr>
          <p:spPr>
            <a:xfrm>
              <a:off x="5832086" y="2708254"/>
              <a:ext cx="1278673" cy="0"/>
            </a:xfrm>
            <a:prstGeom prst="line">
              <a:avLst/>
            </a:prstGeom>
            <a:ln w="28575">
              <a:solidFill>
                <a:srgbClr val="FF0000"/>
              </a:solidFill>
              <a:headEnd type="arrow" w="med" len="med"/>
              <a:tailEnd type="none" w="med" len="med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12" name="直接连接符 11">
              <a:extLst>
                <a:ext uri="{FF2B5EF4-FFF2-40B4-BE49-F238E27FC236}">
                  <a16:creationId xmlns:a16="http://schemas.microsoft.com/office/drawing/2014/main" id="{3421894F-B9B7-4CE2-BFE0-F346FDCD0F36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3755271" y="1617576"/>
              <a:ext cx="211873" cy="156118"/>
            </a:xfrm>
            <a:prstGeom prst="line">
              <a:avLst/>
            </a:prstGeom>
            <a:ln w="28575"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" name="直接连接符 12">
              <a:extLst>
                <a:ext uri="{FF2B5EF4-FFF2-40B4-BE49-F238E27FC236}">
                  <a16:creationId xmlns:a16="http://schemas.microsoft.com/office/drawing/2014/main" id="{9D74831F-7FF6-4D9D-A258-308B630FD8E9}"/>
                </a:ext>
              </a:extLst>
            </p:cNvPr>
            <p:cNvCxnSpPr>
              <a:cxnSpLocks/>
            </p:cNvCxnSpPr>
            <p:nvPr/>
          </p:nvCxnSpPr>
          <p:spPr>
            <a:xfrm>
              <a:off x="3735659" y="1773694"/>
              <a:ext cx="211873" cy="44605"/>
            </a:xfrm>
            <a:prstGeom prst="line">
              <a:avLst/>
            </a:prstGeom>
            <a:ln w="28575"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47" name="组合 46">
              <a:extLst>
                <a:ext uri="{FF2B5EF4-FFF2-40B4-BE49-F238E27FC236}">
                  <a16:creationId xmlns:a16="http://schemas.microsoft.com/office/drawing/2014/main" id="{2EFD42DC-C7C2-431F-ABF7-CAEE7EE72C77}"/>
                </a:ext>
              </a:extLst>
            </p:cNvPr>
            <p:cNvGrpSpPr/>
            <p:nvPr/>
          </p:nvGrpSpPr>
          <p:grpSpPr>
            <a:xfrm>
              <a:off x="4754061" y="3224213"/>
              <a:ext cx="277232" cy="248013"/>
              <a:chOff x="4923922" y="3032605"/>
              <a:chExt cx="277232" cy="248013"/>
            </a:xfrm>
          </p:grpSpPr>
          <p:cxnSp>
            <p:nvCxnSpPr>
              <p:cNvPr id="21" name="直接连接符 20">
                <a:extLst>
                  <a:ext uri="{FF2B5EF4-FFF2-40B4-BE49-F238E27FC236}">
                    <a16:creationId xmlns:a16="http://schemas.microsoft.com/office/drawing/2014/main" id="{934500FC-365B-44CB-B230-FABE0B9B6A8E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4923922" y="3212765"/>
                <a:ext cx="277232" cy="67853"/>
              </a:xfrm>
              <a:prstGeom prst="line">
                <a:avLst/>
              </a:prstGeom>
              <a:ln w="28575">
                <a:solidFill>
                  <a:srgbClr val="FF00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2" name="直接连接符 21">
                <a:extLst>
                  <a:ext uri="{FF2B5EF4-FFF2-40B4-BE49-F238E27FC236}">
                    <a16:creationId xmlns:a16="http://schemas.microsoft.com/office/drawing/2014/main" id="{578B7A92-10F3-4C03-A239-55830CE8E326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4941307" y="3032605"/>
                <a:ext cx="88551" cy="230986"/>
              </a:xfrm>
              <a:prstGeom prst="line">
                <a:avLst/>
              </a:prstGeom>
              <a:ln w="28575">
                <a:solidFill>
                  <a:srgbClr val="FF00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cxnSp>
          <p:nvCxnSpPr>
            <p:cNvPr id="33" name="直接连接符 32">
              <a:extLst>
                <a:ext uri="{FF2B5EF4-FFF2-40B4-BE49-F238E27FC236}">
                  <a16:creationId xmlns:a16="http://schemas.microsoft.com/office/drawing/2014/main" id="{C1C7393A-7162-41F9-9309-11C2E99D5697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4131935" y="3687219"/>
              <a:ext cx="3080195" cy="2459"/>
            </a:xfrm>
            <a:prstGeom prst="line">
              <a:avLst/>
            </a:prstGeom>
            <a:ln w="28575">
              <a:solidFill>
                <a:srgbClr val="FF0000"/>
              </a:solidFill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35" name="直接连接符 34">
              <a:extLst>
                <a:ext uri="{FF2B5EF4-FFF2-40B4-BE49-F238E27FC236}">
                  <a16:creationId xmlns:a16="http://schemas.microsoft.com/office/drawing/2014/main" id="{439582D3-189C-4493-BFBF-F9C47721D09E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5538439" y="3687219"/>
              <a:ext cx="932984" cy="0"/>
            </a:xfrm>
            <a:prstGeom prst="line">
              <a:avLst/>
            </a:prstGeom>
            <a:ln w="28575">
              <a:solidFill>
                <a:srgbClr val="FF0000"/>
              </a:solidFill>
              <a:headEnd type="arrow" w="med" len="med"/>
              <a:tailEnd type="none" w="med" len="med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graphicFrame>
          <p:nvGraphicFramePr>
            <p:cNvPr id="41" name="对象 40">
              <a:extLst>
                <a:ext uri="{FF2B5EF4-FFF2-40B4-BE49-F238E27FC236}">
                  <a16:creationId xmlns:a16="http://schemas.microsoft.com/office/drawing/2014/main" id="{357EB846-8AD8-4E89-8457-7884923CBBBD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6004931" y="2265916"/>
            <a:ext cx="313783" cy="407918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6" imgW="126720" imgH="164880" progId="Equation.DSMT4">
                    <p:embed/>
                  </p:oleObj>
                </mc:Choice>
                <mc:Fallback>
                  <p:oleObj name="Equation" r:id="rId6" imgW="126720" imgH="164880" progId="Equation.DSMT4">
                    <p:embed/>
                    <p:pic>
                      <p:nvPicPr>
                        <p:cNvPr id="41" name="对象 40">
                          <a:extLst>
                            <a:ext uri="{FF2B5EF4-FFF2-40B4-BE49-F238E27FC236}">
                              <a16:creationId xmlns:a16="http://schemas.microsoft.com/office/drawing/2014/main" id="{357EB846-8AD8-4E89-8457-7884923CBBBD}"/>
                            </a:ext>
                          </a:extLst>
                        </p:cNvPr>
                        <p:cNvPicPr/>
                        <p:nvPr/>
                      </p:nvPicPr>
                      <p:blipFill>
                        <a:blip r:embed="rId7"/>
                        <a:stretch>
                          <a:fillRect/>
                        </a:stretch>
                      </p:blipFill>
                      <p:spPr>
                        <a:xfrm>
                          <a:off x="6004931" y="2265916"/>
                          <a:ext cx="313783" cy="407918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42" name="对象 41">
              <a:extLst>
                <a:ext uri="{FF2B5EF4-FFF2-40B4-BE49-F238E27FC236}">
                  <a16:creationId xmlns:a16="http://schemas.microsoft.com/office/drawing/2014/main" id="{7BF599CB-0924-455B-8EAD-26C5DCF03D09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5900185" y="3262202"/>
            <a:ext cx="313783" cy="407918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6" imgW="126720" imgH="164880" progId="Equation.DSMT4">
                    <p:embed/>
                  </p:oleObj>
                </mc:Choice>
                <mc:Fallback>
                  <p:oleObj name="Equation" r:id="rId6" imgW="126720" imgH="164880" progId="Equation.DSMT4">
                    <p:embed/>
                    <p:pic>
                      <p:nvPicPr>
                        <p:cNvPr id="42" name="对象 41">
                          <a:extLst>
                            <a:ext uri="{FF2B5EF4-FFF2-40B4-BE49-F238E27FC236}">
                              <a16:creationId xmlns:a16="http://schemas.microsoft.com/office/drawing/2014/main" id="{7BF599CB-0924-455B-8EAD-26C5DCF03D09}"/>
                            </a:ext>
                          </a:extLst>
                        </p:cNvPr>
                        <p:cNvPicPr/>
                        <p:nvPr/>
                      </p:nvPicPr>
                      <p:blipFill>
                        <a:blip r:embed="rId7"/>
                        <a:stretch>
                          <a:fillRect/>
                        </a:stretch>
                      </p:blipFill>
                      <p:spPr>
                        <a:xfrm>
                          <a:off x="5900185" y="3262202"/>
                          <a:ext cx="313783" cy="407918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43" name="对象 42">
              <a:extLst>
                <a:ext uri="{FF2B5EF4-FFF2-40B4-BE49-F238E27FC236}">
                  <a16:creationId xmlns:a16="http://schemas.microsoft.com/office/drawing/2014/main" id="{01751CFF-AF7E-459B-BD1E-20A51320D8B1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6543074" y="2158002"/>
            <a:ext cx="391126" cy="541559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8" imgW="164880" imgH="228600" progId="Equation.DSMT4">
                    <p:embed/>
                  </p:oleObj>
                </mc:Choice>
                <mc:Fallback>
                  <p:oleObj name="Equation" r:id="rId8" imgW="164880" imgH="228600" progId="Equation.DSMT4">
                    <p:embed/>
                    <p:pic>
                      <p:nvPicPr>
                        <p:cNvPr id="43" name="对象 42">
                          <a:extLst>
                            <a:ext uri="{FF2B5EF4-FFF2-40B4-BE49-F238E27FC236}">
                              <a16:creationId xmlns:a16="http://schemas.microsoft.com/office/drawing/2014/main" id="{01751CFF-AF7E-459B-BD1E-20A51320D8B1}"/>
                            </a:ext>
                          </a:extLst>
                        </p:cNvPr>
                        <p:cNvPicPr/>
                        <p:nvPr/>
                      </p:nvPicPr>
                      <p:blipFill>
                        <a:blip r:embed="rId9"/>
                        <a:stretch>
                          <a:fillRect/>
                        </a:stretch>
                      </p:blipFill>
                      <p:spPr>
                        <a:xfrm>
                          <a:off x="6543074" y="2158002"/>
                          <a:ext cx="391126" cy="541559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44" name="对象 43">
              <a:extLst>
                <a:ext uri="{FF2B5EF4-FFF2-40B4-BE49-F238E27FC236}">
                  <a16:creationId xmlns:a16="http://schemas.microsoft.com/office/drawing/2014/main" id="{D7894A88-89A3-48F6-8C4C-48D999FFC09C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6599238" y="3167498"/>
            <a:ext cx="379120" cy="486927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10" imgW="177480" imgH="228600" progId="Equation.DSMT4">
                    <p:embed/>
                  </p:oleObj>
                </mc:Choice>
                <mc:Fallback>
                  <p:oleObj name="Equation" r:id="rId10" imgW="177480" imgH="228600" progId="Equation.DSMT4">
                    <p:embed/>
                    <p:pic>
                      <p:nvPicPr>
                        <p:cNvPr id="44" name="对象 43">
                          <a:extLst>
                            <a:ext uri="{FF2B5EF4-FFF2-40B4-BE49-F238E27FC236}">
                              <a16:creationId xmlns:a16="http://schemas.microsoft.com/office/drawing/2014/main" id="{D7894A88-89A3-48F6-8C4C-48D999FFC09C}"/>
                            </a:ext>
                          </a:extLst>
                        </p:cNvPr>
                        <p:cNvPicPr/>
                        <p:nvPr/>
                      </p:nvPicPr>
                      <p:blipFill>
                        <a:blip r:embed="rId11"/>
                        <a:stretch>
                          <a:fillRect/>
                        </a:stretch>
                      </p:blipFill>
                      <p:spPr>
                        <a:xfrm>
                          <a:off x="6599238" y="3167498"/>
                          <a:ext cx="379120" cy="486927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45" name="对象 44">
              <a:extLst>
                <a:ext uri="{FF2B5EF4-FFF2-40B4-BE49-F238E27FC236}">
                  <a16:creationId xmlns:a16="http://schemas.microsoft.com/office/drawing/2014/main" id="{EF98799E-D572-491E-99AE-6AD655EE5241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5065608" y="2850406"/>
            <a:ext cx="336550" cy="430212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12" imgW="177480" imgH="228600" progId="Equation.DSMT4">
                    <p:embed/>
                  </p:oleObj>
                </mc:Choice>
                <mc:Fallback>
                  <p:oleObj name="Equation" r:id="rId12" imgW="177480" imgH="228600" progId="Equation.DSMT4">
                    <p:embed/>
                    <p:pic>
                      <p:nvPicPr>
                        <p:cNvPr id="45" name="对象 44">
                          <a:extLst>
                            <a:ext uri="{FF2B5EF4-FFF2-40B4-BE49-F238E27FC236}">
                              <a16:creationId xmlns:a16="http://schemas.microsoft.com/office/drawing/2014/main" id="{EF98799E-D572-491E-99AE-6AD655EE5241}"/>
                            </a:ext>
                          </a:extLst>
                        </p:cNvPr>
                        <p:cNvPicPr/>
                        <p:nvPr/>
                      </p:nvPicPr>
                      <p:blipFill>
                        <a:blip r:embed="rId13"/>
                        <a:stretch>
                          <a:fillRect/>
                        </a:stretch>
                      </p:blipFill>
                      <p:spPr>
                        <a:xfrm>
                          <a:off x="5065608" y="2850406"/>
                          <a:ext cx="336550" cy="430212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46" name="对象 45">
              <a:extLst>
                <a:ext uri="{FF2B5EF4-FFF2-40B4-BE49-F238E27FC236}">
                  <a16:creationId xmlns:a16="http://schemas.microsoft.com/office/drawing/2014/main" id="{4E25BFEF-B1D8-4B0C-BA34-88F1D4BE1E99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2941722" y="1830128"/>
            <a:ext cx="336550" cy="430212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14" imgW="177480" imgH="228600" progId="Equation.DSMT4">
                    <p:embed/>
                  </p:oleObj>
                </mc:Choice>
                <mc:Fallback>
                  <p:oleObj name="Equation" r:id="rId14" imgW="177480" imgH="228600" progId="Equation.DSMT4">
                    <p:embed/>
                    <p:pic>
                      <p:nvPicPr>
                        <p:cNvPr id="46" name="对象 45">
                          <a:extLst>
                            <a:ext uri="{FF2B5EF4-FFF2-40B4-BE49-F238E27FC236}">
                              <a16:creationId xmlns:a16="http://schemas.microsoft.com/office/drawing/2014/main" id="{4E25BFEF-B1D8-4B0C-BA34-88F1D4BE1E99}"/>
                            </a:ext>
                          </a:extLst>
                        </p:cNvPr>
                        <p:cNvPicPr/>
                        <p:nvPr/>
                      </p:nvPicPr>
                      <p:blipFill>
                        <a:blip r:embed="rId15"/>
                        <a:stretch>
                          <a:fillRect/>
                        </a:stretch>
                      </p:blipFill>
                      <p:spPr>
                        <a:xfrm>
                          <a:off x="2941722" y="1830128"/>
                          <a:ext cx="336550" cy="430212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51" name="椭圆 50">
              <a:extLst>
                <a:ext uri="{FF2B5EF4-FFF2-40B4-BE49-F238E27FC236}">
                  <a16:creationId xmlns:a16="http://schemas.microsoft.com/office/drawing/2014/main" id="{AE3B8D36-E819-4865-9F92-4464BF4E0035}"/>
                </a:ext>
              </a:extLst>
            </p:cNvPr>
            <p:cNvSpPr/>
            <p:nvPr/>
          </p:nvSpPr>
          <p:spPr>
            <a:xfrm>
              <a:off x="4073795" y="2663561"/>
              <a:ext cx="108000" cy="108000"/>
            </a:xfrm>
            <a:prstGeom prst="ellipse">
              <a:avLst/>
            </a:prstGeom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等线" panose="02010600030101010101" pitchFamily="2" charset="-122"/>
                <a:cs typeface="+mn-cs"/>
              </a:endParaRPr>
            </a:p>
          </p:txBody>
        </p:sp>
        <p:cxnSp>
          <p:nvCxnSpPr>
            <p:cNvPr id="53" name="直接箭头连接符 52">
              <a:extLst>
                <a:ext uri="{FF2B5EF4-FFF2-40B4-BE49-F238E27FC236}">
                  <a16:creationId xmlns:a16="http://schemas.microsoft.com/office/drawing/2014/main" id="{DDE7DF93-E55E-47D1-AB24-79BF9DD58C16}"/>
                </a:ext>
              </a:extLst>
            </p:cNvPr>
            <p:cNvCxnSpPr>
              <a:cxnSpLocks/>
              <a:endCxn id="2" idx="4"/>
            </p:cNvCxnSpPr>
            <p:nvPr/>
          </p:nvCxnSpPr>
          <p:spPr>
            <a:xfrm>
              <a:off x="4137599" y="2719966"/>
              <a:ext cx="8196" cy="969595"/>
            </a:xfrm>
            <a:prstGeom prst="straightConnector1">
              <a:avLst/>
            </a:prstGeom>
            <a:ln>
              <a:prstDash val="dash"/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aphicFrame>
          <p:nvGraphicFramePr>
            <p:cNvPr id="54" name="对象 53">
              <a:extLst>
                <a:ext uri="{FF2B5EF4-FFF2-40B4-BE49-F238E27FC236}">
                  <a16:creationId xmlns:a16="http://schemas.microsoft.com/office/drawing/2014/main" id="{C75E9674-BE51-4DDF-8441-D4535E10BF99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3484038" y="2594591"/>
            <a:ext cx="397733" cy="430877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16" imgW="152280" imgH="164880" progId="Equation.DSMT4">
                    <p:embed/>
                  </p:oleObj>
                </mc:Choice>
                <mc:Fallback>
                  <p:oleObj name="Equation" r:id="rId16" imgW="152280" imgH="164880" progId="Equation.DSMT4">
                    <p:embed/>
                    <p:pic>
                      <p:nvPicPr>
                        <p:cNvPr id="54" name="对象 53">
                          <a:extLst>
                            <a:ext uri="{FF2B5EF4-FFF2-40B4-BE49-F238E27FC236}">
                              <a16:creationId xmlns:a16="http://schemas.microsoft.com/office/drawing/2014/main" id="{C75E9674-BE51-4DDF-8441-D4535E10BF99}"/>
                            </a:ext>
                          </a:extLst>
                        </p:cNvPr>
                        <p:cNvPicPr/>
                        <p:nvPr/>
                      </p:nvPicPr>
                      <p:blipFill>
                        <a:blip r:embed="rId17"/>
                        <a:stretch>
                          <a:fillRect/>
                        </a:stretch>
                      </p:blipFill>
                      <p:spPr>
                        <a:xfrm>
                          <a:off x="3484038" y="2594591"/>
                          <a:ext cx="397733" cy="430877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</p:grpSp>
      <p:sp>
        <p:nvSpPr>
          <p:cNvPr id="58" name="矩形 57">
            <a:extLst>
              <a:ext uri="{FF2B5EF4-FFF2-40B4-BE49-F238E27FC236}">
                <a16:creationId xmlns:a16="http://schemas.microsoft.com/office/drawing/2014/main" id="{67A40533-6C4F-4262-8066-054F54E888B8}"/>
              </a:ext>
            </a:extLst>
          </p:cNvPr>
          <p:cNvSpPr/>
          <p:nvPr/>
        </p:nvSpPr>
        <p:spPr>
          <a:xfrm>
            <a:off x="851253" y="2940073"/>
            <a:ext cx="6062878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  <a:cs typeface="+mn-cs"/>
              </a:rPr>
              <a:t>根据叠加原理，圆心处总的磁感应强度为：</a:t>
            </a: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等线" panose="02010600030101010101" pitchFamily="2" charset="-122"/>
              <a:cs typeface="+mn-cs"/>
            </a:endParaRPr>
          </a:p>
        </p:txBody>
      </p:sp>
      <p:graphicFrame>
        <p:nvGraphicFramePr>
          <p:cNvPr id="61" name="对象 60">
            <a:extLst>
              <a:ext uri="{FF2B5EF4-FFF2-40B4-BE49-F238E27FC236}">
                <a16:creationId xmlns:a16="http://schemas.microsoft.com/office/drawing/2014/main" id="{4656ECC2-1C54-4BD9-8BAC-1A853339AF9D}"/>
              </a:ext>
            </a:extLst>
          </p:cNvPr>
          <p:cNvGraphicFramePr>
            <a:graphicFrameLocks noChangeAspect="1"/>
          </p:cNvGraphicFramePr>
          <p:nvPr/>
        </p:nvGraphicFramePr>
        <p:xfrm>
          <a:off x="5257800" y="4359275"/>
          <a:ext cx="1384300" cy="7032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8" imgW="774360" imgH="393480" progId="Equation.DSMT4">
                  <p:embed/>
                </p:oleObj>
              </mc:Choice>
              <mc:Fallback>
                <p:oleObj name="Equation" r:id="rId18" imgW="774360" imgH="393480" progId="Equation.DSMT4">
                  <p:embed/>
                  <p:pic>
                    <p:nvPicPr>
                      <p:cNvPr id="61" name="对象 60">
                        <a:extLst>
                          <a:ext uri="{FF2B5EF4-FFF2-40B4-BE49-F238E27FC236}">
                            <a16:creationId xmlns:a16="http://schemas.microsoft.com/office/drawing/2014/main" id="{4656ECC2-1C54-4BD9-8BAC-1A853339AF9D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19"/>
                      <a:stretch>
                        <a:fillRect/>
                      </a:stretch>
                    </p:blipFill>
                    <p:spPr>
                      <a:xfrm>
                        <a:off x="5257800" y="4359275"/>
                        <a:ext cx="1384300" cy="703263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cxnSp>
        <p:nvCxnSpPr>
          <p:cNvPr id="63" name="直接箭头连接符 62">
            <a:extLst>
              <a:ext uri="{FF2B5EF4-FFF2-40B4-BE49-F238E27FC236}">
                <a16:creationId xmlns:a16="http://schemas.microsoft.com/office/drawing/2014/main" id="{DC9B77C5-4478-4E0B-9232-70E3B6ECFA7F}"/>
              </a:ext>
            </a:extLst>
          </p:cNvPr>
          <p:cNvCxnSpPr>
            <a:cxnSpLocks/>
            <a:stCxn id="2" idx="6"/>
            <a:endCxn id="51" idx="6"/>
          </p:cNvCxnSpPr>
          <p:nvPr/>
        </p:nvCxnSpPr>
        <p:spPr>
          <a:xfrm flipH="1">
            <a:off x="3310426" y="1760062"/>
            <a:ext cx="954000" cy="18000"/>
          </a:xfrm>
          <a:prstGeom prst="straightConnector1">
            <a:avLst/>
          </a:prstGeom>
          <a:ln>
            <a:prstDash val="dash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30" name="对象 29">
            <a:extLst>
              <a:ext uri="{FF2B5EF4-FFF2-40B4-BE49-F238E27FC236}">
                <a16:creationId xmlns:a16="http://schemas.microsoft.com/office/drawing/2014/main" id="{074D634C-C365-480E-BD1E-C30D0DED7CED}"/>
              </a:ext>
            </a:extLst>
          </p:cNvPr>
          <p:cNvGraphicFramePr>
            <a:graphicFrameLocks noChangeAspect="1"/>
          </p:cNvGraphicFramePr>
          <p:nvPr/>
        </p:nvGraphicFramePr>
        <p:xfrm>
          <a:off x="6663873" y="2958791"/>
          <a:ext cx="2017712" cy="4540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0" imgW="1130040" imgH="253800" progId="Equation.DSMT4">
                  <p:embed/>
                </p:oleObj>
              </mc:Choice>
              <mc:Fallback>
                <p:oleObj name="Equation" r:id="rId20" imgW="1130040" imgH="253800" progId="Equation.DSMT4">
                  <p:embed/>
                  <p:pic>
                    <p:nvPicPr>
                      <p:cNvPr id="30" name="对象 29">
                        <a:extLst>
                          <a:ext uri="{FF2B5EF4-FFF2-40B4-BE49-F238E27FC236}">
                            <a16:creationId xmlns:a16="http://schemas.microsoft.com/office/drawing/2014/main" id="{074D634C-C365-480E-BD1E-C30D0DED7CED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21"/>
                      <a:stretch>
                        <a:fillRect/>
                      </a:stretch>
                    </p:blipFill>
                    <p:spPr>
                      <a:xfrm>
                        <a:off x="6663873" y="2958791"/>
                        <a:ext cx="2017712" cy="454025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2" name="对象 31">
            <a:extLst>
              <a:ext uri="{FF2B5EF4-FFF2-40B4-BE49-F238E27FC236}">
                <a16:creationId xmlns:a16="http://schemas.microsoft.com/office/drawing/2014/main" id="{F81C9CF9-A643-4DF9-9545-F64E9E60E1C8}"/>
              </a:ext>
            </a:extLst>
          </p:cNvPr>
          <p:cNvGraphicFramePr>
            <a:graphicFrameLocks noChangeAspect="1"/>
          </p:cNvGraphicFramePr>
          <p:nvPr/>
        </p:nvGraphicFramePr>
        <p:xfrm>
          <a:off x="888348" y="3525605"/>
          <a:ext cx="295275" cy="4540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2" imgW="164880" imgH="253800" progId="Equation.DSMT4">
                  <p:embed/>
                </p:oleObj>
              </mc:Choice>
              <mc:Fallback>
                <p:oleObj name="Equation" r:id="rId22" imgW="164880" imgH="253800" progId="Equation.DSMT4">
                  <p:embed/>
                  <p:pic>
                    <p:nvPicPr>
                      <p:cNvPr id="32" name="对象 31">
                        <a:extLst>
                          <a:ext uri="{FF2B5EF4-FFF2-40B4-BE49-F238E27FC236}">
                            <a16:creationId xmlns:a16="http://schemas.microsoft.com/office/drawing/2014/main" id="{F81C9CF9-A643-4DF9-9545-F64E9E60E1C8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23"/>
                      <a:stretch>
                        <a:fillRect/>
                      </a:stretch>
                    </p:blipFill>
                    <p:spPr>
                      <a:xfrm>
                        <a:off x="888348" y="3525605"/>
                        <a:ext cx="295275" cy="454025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5" name="矩形 4">
            <a:extLst>
              <a:ext uri="{FF2B5EF4-FFF2-40B4-BE49-F238E27FC236}">
                <a16:creationId xmlns:a16="http://schemas.microsoft.com/office/drawing/2014/main" id="{CB099236-B1F6-4496-8D62-21084FA80A09}"/>
              </a:ext>
            </a:extLst>
          </p:cNvPr>
          <p:cNvSpPr/>
          <p:nvPr/>
        </p:nvSpPr>
        <p:spPr>
          <a:xfrm>
            <a:off x="1152521" y="3502446"/>
            <a:ext cx="3589444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  <a:cs typeface="+mn-cs"/>
              </a:rPr>
              <a:t>为  产生的磁感应强度。</a:t>
            </a: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等线" panose="02010600030101010101" pitchFamily="2" charset="-122"/>
              <a:cs typeface="+mn-cs"/>
            </a:endParaRPr>
          </a:p>
        </p:txBody>
      </p:sp>
      <p:graphicFrame>
        <p:nvGraphicFramePr>
          <p:cNvPr id="34" name="对象 33">
            <a:extLst>
              <a:ext uri="{FF2B5EF4-FFF2-40B4-BE49-F238E27FC236}">
                <a16:creationId xmlns:a16="http://schemas.microsoft.com/office/drawing/2014/main" id="{21A221AE-F693-48FF-8588-98430CD31029}"/>
              </a:ext>
            </a:extLst>
          </p:cNvPr>
          <p:cNvGraphicFramePr>
            <a:graphicFrameLocks noChangeAspect="1"/>
          </p:cNvGraphicFramePr>
          <p:nvPr/>
        </p:nvGraphicFramePr>
        <p:xfrm>
          <a:off x="1528472" y="3479020"/>
          <a:ext cx="360362" cy="5413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4" imgW="152280" imgH="228600" progId="Equation.DSMT4">
                  <p:embed/>
                </p:oleObj>
              </mc:Choice>
              <mc:Fallback>
                <p:oleObj name="Equation" r:id="rId24" imgW="152280" imgH="228600" progId="Equation.DSMT4">
                  <p:embed/>
                  <p:pic>
                    <p:nvPicPr>
                      <p:cNvPr id="34" name="对象 33">
                        <a:extLst>
                          <a:ext uri="{FF2B5EF4-FFF2-40B4-BE49-F238E27FC236}">
                            <a16:creationId xmlns:a16="http://schemas.microsoft.com/office/drawing/2014/main" id="{21A221AE-F693-48FF-8588-98430CD31029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25"/>
                      <a:stretch>
                        <a:fillRect/>
                      </a:stretch>
                    </p:blipFill>
                    <p:spPr>
                      <a:xfrm>
                        <a:off x="1528472" y="3479020"/>
                        <a:ext cx="360362" cy="541337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6" name="矩形 5">
            <a:extLst>
              <a:ext uri="{FF2B5EF4-FFF2-40B4-BE49-F238E27FC236}">
                <a16:creationId xmlns:a16="http://schemas.microsoft.com/office/drawing/2014/main" id="{EF561B41-C234-4A07-B22F-37DD5E7F6204}"/>
              </a:ext>
            </a:extLst>
          </p:cNvPr>
          <p:cNvSpPr/>
          <p:nvPr/>
        </p:nvSpPr>
        <p:spPr>
          <a:xfrm>
            <a:off x="1164978" y="4025317"/>
            <a:ext cx="6064481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  <a:cs typeface="+mn-cs"/>
              </a:rPr>
              <a:t>因为  和圆心共线，根据毕奥萨法尔定律得</a:t>
            </a: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等线" panose="02010600030101010101" pitchFamily="2" charset="-122"/>
              <a:cs typeface="+mn-cs"/>
            </a:endParaRPr>
          </a:p>
        </p:txBody>
      </p:sp>
      <p:graphicFrame>
        <p:nvGraphicFramePr>
          <p:cNvPr id="36" name="对象 35">
            <a:extLst>
              <a:ext uri="{FF2B5EF4-FFF2-40B4-BE49-F238E27FC236}">
                <a16:creationId xmlns:a16="http://schemas.microsoft.com/office/drawing/2014/main" id="{D9403B2D-9EE3-447F-AA51-036CDF6509FC}"/>
              </a:ext>
            </a:extLst>
          </p:cNvPr>
          <p:cNvGraphicFramePr>
            <a:graphicFrameLocks noChangeAspect="1"/>
          </p:cNvGraphicFramePr>
          <p:nvPr/>
        </p:nvGraphicFramePr>
        <p:xfrm>
          <a:off x="7162993" y="4068620"/>
          <a:ext cx="725487" cy="4079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6" imgW="406080" imgH="228600" progId="Equation.DSMT4">
                  <p:embed/>
                </p:oleObj>
              </mc:Choice>
              <mc:Fallback>
                <p:oleObj name="Equation" r:id="rId26" imgW="406080" imgH="228600" progId="Equation.DSMT4">
                  <p:embed/>
                  <p:pic>
                    <p:nvPicPr>
                      <p:cNvPr id="36" name="对象 35">
                        <a:extLst>
                          <a:ext uri="{FF2B5EF4-FFF2-40B4-BE49-F238E27FC236}">
                            <a16:creationId xmlns:a16="http://schemas.microsoft.com/office/drawing/2014/main" id="{D9403B2D-9EE3-447F-AA51-036CDF6509FC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27"/>
                      <a:stretch>
                        <a:fillRect/>
                      </a:stretch>
                    </p:blipFill>
                    <p:spPr>
                      <a:xfrm>
                        <a:off x="7162993" y="4068620"/>
                        <a:ext cx="725487" cy="407987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7" name="对象 36">
            <a:extLst>
              <a:ext uri="{FF2B5EF4-FFF2-40B4-BE49-F238E27FC236}">
                <a16:creationId xmlns:a16="http://schemas.microsoft.com/office/drawing/2014/main" id="{33968310-E789-4F79-A941-76D8E8DD75C8}"/>
              </a:ext>
            </a:extLst>
          </p:cNvPr>
          <p:cNvGraphicFramePr>
            <a:graphicFrameLocks noChangeAspect="1"/>
          </p:cNvGraphicFramePr>
          <p:nvPr/>
        </p:nvGraphicFramePr>
        <p:xfrm>
          <a:off x="1773579" y="3985948"/>
          <a:ext cx="390525" cy="5413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8" imgW="164880" imgH="228600" progId="Equation.DSMT4">
                  <p:embed/>
                </p:oleObj>
              </mc:Choice>
              <mc:Fallback>
                <p:oleObj name="Equation" r:id="rId28" imgW="164880" imgH="228600" progId="Equation.DSMT4">
                  <p:embed/>
                  <p:pic>
                    <p:nvPicPr>
                      <p:cNvPr id="37" name="对象 36">
                        <a:extLst>
                          <a:ext uri="{FF2B5EF4-FFF2-40B4-BE49-F238E27FC236}">
                            <a16:creationId xmlns:a16="http://schemas.microsoft.com/office/drawing/2014/main" id="{33968310-E789-4F79-A941-76D8E8DD75C8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29"/>
                      <a:stretch>
                        <a:fillRect/>
                      </a:stretch>
                    </p:blipFill>
                    <p:spPr>
                      <a:xfrm>
                        <a:off x="1773579" y="3985948"/>
                        <a:ext cx="390525" cy="541337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15" name="组合 14">
            <a:extLst>
              <a:ext uri="{FF2B5EF4-FFF2-40B4-BE49-F238E27FC236}">
                <a16:creationId xmlns:a16="http://schemas.microsoft.com/office/drawing/2014/main" id="{0F17AD7D-D1F7-409A-87B9-442E64C07CF5}"/>
              </a:ext>
            </a:extLst>
          </p:cNvPr>
          <p:cNvGrpSpPr/>
          <p:nvPr/>
        </p:nvGrpSpPr>
        <p:grpSpPr>
          <a:xfrm>
            <a:off x="1138579" y="4435210"/>
            <a:ext cx="4273602" cy="541338"/>
            <a:chOff x="1201738" y="4768850"/>
            <a:chExt cx="4273602" cy="541338"/>
          </a:xfrm>
        </p:grpSpPr>
        <p:grpSp>
          <p:nvGrpSpPr>
            <p:cNvPr id="14" name="组合 13">
              <a:extLst>
                <a:ext uri="{FF2B5EF4-FFF2-40B4-BE49-F238E27FC236}">
                  <a16:creationId xmlns:a16="http://schemas.microsoft.com/office/drawing/2014/main" id="{CB052DBF-D3A6-4FF7-97AF-152082EE772F}"/>
                </a:ext>
              </a:extLst>
            </p:cNvPr>
            <p:cNvGrpSpPr/>
            <p:nvPr/>
          </p:nvGrpSpPr>
          <p:grpSpPr>
            <a:xfrm>
              <a:off x="1201738" y="4768850"/>
              <a:ext cx="4273602" cy="541338"/>
              <a:chOff x="1201738" y="4768850"/>
              <a:chExt cx="4273602" cy="541338"/>
            </a:xfrm>
          </p:grpSpPr>
          <p:graphicFrame>
            <p:nvGraphicFramePr>
              <p:cNvPr id="39" name="对象 38">
                <a:extLst>
                  <a:ext uri="{FF2B5EF4-FFF2-40B4-BE49-F238E27FC236}">
                    <a16:creationId xmlns:a16="http://schemas.microsoft.com/office/drawing/2014/main" id="{FD62B95F-6B94-4B34-82DE-282FB41FADBE}"/>
                  </a:ext>
                </a:extLst>
              </p:cNvPr>
              <p:cNvGraphicFramePr>
                <a:graphicFrameLocks noChangeAspect="1"/>
              </p:cNvGraphicFramePr>
              <p:nvPr/>
            </p:nvGraphicFramePr>
            <p:xfrm>
              <a:off x="1201738" y="4768850"/>
              <a:ext cx="420687" cy="541338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name="Equation" r:id="rId30" imgW="177480" imgH="228600" progId="Equation.DSMT4">
                      <p:embed/>
                    </p:oleObj>
                  </mc:Choice>
                  <mc:Fallback>
                    <p:oleObj name="Equation" r:id="rId30" imgW="177480" imgH="228600" progId="Equation.DSMT4">
                      <p:embed/>
                      <p:pic>
                        <p:nvPicPr>
                          <p:cNvPr id="39" name="对象 38">
                            <a:extLst>
                              <a:ext uri="{FF2B5EF4-FFF2-40B4-BE49-F238E27FC236}">
                                <a16:creationId xmlns:a16="http://schemas.microsoft.com/office/drawing/2014/main" id="{FD62B95F-6B94-4B34-82DE-282FB41FADBE}"/>
                              </a:ext>
                            </a:extLst>
                          </p:cNvPr>
                          <p:cNvPicPr/>
                          <p:nvPr/>
                        </p:nvPicPr>
                        <p:blipFill>
                          <a:blip r:embed="rId31"/>
                          <a:stretch>
                            <a:fillRect/>
                          </a:stretch>
                        </p:blipFill>
                        <p:spPr>
                          <a:xfrm>
                            <a:off x="1201738" y="4768850"/>
                            <a:ext cx="420687" cy="541338"/>
                          </a:xfrm>
                          <a:prstGeom prst="rect">
                            <a:avLst/>
                          </a:prstGeom>
                        </p:spPr>
                      </p:pic>
                    </p:oleObj>
                  </mc:Fallback>
                </mc:AlternateContent>
              </a:graphicData>
            </a:graphic>
          </p:graphicFrame>
          <p:sp>
            <p:nvSpPr>
              <p:cNvPr id="7" name="矩形 6">
                <a:extLst>
                  <a:ext uri="{FF2B5EF4-FFF2-40B4-BE49-F238E27FC236}">
                    <a16:creationId xmlns:a16="http://schemas.microsoft.com/office/drawing/2014/main" id="{2E094969-BAD3-4A63-A187-27FD43EEFE71}"/>
                  </a:ext>
                </a:extLst>
              </p:cNvPr>
              <p:cNvSpPr/>
              <p:nvPr/>
            </p:nvSpPr>
            <p:spPr>
              <a:xfrm>
                <a:off x="1576516" y="4820622"/>
                <a:ext cx="3898824" cy="461665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 marL="0" marR="0" lvl="0" indent="0" algn="l" defTabSz="4572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zh-CN" altLang="en-US" sz="2400" b="1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黑体" panose="02010609060101010101" pitchFamily="49" charset="-122"/>
                    <a:ea typeface="黑体" panose="02010609060101010101" pitchFamily="49" charset="-122"/>
                    <a:cs typeface="+mn-cs"/>
                  </a:rPr>
                  <a:t>产生的磁感应强度为  ，则</a:t>
                </a:r>
                <a:endParaRPr kumimoji="0" lang="zh-CN" alt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等线" panose="02010600030101010101" pitchFamily="2" charset="-122"/>
                  <a:cs typeface="+mn-cs"/>
                </a:endParaRPr>
              </a:p>
            </p:txBody>
          </p:sp>
        </p:grpSp>
        <p:graphicFrame>
          <p:nvGraphicFramePr>
            <p:cNvPr id="48" name="对象 47">
              <a:extLst>
                <a:ext uri="{FF2B5EF4-FFF2-40B4-BE49-F238E27FC236}">
                  <a16:creationId xmlns:a16="http://schemas.microsoft.com/office/drawing/2014/main" id="{AAAFA827-AB44-4FFA-84FC-CBDBEC9ECDC1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4360132" y="4827695"/>
            <a:ext cx="341313" cy="452437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32" imgW="190440" imgH="253800" progId="Equation.DSMT4">
                    <p:embed/>
                  </p:oleObj>
                </mc:Choice>
                <mc:Fallback>
                  <p:oleObj name="Equation" r:id="rId32" imgW="190440" imgH="253800" progId="Equation.DSMT4">
                    <p:embed/>
                    <p:pic>
                      <p:nvPicPr>
                        <p:cNvPr id="48" name="对象 47">
                          <a:extLst>
                            <a:ext uri="{FF2B5EF4-FFF2-40B4-BE49-F238E27FC236}">
                              <a16:creationId xmlns:a16="http://schemas.microsoft.com/office/drawing/2014/main" id="{AAAFA827-AB44-4FFA-84FC-CBDBEC9ECDC1}"/>
                            </a:ext>
                          </a:extLst>
                        </p:cNvPr>
                        <p:cNvPicPr/>
                        <p:nvPr/>
                      </p:nvPicPr>
                      <p:blipFill>
                        <a:blip r:embed="rId33"/>
                        <a:stretch>
                          <a:fillRect/>
                        </a:stretch>
                      </p:blipFill>
                      <p:spPr>
                        <a:xfrm>
                          <a:off x="4360132" y="4827695"/>
                          <a:ext cx="341313" cy="452437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11" name="组合 10">
            <a:extLst>
              <a:ext uri="{FF2B5EF4-FFF2-40B4-BE49-F238E27FC236}">
                <a16:creationId xmlns:a16="http://schemas.microsoft.com/office/drawing/2014/main" id="{ADCCA7F0-6076-4A6A-AC96-37AD4E8C1F31}"/>
              </a:ext>
            </a:extLst>
          </p:cNvPr>
          <p:cNvGrpSpPr/>
          <p:nvPr/>
        </p:nvGrpSpPr>
        <p:grpSpPr>
          <a:xfrm>
            <a:off x="1217953" y="4990327"/>
            <a:ext cx="2024016" cy="461665"/>
            <a:chOff x="4352489" y="5195139"/>
            <a:chExt cx="2024016" cy="461665"/>
          </a:xfrm>
        </p:grpSpPr>
        <p:graphicFrame>
          <p:nvGraphicFramePr>
            <p:cNvPr id="52" name="对象 51">
              <a:extLst>
                <a:ext uri="{FF2B5EF4-FFF2-40B4-BE49-F238E27FC236}">
                  <a16:creationId xmlns:a16="http://schemas.microsoft.com/office/drawing/2014/main" id="{90458945-1DED-4DA2-80A8-B3910E23ADA5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4352489" y="5202199"/>
            <a:ext cx="341313" cy="452437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34" imgW="190440" imgH="253800" progId="Equation.DSMT4">
                    <p:embed/>
                  </p:oleObj>
                </mc:Choice>
                <mc:Fallback>
                  <p:oleObj name="Equation" r:id="rId34" imgW="190440" imgH="253800" progId="Equation.DSMT4">
                    <p:embed/>
                    <p:pic>
                      <p:nvPicPr>
                        <p:cNvPr id="52" name="对象 51">
                          <a:extLst>
                            <a:ext uri="{FF2B5EF4-FFF2-40B4-BE49-F238E27FC236}">
                              <a16:creationId xmlns:a16="http://schemas.microsoft.com/office/drawing/2014/main" id="{90458945-1DED-4DA2-80A8-B3910E23ADA5}"/>
                            </a:ext>
                          </a:extLst>
                        </p:cNvPr>
                        <p:cNvPicPr/>
                        <p:nvPr/>
                      </p:nvPicPr>
                      <p:blipFill>
                        <a:blip r:embed="rId35"/>
                        <a:stretch>
                          <a:fillRect/>
                        </a:stretch>
                      </p:blipFill>
                      <p:spPr>
                        <a:xfrm>
                          <a:off x="4352489" y="5202199"/>
                          <a:ext cx="341313" cy="452437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10" name="矩形 9">
              <a:extLst>
                <a:ext uri="{FF2B5EF4-FFF2-40B4-BE49-F238E27FC236}">
                  <a16:creationId xmlns:a16="http://schemas.microsoft.com/office/drawing/2014/main" id="{FFD03932-5191-416F-9219-1DF7FD4B3A1E}"/>
                </a:ext>
              </a:extLst>
            </p:cNvPr>
            <p:cNvSpPr/>
            <p:nvPr/>
          </p:nvSpPr>
          <p:spPr>
            <a:xfrm>
              <a:off x="4644941" y="5195139"/>
              <a:ext cx="1731564" cy="461665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zh-CN" altLang="en-US" sz="2400" b="1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黑体" panose="02010609060101010101" pitchFamily="49" charset="-122"/>
                  <a:ea typeface="黑体" panose="02010609060101010101" pitchFamily="49" charset="-122"/>
                  <a:cs typeface="+mn-cs"/>
                </a:rPr>
                <a:t>方向：向外</a:t>
              </a:r>
              <a:endPara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等线" panose="02010600030101010101" pitchFamily="2" charset="-122"/>
                <a:cs typeface="+mn-cs"/>
              </a:endParaRPr>
            </a:p>
          </p:txBody>
        </p:sp>
      </p:grpSp>
      <p:graphicFrame>
        <p:nvGraphicFramePr>
          <p:cNvPr id="74" name="对象 73">
            <a:extLst>
              <a:ext uri="{FF2B5EF4-FFF2-40B4-BE49-F238E27FC236}">
                <a16:creationId xmlns:a16="http://schemas.microsoft.com/office/drawing/2014/main" id="{DCF36F67-95B6-4E2A-9686-5A4EAA04808A}"/>
              </a:ext>
            </a:extLst>
          </p:cNvPr>
          <p:cNvGraphicFramePr>
            <a:graphicFrameLocks noChangeAspect="1"/>
          </p:cNvGraphicFramePr>
          <p:nvPr/>
        </p:nvGraphicFramePr>
        <p:xfrm>
          <a:off x="4741965" y="5531583"/>
          <a:ext cx="3378200" cy="7477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36" imgW="1892160" imgH="419040" progId="Equation.DSMT4">
                  <p:embed/>
                </p:oleObj>
              </mc:Choice>
              <mc:Fallback>
                <p:oleObj name="Equation" r:id="rId36" imgW="1892160" imgH="419040" progId="Equation.DSMT4">
                  <p:embed/>
                  <p:pic>
                    <p:nvPicPr>
                      <p:cNvPr id="74" name="对象 73">
                        <a:extLst>
                          <a:ext uri="{FF2B5EF4-FFF2-40B4-BE49-F238E27FC236}">
                            <a16:creationId xmlns:a16="http://schemas.microsoft.com/office/drawing/2014/main" id="{DCF36F67-95B6-4E2A-9686-5A4EAA04808A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37"/>
                      <a:stretch>
                        <a:fillRect/>
                      </a:stretch>
                    </p:blipFill>
                    <p:spPr>
                      <a:xfrm>
                        <a:off x="4741965" y="5531583"/>
                        <a:ext cx="3378200" cy="747712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75" name="组合 74">
            <a:extLst>
              <a:ext uri="{FF2B5EF4-FFF2-40B4-BE49-F238E27FC236}">
                <a16:creationId xmlns:a16="http://schemas.microsoft.com/office/drawing/2014/main" id="{6AE44003-F0BC-4F33-87B6-F476890B955A}"/>
              </a:ext>
            </a:extLst>
          </p:cNvPr>
          <p:cNvGrpSpPr/>
          <p:nvPr/>
        </p:nvGrpSpPr>
        <p:grpSpPr>
          <a:xfrm>
            <a:off x="353473" y="5622835"/>
            <a:ext cx="4273602" cy="541338"/>
            <a:chOff x="1201738" y="4768850"/>
            <a:chExt cx="4273602" cy="541338"/>
          </a:xfrm>
        </p:grpSpPr>
        <p:graphicFrame>
          <p:nvGraphicFramePr>
            <p:cNvPr id="76" name="对象 75">
              <a:extLst>
                <a:ext uri="{FF2B5EF4-FFF2-40B4-BE49-F238E27FC236}">
                  <a16:creationId xmlns:a16="http://schemas.microsoft.com/office/drawing/2014/main" id="{1C0A0C0D-92E7-4278-9A27-EBD665318ED0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1201738" y="4768850"/>
            <a:ext cx="420687" cy="541338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38" imgW="177480" imgH="228600" progId="Equation.DSMT4">
                    <p:embed/>
                  </p:oleObj>
                </mc:Choice>
                <mc:Fallback>
                  <p:oleObj name="Equation" r:id="rId38" imgW="177480" imgH="228600" progId="Equation.DSMT4">
                    <p:embed/>
                    <p:pic>
                      <p:nvPicPr>
                        <p:cNvPr id="76" name="对象 75">
                          <a:extLst>
                            <a:ext uri="{FF2B5EF4-FFF2-40B4-BE49-F238E27FC236}">
                              <a16:creationId xmlns:a16="http://schemas.microsoft.com/office/drawing/2014/main" id="{1C0A0C0D-92E7-4278-9A27-EBD665318ED0}"/>
                            </a:ext>
                          </a:extLst>
                        </p:cNvPr>
                        <p:cNvPicPr/>
                        <p:nvPr/>
                      </p:nvPicPr>
                      <p:blipFill>
                        <a:blip r:embed="rId39"/>
                        <a:stretch>
                          <a:fillRect/>
                        </a:stretch>
                      </p:blipFill>
                      <p:spPr>
                        <a:xfrm>
                          <a:off x="1201738" y="4768850"/>
                          <a:ext cx="420687" cy="541338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77" name="矩形 76">
              <a:extLst>
                <a:ext uri="{FF2B5EF4-FFF2-40B4-BE49-F238E27FC236}">
                  <a16:creationId xmlns:a16="http://schemas.microsoft.com/office/drawing/2014/main" id="{C1C3B956-2F6C-4F1F-96C8-ED5425C1B1C9}"/>
                </a:ext>
              </a:extLst>
            </p:cNvPr>
            <p:cNvSpPr/>
            <p:nvPr/>
          </p:nvSpPr>
          <p:spPr>
            <a:xfrm>
              <a:off x="1576516" y="4820622"/>
              <a:ext cx="3898824" cy="461665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zh-CN" altLang="en-US" sz="2400" b="1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黑体" panose="02010609060101010101" pitchFamily="49" charset="-122"/>
                  <a:ea typeface="黑体" panose="02010609060101010101" pitchFamily="49" charset="-122"/>
                  <a:cs typeface="+mn-cs"/>
                </a:rPr>
                <a:t>产生的磁感应强度为  ，则</a:t>
              </a:r>
              <a:endPara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等线" panose="02010600030101010101" pitchFamily="2" charset="-122"/>
                <a:cs typeface="+mn-cs"/>
              </a:endParaRPr>
            </a:p>
          </p:txBody>
        </p:sp>
      </p:grpSp>
      <p:graphicFrame>
        <p:nvGraphicFramePr>
          <p:cNvPr id="78" name="对象 77">
            <a:extLst>
              <a:ext uri="{FF2B5EF4-FFF2-40B4-BE49-F238E27FC236}">
                <a16:creationId xmlns:a16="http://schemas.microsoft.com/office/drawing/2014/main" id="{2D63094B-95E3-469B-8194-70F4323B835B}"/>
              </a:ext>
            </a:extLst>
          </p:cNvPr>
          <p:cNvGraphicFramePr>
            <a:graphicFrameLocks noChangeAspect="1"/>
          </p:cNvGraphicFramePr>
          <p:nvPr/>
        </p:nvGraphicFramePr>
        <p:xfrm>
          <a:off x="3508617" y="5716770"/>
          <a:ext cx="317500" cy="4524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40" imgW="177480" imgH="253800" progId="Equation.DSMT4">
                  <p:embed/>
                </p:oleObj>
              </mc:Choice>
              <mc:Fallback>
                <p:oleObj name="Equation" r:id="rId40" imgW="177480" imgH="253800" progId="Equation.DSMT4">
                  <p:embed/>
                  <p:pic>
                    <p:nvPicPr>
                      <p:cNvPr id="78" name="对象 77">
                        <a:extLst>
                          <a:ext uri="{FF2B5EF4-FFF2-40B4-BE49-F238E27FC236}">
                            <a16:creationId xmlns:a16="http://schemas.microsoft.com/office/drawing/2014/main" id="{2D63094B-95E3-469B-8194-70F4323B835B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1"/>
                      <a:stretch>
                        <a:fillRect/>
                      </a:stretch>
                    </p:blipFill>
                    <p:spPr>
                      <a:xfrm>
                        <a:off x="3508617" y="5716770"/>
                        <a:ext cx="317500" cy="452437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79" name="矩形 78">
            <a:extLst>
              <a:ext uri="{FF2B5EF4-FFF2-40B4-BE49-F238E27FC236}">
                <a16:creationId xmlns:a16="http://schemas.microsoft.com/office/drawing/2014/main" id="{580C05BB-6B37-4CB7-82F6-21A94C3CA2FB}"/>
              </a:ext>
            </a:extLst>
          </p:cNvPr>
          <p:cNvSpPr/>
          <p:nvPr/>
        </p:nvSpPr>
        <p:spPr>
          <a:xfrm>
            <a:off x="1297136" y="6201167"/>
            <a:ext cx="1731564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  <a:cs typeface="+mn-cs"/>
              </a:rPr>
              <a:t>方向：向里</a:t>
            </a: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等线" panose="02010600030101010101" pitchFamily="2" charset="-122"/>
              <a:cs typeface="+mn-cs"/>
            </a:endParaRPr>
          </a:p>
        </p:txBody>
      </p:sp>
      <p:graphicFrame>
        <p:nvGraphicFramePr>
          <p:cNvPr id="80" name="对象 79">
            <a:extLst>
              <a:ext uri="{FF2B5EF4-FFF2-40B4-BE49-F238E27FC236}">
                <a16:creationId xmlns:a16="http://schemas.microsoft.com/office/drawing/2014/main" id="{B94969E4-5754-4362-B098-3305A3789FE5}"/>
              </a:ext>
            </a:extLst>
          </p:cNvPr>
          <p:cNvGraphicFramePr>
            <a:graphicFrameLocks noChangeAspect="1"/>
          </p:cNvGraphicFramePr>
          <p:nvPr/>
        </p:nvGraphicFramePr>
        <p:xfrm>
          <a:off x="1043630" y="6189888"/>
          <a:ext cx="317500" cy="4524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42" imgW="177480" imgH="253800" progId="Equation.DSMT4">
                  <p:embed/>
                </p:oleObj>
              </mc:Choice>
              <mc:Fallback>
                <p:oleObj name="Equation" r:id="rId42" imgW="177480" imgH="253800" progId="Equation.DSMT4">
                  <p:embed/>
                  <p:pic>
                    <p:nvPicPr>
                      <p:cNvPr id="80" name="对象 79">
                        <a:extLst>
                          <a:ext uri="{FF2B5EF4-FFF2-40B4-BE49-F238E27FC236}">
                            <a16:creationId xmlns:a16="http://schemas.microsoft.com/office/drawing/2014/main" id="{B94969E4-5754-4362-B098-3305A3789FE5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3"/>
                      <a:stretch>
                        <a:fillRect/>
                      </a:stretch>
                    </p:blipFill>
                    <p:spPr>
                      <a:xfrm>
                        <a:off x="1043630" y="6189888"/>
                        <a:ext cx="317500" cy="45243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1627638189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9" name="对象 48">
            <a:extLst>
              <a:ext uri="{FF2B5EF4-FFF2-40B4-BE49-F238E27FC236}">
                <a16:creationId xmlns:a16="http://schemas.microsoft.com/office/drawing/2014/main" id="{A25F2816-9585-4517-80D1-CA8DE04D0346}"/>
              </a:ext>
            </a:extLst>
          </p:cNvPr>
          <p:cNvGraphicFramePr>
            <a:graphicFrameLocks noChangeAspect="1"/>
          </p:cNvGraphicFramePr>
          <p:nvPr/>
        </p:nvGraphicFramePr>
        <p:xfrm>
          <a:off x="3514617" y="1910907"/>
          <a:ext cx="431234" cy="703049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241200" imgH="393480" progId="Equation.DSMT4">
                  <p:embed/>
                </p:oleObj>
              </mc:Choice>
              <mc:Fallback>
                <p:oleObj name="Equation" r:id="rId2" imgW="241200" imgH="393480" progId="Equation.DSMT4">
                  <p:embed/>
                  <p:pic>
                    <p:nvPicPr>
                      <p:cNvPr id="49" name="对象 48">
                        <a:extLst>
                          <a:ext uri="{FF2B5EF4-FFF2-40B4-BE49-F238E27FC236}">
                            <a16:creationId xmlns:a16="http://schemas.microsoft.com/office/drawing/2014/main" id="{A25F2816-9585-4517-80D1-CA8DE04D0346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3"/>
                      <a:stretch>
                        <a:fillRect/>
                      </a:stretch>
                    </p:blipFill>
                    <p:spPr>
                      <a:xfrm>
                        <a:off x="3514617" y="1910907"/>
                        <a:ext cx="431234" cy="703049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0" name="对象 49">
            <a:extLst>
              <a:ext uri="{FF2B5EF4-FFF2-40B4-BE49-F238E27FC236}">
                <a16:creationId xmlns:a16="http://schemas.microsoft.com/office/drawing/2014/main" id="{19D13073-A901-4882-93B1-43B9995B7C42}"/>
              </a:ext>
            </a:extLst>
          </p:cNvPr>
          <p:cNvGraphicFramePr>
            <a:graphicFrameLocks noChangeAspect="1"/>
          </p:cNvGraphicFramePr>
          <p:nvPr/>
        </p:nvGraphicFramePr>
        <p:xfrm>
          <a:off x="2549153" y="212373"/>
          <a:ext cx="431234" cy="703049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4" imgW="241200" imgH="393480" progId="Equation.DSMT4">
                  <p:embed/>
                </p:oleObj>
              </mc:Choice>
              <mc:Fallback>
                <p:oleObj name="Equation" r:id="rId4" imgW="241200" imgH="393480" progId="Equation.DSMT4">
                  <p:embed/>
                  <p:pic>
                    <p:nvPicPr>
                      <p:cNvPr id="50" name="对象 49">
                        <a:extLst>
                          <a:ext uri="{FF2B5EF4-FFF2-40B4-BE49-F238E27FC236}">
                            <a16:creationId xmlns:a16="http://schemas.microsoft.com/office/drawing/2014/main" id="{19D13073-A901-4882-93B1-43B9995B7C42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2549153" y="212373"/>
                        <a:ext cx="431234" cy="703049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56" name="组合 55">
            <a:extLst>
              <a:ext uri="{FF2B5EF4-FFF2-40B4-BE49-F238E27FC236}">
                <a16:creationId xmlns:a16="http://schemas.microsoft.com/office/drawing/2014/main" id="{790747CE-849A-4AA4-AC85-BE6734B28B7B}"/>
              </a:ext>
            </a:extLst>
          </p:cNvPr>
          <p:cNvGrpSpPr/>
          <p:nvPr/>
        </p:nvGrpSpPr>
        <p:grpSpPr>
          <a:xfrm>
            <a:off x="2070353" y="678077"/>
            <a:ext cx="4284268" cy="2072102"/>
            <a:chOff x="2941722" y="1617576"/>
            <a:chExt cx="4284268" cy="2072102"/>
          </a:xfrm>
        </p:grpSpPr>
        <p:sp>
          <p:nvSpPr>
            <p:cNvPr id="2" name="椭圆 1">
              <a:extLst>
                <a:ext uri="{FF2B5EF4-FFF2-40B4-BE49-F238E27FC236}">
                  <a16:creationId xmlns:a16="http://schemas.microsoft.com/office/drawing/2014/main" id="{8766D101-EEFC-4CE0-9ADF-D13BF7E8A41E}"/>
                </a:ext>
              </a:extLst>
            </p:cNvPr>
            <p:cNvSpPr/>
            <p:nvPr/>
          </p:nvSpPr>
          <p:spPr>
            <a:xfrm>
              <a:off x="3155795" y="1709561"/>
              <a:ext cx="1980000" cy="1980000"/>
            </a:xfrm>
            <a:prstGeom prst="ellipse">
              <a:avLst/>
            </a:prstGeom>
            <a:noFill/>
            <a:ln w="28575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等线" panose="02010600030101010101" pitchFamily="2" charset="-122"/>
                <a:cs typeface="+mn-cs"/>
              </a:endParaRPr>
            </a:p>
          </p:txBody>
        </p:sp>
        <p:cxnSp>
          <p:nvCxnSpPr>
            <p:cNvPr id="8" name="直接连接符 7">
              <a:extLst>
                <a:ext uri="{FF2B5EF4-FFF2-40B4-BE49-F238E27FC236}">
                  <a16:creationId xmlns:a16="http://schemas.microsoft.com/office/drawing/2014/main" id="{D67F6CA8-5B6A-4314-B6F1-42F0B2FF8F70}"/>
                </a:ext>
              </a:extLst>
            </p:cNvPr>
            <p:cNvCxnSpPr>
              <a:stCxn id="2" idx="6"/>
            </p:cNvCxnSpPr>
            <p:nvPr/>
          </p:nvCxnSpPr>
          <p:spPr>
            <a:xfrm>
              <a:off x="5135795" y="2699561"/>
              <a:ext cx="2090195" cy="2459"/>
            </a:xfrm>
            <a:prstGeom prst="line">
              <a:avLst/>
            </a:prstGeom>
            <a:ln w="28575">
              <a:solidFill>
                <a:srgbClr val="FF0000"/>
              </a:solidFill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9" name="直接连接符 8">
              <a:extLst>
                <a:ext uri="{FF2B5EF4-FFF2-40B4-BE49-F238E27FC236}">
                  <a16:creationId xmlns:a16="http://schemas.microsoft.com/office/drawing/2014/main" id="{671F3564-9514-4D8E-97A8-0A24BC3708F6}"/>
                </a:ext>
              </a:extLst>
            </p:cNvPr>
            <p:cNvCxnSpPr>
              <a:cxnSpLocks/>
            </p:cNvCxnSpPr>
            <p:nvPr/>
          </p:nvCxnSpPr>
          <p:spPr>
            <a:xfrm>
              <a:off x="5832086" y="2708254"/>
              <a:ext cx="1278673" cy="0"/>
            </a:xfrm>
            <a:prstGeom prst="line">
              <a:avLst/>
            </a:prstGeom>
            <a:ln w="28575">
              <a:solidFill>
                <a:srgbClr val="FF0000"/>
              </a:solidFill>
              <a:headEnd type="arrow" w="med" len="med"/>
              <a:tailEnd type="none" w="med" len="med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12" name="直接连接符 11">
              <a:extLst>
                <a:ext uri="{FF2B5EF4-FFF2-40B4-BE49-F238E27FC236}">
                  <a16:creationId xmlns:a16="http://schemas.microsoft.com/office/drawing/2014/main" id="{3421894F-B9B7-4CE2-BFE0-F346FDCD0F36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3755271" y="1617576"/>
              <a:ext cx="211873" cy="156118"/>
            </a:xfrm>
            <a:prstGeom prst="line">
              <a:avLst/>
            </a:prstGeom>
            <a:ln w="28575"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" name="直接连接符 12">
              <a:extLst>
                <a:ext uri="{FF2B5EF4-FFF2-40B4-BE49-F238E27FC236}">
                  <a16:creationId xmlns:a16="http://schemas.microsoft.com/office/drawing/2014/main" id="{9D74831F-7FF6-4D9D-A258-308B630FD8E9}"/>
                </a:ext>
              </a:extLst>
            </p:cNvPr>
            <p:cNvCxnSpPr>
              <a:cxnSpLocks/>
            </p:cNvCxnSpPr>
            <p:nvPr/>
          </p:nvCxnSpPr>
          <p:spPr>
            <a:xfrm>
              <a:off x="3735659" y="1773694"/>
              <a:ext cx="211873" cy="44605"/>
            </a:xfrm>
            <a:prstGeom prst="line">
              <a:avLst/>
            </a:prstGeom>
            <a:ln w="28575"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47" name="组合 46">
              <a:extLst>
                <a:ext uri="{FF2B5EF4-FFF2-40B4-BE49-F238E27FC236}">
                  <a16:creationId xmlns:a16="http://schemas.microsoft.com/office/drawing/2014/main" id="{2EFD42DC-C7C2-431F-ABF7-CAEE7EE72C77}"/>
                </a:ext>
              </a:extLst>
            </p:cNvPr>
            <p:cNvGrpSpPr/>
            <p:nvPr/>
          </p:nvGrpSpPr>
          <p:grpSpPr>
            <a:xfrm>
              <a:off x="4754061" y="3224213"/>
              <a:ext cx="277232" cy="248013"/>
              <a:chOff x="4923922" y="3032605"/>
              <a:chExt cx="277232" cy="248013"/>
            </a:xfrm>
          </p:grpSpPr>
          <p:cxnSp>
            <p:nvCxnSpPr>
              <p:cNvPr id="21" name="直接连接符 20">
                <a:extLst>
                  <a:ext uri="{FF2B5EF4-FFF2-40B4-BE49-F238E27FC236}">
                    <a16:creationId xmlns:a16="http://schemas.microsoft.com/office/drawing/2014/main" id="{934500FC-365B-44CB-B230-FABE0B9B6A8E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4923922" y="3212765"/>
                <a:ext cx="277232" cy="67853"/>
              </a:xfrm>
              <a:prstGeom prst="line">
                <a:avLst/>
              </a:prstGeom>
              <a:ln w="28575">
                <a:solidFill>
                  <a:srgbClr val="FF00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2" name="直接连接符 21">
                <a:extLst>
                  <a:ext uri="{FF2B5EF4-FFF2-40B4-BE49-F238E27FC236}">
                    <a16:creationId xmlns:a16="http://schemas.microsoft.com/office/drawing/2014/main" id="{578B7A92-10F3-4C03-A239-55830CE8E326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4941307" y="3032605"/>
                <a:ext cx="88551" cy="230986"/>
              </a:xfrm>
              <a:prstGeom prst="line">
                <a:avLst/>
              </a:prstGeom>
              <a:ln w="28575">
                <a:solidFill>
                  <a:srgbClr val="FF00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cxnSp>
          <p:nvCxnSpPr>
            <p:cNvPr id="33" name="直接连接符 32">
              <a:extLst>
                <a:ext uri="{FF2B5EF4-FFF2-40B4-BE49-F238E27FC236}">
                  <a16:creationId xmlns:a16="http://schemas.microsoft.com/office/drawing/2014/main" id="{C1C7393A-7162-41F9-9309-11C2E99D5697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4131935" y="3687219"/>
              <a:ext cx="3080195" cy="2459"/>
            </a:xfrm>
            <a:prstGeom prst="line">
              <a:avLst/>
            </a:prstGeom>
            <a:ln w="28575">
              <a:solidFill>
                <a:srgbClr val="FF0000"/>
              </a:solidFill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35" name="直接连接符 34">
              <a:extLst>
                <a:ext uri="{FF2B5EF4-FFF2-40B4-BE49-F238E27FC236}">
                  <a16:creationId xmlns:a16="http://schemas.microsoft.com/office/drawing/2014/main" id="{439582D3-189C-4493-BFBF-F9C47721D09E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5538439" y="3687219"/>
              <a:ext cx="932984" cy="0"/>
            </a:xfrm>
            <a:prstGeom prst="line">
              <a:avLst/>
            </a:prstGeom>
            <a:ln w="28575">
              <a:solidFill>
                <a:srgbClr val="FF0000"/>
              </a:solidFill>
              <a:headEnd type="arrow" w="med" len="med"/>
              <a:tailEnd type="none" w="med" len="med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graphicFrame>
          <p:nvGraphicFramePr>
            <p:cNvPr id="41" name="对象 40">
              <a:extLst>
                <a:ext uri="{FF2B5EF4-FFF2-40B4-BE49-F238E27FC236}">
                  <a16:creationId xmlns:a16="http://schemas.microsoft.com/office/drawing/2014/main" id="{357EB846-8AD8-4E89-8457-7884923CBBBD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6004931" y="2265916"/>
            <a:ext cx="313783" cy="407918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6" imgW="126720" imgH="164880" progId="Equation.DSMT4">
                    <p:embed/>
                  </p:oleObj>
                </mc:Choice>
                <mc:Fallback>
                  <p:oleObj name="Equation" r:id="rId6" imgW="126720" imgH="164880" progId="Equation.DSMT4">
                    <p:embed/>
                    <p:pic>
                      <p:nvPicPr>
                        <p:cNvPr id="41" name="对象 40">
                          <a:extLst>
                            <a:ext uri="{FF2B5EF4-FFF2-40B4-BE49-F238E27FC236}">
                              <a16:creationId xmlns:a16="http://schemas.microsoft.com/office/drawing/2014/main" id="{357EB846-8AD8-4E89-8457-7884923CBBBD}"/>
                            </a:ext>
                          </a:extLst>
                        </p:cNvPr>
                        <p:cNvPicPr/>
                        <p:nvPr/>
                      </p:nvPicPr>
                      <p:blipFill>
                        <a:blip r:embed="rId7"/>
                        <a:stretch>
                          <a:fillRect/>
                        </a:stretch>
                      </p:blipFill>
                      <p:spPr>
                        <a:xfrm>
                          <a:off x="6004931" y="2265916"/>
                          <a:ext cx="313783" cy="407918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42" name="对象 41">
              <a:extLst>
                <a:ext uri="{FF2B5EF4-FFF2-40B4-BE49-F238E27FC236}">
                  <a16:creationId xmlns:a16="http://schemas.microsoft.com/office/drawing/2014/main" id="{7BF599CB-0924-455B-8EAD-26C5DCF03D09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5900185" y="3262202"/>
            <a:ext cx="313783" cy="407918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6" imgW="126720" imgH="164880" progId="Equation.DSMT4">
                    <p:embed/>
                  </p:oleObj>
                </mc:Choice>
                <mc:Fallback>
                  <p:oleObj name="Equation" r:id="rId6" imgW="126720" imgH="164880" progId="Equation.DSMT4">
                    <p:embed/>
                    <p:pic>
                      <p:nvPicPr>
                        <p:cNvPr id="42" name="对象 41">
                          <a:extLst>
                            <a:ext uri="{FF2B5EF4-FFF2-40B4-BE49-F238E27FC236}">
                              <a16:creationId xmlns:a16="http://schemas.microsoft.com/office/drawing/2014/main" id="{7BF599CB-0924-455B-8EAD-26C5DCF03D09}"/>
                            </a:ext>
                          </a:extLst>
                        </p:cNvPr>
                        <p:cNvPicPr/>
                        <p:nvPr/>
                      </p:nvPicPr>
                      <p:blipFill>
                        <a:blip r:embed="rId7"/>
                        <a:stretch>
                          <a:fillRect/>
                        </a:stretch>
                      </p:blipFill>
                      <p:spPr>
                        <a:xfrm>
                          <a:off x="5900185" y="3262202"/>
                          <a:ext cx="313783" cy="407918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43" name="对象 42">
              <a:extLst>
                <a:ext uri="{FF2B5EF4-FFF2-40B4-BE49-F238E27FC236}">
                  <a16:creationId xmlns:a16="http://schemas.microsoft.com/office/drawing/2014/main" id="{01751CFF-AF7E-459B-BD1E-20A51320D8B1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6543074" y="2158002"/>
            <a:ext cx="391126" cy="541559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8" imgW="164880" imgH="228600" progId="Equation.DSMT4">
                    <p:embed/>
                  </p:oleObj>
                </mc:Choice>
                <mc:Fallback>
                  <p:oleObj name="Equation" r:id="rId8" imgW="164880" imgH="228600" progId="Equation.DSMT4">
                    <p:embed/>
                    <p:pic>
                      <p:nvPicPr>
                        <p:cNvPr id="43" name="对象 42">
                          <a:extLst>
                            <a:ext uri="{FF2B5EF4-FFF2-40B4-BE49-F238E27FC236}">
                              <a16:creationId xmlns:a16="http://schemas.microsoft.com/office/drawing/2014/main" id="{01751CFF-AF7E-459B-BD1E-20A51320D8B1}"/>
                            </a:ext>
                          </a:extLst>
                        </p:cNvPr>
                        <p:cNvPicPr/>
                        <p:nvPr/>
                      </p:nvPicPr>
                      <p:blipFill>
                        <a:blip r:embed="rId9"/>
                        <a:stretch>
                          <a:fillRect/>
                        </a:stretch>
                      </p:blipFill>
                      <p:spPr>
                        <a:xfrm>
                          <a:off x="6543074" y="2158002"/>
                          <a:ext cx="391126" cy="541559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44" name="对象 43">
              <a:extLst>
                <a:ext uri="{FF2B5EF4-FFF2-40B4-BE49-F238E27FC236}">
                  <a16:creationId xmlns:a16="http://schemas.microsoft.com/office/drawing/2014/main" id="{D7894A88-89A3-48F6-8C4C-48D999FFC09C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6599238" y="3167498"/>
            <a:ext cx="379120" cy="486927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10" imgW="177480" imgH="228600" progId="Equation.DSMT4">
                    <p:embed/>
                  </p:oleObj>
                </mc:Choice>
                <mc:Fallback>
                  <p:oleObj name="Equation" r:id="rId10" imgW="177480" imgH="228600" progId="Equation.DSMT4">
                    <p:embed/>
                    <p:pic>
                      <p:nvPicPr>
                        <p:cNvPr id="44" name="对象 43">
                          <a:extLst>
                            <a:ext uri="{FF2B5EF4-FFF2-40B4-BE49-F238E27FC236}">
                              <a16:creationId xmlns:a16="http://schemas.microsoft.com/office/drawing/2014/main" id="{D7894A88-89A3-48F6-8C4C-48D999FFC09C}"/>
                            </a:ext>
                          </a:extLst>
                        </p:cNvPr>
                        <p:cNvPicPr/>
                        <p:nvPr/>
                      </p:nvPicPr>
                      <p:blipFill>
                        <a:blip r:embed="rId11"/>
                        <a:stretch>
                          <a:fillRect/>
                        </a:stretch>
                      </p:blipFill>
                      <p:spPr>
                        <a:xfrm>
                          <a:off x="6599238" y="3167498"/>
                          <a:ext cx="379120" cy="486927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45" name="对象 44">
              <a:extLst>
                <a:ext uri="{FF2B5EF4-FFF2-40B4-BE49-F238E27FC236}">
                  <a16:creationId xmlns:a16="http://schemas.microsoft.com/office/drawing/2014/main" id="{EF98799E-D572-491E-99AE-6AD655EE5241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5065608" y="2850406"/>
            <a:ext cx="336550" cy="430212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12" imgW="177480" imgH="228600" progId="Equation.DSMT4">
                    <p:embed/>
                  </p:oleObj>
                </mc:Choice>
                <mc:Fallback>
                  <p:oleObj name="Equation" r:id="rId12" imgW="177480" imgH="228600" progId="Equation.DSMT4">
                    <p:embed/>
                    <p:pic>
                      <p:nvPicPr>
                        <p:cNvPr id="45" name="对象 44">
                          <a:extLst>
                            <a:ext uri="{FF2B5EF4-FFF2-40B4-BE49-F238E27FC236}">
                              <a16:creationId xmlns:a16="http://schemas.microsoft.com/office/drawing/2014/main" id="{EF98799E-D572-491E-99AE-6AD655EE5241}"/>
                            </a:ext>
                          </a:extLst>
                        </p:cNvPr>
                        <p:cNvPicPr/>
                        <p:nvPr/>
                      </p:nvPicPr>
                      <p:blipFill>
                        <a:blip r:embed="rId13"/>
                        <a:stretch>
                          <a:fillRect/>
                        </a:stretch>
                      </p:blipFill>
                      <p:spPr>
                        <a:xfrm>
                          <a:off x="5065608" y="2850406"/>
                          <a:ext cx="336550" cy="430212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46" name="对象 45">
              <a:extLst>
                <a:ext uri="{FF2B5EF4-FFF2-40B4-BE49-F238E27FC236}">
                  <a16:creationId xmlns:a16="http://schemas.microsoft.com/office/drawing/2014/main" id="{4E25BFEF-B1D8-4B0C-BA34-88F1D4BE1E99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2941722" y="1830128"/>
            <a:ext cx="336550" cy="430212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14" imgW="177480" imgH="228600" progId="Equation.DSMT4">
                    <p:embed/>
                  </p:oleObj>
                </mc:Choice>
                <mc:Fallback>
                  <p:oleObj name="Equation" r:id="rId14" imgW="177480" imgH="228600" progId="Equation.DSMT4">
                    <p:embed/>
                    <p:pic>
                      <p:nvPicPr>
                        <p:cNvPr id="46" name="对象 45">
                          <a:extLst>
                            <a:ext uri="{FF2B5EF4-FFF2-40B4-BE49-F238E27FC236}">
                              <a16:creationId xmlns:a16="http://schemas.microsoft.com/office/drawing/2014/main" id="{4E25BFEF-B1D8-4B0C-BA34-88F1D4BE1E99}"/>
                            </a:ext>
                          </a:extLst>
                        </p:cNvPr>
                        <p:cNvPicPr/>
                        <p:nvPr/>
                      </p:nvPicPr>
                      <p:blipFill>
                        <a:blip r:embed="rId15"/>
                        <a:stretch>
                          <a:fillRect/>
                        </a:stretch>
                      </p:blipFill>
                      <p:spPr>
                        <a:xfrm>
                          <a:off x="2941722" y="1830128"/>
                          <a:ext cx="336550" cy="430212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51" name="椭圆 50">
              <a:extLst>
                <a:ext uri="{FF2B5EF4-FFF2-40B4-BE49-F238E27FC236}">
                  <a16:creationId xmlns:a16="http://schemas.microsoft.com/office/drawing/2014/main" id="{AE3B8D36-E819-4865-9F92-4464BF4E0035}"/>
                </a:ext>
              </a:extLst>
            </p:cNvPr>
            <p:cNvSpPr/>
            <p:nvPr/>
          </p:nvSpPr>
          <p:spPr>
            <a:xfrm>
              <a:off x="4073795" y="2663561"/>
              <a:ext cx="108000" cy="108000"/>
            </a:xfrm>
            <a:prstGeom prst="ellipse">
              <a:avLst/>
            </a:prstGeom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等线" panose="02010600030101010101" pitchFamily="2" charset="-122"/>
                <a:cs typeface="+mn-cs"/>
              </a:endParaRPr>
            </a:p>
          </p:txBody>
        </p:sp>
        <p:cxnSp>
          <p:nvCxnSpPr>
            <p:cNvPr id="53" name="直接箭头连接符 52">
              <a:extLst>
                <a:ext uri="{FF2B5EF4-FFF2-40B4-BE49-F238E27FC236}">
                  <a16:creationId xmlns:a16="http://schemas.microsoft.com/office/drawing/2014/main" id="{DDE7DF93-E55E-47D1-AB24-79BF9DD58C16}"/>
                </a:ext>
              </a:extLst>
            </p:cNvPr>
            <p:cNvCxnSpPr>
              <a:cxnSpLocks/>
              <a:endCxn id="2" idx="4"/>
            </p:cNvCxnSpPr>
            <p:nvPr/>
          </p:nvCxnSpPr>
          <p:spPr>
            <a:xfrm>
              <a:off x="4137599" y="2719966"/>
              <a:ext cx="8196" cy="969595"/>
            </a:xfrm>
            <a:prstGeom prst="straightConnector1">
              <a:avLst/>
            </a:prstGeom>
            <a:ln>
              <a:prstDash val="dash"/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aphicFrame>
          <p:nvGraphicFramePr>
            <p:cNvPr id="54" name="对象 53">
              <a:extLst>
                <a:ext uri="{FF2B5EF4-FFF2-40B4-BE49-F238E27FC236}">
                  <a16:creationId xmlns:a16="http://schemas.microsoft.com/office/drawing/2014/main" id="{C75E9674-BE51-4DDF-8441-D4535E10BF99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3484038" y="2594591"/>
            <a:ext cx="397733" cy="430877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16" imgW="152280" imgH="164880" progId="Equation.DSMT4">
                    <p:embed/>
                  </p:oleObj>
                </mc:Choice>
                <mc:Fallback>
                  <p:oleObj name="Equation" r:id="rId16" imgW="152280" imgH="164880" progId="Equation.DSMT4">
                    <p:embed/>
                    <p:pic>
                      <p:nvPicPr>
                        <p:cNvPr id="54" name="对象 53">
                          <a:extLst>
                            <a:ext uri="{FF2B5EF4-FFF2-40B4-BE49-F238E27FC236}">
                              <a16:creationId xmlns:a16="http://schemas.microsoft.com/office/drawing/2014/main" id="{C75E9674-BE51-4DDF-8441-D4535E10BF99}"/>
                            </a:ext>
                          </a:extLst>
                        </p:cNvPr>
                        <p:cNvPicPr/>
                        <p:nvPr/>
                      </p:nvPicPr>
                      <p:blipFill>
                        <a:blip r:embed="rId17"/>
                        <a:stretch>
                          <a:fillRect/>
                        </a:stretch>
                      </p:blipFill>
                      <p:spPr>
                        <a:xfrm>
                          <a:off x="3484038" y="2594591"/>
                          <a:ext cx="397733" cy="430877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</p:grpSp>
      <p:cxnSp>
        <p:nvCxnSpPr>
          <p:cNvPr id="63" name="直接箭头连接符 62">
            <a:extLst>
              <a:ext uri="{FF2B5EF4-FFF2-40B4-BE49-F238E27FC236}">
                <a16:creationId xmlns:a16="http://schemas.microsoft.com/office/drawing/2014/main" id="{DC9B77C5-4478-4E0B-9232-70E3B6ECFA7F}"/>
              </a:ext>
            </a:extLst>
          </p:cNvPr>
          <p:cNvCxnSpPr>
            <a:cxnSpLocks/>
            <a:stCxn id="2" idx="6"/>
            <a:endCxn id="51" idx="6"/>
          </p:cNvCxnSpPr>
          <p:nvPr/>
        </p:nvCxnSpPr>
        <p:spPr>
          <a:xfrm flipH="1">
            <a:off x="3310426" y="1760062"/>
            <a:ext cx="954000" cy="18000"/>
          </a:xfrm>
          <a:prstGeom prst="straightConnector1">
            <a:avLst/>
          </a:prstGeom>
          <a:ln>
            <a:prstDash val="dash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65" name="对象 64">
            <a:extLst>
              <a:ext uri="{FF2B5EF4-FFF2-40B4-BE49-F238E27FC236}">
                <a16:creationId xmlns:a16="http://schemas.microsoft.com/office/drawing/2014/main" id="{8254658A-6AF5-4148-84D7-B6F8C0B54302}"/>
              </a:ext>
            </a:extLst>
          </p:cNvPr>
          <p:cNvGraphicFramePr>
            <a:graphicFrameLocks noChangeAspect="1"/>
          </p:cNvGraphicFramePr>
          <p:nvPr/>
        </p:nvGraphicFramePr>
        <p:xfrm>
          <a:off x="4606417" y="3140463"/>
          <a:ext cx="3468687" cy="7477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8" imgW="1942920" imgH="419040" progId="Equation.DSMT4">
                  <p:embed/>
                </p:oleObj>
              </mc:Choice>
              <mc:Fallback>
                <p:oleObj name="Equation" r:id="rId18" imgW="1942920" imgH="419040" progId="Equation.DSMT4">
                  <p:embed/>
                  <p:pic>
                    <p:nvPicPr>
                      <p:cNvPr id="65" name="对象 64">
                        <a:extLst>
                          <a:ext uri="{FF2B5EF4-FFF2-40B4-BE49-F238E27FC236}">
                            <a16:creationId xmlns:a16="http://schemas.microsoft.com/office/drawing/2014/main" id="{8254658A-6AF5-4148-84D7-B6F8C0B54302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19"/>
                      <a:stretch>
                        <a:fillRect/>
                      </a:stretch>
                    </p:blipFill>
                    <p:spPr>
                      <a:xfrm>
                        <a:off x="4606417" y="3140463"/>
                        <a:ext cx="3468687" cy="747713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66" name="组合 65">
            <a:extLst>
              <a:ext uri="{FF2B5EF4-FFF2-40B4-BE49-F238E27FC236}">
                <a16:creationId xmlns:a16="http://schemas.microsoft.com/office/drawing/2014/main" id="{D23EF0EC-AB67-44FA-874F-90FDAC43C0A5}"/>
              </a:ext>
            </a:extLst>
          </p:cNvPr>
          <p:cNvGrpSpPr/>
          <p:nvPr/>
        </p:nvGrpSpPr>
        <p:grpSpPr>
          <a:xfrm>
            <a:off x="147625" y="3231716"/>
            <a:ext cx="4273602" cy="541338"/>
            <a:chOff x="1201738" y="4768850"/>
            <a:chExt cx="4273602" cy="541338"/>
          </a:xfrm>
        </p:grpSpPr>
        <p:graphicFrame>
          <p:nvGraphicFramePr>
            <p:cNvPr id="74" name="对象 73">
              <a:extLst>
                <a:ext uri="{FF2B5EF4-FFF2-40B4-BE49-F238E27FC236}">
                  <a16:creationId xmlns:a16="http://schemas.microsoft.com/office/drawing/2014/main" id="{434DF9DD-FB50-48BC-93D8-4CFEB18D66D2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1201738" y="4768850"/>
            <a:ext cx="420687" cy="541338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20" imgW="177480" imgH="228600" progId="Equation.DSMT4">
                    <p:embed/>
                  </p:oleObj>
                </mc:Choice>
                <mc:Fallback>
                  <p:oleObj name="Equation" r:id="rId20" imgW="177480" imgH="228600" progId="Equation.DSMT4">
                    <p:embed/>
                    <p:pic>
                      <p:nvPicPr>
                        <p:cNvPr id="74" name="对象 73">
                          <a:extLst>
                            <a:ext uri="{FF2B5EF4-FFF2-40B4-BE49-F238E27FC236}">
                              <a16:creationId xmlns:a16="http://schemas.microsoft.com/office/drawing/2014/main" id="{434DF9DD-FB50-48BC-93D8-4CFEB18D66D2}"/>
                            </a:ext>
                          </a:extLst>
                        </p:cNvPr>
                        <p:cNvPicPr/>
                        <p:nvPr/>
                      </p:nvPicPr>
                      <p:blipFill>
                        <a:blip r:embed="rId21"/>
                        <a:stretch>
                          <a:fillRect/>
                        </a:stretch>
                      </p:blipFill>
                      <p:spPr>
                        <a:xfrm>
                          <a:off x="1201738" y="4768850"/>
                          <a:ext cx="420687" cy="541338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75" name="矩形 74">
              <a:extLst>
                <a:ext uri="{FF2B5EF4-FFF2-40B4-BE49-F238E27FC236}">
                  <a16:creationId xmlns:a16="http://schemas.microsoft.com/office/drawing/2014/main" id="{096E7538-B008-450A-A6C9-CF0EFFBA4365}"/>
                </a:ext>
              </a:extLst>
            </p:cNvPr>
            <p:cNvSpPr/>
            <p:nvPr/>
          </p:nvSpPr>
          <p:spPr>
            <a:xfrm>
              <a:off x="1576516" y="4820622"/>
              <a:ext cx="3898824" cy="461665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zh-CN" altLang="en-US" sz="2400" b="1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黑体" panose="02010609060101010101" pitchFamily="49" charset="-122"/>
                  <a:ea typeface="黑体" panose="02010609060101010101" pitchFamily="49" charset="-122"/>
                  <a:cs typeface="+mn-cs"/>
                </a:rPr>
                <a:t>产生的磁感应强度为  ，则</a:t>
              </a:r>
              <a:endPara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等线" panose="02010600030101010101" pitchFamily="2" charset="-122"/>
                <a:cs typeface="+mn-cs"/>
              </a:endParaRPr>
            </a:p>
          </p:txBody>
        </p:sp>
      </p:grpSp>
      <p:graphicFrame>
        <p:nvGraphicFramePr>
          <p:cNvPr id="76" name="对象 75">
            <a:extLst>
              <a:ext uri="{FF2B5EF4-FFF2-40B4-BE49-F238E27FC236}">
                <a16:creationId xmlns:a16="http://schemas.microsoft.com/office/drawing/2014/main" id="{38098713-E64A-4F64-9C25-8E2DE9AB92BA}"/>
              </a:ext>
            </a:extLst>
          </p:cNvPr>
          <p:cNvGraphicFramePr>
            <a:graphicFrameLocks noChangeAspect="1"/>
          </p:cNvGraphicFramePr>
          <p:nvPr/>
        </p:nvGraphicFramePr>
        <p:xfrm>
          <a:off x="3290888" y="3325813"/>
          <a:ext cx="339725" cy="4524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2" imgW="190440" imgH="253800" progId="Equation.DSMT4">
                  <p:embed/>
                </p:oleObj>
              </mc:Choice>
              <mc:Fallback>
                <p:oleObj name="Equation" r:id="rId22" imgW="190440" imgH="253800" progId="Equation.DSMT4">
                  <p:embed/>
                  <p:pic>
                    <p:nvPicPr>
                      <p:cNvPr id="76" name="对象 75">
                        <a:extLst>
                          <a:ext uri="{FF2B5EF4-FFF2-40B4-BE49-F238E27FC236}">
                            <a16:creationId xmlns:a16="http://schemas.microsoft.com/office/drawing/2014/main" id="{38098713-E64A-4F64-9C25-8E2DE9AB92BA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23"/>
                      <a:stretch>
                        <a:fillRect/>
                      </a:stretch>
                    </p:blipFill>
                    <p:spPr>
                      <a:xfrm>
                        <a:off x="3290888" y="3325813"/>
                        <a:ext cx="339725" cy="452437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77" name="矩形 76">
            <a:extLst>
              <a:ext uri="{FF2B5EF4-FFF2-40B4-BE49-F238E27FC236}">
                <a16:creationId xmlns:a16="http://schemas.microsoft.com/office/drawing/2014/main" id="{1CAE7EB2-0049-498C-A41D-14EAB6094863}"/>
              </a:ext>
            </a:extLst>
          </p:cNvPr>
          <p:cNvSpPr/>
          <p:nvPr/>
        </p:nvSpPr>
        <p:spPr>
          <a:xfrm>
            <a:off x="1091288" y="3810048"/>
            <a:ext cx="1731564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  <a:cs typeface="+mn-cs"/>
              </a:rPr>
              <a:t>方向：向外</a:t>
            </a: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等线" panose="02010600030101010101" pitchFamily="2" charset="-122"/>
              <a:cs typeface="+mn-cs"/>
            </a:endParaRPr>
          </a:p>
        </p:txBody>
      </p:sp>
      <p:graphicFrame>
        <p:nvGraphicFramePr>
          <p:cNvPr id="78" name="对象 77">
            <a:extLst>
              <a:ext uri="{FF2B5EF4-FFF2-40B4-BE49-F238E27FC236}">
                <a16:creationId xmlns:a16="http://schemas.microsoft.com/office/drawing/2014/main" id="{CDC8DCAE-5240-45D1-A452-FA34344BCA66}"/>
              </a:ext>
            </a:extLst>
          </p:cNvPr>
          <p:cNvGraphicFramePr>
            <a:graphicFrameLocks noChangeAspect="1"/>
          </p:cNvGraphicFramePr>
          <p:nvPr/>
        </p:nvGraphicFramePr>
        <p:xfrm>
          <a:off x="827088" y="3798888"/>
          <a:ext cx="339725" cy="4524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4" imgW="190440" imgH="253800" progId="Equation.DSMT4">
                  <p:embed/>
                </p:oleObj>
              </mc:Choice>
              <mc:Fallback>
                <p:oleObj name="Equation" r:id="rId24" imgW="190440" imgH="253800" progId="Equation.DSMT4">
                  <p:embed/>
                  <p:pic>
                    <p:nvPicPr>
                      <p:cNvPr id="78" name="对象 77">
                        <a:extLst>
                          <a:ext uri="{FF2B5EF4-FFF2-40B4-BE49-F238E27FC236}">
                            <a16:creationId xmlns:a16="http://schemas.microsoft.com/office/drawing/2014/main" id="{CDC8DCAE-5240-45D1-A452-FA34344BCA66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25"/>
                      <a:stretch>
                        <a:fillRect/>
                      </a:stretch>
                    </p:blipFill>
                    <p:spPr>
                      <a:xfrm>
                        <a:off x="827088" y="3798888"/>
                        <a:ext cx="339725" cy="452437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3" name="矩形 2">
            <a:extLst>
              <a:ext uri="{FF2B5EF4-FFF2-40B4-BE49-F238E27FC236}">
                <a16:creationId xmlns:a16="http://schemas.microsoft.com/office/drawing/2014/main" id="{EFCA9513-F8BE-4586-BCAD-0B0875E19358}"/>
              </a:ext>
            </a:extLst>
          </p:cNvPr>
          <p:cNvSpPr/>
          <p:nvPr/>
        </p:nvSpPr>
        <p:spPr>
          <a:xfrm>
            <a:off x="406666" y="4553631"/>
            <a:ext cx="494046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  <a:cs typeface="+mn-cs"/>
              </a:rPr>
              <a:t>故</a:t>
            </a: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等线" panose="02010600030101010101" pitchFamily="2" charset="-122"/>
              <a:cs typeface="+mn-cs"/>
            </a:endParaRPr>
          </a:p>
        </p:txBody>
      </p:sp>
      <p:graphicFrame>
        <p:nvGraphicFramePr>
          <p:cNvPr id="79" name="对象 78">
            <a:extLst>
              <a:ext uri="{FF2B5EF4-FFF2-40B4-BE49-F238E27FC236}">
                <a16:creationId xmlns:a16="http://schemas.microsoft.com/office/drawing/2014/main" id="{650E8820-BAFE-472A-A4AD-23CDD7342F63}"/>
              </a:ext>
            </a:extLst>
          </p:cNvPr>
          <p:cNvGraphicFramePr>
            <a:graphicFrameLocks noChangeAspect="1"/>
          </p:cNvGraphicFramePr>
          <p:nvPr/>
        </p:nvGraphicFramePr>
        <p:xfrm>
          <a:off x="1062290" y="4553631"/>
          <a:ext cx="1176338" cy="4524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6" imgW="660240" imgH="253800" progId="Equation.DSMT4">
                  <p:embed/>
                </p:oleObj>
              </mc:Choice>
              <mc:Fallback>
                <p:oleObj name="Equation" r:id="rId26" imgW="660240" imgH="253800" progId="Equation.DSMT4">
                  <p:embed/>
                  <p:pic>
                    <p:nvPicPr>
                      <p:cNvPr id="79" name="对象 78">
                        <a:extLst>
                          <a:ext uri="{FF2B5EF4-FFF2-40B4-BE49-F238E27FC236}">
                            <a16:creationId xmlns:a16="http://schemas.microsoft.com/office/drawing/2014/main" id="{650E8820-BAFE-472A-A4AD-23CDD7342F63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27"/>
                      <a:stretch>
                        <a:fillRect/>
                      </a:stretch>
                    </p:blipFill>
                    <p:spPr>
                      <a:xfrm>
                        <a:off x="1062290" y="4553631"/>
                        <a:ext cx="1176338" cy="45243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0" name="对象 79">
            <a:extLst>
              <a:ext uri="{FF2B5EF4-FFF2-40B4-BE49-F238E27FC236}">
                <a16:creationId xmlns:a16="http://schemas.microsoft.com/office/drawing/2014/main" id="{2A5795F9-EF38-49E7-BC78-AF9F18769DFF}"/>
              </a:ext>
            </a:extLst>
          </p:cNvPr>
          <p:cNvGraphicFramePr>
            <a:graphicFrameLocks noChangeAspect="1"/>
          </p:cNvGraphicFramePr>
          <p:nvPr/>
        </p:nvGraphicFramePr>
        <p:xfrm>
          <a:off x="1163320" y="5253037"/>
          <a:ext cx="793750" cy="4540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8" imgW="444240" imgH="253800" progId="Equation.DSMT4">
                  <p:embed/>
                </p:oleObj>
              </mc:Choice>
              <mc:Fallback>
                <p:oleObj name="Equation" r:id="rId28" imgW="444240" imgH="253800" progId="Equation.DSMT4">
                  <p:embed/>
                  <p:pic>
                    <p:nvPicPr>
                      <p:cNvPr id="80" name="对象 79">
                        <a:extLst>
                          <a:ext uri="{FF2B5EF4-FFF2-40B4-BE49-F238E27FC236}">
                            <a16:creationId xmlns:a16="http://schemas.microsoft.com/office/drawing/2014/main" id="{2A5795F9-EF38-49E7-BC78-AF9F18769DFF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29"/>
                      <a:stretch>
                        <a:fillRect/>
                      </a:stretch>
                    </p:blipFill>
                    <p:spPr>
                      <a:xfrm>
                        <a:off x="1163320" y="5253037"/>
                        <a:ext cx="793750" cy="454025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81" name="矩形 80">
            <a:extLst>
              <a:ext uri="{FF2B5EF4-FFF2-40B4-BE49-F238E27FC236}">
                <a16:creationId xmlns:a16="http://schemas.microsoft.com/office/drawing/2014/main" id="{ACE38ED2-04CF-4711-A5C6-020BE665621D}"/>
              </a:ext>
            </a:extLst>
          </p:cNvPr>
          <p:cNvSpPr/>
          <p:nvPr/>
        </p:nvSpPr>
        <p:spPr>
          <a:xfrm>
            <a:off x="424670" y="5245397"/>
            <a:ext cx="494046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  <a:cs typeface="+mn-cs"/>
              </a:rPr>
              <a:t>故</a:t>
            </a: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等线" panose="02010600030101010101" pitchFamily="2" charset="-122"/>
              <a:cs typeface="+mn-cs"/>
            </a:endParaRPr>
          </a:p>
        </p:txBody>
      </p:sp>
      <p:graphicFrame>
        <p:nvGraphicFramePr>
          <p:cNvPr id="82" name="对象 81">
            <a:extLst>
              <a:ext uri="{FF2B5EF4-FFF2-40B4-BE49-F238E27FC236}">
                <a16:creationId xmlns:a16="http://schemas.microsoft.com/office/drawing/2014/main" id="{3B323500-3E96-49BE-A607-4CB39612A018}"/>
              </a:ext>
            </a:extLst>
          </p:cNvPr>
          <p:cNvGraphicFramePr>
            <a:graphicFrameLocks noChangeAspect="1"/>
          </p:cNvGraphicFramePr>
          <p:nvPr/>
        </p:nvGraphicFramePr>
        <p:xfrm>
          <a:off x="827088" y="5795873"/>
          <a:ext cx="1066800" cy="7032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30" imgW="596880" imgH="393480" progId="Equation.DSMT4">
                  <p:embed/>
                </p:oleObj>
              </mc:Choice>
              <mc:Fallback>
                <p:oleObj name="Equation" r:id="rId30" imgW="596880" imgH="393480" progId="Equation.DSMT4">
                  <p:embed/>
                  <p:pic>
                    <p:nvPicPr>
                      <p:cNvPr id="82" name="对象 81">
                        <a:extLst>
                          <a:ext uri="{FF2B5EF4-FFF2-40B4-BE49-F238E27FC236}">
                            <a16:creationId xmlns:a16="http://schemas.microsoft.com/office/drawing/2014/main" id="{3B323500-3E96-49BE-A607-4CB39612A018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31"/>
                      <a:stretch>
                        <a:fillRect/>
                      </a:stretch>
                    </p:blipFill>
                    <p:spPr>
                      <a:xfrm>
                        <a:off x="827088" y="5795873"/>
                        <a:ext cx="1066800" cy="703262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4" name="矩形 3">
            <a:extLst>
              <a:ext uri="{FF2B5EF4-FFF2-40B4-BE49-F238E27FC236}">
                <a16:creationId xmlns:a16="http://schemas.microsoft.com/office/drawing/2014/main" id="{906928D5-2E63-40DB-BDFD-F9DEF8F2A04D}"/>
              </a:ext>
            </a:extLst>
          </p:cNvPr>
          <p:cNvSpPr/>
          <p:nvPr/>
        </p:nvSpPr>
        <p:spPr>
          <a:xfrm>
            <a:off x="2637004" y="6023805"/>
            <a:ext cx="2969083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  <a:cs typeface="+mn-cs"/>
              </a:rPr>
              <a:t>方向：垂直图面向外</a:t>
            </a:r>
            <a:endParaRPr kumimoji="0" lang="zh-CN" altLang="en-US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等线" panose="02010600030101010101" pitchFamily="2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645198898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10A746B-67B9-4FE7-E126-688D58AE031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文本框 4">
            <a:extLst>
              <a:ext uri="{FF2B5EF4-FFF2-40B4-BE49-F238E27FC236}">
                <a16:creationId xmlns:a16="http://schemas.microsoft.com/office/drawing/2014/main" id="{D4F54F18-6D4E-3C59-8362-829507A548E6}"/>
              </a:ext>
            </a:extLst>
          </p:cNvPr>
          <p:cNvSpPr txBox="1"/>
          <p:nvPr/>
        </p:nvSpPr>
        <p:spPr>
          <a:xfrm>
            <a:off x="2667000" y="2776974"/>
            <a:ext cx="3545840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5400" b="1" i="0" u="none" strike="noStrike" kern="1200" cap="none" spc="0" normalizeH="0" baseline="0" noProof="0" dirty="0">
                <a:ln>
                  <a:noFill/>
                </a:ln>
                <a:solidFill>
                  <a:srgbClr val="0066FF"/>
                </a:solidFill>
                <a:effectLst/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  <a:cs typeface="+mn-cs"/>
              </a:rPr>
              <a:t>电     学</a:t>
            </a:r>
            <a:endParaRPr kumimoji="0" lang="zh-CN" altLang="en-US" sz="5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等线" panose="02010600030101010101" pitchFamily="2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410200940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>
            <a:extLst>
              <a:ext uri="{FF2B5EF4-FFF2-40B4-BE49-F238E27FC236}">
                <a16:creationId xmlns:a16="http://schemas.microsoft.com/office/drawing/2014/main" id="{FFE61DA3-883B-4075-8AD7-01D276DB27D0}"/>
              </a:ext>
            </a:extLst>
          </p:cNvPr>
          <p:cNvSpPr txBox="1"/>
          <p:nvPr/>
        </p:nvSpPr>
        <p:spPr>
          <a:xfrm>
            <a:off x="843280" y="568960"/>
            <a:ext cx="2339102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400" b="1" dirty="0">
                <a:solidFill>
                  <a:srgbClr val="0066FF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一、电势的计算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35785E32-E514-1A63-7252-5000C0838594}"/>
              </a:ext>
            </a:extLst>
          </p:cNvPr>
          <p:cNvSpPr>
            <a:spLocks noChangeArrowheads="1"/>
          </p:cNvSpPr>
          <p:nvPr/>
        </p:nvSpPr>
        <p:spPr bwMode="auto">
          <a:xfrm>
            <a:off x="962891" y="2171707"/>
            <a:ext cx="5810250" cy="5191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v"/>
              <a:defRPr sz="2800" b="1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§"/>
              <a:defRPr sz="2800" b="1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•"/>
              <a:defRPr sz="2400" b="1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</a:defRPr>
            </a:lvl3pPr>
            <a:lvl4pPr marL="1600200" indent="-228600">
              <a:spcBef>
                <a:spcPct val="20000"/>
              </a:spcBef>
              <a:buFont typeface="Wingdings" panose="05000000000000000000" pitchFamily="2" charset="2"/>
              <a:buChar char="–"/>
              <a:defRPr sz="2000" b="1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</a:defRPr>
            </a:lvl4pPr>
            <a:lvl5pPr marL="2057400" indent="-228600">
              <a:spcBef>
                <a:spcPct val="20000"/>
              </a:spcBef>
              <a:buFont typeface="Wingdings" panose="05000000000000000000" pitchFamily="2" charset="2"/>
              <a:buChar char="»"/>
              <a:defRPr sz="2000" b="1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 b="1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 b="1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 b="1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 b="1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kumimoji="1" lang="zh-CN" altLang="en-US">
                <a:solidFill>
                  <a:srgbClr val="FF0000"/>
                </a:solidFill>
                <a:sym typeface="Symbol" panose="05050102010706020507" pitchFamily="18" charset="2"/>
              </a:rPr>
              <a:t></a:t>
            </a:r>
            <a:r>
              <a:rPr kumimoji="1" lang="zh-CN" altLang="en-US"/>
              <a:t>根据已知的场强分布，按定义计算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48866BE7-B467-C83C-D2F1-3156BF7A95B9}"/>
              </a:ext>
            </a:extLst>
          </p:cNvPr>
          <p:cNvSpPr>
            <a:spLocks noChangeArrowheads="1"/>
          </p:cNvSpPr>
          <p:nvPr/>
        </p:nvSpPr>
        <p:spPr bwMode="auto">
          <a:xfrm>
            <a:off x="962891" y="4429132"/>
            <a:ext cx="7239000" cy="5191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v"/>
              <a:defRPr sz="2800" b="1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§"/>
              <a:defRPr sz="2800" b="1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•"/>
              <a:defRPr sz="2400" b="1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</a:defRPr>
            </a:lvl3pPr>
            <a:lvl4pPr marL="1600200" indent="-228600">
              <a:spcBef>
                <a:spcPct val="20000"/>
              </a:spcBef>
              <a:buFont typeface="Wingdings" panose="05000000000000000000" pitchFamily="2" charset="2"/>
              <a:buChar char="–"/>
              <a:defRPr sz="2000" b="1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</a:defRPr>
            </a:lvl4pPr>
            <a:lvl5pPr marL="2057400" indent="-228600">
              <a:spcBef>
                <a:spcPct val="20000"/>
              </a:spcBef>
              <a:buFont typeface="Wingdings" panose="05000000000000000000" pitchFamily="2" charset="2"/>
              <a:buChar char="»"/>
              <a:defRPr sz="2000" b="1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 b="1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 b="1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 b="1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 b="1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kumimoji="1" lang="zh-CN" altLang="en-US" dirty="0">
                <a:solidFill>
                  <a:srgbClr val="FF0000"/>
                </a:solidFill>
                <a:sym typeface="Symbol" panose="05050102010706020507" pitchFamily="18" charset="2"/>
              </a:rPr>
              <a:t></a:t>
            </a:r>
            <a:r>
              <a:rPr kumimoji="1" lang="zh-CN" altLang="en-US" dirty="0"/>
              <a:t>由点电荷电势公式，利用电势叠加原理计算</a:t>
            </a:r>
          </a:p>
        </p:txBody>
      </p:sp>
      <p:graphicFrame>
        <p:nvGraphicFramePr>
          <p:cNvPr id="5" name="Object 4">
            <a:extLst>
              <a:ext uri="{FF2B5EF4-FFF2-40B4-BE49-F238E27FC236}">
                <a16:creationId xmlns:a16="http://schemas.microsoft.com/office/drawing/2014/main" id="{F31C1896-203C-C64E-FA3C-A80387DA6A84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801952686"/>
              </p:ext>
            </p:extLst>
          </p:nvPr>
        </p:nvGraphicFramePr>
        <p:xfrm>
          <a:off x="1636713" y="2989263"/>
          <a:ext cx="2084387" cy="10937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812520" imgH="457200" progId="Equation.DSMT4">
                  <p:embed/>
                </p:oleObj>
              </mc:Choice>
              <mc:Fallback>
                <p:oleObj name="Equation" r:id="rId2" imgW="812520" imgH="457200" progId="Equation.DSMT4">
                  <p:embed/>
                  <p:pic>
                    <p:nvPicPr>
                      <p:cNvPr id="5" name="Object 4">
                        <a:extLst>
                          <a:ext uri="{FF2B5EF4-FFF2-40B4-BE49-F238E27FC236}">
                            <a16:creationId xmlns:a16="http://schemas.microsoft.com/office/drawing/2014/main" id="{982C2D65-C1A0-50C8-8855-A3BDF853C483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636713" y="2989263"/>
                        <a:ext cx="2084387" cy="109378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6" name="Rectangle 5">
            <a:extLst>
              <a:ext uri="{FF2B5EF4-FFF2-40B4-BE49-F238E27FC236}">
                <a16:creationId xmlns:a16="http://schemas.microsoft.com/office/drawing/2014/main" id="{987AF050-76A3-D4FB-FAB5-121E8B88D8E8}"/>
              </a:ext>
            </a:extLst>
          </p:cNvPr>
          <p:cNvSpPr>
            <a:spLocks noChangeArrowheads="1"/>
          </p:cNvSpPr>
          <p:nvPr/>
        </p:nvSpPr>
        <p:spPr bwMode="auto">
          <a:xfrm>
            <a:off x="865909" y="1279813"/>
            <a:ext cx="4572000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anchor="ctr">
            <a:spAutoFit/>
          </a:bodyPr>
          <a:lstStyle>
            <a:lvl1pPr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v"/>
              <a:defRPr sz="2800" b="1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§"/>
              <a:defRPr sz="2800" b="1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•"/>
              <a:defRPr sz="2400" b="1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</a:defRPr>
            </a:lvl3pPr>
            <a:lvl4pPr marL="1600200" indent="-228600">
              <a:spcBef>
                <a:spcPct val="20000"/>
              </a:spcBef>
              <a:buFont typeface="Wingdings" panose="05000000000000000000" pitchFamily="2" charset="2"/>
              <a:buChar char="–"/>
              <a:defRPr sz="2000" b="1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</a:defRPr>
            </a:lvl4pPr>
            <a:lvl5pPr marL="2057400" indent="-228600">
              <a:spcBef>
                <a:spcPct val="20000"/>
              </a:spcBef>
              <a:buFont typeface="Wingdings" panose="05000000000000000000" pitchFamily="2" charset="2"/>
              <a:buChar char="»"/>
              <a:defRPr sz="2000" b="1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 b="1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 b="1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 b="1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 b="1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zh-CN" altLang="en-US">
                <a:solidFill>
                  <a:srgbClr val="FF3300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电势计算的两种方法：</a:t>
            </a:r>
          </a:p>
        </p:txBody>
      </p:sp>
      <p:graphicFrame>
        <p:nvGraphicFramePr>
          <p:cNvPr id="7" name="Object 16">
            <a:extLst>
              <a:ext uri="{FF2B5EF4-FFF2-40B4-BE49-F238E27FC236}">
                <a16:creationId xmlns:a16="http://schemas.microsoft.com/office/drawing/2014/main" id="{22161A77-745F-2663-A5D1-5B9BC7A2F65C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81469583"/>
              </p:ext>
            </p:extLst>
          </p:nvPr>
        </p:nvGraphicFramePr>
        <p:xfrm>
          <a:off x="1797643" y="5179291"/>
          <a:ext cx="2463800" cy="10652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4" imgW="876240" imgH="431640" progId="Equation.DSMT4">
                  <p:embed/>
                </p:oleObj>
              </mc:Choice>
              <mc:Fallback>
                <p:oleObj name="Equation" r:id="rId4" imgW="876240" imgH="431640" progId="Equation.DSMT4">
                  <p:embed/>
                  <p:pic>
                    <p:nvPicPr>
                      <p:cNvPr id="7" name="Object 16">
                        <a:extLst>
                          <a:ext uri="{FF2B5EF4-FFF2-40B4-BE49-F238E27FC236}">
                            <a16:creationId xmlns:a16="http://schemas.microsoft.com/office/drawing/2014/main" id="{56C1297C-C43D-2C31-AC17-A28DF3E3C9F9}"/>
                          </a:ext>
                        </a:extLst>
                      </p:cNvPr>
                      <p:cNvPicPr>
                        <a:picLocks noChangeArrowheads="1"/>
                      </p:cNvPicPr>
                      <p:nvPr/>
                    </p:nvPicPr>
                    <p:blipFill>
                      <a:blip r:embed="rId5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797643" y="5179291"/>
                        <a:ext cx="2463800" cy="10652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1637148634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">
            <a:extLst>
              <a:ext uri="{FF2B5EF4-FFF2-40B4-BE49-F238E27FC236}">
                <a16:creationId xmlns:a16="http://schemas.microsoft.com/office/drawing/2014/main" id="{DBC3F342-8987-8131-1155-81302D10AAA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509876"/>
            <a:ext cx="8890377" cy="847177"/>
          </a:xfrm>
          <a:prstGeom prst="rect">
            <a:avLst/>
          </a:prstGeom>
        </p:spPr>
      </p:pic>
      <p:sp>
        <p:nvSpPr>
          <p:cNvPr id="3" name="Rectangle 3">
            <a:extLst>
              <a:ext uri="{FF2B5EF4-FFF2-40B4-BE49-F238E27FC236}">
                <a16:creationId xmlns:a16="http://schemas.microsoft.com/office/drawing/2014/main" id="{5C6BAAE8-71B7-151F-548F-4F64636B7180}"/>
              </a:ext>
            </a:extLst>
          </p:cNvPr>
          <p:cNvSpPr>
            <a:spLocks noChangeArrowheads="1"/>
          </p:cNvSpPr>
          <p:nvPr/>
        </p:nvSpPr>
        <p:spPr bwMode="auto">
          <a:xfrm>
            <a:off x="790171" y="903612"/>
            <a:ext cx="7239000" cy="5191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v"/>
              <a:defRPr sz="2800" b="1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§"/>
              <a:defRPr sz="2800" b="1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•"/>
              <a:defRPr sz="2400" b="1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</a:defRPr>
            </a:lvl3pPr>
            <a:lvl4pPr marL="1600200" indent="-228600">
              <a:spcBef>
                <a:spcPct val="20000"/>
              </a:spcBef>
              <a:buFont typeface="Wingdings" panose="05000000000000000000" pitchFamily="2" charset="2"/>
              <a:buChar char="–"/>
              <a:defRPr sz="2000" b="1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</a:defRPr>
            </a:lvl4pPr>
            <a:lvl5pPr marL="2057400" indent="-228600">
              <a:spcBef>
                <a:spcPct val="20000"/>
              </a:spcBef>
              <a:buFont typeface="Wingdings" panose="05000000000000000000" pitchFamily="2" charset="2"/>
              <a:buChar char="»"/>
              <a:defRPr sz="2000" b="1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 b="1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 b="1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 b="1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 b="1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kumimoji="1" lang="zh-CN" altLang="en-US" dirty="0">
                <a:solidFill>
                  <a:srgbClr val="FF0000"/>
                </a:solidFill>
                <a:sym typeface="Symbol" panose="05050102010706020507" pitchFamily="18" charset="2"/>
              </a:rPr>
              <a:t></a:t>
            </a:r>
            <a:r>
              <a:rPr kumimoji="1" lang="zh-CN" altLang="en-US" dirty="0"/>
              <a:t>由点电荷电势公式，利用电势叠加原理计算</a:t>
            </a:r>
          </a:p>
        </p:txBody>
      </p:sp>
      <p:graphicFrame>
        <p:nvGraphicFramePr>
          <p:cNvPr id="4" name="Object 16">
            <a:extLst>
              <a:ext uri="{FF2B5EF4-FFF2-40B4-BE49-F238E27FC236}">
                <a16:creationId xmlns:a16="http://schemas.microsoft.com/office/drawing/2014/main" id="{9815A7FD-B699-F86C-2083-6654E62A6138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3575162981"/>
              </p:ext>
            </p:extLst>
          </p:nvPr>
        </p:nvGraphicFramePr>
        <p:xfrm>
          <a:off x="1624923" y="1653771"/>
          <a:ext cx="2463800" cy="10652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3" imgW="876240" imgH="431640" progId="Equation.DSMT4">
                  <p:embed/>
                </p:oleObj>
              </mc:Choice>
              <mc:Fallback>
                <p:oleObj name="Equation" r:id="rId3" imgW="876240" imgH="431640" progId="Equation.DSMT4">
                  <p:embed/>
                  <p:pic>
                    <p:nvPicPr>
                      <p:cNvPr id="7" name="Object 16">
                        <a:extLst>
                          <a:ext uri="{FF2B5EF4-FFF2-40B4-BE49-F238E27FC236}">
                            <a16:creationId xmlns:a16="http://schemas.microsoft.com/office/drawing/2014/main" id="{22161A77-745F-2663-A5D1-5B9BC7A2F65C}"/>
                          </a:ext>
                        </a:extLst>
                      </p:cNvPr>
                      <p:cNvPicPr>
                        <a:picLocks noChangeArrowheads="1"/>
                      </p:cNvPicPr>
                      <p:nvPr/>
                    </p:nvPicPr>
                    <p:blipFill>
                      <a:blip r:embed="rId4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624923" y="1653771"/>
                        <a:ext cx="2463800" cy="10652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sp>
        <p:nvSpPr>
          <p:cNvPr id="6" name="文本框 5">
            <a:extLst>
              <a:ext uri="{FF2B5EF4-FFF2-40B4-BE49-F238E27FC236}">
                <a16:creationId xmlns:a16="http://schemas.microsoft.com/office/drawing/2014/main" id="{E4CF5EAE-3024-6C1F-FB2B-D423E4C4A277}"/>
              </a:ext>
            </a:extLst>
          </p:cNvPr>
          <p:cNvSpPr txBox="1"/>
          <p:nvPr/>
        </p:nvSpPr>
        <p:spPr>
          <a:xfrm>
            <a:off x="457200" y="2929764"/>
            <a:ext cx="457200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2400" b="1" i="0" u="none" strike="noStrike" baseline="0" dirty="0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电磁学（上）练习三 </a:t>
            </a:r>
            <a:endParaRPr lang="zh-CN" altLang="en-US" sz="2400" b="1" dirty="0"/>
          </a:p>
        </p:txBody>
      </p:sp>
      <p:pic>
        <p:nvPicPr>
          <p:cNvPr id="7" name="图片 6">
            <a:extLst>
              <a:ext uri="{FF2B5EF4-FFF2-40B4-BE49-F238E27FC236}">
                <a16:creationId xmlns:a16="http://schemas.microsoft.com/office/drawing/2014/main" id="{2A028309-4C5D-4132-E7F3-181694CAFCEF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855238" y="4594728"/>
            <a:ext cx="3433523" cy="6095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35704911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>
            <a:extLst>
              <a:ext uri="{FF2B5EF4-FFF2-40B4-BE49-F238E27FC236}">
                <a16:creationId xmlns:a16="http://schemas.microsoft.com/office/drawing/2014/main" id="{B006757D-5CEA-836E-24C8-B02A95CF68B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2736" y="595628"/>
            <a:ext cx="8468591" cy="744427"/>
          </a:xfrm>
          <a:prstGeom prst="rect">
            <a:avLst/>
          </a:prstGeom>
        </p:spPr>
      </p:pic>
      <p:cxnSp>
        <p:nvCxnSpPr>
          <p:cNvPr id="4" name="直接连接符 3">
            <a:extLst>
              <a:ext uri="{FF2B5EF4-FFF2-40B4-BE49-F238E27FC236}">
                <a16:creationId xmlns:a16="http://schemas.microsoft.com/office/drawing/2014/main" id="{85BC5858-D5E2-9E08-1BCD-E936E8CC911B}"/>
              </a:ext>
            </a:extLst>
          </p:cNvPr>
          <p:cNvCxnSpPr>
            <a:cxnSpLocks/>
          </p:cNvCxnSpPr>
          <p:nvPr/>
        </p:nvCxnSpPr>
        <p:spPr bwMode="auto">
          <a:xfrm flipV="1">
            <a:off x="929265" y="1688523"/>
            <a:ext cx="4038600" cy="14288"/>
          </a:xfrm>
          <a:prstGeom prst="line">
            <a:avLst/>
          </a:prstGeom>
          <a:noFill/>
          <a:ln w="76200" cap="flat" cmpd="sng" algn="ctr">
            <a:solidFill>
              <a:srgbClr val="FF0000"/>
            </a:solidFill>
            <a:prstDash val="solid"/>
            <a:headEnd type="none" w="med" len="med"/>
            <a:tailEnd type="none" w="med" len="med"/>
          </a:ln>
          <a:effectLst/>
        </p:spPr>
      </p:cxnSp>
      <p:graphicFrame>
        <p:nvGraphicFramePr>
          <p:cNvPr id="5" name="对象 9">
            <a:extLst>
              <a:ext uri="{FF2B5EF4-FFF2-40B4-BE49-F238E27FC236}">
                <a16:creationId xmlns:a16="http://schemas.microsoft.com/office/drawing/2014/main" id="{DA724122-241F-EB6E-00FE-FFF15FF40935}"/>
              </a:ext>
            </a:extLst>
          </p:cNvPr>
          <p:cNvGraphicFramePr>
            <a:graphicFrameLocks noChangeAspect="1"/>
          </p:cNvGraphicFramePr>
          <p:nvPr/>
        </p:nvGraphicFramePr>
        <p:xfrm>
          <a:off x="6106102" y="1169411"/>
          <a:ext cx="330200" cy="3571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3" imgW="152268" imgH="164957" progId="Equation.DSMT4">
                  <p:embed/>
                </p:oleObj>
              </mc:Choice>
              <mc:Fallback>
                <p:oleObj name="Equation" r:id="rId3" imgW="152268" imgH="164957" progId="Equation.DSMT4">
                  <p:embed/>
                  <p:pic>
                    <p:nvPicPr>
                      <p:cNvPr id="5" name="对象 9">
                        <a:extLst>
                          <a:ext uri="{FF2B5EF4-FFF2-40B4-BE49-F238E27FC236}">
                            <a16:creationId xmlns:a16="http://schemas.microsoft.com/office/drawing/2014/main" id="{DA724122-241F-EB6E-00FE-FFF15FF40935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106102" y="1169411"/>
                        <a:ext cx="330200" cy="35718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6" name="椭圆 15">
            <a:extLst>
              <a:ext uri="{FF2B5EF4-FFF2-40B4-BE49-F238E27FC236}">
                <a16:creationId xmlns:a16="http://schemas.microsoft.com/office/drawing/2014/main" id="{66BE502A-0F8B-5789-5642-EC9F1210142E}"/>
              </a:ext>
            </a:extLst>
          </p:cNvPr>
          <p:cNvSpPr>
            <a:spLocks noChangeArrowheads="1"/>
          </p:cNvSpPr>
          <p:nvPr/>
        </p:nvSpPr>
        <p:spPr bwMode="auto">
          <a:xfrm>
            <a:off x="6195002" y="1650423"/>
            <a:ext cx="76200" cy="96838"/>
          </a:xfrm>
          <a:prstGeom prst="ellipse">
            <a:avLst/>
          </a:prstGeom>
          <a:solidFill>
            <a:srgbClr val="0066FF"/>
          </a:solidFill>
          <a:ln w="9525" algn="ctr">
            <a:solidFill>
              <a:srgbClr val="0066FF"/>
            </a:solidFill>
            <a:bevel/>
            <a:headEnd/>
            <a:tailEnd/>
          </a:ln>
        </p:spPr>
        <p:txBody>
          <a:bodyPr/>
          <a:lstStyle>
            <a:lvl1pPr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v"/>
              <a:defRPr sz="2800" b="1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§"/>
              <a:defRPr sz="2800" b="1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•"/>
              <a:defRPr sz="2400" b="1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</a:defRPr>
            </a:lvl3pPr>
            <a:lvl4pPr marL="1600200" indent="-228600">
              <a:spcBef>
                <a:spcPct val="20000"/>
              </a:spcBef>
              <a:buFont typeface="Wingdings" panose="05000000000000000000" pitchFamily="2" charset="2"/>
              <a:buChar char="–"/>
              <a:defRPr sz="2000" b="1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</a:defRPr>
            </a:lvl4pPr>
            <a:lvl5pPr marL="2057400" indent="-228600">
              <a:spcBef>
                <a:spcPct val="20000"/>
              </a:spcBef>
              <a:buFont typeface="Wingdings" panose="05000000000000000000" pitchFamily="2" charset="2"/>
              <a:buChar char="»"/>
              <a:defRPr sz="2000" b="1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 b="1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 b="1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 b="1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 b="1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endParaRPr kumimoji="0" lang="zh-CN" altLang="en-US" sz="3200" b="0" i="0" u="none" strike="noStrike" kern="1200" cap="none" spc="0" normalizeH="0" baseline="0" noProof="0">
              <a:ln>
                <a:noFill/>
              </a:ln>
              <a:solidFill>
                <a:srgbClr val="003366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grpSp>
        <p:nvGrpSpPr>
          <p:cNvPr id="7" name="组合 6">
            <a:extLst>
              <a:ext uri="{FF2B5EF4-FFF2-40B4-BE49-F238E27FC236}">
                <a16:creationId xmlns:a16="http://schemas.microsoft.com/office/drawing/2014/main" id="{BDDF82EC-3A11-F94C-C3A1-2162C92CA04D}"/>
              </a:ext>
            </a:extLst>
          </p:cNvPr>
          <p:cNvGrpSpPr>
            <a:grpSpLocks/>
          </p:cNvGrpSpPr>
          <p:nvPr/>
        </p:nvGrpSpPr>
        <p:grpSpPr bwMode="auto">
          <a:xfrm>
            <a:off x="2904115" y="1358323"/>
            <a:ext cx="4214812" cy="541338"/>
            <a:chOff x="2668873" y="1784574"/>
            <a:chExt cx="4214449" cy="541012"/>
          </a:xfrm>
        </p:grpSpPr>
        <p:pic>
          <p:nvPicPr>
            <p:cNvPr id="8" name="图片 17">
              <a:extLst>
                <a:ext uri="{FF2B5EF4-FFF2-40B4-BE49-F238E27FC236}">
                  <a16:creationId xmlns:a16="http://schemas.microsoft.com/office/drawing/2014/main" id="{906B125F-CA79-61D5-D970-4E39C12D11F8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757765" y="2086059"/>
              <a:ext cx="76198" cy="9797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grpSp>
          <p:nvGrpSpPr>
            <p:cNvPr id="9" name="组合 55">
              <a:extLst>
                <a:ext uri="{FF2B5EF4-FFF2-40B4-BE49-F238E27FC236}">
                  <a16:creationId xmlns:a16="http://schemas.microsoft.com/office/drawing/2014/main" id="{9823F9B0-ABD6-A53A-8B8A-6B0BE77026CD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2668873" y="1784574"/>
              <a:ext cx="4214449" cy="541012"/>
              <a:chOff x="2668873" y="1784574"/>
              <a:chExt cx="4214449" cy="541012"/>
            </a:xfrm>
          </p:grpSpPr>
          <p:cxnSp>
            <p:nvCxnSpPr>
              <p:cNvPr id="10" name="直接连接符 9">
                <a:extLst>
                  <a:ext uri="{FF2B5EF4-FFF2-40B4-BE49-F238E27FC236}">
                    <a16:creationId xmlns:a16="http://schemas.microsoft.com/office/drawing/2014/main" id="{3F33F405-A132-F1CE-651E-D6F8CF93C5A7}"/>
                  </a:ext>
                </a:extLst>
              </p:cNvPr>
              <p:cNvCxnSpPr>
                <a:cxnSpLocks/>
                <a:stCxn id="8" idx="1"/>
              </p:cNvCxnSpPr>
              <p:nvPr/>
            </p:nvCxnSpPr>
            <p:spPr bwMode="auto">
              <a:xfrm flipV="1">
                <a:off x="2757765" y="2124094"/>
                <a:ext cx="3719192" cy="11106"/>
              </a:xfrm>
              <a:prstGeom prst="line">
                <a:avLst/>
              </a:prstGeom>
              <a:noFill/>
              <a:ln w="28575" cap="flat" cmpd="sng" algn="ctr">
                <a:solidFill>
                  <a:srgbClr val="003366">
                    <a:shade val="95000"/>
                    <a:satMod val="105000"/>
                  </a:srgbClr>
                </a:solidFill>
                <a:prstDash val="solid"/>
                <a:headEnd type="none" w="med" len="med"/>
                <a:tailEnd type="triangle" w="med" len="med"/>
              </a:ln>
              <a:effectLst/>
            </p:spPr>
          </p:cxnSp>
          <p:graphicFrame>
            <p:nvGraphicFramePr>
              <p:cNvPr id="11" name="对象 16">
                <a:extLst>
                  <a:ext uri="{FF2B5EF4-FFF2-40B4-BE49-F238E27FC236}">
                    <a16:creationId xmlns:a16="http://schemas.microsoft.com/office/drawing/2014/main" id="{86FABB2B-E56A-7B8F-5D7C-6EB16F18E92C}"/>
                  </a:ext>
                </a:extLst>
              </p:cNvPr>
              <p:cNvGraphicFramePr>
                <a:graphicFrameLocks noChangeAspect="1"/>
              </p:cNvGraphicFramePr>
              <p:nvPr/>
            </p:nvGraphicFramePr>
            <p:xfrm>
              <a:off x="2668873" y="1784574"/>
              <a:ext cx="253982" cy="296312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name="Equation" r:id="rId6" imgW="152202" imgH="177569" progId="Equation.DSMT4">
                      <p:embed/>
                    </p:oleObj>
                  </mc:Choice>
                  <mc:Fallback>
                    <p:oleObj name="Equation" r:id="rId6" imgW="152202" imgH="177569" progId="Equation.DSMT4">
                      <p:embed/>
                      <p:pic>
                        <p:nvPicPr>
                          <p:cNvPr id="11" name="对象 16">
                            <a:extLst>
                              <a:ext uri="{FF2B5EF4-FFF2-40B4-BE49-F238E27FC236}">
                                <a16:creationId xmlns:a16="http://schemas.microsoft.com/office/drawing/2014/main" id="{86FABB2B-E56A-7B8F-5D7C-6EB16F18E92C}"/>
                              </a:ext>
                            </a:extLst>
                          </p:cNvPr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7">
                            <a:extLst>
                              <a:ext uri="{28A0092B-C50C-407E-A947-70E740481C1C}">
                                <a14:useLocalDpi xmlns:a14="http://schemas.microsoft.com/office/drawing/2010/main" val="0"/>
                              </a:ext>
                            </a:extLst>
                          </a:blip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2668873" y="1784574"/>
                            <a:ext cx="253982" cy="296312"/>
                          </a:xfrm>
                          <a:prstGeom prst="rect">
                            <a:avLst/>
                          </a:prstGeom>
                          <a:noFill/>
                          <a:ln>
                            <a:noFill/>
                          </a:ln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rgbClr val="FFFFFF"/>
                                </a:solidFill>
                              </a14:hiddenFill>
                            </a:ext>
                            <a:ext uri="{91240B29-F687-4F45-9708-019B960494DF}">
                              <a14:hiddenLine xmlns:a14="http://schemas.microsoft.com/office/drawing/2010/main" w="9525">
                                <a:solidFill>
                                  <a:srgbClr val="000000"/>
                                </a:solidFill>
                                <a:miter lim="800000"/>
                                <a:headEnd/>
                                <a:tailEnd/>
                              </a14:hiddenLine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  <p:graphicFrame>
            <p:nvGraphicFramePr>
              <p:cNvPr id="12" name="对象 20">
                <a:extLst>
                  <a:ext uri="{FF2B5EF4-FFF2-40B4-BE49-F238E27FC236}">
                    <a16:creationId xmlns:a16="http://schemas.microsoft.com/office/drawing/2014/main" id="{CBC3539A-063D-CA6B-0571-D3A5CF8A549B}"/>
                  </a:ext>
                </a:extLst>
              </p:cNvPr>
              <p:cNvGraphicFramePr>
                <a:graphicFrameLocks noChangeAspect="1"/>
              </p:cNvGraphicFramePr>
              <p:nvPr/>
            </p:nvGraphicFramePr>
            <p:xfrm>
              <a:off x="6565842" y="1976358"/>
              <a:ext cx="317480" cy="349228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name="Equation" r:id="rId8" imgW="126835" imgH="139518" progId="Equation.DSMT4">
                      <p:embed/>
                    </p:oleObj>
                  </mc:Choice>
                  <mc:Fallback>
                    <p:oleObj name="Equation" r:id="rId8" imgW="126835" imgH="139518" progId="Equation.DSMT4">
                      <p:embed/>
                      <p:pic>
                        <p:nvPicPr>
                          <p:cNvPr id="12" name="对象 20">
                            <a:extLst>
                              <a:ext uri="{FF2B5EF4-FFF2-40B4-BE49-F238E27FC236}">
                                <a16:creationId xmlns:a16="http://schemas.microsoft.com/office/drawing/2014/main" id="{CBC3539A-063D-CA6B-0571-D3A5CF8A549B}"/>
                              </a:ext>
                            </a:extLst>
                          </p:cNvPr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9">
                            <a:extLst>
                              <a:ext uri="{28A0092B-C50C-407E-A947-70E740481C1C}">
                                <a14:useLocalDpi xmlns:a14="http://schemas.microsoft.com/office/drawing/2010/main" val="0"/>
                              </a:ext>
                            </a:extLst>
                          </a:blip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6565842" y="1976358"/>
                            <a:ext cx="317480" cy="349228"/>
                          </a:xfrm>
                          <a:prstGeom prst="rect">
                            <a:avLst/>
                          </a:prstGeom>
                          <a:noFill/>
                          <a:ln>
                            <a:noFill/>
                          </a:ln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rgbClr val="FFFFFF"/>
                                </a:solidFill>
                              </a14:hiddenFill>
                            </a:ext>
                            <a:ext uri="{91240B29-F687-4F45-9708-019B960494DF}">
                              <a14:hiddenLine xmlns:a14="http://schemas.microsoft.com/office/drawing/2010/main" w="9525">
                                <a:solidFill>
                                  <a:srgbClr val="000000"/>
                                </a:solidFill>
                                <a:miter lim="800000"/>
                                <a:headEnd/>
                                <a:tailEnd/>
                              </a14:hiddenLine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</p:grpSp>
      </p:grpSp>
      <p:graphicFrame>
        <p:nvGraphicFramePr>
          <p:cNvPr id="13" name="对象 12">
            <a:extLst>
              <a:ext uri="{FF2B5EF4-FFF2-40B4-BE49-F238E27FC236}">
                <a16:creationId xmlns:a16="http://schemas.microsoft.com/office/drawing/2014/main" id="{0C24A9E2-BBE5-AFA7-5E92-F6B3341BD7CB}"/>
              </a:ext>
            </a:extLst>
          </p:cNvPr>
          <p:cNvGraphicFramePr>
            <a:graphicFrameLocks noChangeAspect="1"/>
          </p:cNvGraphicFramePr>
          <p:nvPr/>
        </p:nvGraphicFramePr>
        <p:xfrm>
          <a:off x="3299402" y="1910773"/>
          <a:ext cx="317500" cy="3492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0" imgW="126835" imgH="139518" progId="Equation.DSMT4">
                  <p:embed/>
                </p:oleObj>
              </mc:Choice>
              <mc:Fallback>
                <p:oleObj name="Equation" r:id="rId10" imgW="126835" imgH="139518" progId="Equation.DSMT4">
                  <p:embed/>
                  <p:pic>
                    <p:nvPicPr>
                      <p:cNvPr id="13" name="对象 12">
                        <a:extLst>
                          <a:ext uri="{FF2B5EF4-FFF2-40B4-BE49-F238E27FC236}">
                            <a16:creationId xmlns:a16="http://schemas.microsoft.com/office/drawing/2014/main" id="{0C24A9E2-BBE5-AFA7-5E92-F6B3341BD7CB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1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299402" y="1910773"/>
                        <a:ext cx="317500" cy="3492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4" name="对象 13">
            <a:extLst>
              <a:ext uri="{FF2B5EF4-FFF2-40B4-BE49-F238E27FC236}">
                <a16:creationId xmlns:a16="http://schemas.microsoft.com/office/drawing/2014/main" id="{8DDD4C1D-4A41-F8F6-E456-5D9C6F5B416F}"/>
              </a:ext>
            </a:extLst>
          </p:cNvPr>
          <p:cNvGraphicFramePr>
            <a:graphicFrameLocks noChangeAspect="1"/>
          </p:cNvGraphicFramePr>
          <p:nvPr/>
        </p:nvGraphicFramePr>
        <p:xfrm>
          <a:off x="3818515" y="1317048"/>
          <a:ext cx="368300" cy="3000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2" imgW="203024" imgH="164957" progId="Equation.DSMT4">
                  <p:embed/>
                </p:oleObj>
              </mc:Choice>
              <mc:Fallback>
                <p:oleObj name="Equation" r:id="rId12" imgW="203024" imgH="164957" progId="Equation.DSMT4">
                  <p:embed/>
                  <p:pic>
                    <p:nvPicPr>
                      <p:cNvPr id="14" name="对象 13">
                        <a:extLst>
                          <a:ext uri="{FF2B5EF4-FFF2-40B4-BE49-F238E27FC236}">
                            <a16:creationId xmlns:a16="http://schemas.microsoft.com/office/drawing/2014/main" id="{8DDD4C1D-4A41-F8F6-E456-5D9C6F5B416F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818515" y="1317048"/>
                        <a:ext cx="368300" cy="30003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5" name="矩形 14">
            <a:extLst>
              <a:ext uri="{FF2B5EF4-FFF2-40B4-BE49-F238E27FC236}">
                <a16:creationId xmlns:a16="http://schemas.microsoft.com/office/drawing/2014/main" id="{AF387532-525F-EA21-329A-39F86D7A36C6}"/>
              </a:ext>
            </a:extLst>
          </p:cNvPr>
          <p:cNvSpPr>
            <a:spLocks noChangeArrowheads="1"/>
          </p:cNvSpPr>
          <p:nvPr/>
        </p:nvSpPr>
        <p:spPr bwMode="auto">
          <a:xfrm>
            <a:off x="463621" y="2484158"/>
            <a:ext cx="8443337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v"/>
              <a:defRPr sz="2800" b="1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§"/>
              <a:defRPr sz="2800" b="1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•"/>
              <a:defRPr sz="2400" b="1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</a:defRPr>
            </a:lvl3pPr>
            <a:lvl4pPr marL="1600200" indent="-228600">
              <a:spcBef>
                <a:spcPct val="20000"/>
              </a:spcBef>
              <a:buFont typeface="Wingdings" panose="05000000000000000000" pitchFamily="2" charset="2"/>
              <a:buChar char="–"/>
              <a:defRPr sz="2000" b="1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</a:defRPr>
            </a:lvl4pPr>
            <a:lvl5pPr marL="2057400" indent="-228600">
              <a:spcBef>
                <a:spcPct val="20000"/>
              </a:spcBef>
              <a:buFont typeface="Wingdings" panose="05000000000000000000" pitchFamily="2" charset="2"/>
              <a:buChar char="»"/>
              <a:defRPr sz="2000" b="1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 b="1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 b="1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 b="1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 b="1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FF6600"/>
                </a:solidFill>
                <a:effectLst/>
                <a:uLnTx/>
                <a:uFillTx/>
                <a:latin typeface="Times New Roman" panose="02020603050405020304" pitchFamily="18" charset="0"/>
                <a:ea typeface="仿宋_GB2312" pitchFamily="49" charset="-122"/>
                <a:cs typeface="+mn-cs"/>
              </a:rPr>
              <a:t>解</a:t>
            </a:r>
            <a:r>
              <a:rPr kumimoji="1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仿宋_GB2312" pitchFamily="49" charset="-122"/>
                <a:cs typeface="+mn-cs"/>
              </a:rPr>
              <a:t>：建立如图坐标系（细杆中心为坐标原点，细杆为轴线）</a:t>
            </a:r>
            <a:endParaRPr kumimoji="0" lang="zh-CN" altLang="en-US" sz="2800" b="0" i="0" u="none" strike="noStrike" kern="1200" cap="none" spc="0" normalizeH="0" baseline="0" noProof="0" dirty="0">
              <a:ln>
                <a:noFill/>
              </a:ln>
              <a:solidFill>
                <a:srgbClr val="003366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grpSp>
        <p:nvGrpSpPr>
          <p:cNvPr id="16" name="组合 15">
            <a:extLst>
              <a:ext uri="{FF2B5EF4-FFF2-40B4-BE49-F238E27FC236}">
                <a16:creationId xmlns:a16="http://schemas.microsoft.com/office/drawing/2014/main" id="{3564FEDF-E25B-6B98-953F-94FFCBA40783}"/>
              </a:ext>
            </a:extLst>
          </p:cNvPr>
          <p:cNvGrpSpPr>
            <a:grpSpLocks/>
          </p:cNvGrpSpPr>
          <p:nvPr/>
        </p:nvGrpSpPr>
        <p:grpSpPr bwMode="auto">
          <a:xfrm>
            <a:off x="932440" y="3020436"/>
            <a:ext cx="6323307" cy="750887"/>
            <a:chOff x="697536" y="3445701"/>
            <a:chExt cx="6323369" cy="751169"/>
          </a:xfrm>
        </p:grpSpPr>
        <p:sp>
          <p:nvSpPr>
            <p:cNvPr id="17" name="矩形 33">
              <a:extLst>
                <a:ext uri="{FF2B5EF4-FFF2-40B4-BE49-F238E27FC236}">
                  <a16:creationId xmlns:a16="http://schemas.microsoft.com/office/drawing/2014/main" id="{DC65A73A-7696-047B-98FF-3EE39BC197A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97536" y="3630430"/>
              <a:ext cx="4647472" cy="46183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lr>
                  <a:schemeClr val="hlink"/>
                </a:buClr>
                <a:buFont typeface="Wingdings" panose="05000000000000000000" pitchFamily="2" charset="2"/>
                <a:buChar char="v"/>
                <a:defRPr sz="2800" b="1">
                  <a:solidFill>
                    <a:schemeClr val="tx1"/>
                  </a:solidFill>
                  <a:latin typeface="楷体_GB2312" pitchFamily="49" charset="-122"/>
                  <a:ea typeface="楷体_GB2312" pitchFamily="49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Font typeface="Wingdings" panose="05000000000000000000" pitchFamily="2" charset="2"/>
                <a:buChar char="§"/>
                <a:defRPr sz="2800" b="1">
                  <a:solidFill>
                    <a:schemeClr val="tx1"/>
                  </a:solidFill>
                  <a:latin typeface="楷体_GB2312" pitchFamily="49" charset="-122"/>
                  <a:ea typeface="楷体_GB2312" pitchFamily="49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hlink"/>
                </a:buClr>
                <a:buFont typeface="Wingdings" panose="05000000000000000000" pitchFamily="2" charset="2"/>
                <a:buChar char="•"/>
                <a:defRPr sz="2400" b="1">
                  <a:solidFill>
                    <a:schemeClr val="tx1"/>
                  </a:solidFill>
                  <a:latin typeface="楷体_GB2312" pitchFamily="49" charset="-122"/>
                  <a:ea typeface="楷体_GB2312" pitchFamily="49" charset="-122"/>
                </a:defRPr>
              </a:lvl3pPr>
              <a:lvl4pPr marL="1600200" indent="-228600">
                <a:spcBef>
                  <a:spcPct val="20000"/>
                </a:spcBef>
                <a:buFont typeface="Wingdings" panose="05000000000000000000" pitchFamily="2" charset="2"/>
                <a:buChar char="–"/>
                <a:defRPr sz="2000" b="1">
                  <a:solidFill>
                    <a:schemeClr val="tx1"/>
                  </a:solidFill>
                  <a:latin typeface="楷体_GB2312" pitchFamily="49" charset="-122"/>
                  <a:ea typeface="楷体_GB2312" pitchFamily="49" charset="-122"/>
                </a:defRPr>
              </a:lvl4pPr>
              <a:lvl5pPr marL="2057400" indent="-228600">
                <a:spcBef>
                  <a:spcPct val="20000"/>
                </a:spcBef>
                <a:buFont typeface="Wingdings" panose="05000000000000000000" pitchFamily="2" charset="2"/>
                <a:buChar char="»"/>
                <a:defRPr sz="2000" b="1">
                  <a:solidFill>
                    <a:schemeClr val="tx1"/>
                  </a:solidFill>
                  <a:latin typeface="楷体_GB2312" pitchFamily="49" charset="-122"/>
                  <a:ea typeface="楷体_GB2312" pitchFamily="49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anose="05000000000000000000" pitchFamily="2" charset="2"/>
                <a:buChar char="»"/>
                <a:defRPr sz="2000" b="1">
                  <a:solidFill>
                    <a:schemeClr val="tx1"/>
                  </a:solidFill>
                  <a:latin typeface="楷体_GB2312" pitchFamily="49" charset="-122"/>
                  <a:ea typeface="楷体_GB2312" pitchFamily="49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anose="05000000000000000000" pitchFamily="2" charset="2"/>
                <a:buChar char="»"/>
                <a:defRPr sz="2000" b="1">
                  <a:solidFill>
                    <a:schemeClr val="tx1"/>
                  </a:solidFill>
                  <a:latin typeface="楷体_GB2312" pitchFamily="49" charset="-122"/>
                  <a:ea typeface="楷体_GB2312" pitchFamily="49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anose="05000000000000000000" pitchFamily="2" charset="2"/>
                <a:buChar char="»"/>
                <a:defRPr sz="2000" b="1">
                  <a:solidFill>
                    <a:schemeClr val="tx1"/>
                  </a:solidFill>
                  <a:latin typeface="楷体_GB2312" pitchFamily="49" charset="-122"/>
                  <a:ea typeface="楷体_GB2312" pitchFamily="49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anose="05000000000000000000" pitchFamily="2" charset="2"/>
                <a:buChar char="»"/>
                <a:defRPr sz="2000" b="1">
                  <a:solidFill>
                    <a:schemeClr val="tx1"/>
                  </a:solidFill>
                  <a:latin typeface="楷体_GB2312" pitchFamily="49" charset="-122"/>
                  <a:ea typeface="楷体_GB2312" pitchFamily="49" charset="-122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zh-CN" altLang="en-US" sz="2400" b="1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仿宋_GB2312" pitchFamily="49" charset="-122"/>
                  <a:cs typeface="+mn-cs"/>
                </a:rPr>
                <a:t>在    处取线元     ，相应的电荷 元</a:t>
              </a:r>
              <a:endParaRPr kumimoji="1" lang="en-US" altLang="zh-CN" sz="24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仿宋_GB2312" pitchFamily="49" charset="-122"/>
                <a:cs typeface="+mn-cs"/>
              </a:endParaRPr>
            </a:p>
          </p:txBody>
        </p:sp>
        <p:graphicFrame>
          <p:nvGraphicFramePr>
            <p:cNvPr id="18" name="对象 34">
              <a:extLst>
                <a:ext uri="{FF2B5EF4-FFF2-40B4-BE49-F238E27FC236}">
                  <a16:creationId xmlns:a16="http://schemas.microsoft.com/office/drawing/2014/main" id="{ABC52121-12B3-11F6-DFA6-A0DCF56B8C2C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1066892" y="3644739"/>
            <a:ext cx="393678" cy="433046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14" imgW="126835" imgH="139518" progId="Equation.DSMT4">
                    <p:embed/>
                  </p:oleObj>
                </mc:Choice>
                <mc:Fallback>
                  <p:oleObj name="Equation" r:id="rId14" imgW="126835" imgH="139518" progId="Equation.DSMT4">
                    <p:embed/>
                    <p:pic>
                      <p:nvPicPr>
                        <p:cNvPr id="18" name="对象 34">
                          <a:extLst>
                            <a:ext uri="{FF2B5EF4-FFF2-40B4-BE49-F238E27FC236}">
                              <a16:creationId xmlns:a16="http://schemas.microsoft.com/office/drawing/2014/main" id="{ABC52121-12B3-11F6-DFA6-A0DCF56B8C2C}"/>
                            </a:ext>
                          </a:extLst>
                        </p:cNvPr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5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066892" y="3644739"/>
                          <a:ext cx="393678" cy="433046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19" name="对象 35">
              <a:extLst>
                <a:ext uri="{FF2B5EF4-FFF2-40B4-BE49-F238E27FC236}">
                  <a16:creationId xmlns:a16="http://schemas.microsoft.com/office/drawing/2014/main" id="{E4306C45-E766-B743-D37F-7717C078FD4B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2557739" y="3647595"/>
            <a:ext cx="476250" cy="4445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16" imgW="190335" imgH="177646" progId="Equation.DSMT4">
                    <p:embed/>
                  </p:oleObj>
                </mc:Choice>
                <mc:Fallback>
                  <p:oleObj name="Equation" r:id="rId16" imgW="190335" imgH="177646" progId="Equation.DSMT4">
                    <p:embed/>
                    <p:pic>
                      <p:nvPicPr>
                        <p:cNvPr id="19" name="对象 35">
                          <a:extLst>
                            <a:ext uri="{FF2B5EF4-FFF2-40B4-BE49-F238E27FC236}">
                              <a16:creationId xmlns:a16="http://schemas.microsoft.com/office/drawing/2014/main" id="{E4306C45-E766-B743-D37F-7717C078FD4B}"/>
                            </a:ext>
                          </a:extLst>
                        </p:cNvPr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7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557739" y="3647595"/>
                          <a:ext cx="476250" cy="444500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20" name="对象 36">
              <a:extLst>
                <a:ext uri="{FF2B5EF4-FFF2-40B4-BE49-F238E27FC236}">
                  <a16:creationId xmlns:a16="http://schemas.microsoft.com/office/drawing/2014/main" id="{FF82FCC9-8726-877B-64A0-CF846BF30AE3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5199120" y="3445701"/>
            <a:ext cx="1821785" cy="751169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18" imgW="952087" imgH="393529" progId="Equation.DSMT4">
                    <p:embed/>
                  </p:oleObj>
                </mc:Choice>
                <mc:Fallback>
                  <p:oleObj name="Equation" r:id="rId18" imgW="952087" imgH="393529" progId="Equation.DSMT4">
                    <p:embed/>
                    <p:pic>
                      <p:nvPicPr>
                        <p:cNvPr id="20" name="对象 36">
                          <a:extLst>
                            <a:ext uri="{FF2B5EF4-FFF2-40B4-BE49-F238E27FC236}">
                              <a16:creationId xmlns:a16="http://schemas.microsoft.com/office/drawing/2014/main" id="{FF82FCC9-8726-877B-64A0-CF846BF30AE3}"/>
                            </a:ext>
                          </a:extLst>
                        </p:cNvPr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9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5199120" y="3445701"/>
                          <a:ext cx="1821785" cy="751169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sp>
        <p:nvSpPr>
          <p:cNvPr id="21" name="矩形 20">
            <a:extLst>
              <a:ext uri="{FF2B5EF4-FFF2-40B4-BE49-F238E27FC236}">
                <a16:creationId xmlns:a16="http://schemas.microsoft.com/office/drawing/2014/main" id="{1EE17D86-C684-80D6-A1D0-F9018AFCEC50}"/>
              </a:ext>
            </a:extLst>
          </p:cNvPr>
          <p:cNvSpPr>
            <a:spLocks noChangeArrowheads="1"/>
          </p:cNvSpPr>
          <p:nvPr/>
        </p:nvSpPr>
        <p:spPr bwMode="auto">
          <a:xfrm>
            <a:off x="959427" y="4720648"/>
            <a:ext cx="4219575" cy="461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v"/>
              <a:defRPr sz="2800" b="1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§"/>
              <a:defRPr sz="2800" b="1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•"/>
              <a:defRPr sz="2400" b="1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</a:defRPr>
            </a:lvl3pPr>
            <a:lvl4pPr marL="1600200" indent="-228600">
              <a:spcBef>
                <a:spcPct val="20000"/>
              </a:spcBef>
              <a:buFont typeface="Wingdings" panose="05000000000000000000" pitchFamily="2" charset="2"/>
              <a:buChar char="–"/>
              <a:defRPr sz="2000" b="1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</a:defRPr>
            </a:lvl4pPr>
            <a:lvl5pPr marL="2057400" indent="-228600">
              <a:spcBef>
                <a:spcPct val="20000"/>
              </a:spcBef>
              <a:buFont typeface="Wingdings" panose="05000000000000000000" pitchFamily="2" charset="2"/>
              <a:buChar char="»"/>
              <a:defRPr sz="2000" b="1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 b="1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 b="1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 b="1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 b="1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zh-CN" altLang="en-US" sz="24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仿宋_GB2312" pitchFamily="49" charset="-122"/>
                <a:cs typeface="+mn-cs"/>
              </a:rPr>
              <a:t>整个杆在</a:t>
            </a:r>
            <a:r>
              <a:rPr kumimoji="1" lang="en-US" altLang="zh-CN" sz="24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仿宋_GB2312" pitchFamily="49" charset="-122"/>
                <a:cs typeface="+mn-cs"/>
              </a:rPr>
              <a:t>P</a:t>
            </a:r>
            <a:r>
              <a:rPr kumimoji="1" lang="zh-CN" altLang="en-US" sz="24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仿宋_GB2312" pitchFamily="49" charset="-122"/>
                <a:cs typeface="+mn-cs"/>
              </a:rPr>
              <a:t>处产生的电势          </a:t>
            </a:r>
            <a:endParaRPr kumimoji="0" lang="zh-CN" altLang="en-US" sz="2800" b="0" i="0" u="none" strike="noStrike" kern="1200" cap="none" spc="0" normalizeH="0" baseline="0" noProof="0">
              <a:ln>
                <a:noFill/>
              </a:ln>
              <a:solidFill>
                <a:srgbClr val="003366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graphicFrame>
        <p:nvGraphicFramePr>
          <p:cNvPr id="22" name="对象 21">
            <a:extLst>
              <a:ext uri="{FF2B5EF4-FFF2-40B4-BE49-F238E27FC236}">
                <a16:creationId xmlns:a16="http://schemas.microsoft.com/office/drawing/2014/main" id="{79F0DF64-8DC6-8392-D45D-4524B2CF5244}"/>
              </a:ext>
            </a:extLst>
          </p:cNvPr>
          <p:cNvGraphicFramePr>
            <a:graphicFrameLocks noChangeAspect="1"/>
          </p:cNvGraphicFramePr>
          <p:nvPr/>
        </p:nvGraphicFramePr>
        <p:xfrm>
          <a:off x="3743902" y="3876098"/>
          <a:ext cx="2144713" cy="6746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0" imgW="1371600" imgH="431800" progId="Equation.DSMT4">
                  <p:embed/>
                </p:oleObj>
              </mc:Choice>
              <mc:Fallback>
                <p:oleObj name="Equation" r:id="rId20" imgW="1371600" imgH="431800" progId="Equation.DSMT4">
                  <p:embed/>
                  <p:pic>
                    <p:nvPicPr>
                      <p:cNvPr id="22" name="对象 21">
                        <a:extLst>
                          <a:ext uri="{FF2B5EF4-FFF2-40B4-BE49-F238E27FC236}">
                            <a16:creationId xmlns:a16="http://schemas.microsoft.com/office/drawing/2014/main" id="{79F0DF64-8DC6-8392-D45D-4524B2CF5244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1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743902" y="3876098"/>
                        <a:ext cx="2144713" cy="67468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3" name="对象 22">
            <a:extLst>
              <a:ext uri="{FF2B5EF4-FFF2-40B4-BE49-F238E27FC236}">
                <a16:creationId xmlns:a16="http://schemas.microsoft.com/office/drawing/2014/main" id="{074BF797-E2DB-638C-624B-44715027493B}"/>
              </a:ext>
            </a:extLst>
          </p:cNvPr>
          <p:cNvGraphicFramePr>
            <a:graphicFrameLocks noChangeAspect="1"/>
          </p:cNvGraphicFramePr>
          <p:nvPr/>
        </p:nvGraphicFramePr>
        <p:xfrm>
          <a:off x="5985452" y="3920548"/>
          <a:ext cx="1631950" cy="6508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2" imgW="1079032" imgH="431613" progId="Equation.DSMT4">
                  <p:embed/>
                </p:oleObj>
              </mc:Choice>
              <mc:Fallback>
                <p:oleObj name="Equation" r:id="rId22" imgW="1079032" imgH="431613" progId="Equation.DSMT4">
                  <p:embed/>
                  <p:pic>
                    <p:nvPicPr>
                      <p:cNvPr id="23" name="对象 22">
                        <a:extLst>
                          <a:ext uri="{FF2B5EF4-FFF2-40B4-BE49-F238E27FC236}">
                            <a16:creationId xmlns:a16="http://schemas.microsoft.com/office/drawing/2014/main" id="{074BF797-E2DB-638C-624B-44715027493B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985452" y="3920548"/>
                        <a:ext cx="1631950" cy="6508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4" name="矩形 23">
            <a:extLst>
              <a:ext uri="{FF2B5EF4-FFF2-40B4-BE49-F238E27FC236}">
                <a16:creationId xmlns:a16="http://schemas.microsoft.com/office/drawing/2014/main" id="{14E108B5-AC74-E232-B00C-957BAD436525}"/>
              </a:ext>
            </a:extLst>
          </p:cNvPr>
          <p:cNvSpPr>
            <a:spLocks noChangeArrowheads="1"/>
          </p:cNvSpPr>
          <p:nvPr/>
        </p:nvSpPr>
        <p:spPr bwMode="auto">
          <a:xfrm>
            <a:off x="722890" y="3953886"/>
            <a:ext cx="3087687" cy="4619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v"/>
              <a:defRPr sz="2800" b="1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§"/>
              <a:defRPr sz="2800" b="1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•"/>
              <a:defRPr sz="2400" b="1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</a:defRPr>
            </a:lvl3pPr>
            <a:lvl4pPr marL="1600200" indent="-228600">
              <a:spcBef>
                <a:spcPct val="20000"/>
              </a:spcBef>
              <a:buFont typeface="Wingdings" panose="05000000000000000000" pitchFamily="2" charset="2"/>
              <a:buChar char="–"/>
              <a:defRPr sz="2000" b="1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</a:defRPr>
            </a:lvl4pPr>
            <a:lvl5pPr marL="2057400" indent="-228600">
              <a:spcBef>
                <a:spcPct val="20000"/>
              </a:spcBef>
              <a:buFont typeface="Wingdings" panose="05000000000000000000" pitchFamily="2" charset="2"/>
              <a:buChar char="»"/>
              <a:defRPr sz="2000" b="1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 b="1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 b="1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 b="1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 b="1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zh-CN" altLang="en-US" sz="24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仿宋_GB2312" pitchFamily="49" charset="-122"/>
                <a:cs typeface="+mn-cs"/>
              </a:rPr>
              <a:t>它在</a:t>
            </a:r>
            <a:r>
              <a:rPr kumimoji="1" lang="en-US" altLang="zh-CN" sz="24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仿宋_GB2312" pitchFamily="49" charset="-122"/>
                <a:cs typeface="+mn-cs"/>
              </a:rPr>
              <a:t>P</a:t>
            </a:r>
            <a:r>
              <a:rPr kumimoji="1" lang="zh-CN" altLang="en-US" sz="24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仿宋_GB2312" pitchFamily="49" charset="-122"/>
                <a:cs typeface="+mn-cs"/>
              </a:rPr>
              <a:t>处产生的电势          </a:t>
            </a:r>
            <a:endParaRPr kumimoji="0" lang="zh-CN" altLang="en-US" sz="2800" b="0" i="0" u="none" strike="noStrike" kern="1200" cap="none" spc="0" normalizeH="0" baseline="0" noProof="0">
              <a:ln>
                <a:noFill/>
              </a:ln>
              <a:solidFill>
                <a:srgbClr val="003366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graphicFrame>
        <p:nvGraphicFramePr>
          <p:cNvPr id="25" name="对象 24">
            <a:extLst>
              <a:ext uri="{FF2B5EF4-FFF2-40B4-BE49-F238E27FC236}">
                <a16:creationId xmlns:a16="http://schemas.microsoft.com/office/drawing/2014/main" id="{2A0D614F-C41A-2D31-93A2-CB0FB653FCF2}"/>
              </a:ext>
            </a:extLst>
          </p:cNvPr>
          <p:cNvGraphicFramePr>
            <a:graphicFrameLocks noChangeAspect="1"/>
          </p:cNvGraphicFramePr>
          <p:nvPr/>
        </p:nvGraphicFramePr>
        <p:xfrm>
          <a:off x="1729365" y="5225473"/>
          <a:ext cx="2879725" cy="8477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4" imgW="1473200" imgH="431800" progId="Equation.DSMT4">
                  <p:embed/>
                </p:oleObj>
              </mc:Choice>
              <mc:Fallback>
                <p:oleObj name="Equation" r:id="rId24" imgW="1473200" imgH="431800" progId="Equation.DSMT4">
                  <p:embed/>
                  <p:pic>
                    <p:nvPicPr>
                      <p:cNvPr id="25" name="对象 24">
                        <a:extLst>
                          <a:ext uri="{FF2B5EF4-FFF2-40B4-BE49-F238E27FC236}">
                            <a16:creationId xmlns:a16="http://schemas.microsoft.com/office/drawing/2014/main" id="{2A0D614F-C41A-2D31-93A2-CB0FB653FCF2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729365" y="5225473"/>
                        <a:ext cx="2879725" cy="8477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6" name="对象 25">
            <a:extLst>
              <a:ext uri="{FF2B5EF4-FFF2-40B4-BE49-F238E27FC236}">
                <a16:creationId xmlns:a16="http://schemas.microsoft.com/office/drawing/2014/main" id="{450FAC11-5E39-72E9-327D-2CE70B0F3769}"/>
              </a:ext>
            </a:extLst>
          </p:cNvPr>
          <p:cNvGraphicFramePr>
            <a:graphicFrameLocks noChangeAspect="1"/>
          </p:cNvGraphicFramePr>
          <p:nvPr/>
        </p:nvGraphicFramePr>
        <p:xfrm>
          <a:off x="4685290" y="5225473"/>
          <a:ext cx="2116137" cy="8143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6" imgW="1155199" imgH="444307" progId="Equation.DSMT4">
                  <p:embed/>
                </p:oleObj>
              </mc:Choice>
              <mc:Fallback>
                <p:oleObj name="Equation" r:id="rId26" imgW="1155199" imgH="444307" progId="Equation.DSMT4">
                  <p:embed/>
                  <p:pic>
                    <p:nvPicPr>
                      <p:cNvPr id="26" name="对象 25">
                        <a:extLst>
                          <a:ext uri="{FF2B5EF4-FFF2-40B4-BE49-F238E27FC236}">
                            <a16:creationId xmlns:a16="http://schemas.microsoft.com/office/drawing/2014/main" id="{450FAC11-5E39-72E9-327D-2CE70B0F3769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685290" y="5225473"/>
                        <a:ext cx="2116137" cy="81438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cxnSp>
        <p:nvCxnSpPr>
          <p:cNvPr id="27" name="直接连接符 26">
            <a:extLst>
              <a:ext uri="{FF2B5EF4-FFF2-40B4-BE49-F238E27FC236}">
                <a16:creationId xmlns:a16="http://schemas.microsoft.com/office/drawing/2014/main" id="{AE033157-7601-8C80-C59A-F1D8AD6AF4D3}"/>
              </a:ext>
            </a:extLst>
          </p:cNvPr>
          <p:cNvCxnSpPr>
            <a:cxnSpLocks/>
          </p:cNvCxnSpPr>
          <p:nvPr/>
        </p:nvCxnSpPr>
        <p:spPr bwMode="auto">
          <a:xfrm>
            <a:off x="3031115" y="1709161"/>
            <a:ext cx="0" cy="423862"/>
          </a:xfrm>
          <a:prstGeom prst="line">
            <a:avLst/>
          </a:prstGeom>
          <a:noFill/>
          <a:ln w="28575" cap="flat" cmpd="sng" algn="ctr">
            <a:solidFill>
              <a:srgbClr val="003366">
                <a:shade val="95000"/>
                <a:satMod val="105000"/>
              </a:srgbClr>
            </a:solidFill>
            <a:prstDash val="solid"/>
            <a:headEnd type="none" w="med" len="med"/>
            <a:tailEnd type="none" w="med" len="med"/>
          </a:ln>
          <a:effectLst/>
        </p:spPr>
      </p:cxnSp>
      <p:cxnSp>
        <p:nvCxnSpPr>
          <p:cNvPr id="28" name="直接连接符 27">
            <a:extLst>
              <a:ext uri="{FF2B5EF4-FFF2-40B4-BE49-F238E27FC236}">
                <a16:creationId xmlns:a16="http://schemas.microsoft.com/office/drawing/2014/main" id="{8F963331-F996-A613-9619-B18569E44EA7}"/>
              </a:ext>
            </a:extLst>
          </p:cNvPr>
          <p:cNvCxnSpPr/>
          <p:nvPr/>
        </p:nvCxnSpPr>
        <p:spPr bwMode="auto">
          <a:xfrm>
            <a:off x="3932815" y="1698048"/>
            <a:ext cx="0" cy="423863"/>
          </a:xfrm>
          <a:prstGeom prst="line">
            <a:avLst/>
          </a:prstGeom>
          <a:noFill/>
          <a:ln w="28575" cap="flat" cmpd="sng" algn="ctr">
            <a:solidFill>
              <a:srgbClr val="003366">
                <a:shade val="95000"/>
                <a:satMod val="105000"/>
              </a:srgbClr>
            </a:solidFill>
            <a:prstDash val="solid"/>
            <a:headEnd type="none" w="med" len="med"/>
            <a:tailEnd type="none" w="med" len="med"/>
          </a:ln>
          <a:effectLst/>
        </p:spPr>
      </p:cxnSp>
      <p:cxnSp>
        <p:nvCxnSpPr>
          <p:cNvPr id="29" name="直接箭头连接符 28">
            <a:extLst>
              <a:ext uri="{FF2B5EF4-FFF2-40B4-BE49-F238E27FC236}">
                <a16:creationId xmlns:a16="http://schemas.microsoft.com/office/drawing/2014/main" id="{1854C752-6565-B537-9050-D194C8F0FCF4}"/>
              </a:ext>
            </a:extLst>
          </p:cNvPr>
          <p:cNvCxnSpPr>
            <a:cxnSpLocks/>
          </p:cNvCxnSpPr>
          <p:nvPr/>
        </p:nvCxnSpPr>
        <p:spPr bwMode="auto">
          <a:xfrm>
            <a:off x="3031115" y="1939348"/>
            <a:ext cx="901700" cy="0"/>
          </a:xfrm>
          <a:prstGeom prst="straightConnector1">
            <a:avLst/>
          </a:prstGeom>
          <a:noFill/>
          <a:ln w="19050" cap="flat" cmpd="sng" algn="ctr">
            <a:solidFill>
              <a:srgbClr val="00B050"/>
            </a:solidFill>
            <a:prstDash val="solid"/>
            <a:headEnd type="triangle"/>
            <a:tailEnd type="triangle"/>
          </a:ln>
          <a:effectLst/>
        </p:spPr>
      </p:cxnSp>
      <p:grpSp>
        <p:nvGrpSpPr>
          <p:cNvPr id="30" name="组合 29">
            <a:extLst>
              <a:ext uri="{FF2B5EF4-FFF2-40B4-BE49-F238E27FC236}">
                <a16:creationId xmlns:a16="http://schemas.microsoft.com/office/drawing/2014/main" id="{251CFAA9-EC82-9D7B-84B1-1729304CD617}"/>
              </a:ext>
            </a:extLst>
          </p:cNvPr>
          <p:cNvGrpSpPr>
            <a:grpSpLocks/>
          </p:cNvGrpSpPr>
          <p:nvPr/>
        </p:nvGrpSpPr>
        <p:grpSpPr bwMode="auto">
          <a:xfrm>
            <a:off x="3929640" y="1339273"/>
            <a:ext cx="571500" cy="846138"/>
            <a:chOff x="3694108" y="1765556"/>
            <a:chExt cx="571983" cy="846514"/>
          </a:xfrm>
        </p:grpSpPr>
        <p:cxnSp>
          <p:nvCxnSpPr>
            <p:cNvPr id="31" name="直接连接符 30">
              <a:extLst>
                <a:ext uri="{FF2B5EF4-FFF2-40B4-BE49-F238E27FC236}">
                  <a16:creationId xmlns:a16="http://schemas.microsoft.com/office/drawing/2014/main" id="{A0CB5F5B-A633-0D72-5DB2-EC6B3B642811}"/>
                </a:ext>
              </a:extLst>
            </p:cNvPr>
            <p:cNvCxnSpPr>
              <a:cxnSpLocks/>
            </p:cNvCxnSpPr>
            <p:nvPr/>
          </p:nvCxnSpPr>
          <p:spPr bwMode="auto">
            <a:xfrm>
              <a:off x="3697286" y="2140372"/>
              <a:ext cx="408332" cy="0"/>
            </a:xfrm>
            <a:prstGeom prst="line">
              <a:avLst/>
            </a:prstGeom>
            <a:noFill/>
            <a:ln w="76200" cap="flat" cmpd="sng" algn="ctr">
              <a:solidFill>
                <a:srgbClr val="00B0F0"/>
              </a:solidFill>
              <a:prstDash val="solid"/>
              <a:headEnd type="none" w="med" len="med"/>
              <a:tailEnd type="none" w="med" len="med"/>
            </a:ln>
            <a:effectLst/>
          </p:spPr>
        </p:cxnSp>
        <p:graphicFrame>
          <p:nvGraphicFramePr>
            <p:cNvPr id="32" name="对象 28">
              <a:extLst>
                <a:ext uri="{FF2B5EF4-FFF2-40B4-BE49-F238E27FC236}">
                  <a16:creationId xmlns:a16="http://schemas.microsoft.com/office/drawing/2014/main" id="{C4084F87-7944-7306-987C-C0D90E829965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3694108" y="2167570"/>
            <a:ext cx="476250" cy="4445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28" imgW="190335" imgH="177646" progId="Equation.DSMT4">
                    <p:embed/>
                  </p:oleObj>
                </mc:Choice>
                <mc:Fallback>
                  <p:oleObj name="Equation" r:id="rId28" imgW="190335" imgH="177646" progId="Equation.DSMT4">
                    <p:embed/>
                    <p:pic>
                      <p:nvPicPr>
                        <p:cNvPr id="32" name="对象 28">
                          <a:extLst>
                            <a:ext uri="{FF2B5EF4-FFF2-40B4-BE49-F238E27FC236}">
                              <a16:creationId xmlns:a16="http://schemas.microsoft.com/office/drawing/2014/main" id="{C4084F87-7944-7306-987C-C0D90E829965}"/>
                            </a:ext>
                          </a:extLst>
                        </p:cNvPr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29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694108" y="2167570"/>
                          <a:ext cx="476250" cy="444500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33" name="对象 29">
              <a:extLst>
                <a:ext uri="{FF2B5EF4-FFF2-40B4-BE49-F238E27FC236}">
                  <a16:creationId xmlns:a16="http://schemas.microsoft.com/office/drawing/2014/main" id="{4C2953BB-A093-A6AC-36B2-7E1627E46D65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3943584" y="1765556"/>
            <a:ext cx="322507" cy="322507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30" imgW="177492" imgH="177492" progId="Equation.DSMT4">
                    <p:embed/>
                  </p:oleObj>
                </mc:Choice>
                <mc:Fallback>
                  <p:oleObj name="Equation" r:id="rId30" imgW="177492" imgH="177492" progId="Equation.DSMT4">
                    <p:embed/>
                    <p:pic>
                      <p:nvPicPr>
                        <p:cNvPr id="33" name="对象 29">
                          <a:extLst>
                            <a:ext uri="{FF2B5EF4-FFF2-40B4-BE49-F238E27FC236}">
                              <a16:creationId xmlns:a16="http://schemas.microsoft.com/office/drawing/2014/main" id="{4C2953BB-A093-A6AC-36B2-7E1627E46D65}"/>
                            </a:ext>
                          </a:extLst>
                        </p:cNvPr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31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943584" y="1765556"/>
                          <a:ext cx="322507" cy="322507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cxnSp>
          <p:nvCxnSpPr>
            <p:cNvPr id="34" name="直接连接符 33">
              <a:extLst>
                <a:ext uri="{FF2B5EF4-FFF2-40B4-BE49-F238E27FC236}">
                  <a16:creationId xmlns:a16="http://schemas.microsoft.com/office/drawing/2014/main" id="{77CDA1C8-298F-743C-0173-205B10D348B1}"/>
                </a:ext>
              </a:extLst>
            </p:cNvPr>
            <p:cNvCxnSpPr/>
            <p:nvPr/>
          </p:nvCxnSpPr>
          <p:spPr bwMode="auto">
            <a:xfrm>
              <a:off x="4126273" y="2113373"/>
              <a:ext cx="0" cy="424050"/>
            </a:xfrm>
            <a:prstGeom prst="line">
              <a:avLst/>
            </a:prstGeom>
            <a:noFill/>
            <a:ln w="28575" cap="flat" cmpd="sng" algn="ctr">
              <a:solidFill>
                <a:srgbClr val="003366">
                  <a:shade val="95000"/>
                  <a:satMod val="105000"/>
                </a:srgbClr>
              </a:solidFill>
              <a:prstDash val="solid"/>
              <a:headEnd type="none" w="med" len="med"/>
              <a:tailEnd type="none" w="med" len="med"/>
            </a:ln>
            <a:effectLst/>
          </p:spPr>
        </p:cxnSp>
      </p:grpSp>
    </p:spTree>
    <p:extLst>
      <p:ext uri="{BB962C8B-B14F-4D97-AF65-F5344CB8AC3E}">
        <p14:creationId xmlns:p14="http://schemas.microsoft.com/office/powerpoint/2010/main" val="283983719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22" presetClass="entr" presetSubtype="4" fill="hold" nodeType="afterEffect">
                                  <p:stCondLst>
                                    <p:cond delay="75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0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2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>
                      <p:stCondLst>
                        <p:cond delay="indefinite"/>
                      </p:stCondLst>
                      <p:childTnLst>
                        <p:par>
                          <p:cTn id="43" fill="hold">
                            <p:stCondLst>
                              <p:cond delay="0"/>
                            </p:stCondLst>
                            <p:childTnLst>
                              <p:par>
                                <p:cTn id="44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50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/>
      <p:bldP spid="21" grpId="0"/>
      <p:bldP spid="24" grpId="0"/>
    </p:bld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>
            <a:extLst>
              <a:ext uri="{FF2B5EF4-FFF2-40B4-BE49-F238E27FC236}">
                <a16:creationId xmlns:a16="http://schemas.microsoft.com/office/drawing/2014/main" id="{DFFF700A-8DA1-D16D-CFE8-4E82BE7DA452}"/>
              </a:ext>
            </a:extLst>
          </p:cNvPr>
          <p:cNvSpPr txBox="1"/>
          <p:nvPr/>
        </p:nvSpPr>
        <p:spPr>
          <a:xfrm>
            <a:off x="416560" y="494054"/>
            <a:ext cx="2815194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2400" b="1" dirty="0">
                <a:solidFill>
                  <a:srgbClr val="0066FF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2</a:t>
            </a:r>
            <a:r>
              <a:rPr lang="zh-CN" altLang="en-US" sz="2400" b="1" dirty="0">
                <a:solidFill>
                  <a:srgbClr val="0066FF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、电场强度的计算</a:t>
            </a:r>
          </a:p>
        </p:txBody>
      </p:sp>
      <p:pic>
        <p:nvPicPr>
          <p:cNvPr id="3" name="图片 2">
            <a:extLst>
              <a:ext uri="{FF2B5EF4-FFF2-40B4-BE49-F238E27FC236}">
                <a16:creationId xmlns:a16="http://schemas.microsoft.com/office/drawing/2014/main" id="{C81E7EFC-7A34-B5E4-01B7-D8B8DF671D7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0585" y="2105604"/>
            <a:ext cx="8561297" cy="454819"/>
          </a:xfrm>
          <a:prstGeom prst="rect">
            <a:avLst/>
          </a:prstGeom>
        </p:spPr>
      </p:pic>
      <p:sp>
        <p:nvSpPr>
          <p:cNvPr id="4" name="矩形 3">
            <a:extLst>
              <a:ext uri="{FF2B5EF4-FFF2-40B4-BE49-F238E27FC236}">
                <a16:creationId xmlns:a16="http://schemas.microsoft.com/office/drawing/2014/main" id="{05BD3AD1-F18A-AF42-9EF5-BD8A8C2C9A8E}"/>
              </a:ext>
            </a:extLst>
          </p:cNvPr>
          <p:cNvSpPr/>
          <p:nvPr/>
        </p:nvSpPr>
        <p:spPr>
          <a:xfrm>
            <a:off x="562991" y="1324713"/>
            <a:ext cx="2815194" cy="461665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txBody>
          <a:bodyPr wrap="none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  <a:cs typeface="+mn-cs"/>
              </a:rPr>
              <a:t>电磁学上练习一，</a:t>
            </a:r>
            <a:r>
              <a:rPr kumimoji="0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  <a:cs typeface="+mn-cs"/>
              </a:rPr>
              <a:t>7</a:t>
            </a:r>
            <a:endParaRPr kumimoji="0" lang="zh-CN" altLang="en-US" sz="24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黑体" panose="02010609060101010101" pitchFamily="49" charset="-122"/>
              <a:ea typeface="黑体" panose="02010609060101010101" pitchFamily="49" charset="-122"/>
              <a:cs typeface="+mn-cs"/>
            </a:endParaRPr>
          </a:p>
        </p:txBody>
      </p:sp>
      <p:pic>
        <p:nvPicPr>
          <p:cNvPr id="5" name="图片 4">
            <a:extLst>
              <a:ext uri="{FF2B5EF4-FFF2-40B4-BE49-F238E27FC236}">
                <a16:creationId xmlns:a16="http://schemas.microsoft.com/office/drawing/2014/main" id="{3FA612AD-5751-F372-6CCD-AA482E0B90B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58191" y="2718254"/>
            <a:ext cx="8885809" cy="405051"/>
          </a:xfrm>
          <a:prstGeom prst="rect">
            <a:avLst/>
          </a:prstGeom>
        </p:spPr>
      </p:pic>
      <p:pic>
        <p:nvPicPr>
          <p:cNvPr id="6" name="图片 5">
            <a:extLst>
              <a:ext uri="{FF2B5EF4-FFF2-40B4-BE49-F238E27FC236}">
                <a16:creationId xmlns:a16="http://schemas.microsoft.com/office/drawing/2014/main" id="{88A567D6-5C42-86E4-A559-5E66540B6E4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480657" y="3429000"/>
            <a:ext cx="3305734" cy="326388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83810674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椭圆 3">
            <a:extLst>
              <a:ext uri="{FF2B5EF4-FFF2-40B4-BE49-F238E27FC236}">
                <a16:creationId xmlns:a16="http://schemas.microsoft.com/office/drawing/2014/main" id="{3E603654-F367-4BBF-B40B-55353A38F337}"/>
              </a:ext>
            </a:extLst>
          </p:cNvPr>
          <p:cNvSpPr/>
          <p:nvPr/>
        </p:nvSpPr>
        <p:spPr>
          <a:xfrm>
            <a:off x="1023938" y="584200"/>
            <a:ext cx="3527425" cy="3529013"/>
          </a:xfrm>
          <a:prstGeom prst="ellipse">
            <a:avLst/>
          </a:prstGeom>
          <a:solidFill>
            <a:srgbClr val="FFFFFF"/>
          </a:solidFill>
          <a:ln w="25400" cap="flat" cmpd="sng" algn="ctr">
            <a:solidFill>
              <a:srgbClr val="0070C0"/>
            </a:solidFill>
            <a:prstDash val="solid"/>
          </a:ln>
          <a:effectLst/>
        </p:spPr>
        <p:txBody>
          <a:bodyPr anchor="ctr"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Times New Roman"/>
              <a:ea typeface="宋体"/>
              <a:cs typeface="+mn-cs"/>
            </a:endParaRP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DE1D321B-7D54-48BF-AB9F-019B59D72975}"/>
              </a:ext>
            </a:extLst>
          </p:cNvPr>
          <p:cNvSpPr/>
          <p:nvPr/>
        </p:nvSpPr>
        <p:spPr>
          <a:xfrm>
            <a:off x="1019175" y="1423988"/>
            <a:ext cx="3768725" cy="2797175"/>
          </a:xfrm>
          <a:prstGeom prst="rect">
            <a:avLst/>
          </a:prstGeom>
          <a:solidFill>
            <a:srgbClr val="FFFFFF"/>
          </a:solidFill>
          <a:ln w="25400" cap="flat" cmpd="sng" algn="ctr">
            <a:solidFill>
              <a:srgbClr val="FFFFFF"/>
            </a:solidFill>
            <a:prstDash val="solid"/>
          </a:ln>
          <a:effectLst/>
        </p:spPr>
        <p:txBody>
          <a:bodyPr anchor="ctr"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Times New Roman"/>
              <a:ea typeface="宋体"/>
              <a:cs typeface="+mn-cs"/>
            </a:endParaRPr>
          </a:p>
        </p:txBody>
      </p:sp>
      <p:cxnSp>
        <p:nvCxnSpPr>
          <p:cNvPr id="6" name="直接连接符 5">
            <a:extLst>
              <a:ext uri="{FF2B5EF4-FFF2-40B4-BE49-F238E27FC236}">
                <a16:creationId xmlns:a16="http://schemas.microsoft.com/office/drawing/2014/main" id="{EC172414-C7D7-4E5C-9852-438AE5EC5A26}"/>
              </a:ext>
            </a:extLst>
          </p:cNvPr>
          <p:cNvCxnSpPr>
            <a:cxnSpLocks/>
          </p:cNvCxnSpPr>
          <p:nvPr/>
        </p:nvCxnSpPr>
        <p:spPr bwMode="auto">
          <a:xfrm flipV="1">
            <a:off x="2782888" y="1431925"/>
            <a:ext cx="1520825" cy="917575"/>
          </a:xfrm>
          <a:prstGeom prst="line">
            <a:avLst/>
          </a:prstGeom>
          <a:noFill/>
          <a:ln w="28575" cap="flat" cmpd="sng" algn="ctr">
            <a:solidFill>
              <a:srgbClr val="000000">
                <a:shade val="95000"/>
                <a:satMod val="105000"/>
              </a:srgbClr>
            </a:solidFill>
            <a:prstDash val="sysDot"/>
          </a:ln>
          <a:effectLst/>
        </p:spPr>
      </p:cxnSp>
      <p:cxnSp>
        <p:nvCxnSpPr>
          <p:cNvPr id="7" name="直接连接符 6">
            <a:extLst>
              <a:ext uri="{FF2B5EF4-FFF2-40B4-BE49-F238E27FC236}">
                <a16:creationId xmlns:a16="http://schemas.microsoft.com/office/drawing/2014/main" id="{66376569-2D8D-4AC1-B27B-C87D2A33BB5B}"/>
              </a:ext>
            </a:extLst>
          </p:cNvPr>
          <p:cNvCxnSpPr>
            <a:cxnSpLocks/>
          </p:cNvCxnSpPr>
          <p:nvPr/>
        </p:nvCxnSpPr>
        <p:spPr bwMode="auto">
          <a:xfrm flipH="1" flipV="1">
            <a:off x="1338263" y="1431925"/>
            <a:ext cx="1444625" cy="917575"/>
          </a:xfrm>
          <a:prstGeom prst="line">
            <a:avLst/>
          </a:prstGeom>
          <a:noFill/>
          <a:ln w="28575" cap="flat" cmpd="sng" algn="ctr">
            <a:solidFill>
              <a:srgbClr val="000000">
                <a:shade val="95000"/>
                <a:satMod val="105000"/>
              </a:srgbClr>
            </a:solidFill>
            <a:prstDash val="sysDot"/>
          </a:ln>
          <a:effectLst/>
        </p:spPr>
      </p:cxnSp>
      <p:grpSp>
        <p:nvGrpSpPr>
          <p:cNvPr id="8" name="组合 7">
            <a:extLst>
              <a:ext uri="{FF2B5EF4-FFF2-40B4-BE49-F238E27FC236}">
                <a16:creationId xmlns:a16="http://schemas.microsoft.com/office/drawing/2014/main" id="{44A2F8DA-7926-4607-8891-FF4CF4E6E778}"/>
              </a:ext>
            </a:extLst>
          </p:cNvPr>
          <p:cNvGrpSpPr>
            <a:grpSpLocks/>
          </p:cNvGrpSpPr>
          <p:nvPr/>
        </p:nvGrpSpPr>
        <p:grpSpPr bwMode="auto">
          <a:xfrm>
            <a:off x="1023938" y="85725"/>
            <a:ext cx="4473575" cy="3775075"/>
            <a:chOff x="1024044" y="85744"/>
            <a:chExt cx="4473640" cy="3775304"/>
          </a:xfrm>
        </p:grpSpPr>
        <p:grpSp>
          <p:nvGrpSpPr>
            <p:cNvPr id="9" name="组合 40">
              <a:extLst>
                <a:ext uri="{FF2B5EF4-FFF2-40B4-BE49-F238E27FC236}">
                  <a16:creationId xmlns:a16="http://schemas.microsoft.com/office/drawing/2014/main" id="{EDEA3C78-C20E-4150-9A57-1132200E07EE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1024044" y="188642"/>
              <a:ext cx="4056867" cy="3672406"/>
              <a:chOff x="1024044" y="188642"/>
              <a:chExt cx="4056867" cy="3672406"/>
            </a:xfrm>
          </p:grpSpPr>
          <p:cxnSp>
            <p:nvCxnSpPr>
              <p:cNvPr id="12" name="直接箭头连接符 11">
                <a:extLst>
                  <a:ext uri="{FF2B5EF4-FFF2-40B4-BE49-F238E27FC236}">
                    <a16:creationId xmlns:a16="http://schemas.microsoft.com/office/drawing/2014/main" id="{9A71422F-6C4B-455C-8442-C4CD2DBFB075}"/>
                  </a:ext>
                </a:extLst>
              </p:cNvPr>
              <p:cNvCxnSpPr>
                <a:cxnSpLocks/>
              </p:cNvCxnSpPr>
              <p:nvPr/>
            </p:nvCxnSpPr>
            <p:spPr>
              <a:xfrm flipH="1" flipV="1">
                <a:off x="2783020" y="188938"/>
                <a:ext cx="1587" cy="3672110"/>
              </a:xfrm>
              <a:prstGeom prst="straightConnector1">
                <a:avLst/>
              </a:prstGeom>
              <a:noFill/>
              <a:ln w="9525" cap="flat" cmpd="sng" algn="ctr">
                <a:solidFill>
                  <a:srgbClr val="000000">
                    <a:shade val="95000"/>
                    <a:satMod val="105000"/>
                  </a:srgbClr>
                </a:solidFill>
                <a:prstDash val="solid"/>
                <a:tailEnd type="triangle"/>
              </a:ln>
              <a:effectLst/>
            </p:spPr>
          </p:cxnSp>
          <p:cxnSp>
            <p:nvCxnSpPr>
              <p:cNvPr id="13" name="直接箭头连接符 12">
                <a:extLst>
                  <a:ext uri="{FF2B5EF4-FFF2-40B4-BE49-F238E27FC236}">
                    <a16:creationId xmlns:a16="http://schemas.microsoft.com/office/drawing/2014/main" id="{F2746820-A014-4E94-AA22-62289F1506E8}"/>
                  </a:ext>
                </a:extLst>
              </p:cNvPr>
              <p:cNvCxnSpPr>
                <a:cxnSpLocks/>
                <a:stCxn id="4" idx="2"/>
              </p:cNvCxnSpPr>
              <p:nvPr/>
            </p:nvCxnSpPr>
            <p:spPr>
              <a:xfrm flipV="1">
                <a:off x="1024044" y="2343306"/>
                <a:ext cx="4056121" cy="6350"/>
              </a:xfrm>
              <a:prstGeom prst="straightConnector1">
                <a:avLst/>
              </a:prstGeom>
              <a:noFill/>
              <a:ln w="9525" cap="flat" cmpd="sng" algn="ctr">
                <a:solidFill>
                  <a:srgbClr val="000000">
                    <a:shade val="95000"/>
                    <a:satMod val="105000"/>
                  </a:srgbClr>
                </a:solidFill>
                <a:prstDash val="solid"/>
                <a:tailEnd type="triangle"/>
              </a:ln>
              <a:effectLst/>
            </p:spPr>
          </p:cxnSp>
          <p:graphicFrame>
            <p:nvGraphicFramePr>
              <p:cNvPr id="14" name="对象 52">
                <a:extLst>
                  <a:ext uri="{FF2B5EF4-FFF2-40B4-BE49-F238E27FC236}">
                    <a16:creationId xmlns:a16="http://schemas.microsoft.com/office/drawing/2014/main" id="{845A16A7-7904-4831-AF97-278882CBEBEB}"/>
                  </a:ext>
                </a:extLst>
              </p:cNvPr>
              <p:cNvGraphicFramePr>
                <a:graphicFrameLocks noChangeAspect="1"/>
              </p:cNvGraphicFramePr>
              <p:nvPr/>
            </p:nvGraphicFramePr>
            <p:xfrm>
              <a:off x="2746678" y="2331672"/>
              <a:ext cx="360363" cy="419100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name="Equation" r:id="rId2" imgW="152202" imgH="177569" progId="Equation.DSMT4">
                      <p:embed/>
                    </p:oleObj>
                  </mc:Choice>
                  <mc:Fallback>
                    <p:oleObj name="Equation" r:id="rId2" imgW="152202" imgH="177569" progId="Equation.DSMT4">
                      <p:embed/>
                      <p:pic>
                        <p:nvPicPr>
                          <p:cNvPr id="14" name="对象 52">
                            <a:extLst>
                              <a:ext uri="{FF2B5EF4-FFF2-40B4-BE49-F238E27FC236}">
                                <a16:creationId xmlns:a16="http://schemas.microsoft.com/office/drawing/2014/main" id="{845A16A7-7904-4831-AF97-278882CBEBEB}"/>
                              </a:ext>
                            </a:extLst>
                          </p:cNvPr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3">
                            <a:extLst>
                              <a:ext uri="{28A0092B-C50C-407E-A947-70E740481C1C}">
                                <a14:useLocalDpi xmlns:a14="http://schemas.microsoft.com/office/drawing/2010/main" val="0"/>
                              </a:ext>
                            </a:extLst>
                          </a:blip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2746678" y="2331672"/>
                            <a:ext cx="360363" cy="419100"/>
                          </a:xfrm>
                          <a:prstGeom prst="rect">
                            <a:avLst/>
                          </a:prstGeom>
                          <a:noFill/>
                          <a:ln>
                            <a:noFill/>
                          </a:ln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rgbClr val="FFFFFF"/>
                                </a:solidFill>
                              </a14:hiddenFill>
                            </a:ext>
                            <a:ext uri="{91240B29-F687-4F45-9708-019B960494DF}">
                              <a14:hiddenLine xmlns:a14="http://schemas.microsoft.com/office/drawing/2010/main" w="9525">
                                <a:solidFill>
                                  <a:srgbClr val="000000"/>
                                </a:solidFill>
                                <a:miter lim="800000"/>
                                <a:headEnd/>
                                <a:tailEnd/>
                              </a14:hiddenLine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</p:grpSp>
        <p:graphicFrame>
          <p:nvGraphicFramePr>
            <p:cNvPr id="10" name="对象 12">
              <a:extLst>
                <a:ext uri="{FF2B5EF4-FFF2-40B4-BE49-F238E27FC236}">
                  <a16:creationId xmlns:a16="http://schemas.microsoft.com/office/drawing/2014/main" id="{D644CD70-7BA7-4063-9261-7944CBF6ECD4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5117421" y="2134471"/>
            <a:ext cx="380263" cy="417512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4" imgW="126835" imgH="139518" progId="Equation.DSMT4">
                    <p:embed/>
                  </p:oleObj>
                </mc:Choice>
                <mc:Fallback>
                  <p:oleObj name="Equation" r:id="rId4" imgW="126835" imgH="139518" progId="Equation.DSMT4">
                    <p:embed/>
                    <p:pic>
                      <p:nvPicPr>
                        <p:cNvPr id="10" name="对象 12">
                          <a:extLst>
                            <a:ext uri="{FF2B5EF4-FFF2-40B4-BE49-F238E27FC236}">
                              <a16:creationId xmlns:a16="http://schemas.microsoft.com/office/drawing/2014/main" id="{D644CD70-7BA7-4063-9261-7944CBF6ECD4}"/>
                            </a:ext>
                          </a:extLst>
                        </p:cNvPr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5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5117421" y="2134471"/>
                          <a:ext cx="380263" cy="417512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11" name="对象 13">
              <a:extLst>
                <a:ext uri="{FF2B5EF4-FFF2-40B4-BE49-F238E27FC236}">
                  <a16:creationId xmlns:a16="http://schemas.microsoft.com/office/drawing/2014/main" id="{BDEECA75-9EC8-4A80-A42D-AF1AB92169DF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2329166" y="85744"/>
            <a:ext cx="417512" cy="493483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6" imgW="139579" imgH="164957" progId="Equation.DSMT4">
                    <p:embed/>
                  </p:oleObj>
                </mc:Choice>
                <mc:Fallback>
                  <p:oleObj name="Equation" r:id="rId6" imgW="139579" imgH="164957" progId="Equation.DSMT4">
                    <p:embed/>
                    <p:pic>
                      <p:nvPicPr>
                        <p:cNvPr id="11" name="对象 13">
                          <a:extLst>
                            <a:ext uri="{FF2B5EF4-FFF2-40B4-BE49-F238E27FC236}">
                              <a16:creationId xmlns:a16="http://schemas.microsoft.com/office/drawing/2014/main" id="{BDEECA75-9EC8-4A80-A42D-AF1AB92169DF}"/>
                            </a:ext>
                          </a:extLst>
                        </p:cNvPr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7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329166" y="85744"/>
                          <a:ext cx="417512" cy="493483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15" name="组合 14">
            <a:extLst>
              <a:ext uri="{FF2B5EF4-FFF2-40B4-BE49-F238E27FC236}">
                <a16:creationId xmlns:a16="http://schemas.microsoft.com/office/drawing/2014/main" id="{53CA3C3F-0104-4831-A289-4217C0EA2419}"/>
              </a:ext>
            </a:extLst>
          </p:cNvPr>
          <p:cNvGrpSpPr>
            <a:grpSpLocks/>
          </p:cNvGrpSpPr>
          <p:nvPr/>
        </p:nvGrpSpPr>
        <p:grpSpPr bwMode="auto">
          <a:xfrm>
            <a:off x="2746375" y="639763"/>
            <a:ext cx="501650" cy="1668462"/>
            <a:chOff x="2746678" y="640333"/>
            <a:chExt cx="501364" cy="1667863"/>
          </a:xfrm>
        </p:grpSpPr>
        <p:cxnSp>
          <p:nvCxnSpPr>
            <p:cNvPr id="16" name="直接连接符 15">
              <a:extLst>
                <a:ext uri="{FF2B5EF4-FFF2-40B4-BE49-F238E27FC236}">
                  <a16:creationId xmlns:a16="http://schemas.microsoft.com/office/drawing/2014/main" id="{D51AC23F-91B4-469D-A49E-66CD35FF60EB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2781583" y="640333"/>
              <a:ext cx="466459" cy="1667863"/>
            </a:xfrm>
            <a:prstGeom prst="line">
              <a:avLst/>
            </a:prstGeom>
            <a:noFill/>
            <a:ln w="28575" cap="flat" cmpd="sng" algn="ctr">
              <a:solidFill>
                <a:srgbClr val="000000">
                  <a:shade val="95000"/>
                  <a:satMod val="105000"/>
                </a:srgbClr>
              </a:solidFill>
              <a:prstDash val="solid"/>
            </a:ln>
            <a:effectLst/>
          </p:spPr>
        </p:cxnSp>
        <p:graphicFrame>
          <p:nvGraphicFramePr>
            <p:cNvPr id="17" name="对象 53">
              <a:extLst>
                <a:ext uri="{FF2B5EF4-FFF2-40B4-BE49-F238E27FC236}">
                  <a16:creationId xmlns:a16="http://schemas.microsoft.com/office/drawing/2014/main" id="{24D421ED-751B-4EA5-8CA4-42179B055A5B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2746678" y="1380488"/>
            <a:ext cx="266338" cy="372873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8" imgW="126720" imgH="177480" progId="Equation.DSMT4">
                    <p:embed/>
                  </p:oleObj>
                </mc:Choice>
                <mc:Fallback>
                  <p:oleObj name="Equation" r:id="rId8" imgW="126720" imgH="177480" progId="Equation.DSMT4">
                    <p:embed/>
                    <p:pic>
                      <p:nvPicPr>
                        <p:cNvPr id="17" name="对象 53">
                          <a:extLst>
                            <a:ext uri="{FF2B5EF4-FFF2-40B4-BE49-F238E27FC236}">
                              <a16:creationId xmlns:a16="http://schemas.microsoft.com/office/drawing/2014/main" id="{24D421ED-751B-4EA5-8CA4-42179B055A5B}"/>
                            </a:ext>
                          </a:extLst>
                        </p:cNvPr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9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746678" y="1380488"/>
                          <a:ext cx="266338" cy="372873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18" name="组合 17">
            <a:extLst>
              <a:ext uri="{FF2B5EF4-FFF2-40B4-BE49-F238E27FC236}">
                <a16:creationId xmlns:a16="http://schemas.microsoft.com/office/drawing/2014/main" id="{3F96B64D-9C47-4DFB-A848-FDB63FA1AB60}"/>
              </a:ext>
            </a:extLst>
          </p:cNvPr>
          <p:cNvGrpSpPr>
            <a:grpSpLocks/>
          </p:cNvGrpSpPr>
          <p:nvPr/>
        </p:nvGrpSpPr>
        <p:grpSpPr bwMode="auto">
          <a:xfrm>
            <a:off x="3044825" y="331788"/>
            <a:ext cx="730250" cy="373062"/>
            <a:chOff x="3024942" y="323374"/>
            <a:chExt cx="730742" cy="373063"/>
          </a:xfrm>
        </p:grpSpPr>
        <p:sp>
          <p:nvSpPr>
            <p:cNvPr id="19" name="弧形 18">
              <a:extLst>
                <a:ext uri="{FF2B5EF4-FFF2-40B4-BE49-F238E27FC236}">
                  <a16:creationId xmlns:a16="http://schemas.microsoft.com/office/drawing/2014/main" id="{7C7C58C1-2AB2-4A48-AA5B-F6466841BB38}"/>
                </a:ext>
              </a:extLst>
            </p:cNvPr>
            <p:cNvSpPr/>
            <p:nvPr/>
          </p:nvSpPr>
          <p:spPr>
            <a:xfrm rot="1061269">
              <a:off x="3024942" y="637700"/>
              <a:ext cx="474983" cy="46037"/>
            </a:xfrm>
            <a:prstGeom prst="arc">
              <a:avLst/>
            </a:prstGeom>
            <a:noFill/>
            <a:ln w="38100" cap="flat" cmpd="sng" algn="ctr">
              <a:solidFill>
                <a:srgbClr val="FF0000"/>
              </a:solidFill>
              <a:prstDash val="solid"/>
            </a:ln>
            <a:effectLst/>
          </p:spPr>
          <p:txBody>
            <a:bodyPr anchor="ctr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宋体"/>
                <a:cs typeface="+mn-cs"/>
              </a:endParaRPr>
            </a:p>
          </p:txBody>
        </p:sp>
        <p:graphicFrame>
          <p:nvGraphicFramePr>
            <p:cNvPr id="20" name="对象 71">
              <a:extLst>
                <a:ext uri="{FF2B5EF4-FFF2-40B4-BE49-F238E27FC236}">
                  <a16:creationId xmlns:a16="http://schemas.microsoft.com/office/drawing/2014/main" id="{B2D7DDEF-AADB-4157-9992-0EDD670E0DCF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3382622" y="323374"/>
            <a:ext cx="373062" cy="373063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10" imgW="177480" imgH="177480" progId="Equation.DSMT4">
                    <p:embed/>
                  </p:oleObj>
                </mc:Choice>
                <mc:Fallback>
                  <p:oleObj name="Equation" r:id="rId10" imgW="177480" imgH="177480" progId="Equation.DSMT4">
                    <p:embed/>
                    <p:pic>
                      <p:nvPicPr>
                        <p:cNvPr id="20" name="对象 71">
                          <a:extLst>
                            <a:ext uri="{FF2B5EF4-FFF2-40B4-BE49-F238E27FC236}">
                              <a16:creationId xmlns:a16="http://schemas.microsoft.com/office/drawing/2014/main" id="{B2D7DDEF-AADB-4157-9992-0EDD670E0DCF}"/>
                            </a:ext>
                          </a:extLst>
                        </p:cNvPr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1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382622" y="323374"/>
                          <a:ext cx="373062" cy="373063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graphicFrame>
        <p:nvGraphicFramePr>
          <p:cNvPr id="21" name="对象 20">
            <a:extLst>
              <a:ext uri="{FF2B5EF4-FFF2-40B4-BE49-F238E27FC236}">
                <a16:creationId xmlns:a16="http://schemas.microsoft.com/office/drawing/2014/main" id="{53694C25-A976-45A5-99E8-F252BF398623}"/>
              </a:ext>
            </a:extLst>
          </p:cNvPr>
          <p:cNvGraphicFramePr>
            <a:graphicFrameLocks noChangeAspect="1"/>
          </p:cNvGraphicFramePr>
          <p:nvPr/>
        </p:nvGraphicFramePr>
        <p:xfrm>
          <a:off x="3059113" y="214313"/>
          <a:ext cx="425450" cy="4270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2" imgW="203040" imgH="203040" progId="Equation.DSMT4">
                  <p:embed/>
                </p:oleObj>
              </mc:Choice>
              <mc:Fallback>
                <p:oleObj name="Equation" r:id="rId12" imgW="203040" imgH="203040" progId="Equation.DSMT4">
                  <p:embed/>
                  <p:pic>
                    <p:nvPicPr>
                      <p:cNvPr id="21" name="对象 20">
                        <a:extLst>
                          <a:ext uri="{FF2B5EF4-FFF2-40B4-BE49-F238E27FC236}">
                            <a16:creationId xmlns:a16="http://schemas.microsoft.com/office/drawing/2014/main" id="{53694C25-A976-45A5-99E8-F252BF398623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059113" y="214313"/>
                        <a:ext cx="425450" cy="42703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cxnSp>
        <p:nvCxnSpPr>
          <p:cNvPr id="22" name="直接连接符 21">
            <a:extLst>
              <a:ext uri="{FF2B5EF4-FFF2-40B4-BE49-F238E27FC236}">
                <a16:creationId xmlns:a16="http://schemas.microsoft.com/office/drawing/2014/main" id="{81787A8A-05CE-4D0A-BF8F-011CDB8530DF}"/>
              </a:ext>
            </a:extLst>
          </p:cNvPr>
          <p:cNvCxnSpPr>
            <a:cxnSpLocks/>
          </p:cNvCxnSpPr>
          <p:nvPr/>
        </p:nvCxnSpPr>
        <p:spPr>
          <a:xfrm flipH="1">
            <a:off x="2468563" y="2317750"/>
            <a:ext cx="317500" cy="1062038"/>
          </a:xfrm>
          <a:prstGeom prst="line">
            <a:avLst/>
          </a:prstGeom>
          <a:noFill/>
          <a:ln w="28575" cap="flat" cmpd="sng" algn="ctr">
            <a:solidFill>
              <a:srgbClr val="FF0000"/>
            </a:solidFill>
            <a:prstDash val="solid"/>
            <a:headEnd type="none" w="med" len="med"/>
            <a:tailEnd type="arrow" w="med" len="med"/>
          </a:ln>
          <a:effectLst/>
        </p:spPr>
      </p:cxnSp>
      <p:sp>
        <p:nvSpPr>
          <p:cNvPr id="23" name="椭圆 22">
            <a:extLst>
              <a:ext uri="{FF2B5EF4-FFF2-40B4-BE49-F238E27FC236}">
                <a16:creationId xmlns:a16="http://schemas.microsoft.com/office/drawing/2014/main" id="{E9124B56-779C-43C6-A044-C19AEE130686}"/>
              </a:ext>
            </a:extLst>
          </p:cNvPr>
          <p:cNvSpPr/>
          <p:nvPr/>
        </p:nvSpPr>
        <p:spPr>
          <a:xfrm>
            <a:off x="3233738" y="625475"/>
            <a:ext cx="71437" cy="71438"/>
          </a:xfrm>
          <a:prstGeom prst="ellipse">
            <a:avLst/>
          </a:prstGeom>
          <a:solidFill>
            <a:srgbClr val="00B050"/>
          </a:solidFill>
          <a:ln w="25400" cap="flat" cmpd="sng" algn="ctr">
            <a:solidFill>
              <a:srgbClr val="00CC99"/>
            </a:solidFill>
            <a:prstDash val="solid"/>
          </a:ln>
          <a:effectLst/>
        </p:spPr>
        <p:txBody>
          <a:bodyPr anchor="ctr"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Times New Roman"/>
              <a:ea typeface="宋体"/>
              <a:cs typeface="+mn-cs"/>
            </a:endParaRPr>
          </a:p>
        </p:txBody>
      </p:sp>
      <p:cxnSp>
        <p:nvCxnSpPr>
          <p:cNvPr id="24" name="直接连接符 23">
            <a:extLst>
              <a:ext uri="{FF2B5EF4-FFF2-40B4-BE49-F238E27FC236}">
                <a16:creationId xmlns:a16="http://schemas.microsoft.com/office/drawing/2014/main" id="{F71787AE-3984-4908-812B-73F1B150CA75}"/>
              </a:ext>
            </a:extLst>
          </p:cNvPr>
          <p:cNvCxnSpPr>
            <a:cxnSpLocks/>
          </p:cNvCxnSpPr>
          <p:nvPr/>
        </p:nvCxnSpPr>
        <p:spPr bwMode="auto">
          <a:xfrm>
            <a:off x="2468563" y="3370263"/>
            <a:ext cx="312737" cy="0"/>
          </a:xfrm>
          <a:prstGeom prst="line">
            <a:avLst/>
          </a:prstGeom>
          <a:noFill/>
          <a:ln w="28575" cap="flat" cmpd="sng" algn="ctr">
            <a:solidFill>
              <a:srgbClr val="000000">
                <a:shade val="95000"/>
                <a:satMod val="105000"/>
              </a:srgbClr>
            </a:solidFill>
            <a:prstDash val="sysDot"/>
          </a:ln>
          <a:effectLst/>
        </p:spPr>
      </p:cxnSp>
      <p:cxnSp>
        <p:nvCxnSpPr>
          <p:cNvPr id="25" name="直接连接符 24">
            <a:extLst>
              <a:ext uri="{FF2B5EF4-FFF2-40B4-BE49-F238E27FC236}">
                <a16:creationId xmlns:a16="http://schemas.microsoft.com/office/drawing/2014/main" id="{E0E83D4C-82B4-4AAF-BD7E-734FD0C32DD0}"/>
              </a:ext>
            </a:extLst>
          </p:cNvPr>
          <p:cNvCxnSpPr>
            <a:cxnSpLocks/>
          </p:cNvCxnSpPr>
          <p:nvPr/>
        </p:nvCxnSpPr>
        <p:spPr bwMode="auto">
          <a:xfrm flipV="1">
            <a:off x="2444750" y="2352675"/>
            <a:ext cx="0" cy="1012825"/>
          </a:xfrm>
          <a:prstGeom prst="line">
            <a:avLst/>
          </a:prstGeom>
          <a:noFill/>
          <a:ln w="28575" cap="flat" cmpd="sng" algn="ctr">
            <a:solidFill>
              <a:srgbClr val="000000">
                <a:shade val="95000"/>
                <a:satMod val="105000"/>
              </a:srgbClr>
            </a:solidFill>
            <a:prstDash val="sysDot"/>
          </a:ln>
          <a:effectLst/>
        </p:spPr>
      </p:cxnSp>
      <p:graphicFrame>
        <p:nvGraphicFramePr>
          <p:cNvPr id="26" name="对象 25">
            <a:extLst>
              <a:ext uri="{FF2B5EF4-FFF2-40B4-BE49-F238E27FC236}">
                <a16:creationId xmlns:a16="http://schemas.microsoft.com/office/drawing/2014/main" id="{E732984B-0FFD-4CDD-BE29-0472368D1A2D}"/>
              </a:ext>
            </a:extLst>
          </p:cNvPr>
          <p:cNvGraphicFramePr>
            <a:graphicFrameLocks noChangeAspect="1"/>
          </p:cNvGraphicFramePr>
          <p:nvPr/>
        </p:nvGraphicFramePr>
        <p:xfrm>
          <a:off x="2001838" y="3365500"/>
          <a:ext cx="479425" cy="4540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4" imgW="228600" imgH="215640" progId="Equation.DSMT4">
                  <p:embed/>
                </p:oleObj>
              </mc:Choice>
              <mc:Fallback>
                <p:oleObj name="Equation" r:id="rId14" imgW="228600" imgH="215640" progId="Equation.DSMT4">
                  <p:embed/>
                  <p:pic>
                    <p:nvPicPr>
                      <p:cNvPr id="26" name="对象 25">
                        <a:extLst>
                          <a:ext uri="{FF2B5EF4-FFF2-40B4-BE49-F238E27FC236}">
                            <a16:creationId xmlns:a16="http://schemas.microsoft.com/office/drawing/2014/main" id="{E732984B-0FFD-4CDD-BE29-0472368D1A2D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001838" y="3365500"/>
                        <a:ext cx="479425" cy="4540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cxnSp>
        <p:nvCxnSpPr>
          <p:cNvPr id="27" name="直接连接符 26">
            <a:extLst>
              <a:ext uri="{FF2B5EF4-FFF2-40B4-BE49-F238E27FC236}">
                <a16:creationId xmlns:a16="http://schemas.microsoft.com/office/drawing/2014/main" id="{1D337323-1241-47C1-BD7E-52707B6EACF8}"/>
              </a:ext>
            </a:extLst>
          </p:cNvPr>
          <p:cNvCxnSpPr>
            <a:cxnSpLocks/>
          </p:cNvCxnSpPr>
          <p:nvPr/>
        </p:nvCxnSpPr>
        <p:spPr>
          <a:xfrm>
            <a:off x="2784475" y="2308225"/>
            <a:ext cx="0" cy="1071563"/>
          </a:xfrm>
          <a:prstGeom prst="line">
            <a:avLst/>
          </a:prstGeom>
          <a:noFill/>
          <a:ln w="28575" cap="flat" cmpd="sng" algn="ctr">
            <a:solidFill>
              <a:srgbClr val="FF0000"/>
            </a:solidFill>
            <a:prstDash val="solid"/>
            <a:headEnd type="none" w="med" len="med"/>
            <a:tailEnd type="triangle" w="med" len="med"/>
          </a:ln>
          <a:effectLst/>
        </p:spPr>
      </p:cxnSp>
      <p:graphicFrame>
        <p:nvGraphicFramePr>
          <p:cNvPr id="28" name="对象 27">
            <a:extLst>
              <a:ext uri="{FF2B5EF4-FFF2-40B4-BE49-F238E27FC236}">
                <a16:creationId xmlns:a16="http://schemas.microsoft.com/office/drawing/2014/main" id="{178CF72A-E9C7-4327-BF14-B4E7F994CE81}"/>
              </a:ext>
            </a:extLst>
          </p:cNvPr>
          <p:cNvGraphicFramePr>
            <a:graphicFrameLocks noChangeAspect="1"/>
          </p:cNvGraphicFramePr>
          <p:nvPr/>
        </p:nvGraphicFramePr>
        <p:xfrm>
          <a:off x="2849563" y="2749550"/>
          <a:ext cx="558800" cy="508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6" imgW="266400" imgH="241200" progId="Equation.DSMT4">
                  <p:embed/>
                </p:oleObj>
              </mc:Choice>
              <mc:Fallback>
                <p:oleObj name="Equation" r:id="rId16" imgW="266400" imgH="241200" progId="Equation.DSMT4">
                  <p:embed/>
                  <p:pic>
                    <p:nvPicPr>
                      <p:cNvPr id="28" name="对象 27">
                        <a:extLst>
                          <a:ext uri="{FF2B5EF4-FFF2-40B4-BE49-F238E27FC236}">
                            <a16:creationId xmlns:a16="http://schemas.microsoft.com/office/drawing/2014/main" id="{178CF72A-E9C7-4327-BF14-B4E7F994CE81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849563" y="2749550"/>
                        <a:ext cx="558800" cy="5080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9" name="对象 28">
            <a:extLst>
              <a:ext uri="{FF2B5EF4-FFF2-40B4-BE49-F238E27FC236}">
                <a16:creationId xmlns:a16="http://schemas.microsoft.com/office/drawing/2014/main" id="{A6C35165-695C-4954-9A2A-E0DF542B4C26}"/>
              </a:ext>
            </a:extLst>
          </p:cNvPr>
          <p:cNvGraphicFramePr>
            <a:graphicFrameLocks noChangeAspect="1"/>
          </p:cNvGraphicFramePr>
          <p:nvPr/>
        </p:nvGraphicFramePr>
        <p:xfrm>
          <a:off x="1844675" y="2112963"/>
          <a:ext cx="558800" cy="4810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8" imgW="266400" imgH="228600" progId="Equation.DSMT4">
                  <p:embed/>
                </p:oleObj>
              </mc:Choice>
              <mc:Fallback>
                <p:oleObj name="Equation" r:id="rId18" imgW="266400" imgH="228600" progId="Equation.DSMT4">
                  <p:embed/>
                  <p:pic>
                    <p:nvPicPr>
                      <p:cNvPr id="29" name="对象 28">
                        <a:extLst>
                          <a:ext uri="{FF2B5EF4-FFF2-40B4-BE49-F238E27FC236}">
                            <a16:creationId xmlns:a16="http://schemas.microsoft.com/office/drawing/2014/main" id="{A6C35165-695C-4954-9A2A-E0DF542B4C26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844675" y="2112963"/>
                        <a:ext cx="558800" cy="48101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cxnSp>
        <p:nvCxnSpPr>
          <p:cNvPr id="30" name="直接连接符 29">
            <a:extLst>
              <a:ext uri="{FF2B5EF4-FFF2-40B4-BE49-F238E27FC236}">
                <a16:creationId xmlns:a16="http://schemas.microsoft.com/office/drawing/2014/main" id="{C1361271-3E10-4361-A90A-8E7D04B7D34F}"/>
              </a:ext>
            </a:extLst>
          </p:cNvPr>
          <p:cNvCxnSpPr>
            <a:cxnSpLocks/>
          </p:cNvCxnSpPr>
          <p:nvPr/>
        </p:nvCxnSpPr>
        <p:spPr>
          <a:xfrm flipH="1" flipV="1">
            <a:off x="2424113" y="2333625"/>
            <a:ext cx="395287" cy="4763"/>
          </a:xfrm>
          <a:prstGeom prst="line">
            <a:avLst/>
          </a:prstGeom>
          <a:noFill/>
          <a:ln w="28575" cap="flat" cmpd="sng" algn="ctr">
            <a:solidFill>
              <a:srgbClr val="FF0000"/>
            </a:solidFill>
            <a:prstDash val="solid"/>
            <a:headEnd type="none" w="med" len="med"/>
            <a:tailEnd type="triangle" w="med" len="med"/>
          </a:ln>
          <a:effectLst/>
        </p:spPr>
      </p:cxnSp>
      <p:graphicFrame>
        <p:nvGraphicFramePr>
          <p:cNvPr id="31" name="对象 30">
            <a:extLst>
              <a:ext uri="{FF2B5EF4-FFF2-40B4-BE49-F238E27FC236}">
                <a16:creationId xmlns:a16="http://schemas.microsoft.com/office/drawing/2014/main" id="{18B2DC40-BC4A-4C75-A895-3EDC9B903E3C}"/>
              </a:ext>
            </a:extLst>
          </p:cNvPr>
          <p:cNvGraphicFramePr>
            <a:graphicFrameLocks noChangeAspect="1"/>
          </p:cNvGraphicFramePr>
          <p:nvPr/>
        </p:nvGraphicFramePr>
        <p:xfrm>
          <a:off x="2565400" y="2813050"/>
          <a:ext cx="265113" cy="3730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0" imgW="126720" imgH="177480" progId="Equation.DSMT4">
                  <p:embed/>
                </p:oleObj>
              </mc:Choice>
              <mc:Fallback>
                <p:oleObj name="Equation" r:id="rId20" imgW="126720" imgH="177480" progId="Equation.DSMT4">
                  <p:embed/>
                  <p:pic>
                    <p:nvPicPr>
                      <p:cNvPr id="31" name="对象 30">
                        <a:extLst>
                          <a:ext uri="{FF2B5EF4-FFF2-40B4-BE49-F238E27FC236}">
                            <a16:creationId xmlns:a16="http://schemas.microsoft.com/office/drawing/2014/main" id="{18B2DC40-BC4A-4C75-A895-3EDC9B903E3C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565400" y="2813050"/>
                        <a:ext cx="265113" cy="37306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2" name="Object 134">
            <a:extLst>
              <a:ext uri="{FF2B5EF4-FFF2-40B4-BE49-F238E27FC236}">
                <a16:creationId xmlns:a16="http://schemas.microsoft.com/office/drawing/2014/main" id="{2A91208A-7F25-4607-BF0D-2141ED3D7ACA}"/>
              </a:ext>
            </a:extLst>
          </p:cNvPr>
          <p:cNvGraphicFramePr>
            <a:graphicFrameLocks noChangeAspect="1"/>
          </p:cNvGraphicFramePr>
          <p:nvPr/>
        </p:nvGraphicFramePr>
        <p:xfrm>
          <a:off x="5232840" y="1073295"/>
          <a:ext cx="2074863" cy="10033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1" imgW="901440" imgH="431640" progId="Equation.DSMT4">
                  <p:embed/>
                </p:oleObj>
              </mc:Choice>
              <mc:Fallback>
                <p:oleObj name="Equation" r:id="rId21" imgW="901440" imgH="431640" progId="Equation.DSMT4">
                  <p:embed/>
                  <p:pic>
                    <p:nvPicPr>
                      <p:cNvPr id="32" name="Object 134">
                        <a:extLst>
                          <a:ext uri="{FF2B5EF4-FFF2-40B4-BE49-F238E27FC236}">
                            <a16:creationId xmlns:a16="http://schemas.microsoft.com/office/drawing/2014/main" id="{2A91208A-7F25-4607-BF0D-2141ED3D7ACA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232840" y="1073295"/>
                        <a:ext cx="2074863" cy="10033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3" name="Object 134">
            <a:extLst>
              <a:ext uri="{FF2B5EF4-FFF2-40B4-BE49-F238E27FC236}">
                <a16:creationId xmlns:a16="http://schemas.microsoft.com/office/drawing/2014/main" id="{C7BEB997-A539-4CCA-AB98-1DBA5C9BDA02}"/>
              </a:ext>
            </a:extLst>
          </p:cNvPr>
          <p:cNvGraphicFramePr>
            <a:graphicFrameLocks noChangeAspect="1"/>
          </p:cNvGraphicFramePr>
          <p:nvPr/>
        </p:nvGraphicFramePr>
        <p:xfrm>
          <a:off x="457993" y="3844132"/>
          <a:ext cx="4473575" cy="8937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3" imgW="2184120" imgH="431640" progId="Equation.DSMT4">
                  <p:embed/>
                </p:oleObj>
              </mc:Choice>
              <mc:Fallback>
                <p:oleObj name="Equation" r:id="rId23" imgW="2184120" imgH="431640" progId="Equation.DSMT4">
                  <p:embed/>
                  <p:pic>
                    <p:nvPicPr>
                      <p:cNvPr id="33" name="Object 134">
                        <a:extLst>
                          <a:ext uri="{FF2B5EF4-FFF2-40B4-BE49-F238E27FC236}">
                            <a16:creationId xmlns:a16="http://schemas.microsoft.com/office/drawing/2014/main" id="{C7BEB997-A539-4CCA-AB98-1DBA5C9BDA02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57993" y="3844132"/>
                        <a:ext cx="4473575" cy="89376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34" name="组合 33">
            <a:extLst>
              <a:ext uri="{FF2B5EF4-FFF2-40B4-BE49-F238E27FC236}">
                <a16:creationId xmlns:a16="http://schemas.microsoft.com/office/drawing/2014/main" id="{FFB3433A-95AC-4153-BBF7-D8FB09D19E9E}"/>
              </a:ext>
            </a:extLst>
          </p:cNvPr>
          <p:cNvGrpSpPr>
            <a:grpSpLocks/>
          </p:cNvGrpSpPr>
          <p:nvPr/>
        </p:nvGrpSpPr>
        <p:grpSpPr bwMode="auto">
          <a:xfrm>
            <a:off x="422275" y="5927903"/>
            <a:ext cx="2811463" cy="530225"/>
            <a:chOff x="1126653" y="6042287"/>
            <a:chExt cx="2811193" cy="530225"/>
          </a:xfrm>
        </p:grpSpPr>
        <p:sp>
          <p:nvSpPr>
            <p:cNvPr id="35" name="矩形 104">
              <a:extLst>
                <a:ext uri="{FF2B5EF4-FFF2-40B4-BE49-F238E27FC236}">
                  <a16:creationId xmlns:a16="http://schemas.microsoft.com/office/drawing/2014/main" id="{A880C12B-DF5E-4D36-AEF1-FEB4FD291D7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26653" y="6042287"/>
              <a:ext cx="1723549" cy="46166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zh-CN" altLang="en-US" sz="2400" b="1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仿宋_GB2312"/>
                  <a:cs typeface="仿宋_GB2312"/>
                  <a:sym typeface="Symbol" panose="05050102010706020507" pitchFamily="18" charset="2"/>
                </a:rPr>
                <a:t>根据对称性</a:t>
              </a:r>
              <a:endParaRPr kumimoji="0" lang="zh-CN" altLang="en-US" sz="2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endParaRPr>
            </a:p>
          </p:txBody>
        </p:sp>
        <p:graphicFrame>
          <p:nvGraphicFramePr>
            <p:cNvPr id="36" name="Object 134">
              <a:extLst>
                <a:ext uri="{FF2B5EF4-FFF2-40B4-BE49-F238E27FC236}">
                  <a16:creationId xmlns:a16="http://schemas.microsoft.com/office/drawing/2014/main" id="{DF6CAFFC-74D6-4DA2-ABC8-243E17C32852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2944071" y="6042287"/>
            <a:ext cx="993775" cy="530225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25" imgW="431640" imgH="228600" progId="Equation.DSMT4">
                    <p:embed/>
                  </p:oleObj>
                </mc:Choice>
                <mc:Fallback>
                  <p:oleObj name="Equation" r:id="rId25" imgW="431640" imgH="228600" progId="Equation.DSMT4">
                    <p:embed/>
                    <p:pic>
                      <p:nvPicPr>
                        <p:cNvPr id="36" name="Object 134">
                          <a:extLst>
                            <a:ext uri="{FF2B5EF4-FFF2-40B4-BE49-F238E27FC236}">
                              <a16:creationId xmlns:a16="http://schemas.microsoft.com/office/drawing/2014/main" id="{DF6CAFFC-74D6-4DA2-ABC8-243E17C32852}"/>
                            </a:ext>
                          </a:extLst>
                        </p:cNvPr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26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944071" y="6042287"/>
                          <a:ext cx="993775" cy="530225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graphicFrame>
        <p:nvGraphicFramePr>
          <p:cNvPr id="37" name="对象 36">
            <a:extLst>
              <a:ext uri="{FF2B5EF4-FFF2-40B4-BE49-F238E27FC236}">
                <a16:creationId xmlns:a16="http://schemas.microsoft.com/office/drawing/2014/main" id="{CA4A4510-E2D6-4105-92BB-61ABEBA38981}"/>
              </a:ext>
            </a:extLst>
          </p:cNvPr>
          <p:cNvGraphicFramePr>
            <a:graphicFrameLocks noChangeAspect="1"/>
          </p:cNvGraphicFramePr>
          <p:nvPr/>
        </p:nvGraphicFramePr>
        <p:xfrm>
          <a:off x="5852963" y="2244361"/>
          <a:ext cx="2232025" cy="4270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7" imgW="1066680" imgH="203040" progId="Equation.DSMT4">
                  <p:embed/>
                </p:oleObj>
              </mc:Choice>
              <mc:Fallback>
                <p:oleObj name="Equation" r:id="rId27" imgW="1066680" imgH="203040" progId="Equation.DSMT4">
                  <p:embed/>
                  <p:pic>
                    <p:nvPicPr>
                      <p:cNvPr id="37" name="对象 36">
                        <a:extLst>
                          <a:ext uri="{FF2B5EF4-FFF2-40B4-BE49-F238E27FC236}">
                            <a16:creationId xmlns:a16="http://schemas.microsoft.com/office/drawing/2014/main" id="{CA4A4510-E2D6-4105-92BB-61ABEBA38981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852963" y="2244361"/>
                        <a:ext cx="2232025" cy="42703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38" name="组合 37">
            <a:extLst>
              <a:ext uri="{FF2B5EF4-FFF2-40B4-BE49-F238E27FC236}">
                <a16:creationId xmlns:a16="http://schemas.microsoft.com/office/drawing/2014/main" id="{417967BC-D4B3-4185-9C94-A2938FBE9AD4}"/>
              </a:ext>
            </a:extLst>
          </p:cNvPr>
          <p:cNvGrpSpPr>
            <a:grpSpLocks/>
          </p:cNvGrpSpPr>
          <p:nvPr/>
        </p:nvGrpSpPr>
        <p:grpSpPr bwMode="auto">
          <a:xfrm>
            <a:off x="2790825" y="688975"/>
            <a:ext cx="757238" cy="1584325"/>
            <a:chOff x="2791555" y="688276"/>
            <a:chExt cx="755824" cy="1584515"/>
          </a:xfrm>
        </p:grpSpPr>
        <p:graphicFrame>
          <p:nvGraphicFramePr>
            <p:cNvPr id="39" name="对象 107">
              <a:extLst>
                <a:ext uri="{FF2B5EF4-FFF2-40B4-BE49-F238E27FC236}">
                  <a16:creationId xmlns:a16="http://schemas.microsoft.com/office/drawing/2014/main" id="{2CF6F569-49F7-457C-B4BB-2DE8286463CA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2965706" y="1238631"/>
            <a:ext cx="412685" cy="323567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29" imgW="228600" imgH="177480" progId="Equation.DSMT4">
                    <p:embed/>
                  </p:oleObj>
                </mc:Choice>
                <mc:Fallback>
                  <p:oleObj name="Equation" r:id="rId29" imgW="228600" imgH="177480" progId="Equation.DSMT4">
                    <p:embed/>
                    <p:pic>
                      <p:nvPicPr>
                        <p:cNvPr id="39" name="对象 107">
                          <a:extLst>
                            <a:ext uri="{FF2B5EF4-FFF2-40B4-BE49-F238E27FC236}">
                              <a16:creationId xmlns:a16="http://schemas.microsoft.com/office/drawing/2014/main" id="{2CF6F569-49F7-457C-B4BB-2DE8286463CA}"/>
                            </a:ext>
                          </a:extLst>
                        </p:cNvPr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30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965706" y="1238631"/>
                          <a:ext cx="412685" cy="323567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cxnSp>
          <p:nvCxnSpPr>
            <p:cNvPr id="40" name="直接连接符 39">
              <a:extLst>
                <a:ext uri="{FF2B5EF4-FFF2-40B4-BE49-F238E27FC236}">
                  <a16:creationId xmlns:a16="http://schemas.microsoft.com/office/drawing/2014/main" id="{9DA00249-9398-4983-9115-0A0FF4B192BD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2813738" y="688276"/>
              <a:ext cx="733641" cy="1584515"/>
            </a:xfrm>
            <a:prstGeom prst="line">
              <a:avLst/>
            </a:prstGeom>
            <a:noFill/>
            <a:ln w="19050" cap="flat" cmpd="sng" algn="ctr">
              <a:solidFill>
                <a:srgbClr val="000000">
                  <a:shade val="95000"/>
                  <a:satMod val="105000"/>
                </a:srgbClr>
              </a:solidFill>
              <a:prstDash val="sysDash"/>
            </a:ln>
            <a:effectLst/>
          </p:spPr>
        </p:cxnSp>
        <p:sp>
          <p:nvSpPr>
            <p:cNvPr id="41" name="弧形 40">
              <a:extLst>
                <a:ext uri="{FF2B5EF4-FFF2-40B4-BE49-F238E27FC236}">
                  <a16:creationId xmlns:a16="http://schemas.microsoft.com/office/drawing/2014/main" id="{0F53E907-D420-4965-901B-9BBE4A3671E7}"/>
                </a:ext>
              </a:extLst>
            </p:cNvPr>
            <p:cNvSpPr/>
            <p:nvPr/>
          </p:nvSpPr>
          <p:spPr>
            <a:xfrm rot="1083912">
              <a:off x="2791555" y="1740915"/>
              <a:ext cx="244018" cy="109550"/>
            </a:xfrm>
            <a:prstGeom prst="arc">
              <a:avLst/>
            </a:prstGeom>
            <a:noFill/>
            <a:ln w="28575" cap="flat" cmpd="sng" algn="ctr">
              <a:solidFill>
                <a:srgbClr val="FF0000"/>
              </a:solidFill>
              <a:prstDash val="solid"/>
            </a:ln>
            <a:effectLst/>
          </p:spPr>
          <p:txBody>
            <a:bodyPr anchor="ctr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宋体"/>
                <a:cs typeface="+mn-cs"/>
              </a:endParaRPr>
            </a:p>
          </p:txBody>
        </p:sp>
      </p:grpSp>
      <p:graphicFrame>
        <p:nvGraphicFramePr>
          <p:cNvPr id="42" name="Object 134">
            <a:extLst>
              <a:ext uri="{FF2B5EF4-FFF2-40B4-BE49-F238E27FC236}">
                <a16:creationId xmlns:a16="http://schemas.microsoft.com/office/drawing/2014/main" id="{49479DD9-E37B-45B5-8648-6E0EAC338AB3}"/>
              </a:ext>
            </a:extLst>
          </p:cNvPr>
          <p:cNvGraphicFramePr>
            <a:graphicFrameLocks noChangeAspect="1"/>
          </p:cNvGraphicFramePr>
          <p:nvPr/>
        </p:nvGraphicFramePr>
        <p:xfrm>
          <a:off x="456623" y="4702969"/>
          <a:ext cx="3676650" cy="10620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31" imgW="1600200" imgH="457200" progId="Equation.DSMT4">
                  <p:embed/>
                </p:oleObj>
              </mc:Choice>
              <mc:Fallback>
                <p:oleObj name="Equation" r:id="rId31" imgW="1600200" imgH="457200" progId="Equation.DSMT4">
                  <p:embed/>
                  <p:pic>
                    <p:nvPicPr>
                      <p:cNvPr id="42" name="Object 134">
                        <a:extLst>
                          <a:ext uri="{FF2B5EF4-FFF2-40B4-BE49-F238E27FC236}">
                            <a16:creationId xmlns:a16="http://schemas.microsoft.com/office/drawing/2014/main" id="{49479DD9-E37B-45B5-8648-6E0EAC338AB3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56623" y="4702969"/>
                        <a:ext cx="3676650" cy="106203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3" name="Object 134">
            <a:extLst>
              <a:ext uri="{FF2B5EF4-FFF2-40B4-BE49-F238E27FC236}">
                <a16:creationId xmlns:a16="http://schemas.microsoft.com/office/drawing/2014/main" id="{AFFF1CF9-B57A-48FB-8961-85DFDF4FF318}"/>
              </a:ext>
            </a:extLst>
          </p:cNvPr>
          <p:cNvGraphicFramePr>
            <a:graphicFrameLocks noChangeAspect="1"/>
          </p:cNvGraphicFramePr>
          <p:nvPr/>
        </p:nvGraphicFramePr>
        <p:xfrm>
          <a:off x="4133273" y="4749800"/>
          <a:ext cx="2392363" cy="10033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33" imgW="1041120" imgH="431640" progId="Equation.DSMT4">
                  <p:embed/>
                </p:oleObj>
              </mc:Choice>
              <mc:Fallback>
                <p:oleObj name="Equation" r:id="rId33" imgW="1041120" imgH="431640" progId="Equation.DSMT4">
                  <p:embed/>
                  <p:pic>
                    <p:nvPicPr>
                      <p:cNvPr id="43" name="Object 134">
                        <a:extLst>
                          <a:ext uri="{FF2B5EF4-FFF2-40B4-BE49-F238E27FC236}">
                            <a16:creationId xmlns:a16="http://schemas.microsoft.com/office/drawing/2014/main" id="{AFFF1CF9-B57A-48FB-8961-85DFDF4FF318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133273" y="4749800"/>
                        <a:ext cx="2392363" cy="10033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44" name="矩形 43">
            <a:extLst>
              <a:ext uri="{FF2B5EF4-FFF2-40B4-BE49-F238E27FC236}">
                <a16:creationId xmlns:a16="http://schemas.microsoft.com/office/drawing/2014/main" id="{445284EB-6B9E-462F-8BBA-F572CCA762C7}"/>
              </a:ext>
            </a:extLst>
          </p:cNvPr>
          <p:cNvSpPr/>
          <p:nvPr/>
        </p:nvSpPr>
        <p:spPr>
          <a:xfrm>
            <a:off x="5391300" y="167061"/>
            <a:ext cx="1577676" cy="461665"/>
          </a:xfrm>
          <a:prstGeom prst="rect">
            <a:avLst/>
          </a:prstGeom>
          <a:solidFill>
            <a:schemeClr val="accent4"/>
          </a:solidFill>
        </p:spPr>
        <p:txBody>
          <a:bodyPr wrap="none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  <a:cs typeface="+mn-cs"/>
              </a:rPr>
              <a:t>练习一，</a:t>
            </a:r>
            <a:r>
              <a:rPr kumimoji="0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  <a:cs typeface="+mn-cs"/>
              </a:rPr>
              <a:t>7</a:t>
            </a:r>
            <a:endParaRPr kumimoji="0" lang="zh-CN" altLang="en-US" sz="24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黑体" panose="02010609060101010101" pitchFamily="49" charset="-122"/>
              <a:ea typeface="黑体" panose="02010609060101010101" pitchFamily="49" charset="-122"/>
              <a:cs typeface="+mn-cs"/>
            </a:endParaRPr>
          </a:p>
        </p:txBody>
      </p:sp>
      <p:graphicFrame>
        <p:nvGraphicFramePr>
          <p:cNvPr id="45" name="对象 44">
            <a:extLst>
              <a:ext uri="{FF2B5EF4-FFF2-40B4-BE49-F238E27FC236}">
                <a16:creationId xmlns:a16="http://schemas.microsoft.com/office/drawing/2014/main" id="{EB787A7C-5094-3F79-0910-50613BCD020E}"/>
              </a:ext>
            </a:extLst>
          </p:cNvPr>
          <p:cNvGraphicFramePr>
            <a:graphicFrameLocks noChangeAspect="1"/>
          </p:cNvGraphicFramePr>
          <p:nvPr/>
        </p:nvGraphicFramePr>
        <p:xfrm>
          <a:off x="3891757" y="5752332"/>
          <a:ext cx="4576762" cy="7905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35" imgW="2501640" imgH="431640" progId="Equation.DSMT4">
                  <p:embed/>
                </p:oleObj>
              </mc:Choice>
              <mc:Fallback>
                <p:oleObj name="Equation" r:id="rId35" imgW="2501640" imgH="431640" progId="Equation.DSMT4">
                  <p:embed/>
                  <p:pic>
                    <p:nvPicPr>
                      <p:cNvPr id="45" name="对象 44">
                        <a:extLst>
                          <a:ext uri="{FF2B5EF4-FFF2-40B4-BE49-F238E27FC236}">
                            <a16:creationId xmlns:a16="http://schemas.microsoft.com/office/drawing/2014/main" id="{EB787A7C-5094-3F79-0910-50613BCD020E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36"/>
                      <a:stretch>
                        <a:fillRect/>
                      </a:stretch>
                    </p:blipFill>
                    <p:spPr>
                      <a:xfrm>
                        <a:off x="3891757" y="5752332"/>
                        <a:ext cx="4576762" cy="790575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47" name="组合 46">
            <a:extLst>
              <a:ext uri="{FF2B5EF4-FFF2-40B4-BE49-F238E27FC236}">
                <a16:creationId xmlns:a16="http://schemas.microsoft.com/office/drawing/2014/main" id="{EE20C712-CA6E-B7AC-DEE1-3061F5F43073}"/>
              </a:ext>
            </a:extLst>
          </p:cNvPr>
          <p:cNvGrpSpPr/>
          <p:nvPr/>
        </p:nvGrpSpPr>
        <p:grpSpPr>
          <a:xfrm>
            <a:off x="5667098" y="2730159"/>
            <a:ext cx="2950127" cy="917400"/>
            <a:chOff x="5707266" y="3379788"/>
            <a:chExt cx="2950127" cy="917400"/>
          </a:xfrm>
        </p:grpSpPr>
        <p:graphicFrame>
          <p:nvGraphicFramePr>
            <p:cNvPr id="2" name="对象 1">
              <a:extLst>
                <a:ext uri="{FF2B5EF4-FFF2-40B4-BE49-F238E27FC236}">
                  <a16:creationId xmlns:a16="http://schemas.microsoft.com/office/drawing/2014/main" id="{11946EE1-346C-B63C-E7EA-D9023634FFC1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7551117" y="3379788"/>
            <a:ext cx="1106276" cy="9174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37" imgW="520560" imgH="431640" progId="Equation.DSMT4">
                    <p:embed/>
                  </p:oleObj>
                </mc:Choice>
                <mc:Fallback>
                  <p:oleObj name="Equation" r:id="rId37" imgW="520560" imgH="431640" progId="Equation.DSMT4">
                    <p:embed/>
                    <p:pic>
                      <p:nvPicPr>
                        <p:cNvPr id="2" name="对象 1">
                          <a:extLst>
                            <a:ext uri="{FF2B5EF4-FFF2-40B4-BE49-F238E27FC236}">
                              <a16:creationId xmlns:a16="http://schemas.microsoft.com/office/drawing/2014/main" id="{11946EE1-346C-B63C-E7EA-D9023634FFC1}"/>
                            </a:ext>
                          </a:extLst>
                        </p:cNvPr>
                        <p:cNvPicPr/>
                        <p:nvPr/>
                      </p:nvPicPr>
                      <p:blipFill>
                        <a:blip r:embed="rId38"/>
                        <a:stretch>
                          <a:fillRect/>
                        </a:stretch>
                      </p:blipFill>
                      <p:spPr>
                        <a:xfrm>
                          <a:off x="7551117" y="3379788"/>
                          <a:ext cx="1106276" cy="917400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46" name="文本框 45">
              <a:extLst>
                <a:ext uri="{FF2B5EF4-FFF2-40B4-BE49-F238E27FC236}">
                  <a16:creationId xmlns:a16="http://schemas.microsoft.com/office/drawing/2014/main" id="{13BEE505-14A7-E322-50CC-954BEF626ED9}"/>
                </a:ext>
              </a:extLst>
            </p:cNvPr>
            <p:cNvSpPr txBox="1"/>
            <p:nvPr/>
          </p:nvSpPr>
          <p:spPr>
            <a:xfrm>
              <a:off x="5707266" y="3620442"/>
              <a:ext cx="2074863" cy="461665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zh-CN" altLang="en-US" sz="2400" b="1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仿宋_GB2312"/>
                  <a:cs typeface="仿宋_GB2312"/>
                  <a:sym typeface="Symbol" panose="05050102010706020507" pitchFamily="18" charset="2"/>
                </a:rPr>
                <a:t>电荷线密度：</a:t>
              </a:r>
              <a:endParaRPr kumimoji="0" lang="zh-CN" altLang="en-US" sz="2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endParaRPr>
            </a:p>
          </p:txBody>
        </p:sp>
      </p:grpSp>
      <p:graphicFrame>
        <p:nvGraphicFramePr>
          <p:cNvPr id="48" name="对象 47">
            <a:extLst>
              <a:ext uri="{FF2B5EF4-FFF2-40B4-BE49-F238E27FC236}">
                <a16:creationId xmlns:a16="http://schemas.microsoft.com/office/drawing/2014/main" id="{7A881D09-F5F6-66CE-98D3-2E020DF0E3FE}"/>
              </a:ext>
            </a:extLst>
          </p:cNvPr>
          <p:cNvGraphicFramePr>
            <a:graphicFrameLocks noChangeAspect="1"/>
          </p:cNvGraphicFramePr>
          <p:nvPr/>
        </p:nvGraphicFramePr>
        <p:xfrm>
          <a:off x="5708169" y="3901194"/>
          <a:ext cx="1570754" cy="6399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39" imgW="685800" imgH="279360" progId="Equation.DSMT4">
                  <p:embed/>
                </p:oleObj>
              </mc:Choice>
              <mc:Fallback>
                <p:oleObj name="Equation" r:id="rId39" imgW="685800" imgH="279360" progId="Equation.DSMT4">
                  <p:embed/>
                  <p:pic>
                    <p:nvPicPr>
                      <p:cNvPr id="48" name="对象 47">
                        <a:extLst>
                          <a:ext uri="{FF2B5EF4-FFF2-40B4-BE49-F238E27FC236}">
                            <a16:creationId xmlns:a16="http://schemas.microsoft.com/office/drawing/2014/main" id="{7A881D09-F5F6-66CE-98D3-2E020DF0E3FE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0"/>
                      <a:stretch>
                        <a:fillRect/>
                      </a:stretch>
                    </p:blipFill>
                    <p:spPr>
                      <a:xfrm>
                        <a:off x="5708169" y="3901194"/>
                        <a:ext cx="1570754" cy="639937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11737277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6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1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10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7" dur="1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" dur="1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33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4" fill="hold">
                            <p:stCondLst>
                              <p:cond delay="500"/>
                            </p:stCondLst>
                            <p:childTnLst>
                              <p:par>
                                <p:cTn id="35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41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2" presetID="16" presetClass="entr" presetSubtype="2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44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5" fill="hold">
                            <p:stCondLst>
                              <p:cond delay="500"/>
                            </p:stCondLst>
                            <p:childTnLst>
                              <p:par>
                                <p:cTn id="46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8" fill="hold">
                            <p:stCondLst>
                              <p:cond delay="500"/>
                            </p:stCondLst>
                            <p:childTnLst>
                              <p:par>
                                <p:cTn id="49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>
                      <p:stCondLst>
                        <p:cond delay="indefinite"/>
                      </p:stCondLst>
                      <p:childTnLst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par>
                                <p:cTn id="5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1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2" fill="hold">
                      <p:stCondLst>
                        <p:cond delay="indefinite"/>
                      </p:stCondLst>
                      <p:childTnLst>
                        <p:par>
                          <p:cTn id="63" fill="hold">
                            <p:stCondLst>
                              <p:cond delay="0"/>
                            </p:stCondLst>
                            <p:childTnLst>
                              <p:par>
                                <p:cTn id="64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66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7" fill="hold">
                      <p:stCondLst>
                        <p:cond delay="indefinite"/>
                      </p:stCondLst>
                      <p:childTnLst>
                        <p:par>
                          <p:cTn id="68" fill="hold">
                            <p:stCondLst>
                              <p:cond delay="0"/>
                            </p:stCondLst>
                            <p:childTnLst>
                              <p:par>
                                <p:cTn id="69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1" dur="500"/>
                                        <p:tgtEl>
                                          <p:spTgt spid="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2" fill="hold">
                      <p:stCondLst>
                        <p:cond delay="indefinite"/>
                      </p:stCondLst>
                      <p:childTnLst>
                        <p:par>
                          <p:cTn id="73" fill="hold">
                            <p:stCondLst>
                              <p:cond delay="0"/>
                            </p:stCondLst>
                            <p:childTnLst>
                              <p:par>
                                <p:cTn id="74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6" dur="5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7" fill="hold">
                      <p:stCondLst>
                        <p:cond delay="indefinite"/>
                      </p:stCondLst>
                      <p:childTnLst>
                        <p:par>
                          <p:cTn id="78" fill="hold">
                            <p:stCondLst>
                              <p:cond delay="0"/>
                            </p:stCondLst>
                            <p:childTnLst>
                              <p:par>
                                <p:cTn id="7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1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2" fill="hold">
                      <p:stCondLst>
                        <p:cond delay="indefinite"/>
                      </p:stCondLst>
                      <p:childTnLst>
                        <p:par>
                          <p:cTn id="83" fill="hold">
                            <p:stCondLst>
                              <p:cond delay="0"/>
                            </p:stCondLst>
                            <p:childTnLst>
                              <p:par>
                                <p:cTn id="84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5" dur="1" fill="hold">
                                          <p:stCondLst>
                                            <p:cond delay="249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6" fill="hold">
                      <p:stCondLst>
                        <p:cond delay="indefinite"/>
                      </p:stCondLst>
                      <p:childTnLst>
                        <p:par>
                          <p:cTn id="87" fill="hold">
                            <p:stCondLst>
                              <p:cond delay="0"/>
                            </p:stCondLst>
                            <p:childTnLst>
                              <p:par>
                                <p:cTn id="88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0" dur="5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1" fill="hold">
                      <p:stCondLst>
                        <p:cond delay="indefinite"/>
                      </p:stCondLst>
                      <p:childTnLst>
                        <p:par>
                          <p:cTn id="92" fill="hold">
                            <p:stCondLst>
                              <p:cond delay="0"/>
                            </p:stCondLst>
                            <p:childTnLst>
                              <p:par>
                                <p:cTn id="93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5" dur="5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6" fill="hold">
                      <p:stCondLst>
                        <p:cond delay="indefinite"/>
                      </p:stCondLst>
                      <p:childTnLst>
                        <p:par>
                          <p:cTn id="97" fill="hold">
                            <p:stCondLst>
                              <p:cond delay="0"/>
                            </p:stCondLst>
                            <p:childTnLst>
                              <p:par>
                                <p:cTn id="98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00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1" fill="hold">
                      <p:stCondLst>
                        <p:cond delay="indefinite"/>
                      </p:stCondLst>
                      <p:childTnLst>
                        <p:par>
                          <p:cTn id="102" fill="hold">
                            <p:stCondLst>
                              <p:cond delay="0"/>
                            </p:stCondLst>
                            <p:childTnLst>
                              <p:par>
                                <p:cTn id="10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3" grpId="0" animBg="1"/>
    </p:bld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框 3">
            <a:extLst>
              <a:ext uri="{FF2B5EF4-FFF2-40B4-BE49-F238E27FC236}">
                <a16:creationId xmlns:a16="http://schemas.microsoft.com/office/drawing/2014/main" id="{821EF94E-8EB2-5E88-BB8E-260AEBEA908F}"/>
              </a:ext>
            </a:extLst>
          </p:cNvPr>
          <p:cNvSpPr txBox="1"/>
          <p:nvPr/>
        </p:nvSpPr>
        <p:spPr>
          <a:xfrm>
            <a:off x="580574" y="1294400"/>
            <a:ext cx="457200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CN" sz="2400" b="1" i="1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仿宋_GB2312"/>
                <a:cs typeface="仿宋_GB2312"/>
                <a:sym typeface="Symbol" panose="05050102010706020507" pitchFamily="18" charset="2"/>
              </a:rPr>
              <a:t>O</a:t>
            </a:r>
            <a:r>
              <a:rPr kumimoji="1" lang="zh-CN" altLang="en-US" sz="24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仿宋_GB2312"/>
                <a:cs typeface="仿宋_GB2312"/>
                <a:sym typeface="Symbol" panose="05050102010706020507" pitchFamily="18" charset="2"/>
              </a:rPr>
              <a:t>点的电场强度为：</a:t>
            </a:r>
            <a:endParaRPr kumimoji="0" lang="zh-CN" altLang="en-US" sz="24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graphicFrame>
        <p:nvGraphicFramePr>
          <p:cNvPr id="5" name="对象 4">
            <a:extLst>
              <a:ext uri="{FF2B5EF4-FFF2-40B4-BE49-F238E27FC236}">
                <a16:creationId xmlns:a16="http://schemas.microsoft.com/office/drawing/2014/main" id="{4E8B0655-93B3-F9A1-6A06-BCCECA96CA48}"/>
              </a:ext>
            </a:extLst>
          </p:cNvPr>
          <p:cNvGraphicFramePr>
            <a:graphicFrameLocks noChangeAspect="1"/>
          </p:cNvGraphicFramePr>
          <p:nvPr/>
        </p:nvGraphicFramePr>
        <p:xfrm>
          <a:off x="783325" y="1985606"/>
          <a:ext cx="2997292" cy="1008989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1282680" imgH="431640" progId="Equation.DSMT4">
                  <p:embed/>
                </p:oleObj>
              </mc:Choice>
              <mc:Fallback>
                <p:oleObj name="Equation" r:id="rId2" imgW="1282680" imgH="431640" progId="Equation.DSMT4">
                  <p:embed/>
                  <p:pic>
                    <p:nvPicPr>
                      <p:cNvPr id="5" name="对象 4">
                        <a:extLst>
                          <a:ext uri="{FF2B5EF4-FFF2-40B4-BE49-F238E27FC236}">
                            <a16:creationId xmlns:a16="http://schemas.microsoft.com/office/drawing/2014/main" id="{4E8B0655-93B3-F9A1-6A06-BCCECA96CA48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3"/>
                      <a:stretch>
                        <a:fillRect/>
                      </a:stretch>
                    </p:blipFill>
                    <p:spPr>
                      <a:xfrm>
                        <a:off x="783325" y="1985606"/>
                        <a:ext cx="2997292" cy="1008989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7" name="图片 6">
            <a:extLst>
              <a:ext uri="{FF2B5EF4-FFF2-40B4-BE49-F238E27FC236}">
                <a16:creationId xmlns:a16="http://schemas.microsoft.com/office/drawing/2014/main" id="{9C55B4D3-7CCF-8AF3-1BC6-F3F23415001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42164" y="1091206"/>
            <a:ext cx="4113519" cy="4061449"/>
          </a:xfrm>
          <a:prstGeom prst="rect">
            <a:avLst/>
          </a:prstGeom>
        </p:spPr>
      </p:pic>
      <p:cxnSp>
        <p:nvCxnSpPr>
          <p:cNvPr id="8" name="直接箭头连接符 7">
            <a:extLst>
              <a:ext uri="{FF2B5EF4-FFF2-40B4-BE49-F238E27FC236}">
                <a16:creationId xmlns:a16="http://schemas.microsoft.com/office/drawing/2014/main" id="{26D06BD1-2355-97A7-C874-DC9676C8BD5B}"/>
              </a:ext>
            </a:extLst>
          </p:cNvPr>
          <p:cNvCxnSpPr>
            <a:cxnSpLocks/>
          </p:cNvCxnSpPr>
          <p:nvPr/>
        </p:nvCxnSpPr>
        <p:spPr bwMode="auto">
          <a:xfrm flipH="1" flipV="1">
            <a:off x="6601117" y="384464"/>
            <a:ext cx="82922" cy="4197927"/>
          </a:xfrm>
          <a:prstGeom prst="straightConnector1">
            <a:avLst/>
          </a:prstGeom>
          <a:noFill/>
          <a:ln w="38100" cap="flat" cmpd="sng" algn="ctr">
            <a:solidFill>
              <a:srgbClr val="FF0000"/>
            </a:solidFill>
            <a:prstDash val="solid"/>
            <a:tailEnd type="triangle"/>
          </a:ln>
          <a:effectLst/>
        </p:spPr>
      </p:cxnSp>
      <p:graphicFrame>
        <p:nvGraphicFramePr>
          <p:cNvPr id="10" name="对象 13">
            <a:extLst>
              <a:ext uri="{FF2B5EF4-FFF2-40B4-BE49-F238E27FC236}">
                <a16:creationId xmlns:a16="http://schemas.microsoft.com/office/drawing/2014/main" id="{C62754A8-0F43-D259-53EA-66027980647A}"/>
              </a:ext>
            </a:extLst>
          </p:cNvPr>
          <p:cNvGraphicFramePr>
            <a:graphicFrameLocks noChangeAspect="1"/>
          </p:cNvGraphicFramePr>
          <p:nvPr/>
        </p:nvGraphicFramePr>
        <p:xfrm>
          <a:off x="6118376" y="517488"/>
          <a:ext cx="417506" cy="49345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5" imgW="139579" imgH="164957" progId="Equation.DSMT4">
                  <p:embed/>
                </p:oleObj>
              </mc:Choice>
              <mc:Fallback>
                <p:oleObj name="Equation" r:id="rId5" imgW="139579" imgH="164957" progId="Equation.DSMT4">
                  <p:embed/>
                  <p:pic>
                    <p:nvPicPr>
                      <p:cNvPr id="10" name="对象 13">
                        <a:extLst>
                          <a:ext uri="{FF2B5EF4-FFF2-40B4-BE49-F238E27FC236}">
                            <a16:creationId xmlns:a16="http://schemas.microsoft.com/office/drawing/2014/main" id="{C62754A8-0F43-D259-53EA-66027980647A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118376" y="517488"/>
                        <a:ext cx="417506" cy="49345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3" name="文本框 12">
            <a:extLst>
              <a:ext uri="{FF2B5EF4-FFF2-40B4-BE49-F238E27FC236}">
                <a16:creationId xmlns:a16="http://schemas.microsoft.com/office/drawing/2014/main" id="{A19E34FE-7B45-7FBA-C75E-A7645F6D5136}"/>
              </a:ext>
            </a:extLst>
          </p:cNvPr>
          <p:cNvSpPr txBox="1"/>
          <p:nvPr/>
        </p:nvSpPr>
        <p:spPr>
          <a:xfrm>
            <a:off x="670629" y="3285797"/>
            <a:ext cx="457200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zh-CN" altLang="en-US" sz="24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仿宋_GB2312"/>
                <a:cs typeface="仿宋_GB2312"/>
                <a:sym typeface="Symbol" panose="05050102010706020507" pitchFamily="18" charset="2"/>
              </a:rPr>
              <a:t>大小为：</a:t>
            </a:r>
            <a:endParaRPr kumimoji="0" lang="zh-CN" altLang="en-US" sz="2400" b="1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graphicFrame>
        <p:nvGraphicFramePr>
          <p:cNvPr id="14" name="Object 134">
            <a:extLst>
              <a:ext uri="{FF2B5EF4-FFF2-40B4-BE49-F238E27FC236}">
                <a16:creationId xmlns:a16="http://schemas.microsoft.com/office/drawing/2014/main" id="{1A45C101-AE93-FABA-DB2F-D6F1D1063056}"/>
              </a:ext>
            </a:extLst>
          </p:cNvPr>
          <p:cNvGraphicFramePr>
            <a:graphicFrameLocks noChangeAspect="1"/>
          </p:cNvGraphicFramePr>
          <p:nvPr/>
        </p:nvGraphicFramePr>
        <p:xfrm>
          <a:off x="1309009" y="3968500"/>
          <a:ext cx="2481263" cy="10033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7" imgW="1079280" imgH="431640" progId="Equation.DSMT4">
                  <p:embed/>
                </p:oleObj>
              </mc:Choice>
              <mc:Fallback>
                <p:oleObj name="Equation" r:id="rId7" imgW="1079280" imgH="431640" progId="Equation.DSMT4">
                  <p:embed/>
                  <p:pic>
                    <p:nvPicPr>
                      <p:cNvPr id="14" name="Object 134">
                        <a:extLst>
                          <a:ext uri="{FF2B5EF4-FFF2-40B4-BE49-F238E27FC236}">
                            <a16:creationId xmlns:a16="http://schemas.microsoft.com/office/drawing/2014/main" id="{1A45C101-AE93-FABA-DB2F-D6F1D1063056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309009" y="3968500"/>
                        <a:ext cx="2481263" cy="10033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5" name="文本框 14">
            <a:extLst>
              <a:ext uri="{FF2B5EF4-FFF2-40B4-BE49-F238E27FC236}">
                <a16:creationId xmlns:a16="http://schemas.microsoft.com/office/drawing/2014/main" id="{FAB644F8-B9FF-AF7B-E98A-6940061A1741}"/>
              </a:ext>
            </a:extLst>
          </p:cNvPr>
          <p:cNvSpPr txBox="1"/>
          <p:nvPr/>
        </p:nvSpPr>
        <p:spPr>
          <a:xfrm>
            <a:off x="670629" y="5232920"/>
            <a:ext cx="457200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zh-CN" altLang="en-US" sz="24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仿宋_GB2312"/>
                <a:cs typeface="仿宋_GB2312"/>
                <a:sym typeface="Symbol" panose="05050102010706020507" pitchFamily="18" charset="2"/>
              </a:rPr>
              <a:t>方向为：沿着</a:t>
            </a:r>
            <a:r>
              <a:rPr kumimoji="1" lang="en-US" altLang="zh-CN" sz="2800" b="1" i="1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仿宋_GB2312"/>
                <a:cs typeface="仿宋_GB2312"/>
                <a:sym typeface="Symbol" panose="05050102010706020507" pitchFamily="18" charset="2"/>
              </a:rPr>
              <a:t>y</a:t>
            </a:r>
            <a:r>
              <a:rPr kumimoji="1" lang="zh-CN" altLang="en-US" sz="24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仿宋_GB2312"/>
                <a:cs typeface="仿宋_GB2312"/>
                <a:sym typeface="Symbol" panose="05050102010706020507" pitchFamily="18" charset="2"/>
              </a:rPr>
              <a:t>轴负方向</a:t>
            </a:r>
            <a:endParaRPr kumimoji="0" lang="zh-CN" altLang="en-US" sz="2400" b="1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cxnSp>
        <p:nvCxnSpPr>
          <p:cNvPr id="17" name="直接箭头连接符 16">
            <a:extLst>
              <a:ext uri="{FF2B5EF4-FFF2-40B4-BE49-F238E27FC236}">
                <a16:creationId xmlns:a16="http://schemas.microsoft.com/office/drawing/2014/main" id="{4D556F95-C79C-54D2-F91E-716DC6DD8153}"/>
              </a:ext>
            </a:extLst>
          </p:cNvPr>
          <p:cNvCxnSpPr>
            <a:cxnSpLocks/>
          </p:cNvCxnSpPr>
          <p:nvPr/>
        </p:nvCxnSpPr>
        <p:spPr>
          <a:xfrm>
            <a:off x="6684039" y="4483175"/>
            <a:ext cx="0" cy="1499489"/>
          </a:xfrm>
          <a:prstGeom prst="straightConnector1">
            <a:avLst/>
          </a:prstGeom>
          <a:ln w="76200">
            <a:solidFill>
              <a:srgbClr val="0000FF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20" name="对象 19">
            <a:extLst>
              <a:ext uri="{FF2B5EF4-FFF2-40B4-BE49-F238E27FC236}">
                <a16:creationId xmlns:a16="http://schemas.microsoft.com/office/drawing/2014/main" id="{0E9C6D20-09EC-98C5-A8A5-4E1B5D26C53F}"/>
              </a:ext>
            </a:extLst>
          </p:cNvPr>
          <p:cNvGraphicFramePr>
            <a:graphicFrameLocks noChangeAspect="1"/>
          </p:cNvGraphicFramePr>
          <p:nvPr/>
        </p:nvGraphicFramePr>
        <p:xfrm>
          <a:off x="6676907" y="5499649"/>
          <a:ext cx="731811" cy="66298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9" imgW="152280" imgH="203040" progId="Equation.DSMT4">
                  <p:embed/>
                </p:oleObj>
              </mc:Choice>
              <mc:Fallback>
                <p:oleObj name="Equation" r:id="rId9" imgW="152280" imgH="203040" progId="Equation.DSMT4">
                  <p:embed/>
                  <p:pic>
                    <p:nvPicPr>
                      <p:cNvPr id="20" name="对象 19">
                        <a:extLst>
                          <a:ext uri="{FF2B5EF4-FFF2-40B4-BE49-F238E27FC236}">
                            <a16:creationId xmlns:a16="http://schemas.microsoft.com/office/drawing/2014/main" id="{0E9C6D20-09EC-98C5-A8A5-4E1B5D26C53F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10"/>
                      <a:stretch>
                        <a:fillRect/>
                      </a:stretch>
                    </p:blipFill>
                    <p:spPr>
                      <a:xfrm>
                        <a:off x="6676907" y="5499649"/>
                        <a:ext cx="731811" cy="662985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3" name="文本框 2">
            <a:extLst>
              <a:ext uri="{FF2B5EF4-FFF2-40B4-BE49-F238E27FC236}">
                <a16:creationId xmlns:a16="http://schemas.microsoft.com/office/drawing/2014/main" id="{71DCEDBA-EEAF-5DCA-C187-2DE911D124CD}"/>
              </a:ext>
            </a:extLst>
          </p:cNvPr>
          <p:cNvSpPr txBox="1"/>
          <p:nvPr/>
        </p:nvSpPr>
        <p:spPr>
          <a:xfrm>
            <a:off x="670629" y="487721"/>
            <a:ext cx="2029321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zh-CN" altLang="en-US" sz="2800" b="1" i="0" u="none" strike="noStrike" kern="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Times New Roman" panose="02020603050405020304" pitchFamily="18" charset="0"/>
                <a:ea typeface="等线" panose="02010600030101010101" pitchFamily="2" charset="-122"/>
                <a:cs typeface="+mn-cs"/>
                <a:sym typeface="Symbol" panose="05050102010706020507" pitchFamily="18" charset="2"/>
              </a:rPr>
              <a:t>总结：</a:t>
            </a:r>
            <a:endParaRPr kumimoji="0" lang="zh-CN" altLang="en-US" sz="2800" b="0" i="0" u="none" strike="noStrike" kern="1200" cap="none" spc="0" normalizeH="0" baseline="0" noProof="0" dirty="0">
              <a:ln>
                <a:noFill/>
              </a:ln>
              <a:solidFill>
                <a:srgbClr val="FF0000"/>
              </a:solidFill>
              <a:effectLst/>
              <a:uLnTx/>
              <a:uFillTx/>
              <a:latin typeface="Calibri" panose="020F0502020204030204"/>
              <a:ea typeface="等线" panose="02010600030101010101" pitchFamily="2" charset="-122"/>
              <a:cs typeface="+mn-cs"/>
            </a:endParaRP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6D51AAA8-4B14-3638-D062-73D55E5216F2}"/>
              </a:ext>
            </a:extLst>
          </p:cNvPr>
          <p:cNvSpPr txBox="1"/>
          <p:nvPr/>
        </p:nvSpPr>
        <p:spPr>
          <a:xfrm>
            <a:off x="569937" y="6106252"/>
            <a:ext cx="5820471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zh-CN" altLang="en-US" sz="24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仿宋_GB2312"/>
                <a:cs typeface="仿宋_GB2312"/>
                <a:sym typeface="Symbol" panose="05050102010706020507" pitchFamily="18" charset="2"/>
              </a:rPr>
              <a:t>本题的结论可以直接应用到后面第</a:t>
            </a:r>
            <a:r>
              <a:rPr kumimoji="1" lang="en-US" altLang="zh-CN" sz="24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仿宋_GB2312"/>
                <a:cs typeface="仿宋_GB2312"/>
                <a:sym typeface="Symbol" panose="05050102010706020507" pitchFamily="18" charset="2"/>
              </a:rPr>
              <a:t>8</a:t>
            </a:r>
            <a:r>
              <a:rPr kumimoji="1" lang="zh-CN" altLang="en-US" sz="24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仿宋_GB2312"/>
                <a:cs typeface="仿宋_GB2312"/>
                <a:sym typeface="Symbol" panose="05050102010706020507" pitchFamily="18" charset="2"/>
              </a:rPr>
              <a:t>题。</a:t>
            </a:r>
            <a:endParaRPr kumimoji="0" lang="zh-CN" altLang="en-US" sz="2400" b="1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53459282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0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>
            <a:extLst>
              <a:ext uri="{FF2B5EF4-FFF2-40B4-BE49-F238E27FC236}">
                <a16:creationId xmlns:a16="http://schemas.microsoft.com/office/drawing/2014/main" id="{47EC4243-2047-0322-B024-EE01F7420690}"/>
              </a:ext>
            </a:extLst>
          </p:cNvPr>
          <p:cNvSpPr txBox="1"/>
          <p:nvPr/>
        </p:nvSpPr>
        <p:spPr>
          <a:xfrm>
            <a:off x="416560" y="494054"/>
            <a:ext cx="2505814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2400" b="1" dirty="0">
                <a:solidFill>
                  <a:srgbClr val="0066FF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3</a:t>
            </a:r>
            <a:r>
              <a:rPr lang="zh-CN" altLang="en-US" sz="2400" b="1" dirty="0">
                <a:solidFill>
                  <a:srgbClr val="0066FF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、电场力的计算</a:t>
            </a:r>
          </a:p>
        </p:txBody>
      </p:sp>
      <p:sp>
        <p:nvSpPr>
          <p:cNvPr id="3" name="Text Box 37">
            <a:extLst>
              <a:ext uri="{FF2B5EF4-FFF2-40B4-BE49-F238E27FC236}">
                <a16:creationId xmlns:a16="http://schemas.microsoft.com/office/drawing/2014/main" id="{A983A3F7-CBE8-C051-5943-568BBBDAB3F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324972" y="4265988"/>
            <a:ext cx="4456068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kumimoji="1" lang="zh-CN" altLang="en-US" sz="2400" b="1" dirty="0">
                <a:latin typeface="黑体" panose="02010609060101010101" pitchFamily="49" charset="-122"/>
                <a:ea typeface="黑体" panose="02010609060101010101" pitchFamily="49" charset="-122"/>
              </a:rPr>
              <a:t>连续带电体受到的电场力：</a:t>
            </a:r>
          </a:p>
        </p:txBody>
      </p:sp>
      <p:graphicFrame>
        <p:nvGraphicFramePr>
          <p:cNvPr id="4" name="Object 3">
            <a:extLst>
              <a:ext uri="{FF2B5EF4-FFF2-40B4-BE49-F238E27FC236}">
                <a16:creationId xmlns:a16="http://schemas.microsoft.com/office/drawing/2014/main" id="{12A4A651-B995-BE9F-A3EB-383F85FC8A72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115801691"/>
              </p:ext>
            </p:extLst>
          </p:nvPr>
        </p:nvGraphicFramePr>
        <p:xfrm>
          <a:off x="1939072" y="5024936"/>
          <a:ext cx="1813222" cy="69393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660240" imgH="279360" progId="Equation.DSMT4">
                  <p:embed/>
                </p:oleObj>
              </mc:Choice>
              <mc:Fallback>
                <p:oleObj name="Equation" r:id="rId2" imgW="660240" imgH="279360" progId="Equation.DSMT4">
                  <p:embed/>
                  <p:pic>
                    <p:nvPicPr>
                      <p:cNvPr id="53254" name="Object 3">
                        <a:extLst>
                          <a:ext uri="{FF2B5EF4-FFF2-40B4-BE49-F238E27FC236}">
                            <a16:creationId xmlns:a16="http://schemas.microsoft.com/office/drawing/2014/main" id="{D064142F-1DE4-4093-C04D-09698F3401E8}"/>
                          </a:ext>
                        </a:extLst>
                      </p:cNvPr>
                      <p:cNvPicPr>
                        <a:picLocks noChangeArrowheads="1"/>
                      </p:cNvPicPr>
                      <p:nvPr/>
                    </p:nvPicPr>
                    <p:blipFill>
                      <a:blip r:embed="rId3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939072" y="5024936"/>
                        <a:ext cx="1813222" cy="69393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7" name="Text Box 37">
            <a:extLst>
              <a:ext uri="{FF2B5EF4-FFF2-40B4-BE49-F238E27FC236}">
                <a16:creationId xmlns:a16="http://schemas.microsoft.com/office/drawing/2014/main" id="{2CC6DD95-8C68-F438-2967-87B797E3E1F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241322" y="1693961"/>
            <a:ext cx="3604997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r>
              <a:rPr kumimoji="1" lang="zh-CN" altLang="en-US" sz="2400" b="1" dirty="0">
                <a:latin typeface="黑体" panose="02010609060101010101" pitchFamily="49" charset="-122"/>
                <a:ea typeface="黑体" panose="02010609060101010101" pitchFamily="49" charset="-122"/>
              </a:rPr>
              <a:t>点电荷受到的电场力：</a:t>
            </a:r>
          </a:p>
        </p:txBody>
      </p:sp>
      <p:graphicFrame>
        <p:nvGraphicFramePr>
          <p:cNvPr id="8" name="Object 4">
            <a:extLst>
              <a:ext uri="{FF2B5EF4-FFF2-40B4-BE49-F238E27FC236}">
                <a16:creationId xmlns:a16="http://schemas.microsoft.com/office/drawing/2014/main" id="{55ABAFF4-65CE-5F6A-39EA-66A098A2BDA8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1275954525"/>
              </p:ext>
            </p:extLst>
          </p:nvPr>
        </p:nvGraphicFramePr>
        <p:xfrm>
          <a:off x="1767097" y="2319193"/>
          <a:ext cx="1531939" cy="5746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4" imgW="495000" imgH="228600" progId="Equation.DSMT4">
                  <p:embed/>
                </p:oleObj>
              </mc:Choice>
              <mc:Fallback>
                <p:oleObj name="Equation" r:id="rId4" imgW="495000" imgH="228600" progId="Equation.DSMT4">
                  <p:embed/>
                  <p:pic>
                    <p:nvPicPr>
                      <p:cNvPr id="53252" name="Object 4">
                        <a:extLst>
                          <a:ext uri="{FF2B5EF4-FFF2-40B4-BE49-F238E27FC236}">
                            <a16:creationId xmlns:a16="http://schemas.microsoft.com/office/drawing/2014/main" id="{0E343ACF-025A-5CC8-6302-9AAFD2024F23}"/>
                          </a:ext>
                        </a:extLst>
                      </p:cNvPr>
                      <p:cNvPicPr>
                        <a:picLocks noChangeArrowheads="1"/>
                      </p:cNvPicPr>
                      <p:nvPr/>
                    </p:nvPicPr>
                    <p:blipFill>
                      <a:blip r:embed="rId5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767097" y="2319193"/>
                        <a:ext cx="1531939" cy="5746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1477502935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E99F205-F848-8DFE-2C1A-ACCC57B9E6D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 Box 37">
            <a:extLst>
              <a:ext uri="{FF2B5EF4-FFF2-40B4-BE49-F238E27FC236}">
                <a16:creationId xmlns:a16="http://schemas.microsoft.com/office/drawing/2014/main" id="{3C9C9B4D-09FA-B648-7962-7949A3AB61F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922042" y="2699801"/>
            <a:ext cx="3604997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  <a:cs typeface="+mn-cs"/>
              </a:rPr>
              <a:t>点电荷受到的电场力：</a:t>
            </a:r>
          </a:p>
        </p:txBody>
      </p:sp>
      <p:graphicFrame>
        <p:nvGraphicFramePr>
          <p:cNvPr id="8" name="Object 4">
            <a:extLst>
              <a:ext uri="{FF2B5EF4-FFF2-40B4-BE49-F238E27FC236}">
                <a16:creationId xmlns:a16="http://schemas.microsoft.com/office/drawing/2014/main" id="{72ECFD75-A6C4-F4FF-083A-D0856E18E276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2480975086"/>
              </p:ext>
            </p:extLst>
          </p:nvPr>
        </p:nvGraphicFramePr>
        <p:xfrm>
          <a:off x="2579897" y="3568873"/>
          <a:ext cx="1531939" cy="5746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495000" imgH="228600" progId="Equation.DSMT4">
                  <p:embed/>
                </p:oleObj>
              </mc:Choice>
              <mc:Fallback>
                <p:oleObj name="Equation" r:id="rId2" imgW="495000" imgH="228600" progId="Equation.DSMT4">
                  <p:embed/>
                  <p:pic>
                    <p:nvPicPr>
                      <p:cNvPr id="8" name="Object 4">
                        <a:extLst>
                          <a:ext uri="{FF2B5EF4-FFF2-40B4-BE49-F238E27FC236}">
                            <a16:creationId xmlns:a16="http://schemas.microsoft.com/office/drawing/2014/main" id="{55ABAFF4-65CE-5F6A-39EA-66A098A2BDA8}"/>
                          </a:ext>
                        </a:extLst>
                      </p:cNvPr>
                      <p:cNvPicPr>
                        <a:picLocks noChangeArrowheads="1"/>
                      </p:cNvPicPr>
                      <p:nvPr/>
                    </p:nvPicPr>
                    <p:blipFill>
                      <a:blip r:embed="rId3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579897" y="3568873"/>
                        <a:ext cx="1531939" cy="5746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2452328185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">
            <a:extLst>
              <a:ext uri="{FF2B5EF4-FFF2-40B4-BE49-F238E27FC236}">
                <a16:creationId xmlns:a16="http://schemas.microsoft.com/office/drawing/2014/main" id="{574DFEAA-6BCF-4E4E-F48B-245E9B01A78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3382" y="1007529"/>
            <a:ext cx="8767459" cy="2087951"/>
          </a:xfrm>
          <a:prstGeom prst="rect">
            <a:avLst/>
          </a:prstGeom>
        </p:spPr>
      </p:pic>
      <p:sp>
        <p:nvSpPr>
          <p:cNvPr id="4" name="文本框 3">
            <a:extLst>
              <a:ext uri="{FF2B5EF4-FFF2-40B4-BE49-F238E27FC236}">
                <a16:creationId xmlns:a16="http://schemas.microsoft.com/office/drawing/2014/main" id="{C9F1843A-0462-BD7D-1837-EA64DD97AE61}"/>
              </a:ext>
            </a:extLst>
          </p:cNvPr>
          <p:cNvSpPr txBox="1"/>
          <p:nvPr/>
        </p:nvSpPr>
        <p:spPr>
          <a:xfrm>
            <a:off x="497840" y="569646"/>
            <a:ext cx="457200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2400" b="1" i="0" u="none" strike="noStrike" baseline="0" dirty="0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电磁学（上）综合测试 </a:t>
            </a:r>
            <a:endParaRPr lang="zh-CN" altLang="en-US" sz="2400" b="1" dirty="0"/>
          </a:p>
        </p:txBody>
      </p:sp>
      <p:grpSp>
        <p:nvGrpSpPr>
          <p:cNvPr id="10" name="组合 9">
            <a:extLst>
              <a:ext uri="{FF2B5EF4-FFF2-40B4-BE49-F238E27FC236}">
                <a16:creationId xmlns:a16="http://schemas.microsoft.com/office/drawing/2014/main" id="{98683316-72BE-B752-8E1F-99BC6E9184CB}"/>
              </a:ext>
            </a:extLst>
          </p:cNvPr>
          <p:cNvGrpSpPr/>
          <p:nvPr/>
        </p:nvGrpSpPr>
        <p:grpSpPr>
          <a:xfrm>
            <a:off x="60448" y="4961918"/>
            <a:ext cx="5739480" cy="610446"/>
            <a:chOff x="326040" y="5921077"/>
            <a:chExt cx="8086439" cy="610446"/>
          </a:xfrm>
        </p:grpSpPr>
        <p:sp>
          <p:nvSpPr>
            <p:cNvPr id="8" name="文本框 7">
              <a:extLst>
                <a:ext uri="{FF2B5EF4-FFF2-40B4-BE49-F238E27FC236}">
                  <a16:creationId xmlns:a16="http://schemas.microsoft.com/office/drawing/2014/main" id="{F400D1EA-279D-97DD-554B-1B98B8E905BC}"/>
                </a:ext>
              </a:extLst>
            </p:cNvPr>
            <p:cNvSpPr txBox="1"/>
            <p:nvPr/>
          </p:nvSpPr>
          <p:spPr>
            <a:xfrm>
              <a:off x="326040" y="6069858"/>
              <a:ext cx="8086439" cy="461665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zh-CN" altLang="en-US" sz="2400" b="1" dirty="0"/>
                <a:t>它在点电荷       所在处产生的电场强度为：</a:t>
              </a:r>
            </a:p>
          </p:txBody>
        </p:sp>
        <p:graphicFrame>
          <p:nvGraphicFramePr>
            <p:cNvPr id="9" name="对象 8">
              <a:extLst>
                <a:ext uri="{FF2B5EF4-FFF2-40B4-BE49-F238E27FC236}">
                  <a16:creationId xmlns:a16="http://schemas.microsoft.com/office/drawing/2014/main" id="{72D83BB0-FB0B-F5D2-0A30-E73245F281F4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1920544406"/>
                </p:ext>
              </p:extLst>
            </p:nvPr>
          </p:nvGraphicFramePr>
          <p:xfrm>
            <a:off x="2634718" y="5921077"/>
            <a:ext cx="667458" cy="610446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3" imgW="194788" imgH="270767" progId="Equation.DSMT4">
                    <p:embed/>
                  </p:oleObj>
                </mc:Choice>
                <mc:Fallback>
                  <p:oleObj name="Equation" r:id="rId3" imgW="194788" imgH="270767" progId="Equation.DSMT4">
                    <p:embed/>
                    <p:pic>
                      <p:nvPicPr>
                        <p:cNvPr id="0" name=""/>
                        <p:cNvPicPr/>
                        <p:nvPr/>
                      </p:nvPicPr>
                      <p:blipFill>
                        <a:blip r:embed="rId4"/>
                        <a:stretch>
                          <a:fillRect/>
                        </a:stretch>
                      </p:blipFill>
                      <p:spPr>
                        <a:xfrm>
                          <a:off x="2634718" y="5921077"/>
                          <a:ext cx="667458" cy="610446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</p:grpSp>
      <p:sp>
        <p:nvSpPr>
          <p:cNvPr id="12" name="文本框 11">
            <a:extLst>
              <a:ext uri="{FF2B5EF4-FFF2-40B4-BE49-F238E27FC236}">
                <a16:creationId xmlns:a16="http://schemas.microsoft.com/office/drawing/2014/main" id="{BCCE6B8F-9F72-6F55-30FA-4642926C0070}"/>
              </a:ext>
            </a:extLst>
          </p:cNvPr>
          <p:cNvSpPr txBox="1"/>
          <p:nvPr/>
        </p:nvSpPr>
        <p:spPr>
          <a:xfrm>
            <a:off x="0" y="4220782"/>
            <a:ext cx="9000841" cy="66954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2400" b="1" i="0" u="none" strike="noStrike" baseline="0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选杆的左端为坐标原点</a:t>
            </a:r>
            <a:r>
              <a:rPr lang="zh-CN" altLang="en-US" sz="2400" b="0" i="0" u="none" strike="noStrike" baseline="0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，</a:t>
            </a:r>
            <a:r>
              <a:rPr lang="en-US" altLang="zh-CN" sz="2800" b="1" i="1" u="none" strike="noStrike" baseline="0" dirty="0">
                <a:solidFill>
                  <a:srgbClr val="0066FF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x</a:t>
            </a:r>
            <a:r>
              <a:rPr lang="zh-CN" altLang="en-US" sz="2400" b="1" i="0" u="none" strike="noStrike" baseline="0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轴沿杆的方向</a:t>
            </a:r>
            <a:r>
              <a:rPr lang="zh-CN" altLang="en-US" sz="2400" b="0" i="0" u="none" strike="noStrike" baseline="0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。</a:t>
            </a:r>
            <a:r>
              <a:rPr lang="zh-CN" altLang="en-US" sz="2400" b="1" i="0" u="none" strike="noStrike" baseline="0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在 </a:t>
            </a:r>
            <a:r>
              <a:rPr lang="en-US" altLang="zh-CN" sz="2800" b="1" i="1" u="none" strike="noStrike" baseline="0" dirty="0">
                <a:solidFill>
                  <a:srgbClr val="0066FF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x</a:t>
            </a:r>
            <a:r>
              <a:rPr lang="zh-CN" altLang="en-US" sz="2400" b="1" i="0" u="none" strike="noStrike" baseline="0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处取一电荷元</a:t>
            </a:r>
            <a:r>
              <a:rPr lang="en-US" altLang="zh-CN" sz="2800" b="1" i="1" u="none" strike="noStrike" baseline="0" dirty="0" err="1">
                <a:solidFill>
                  <a:srgbClr val="0066FF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λdx</a:t>
            </a:r>
            <a:endParaRPr lang="zh-CN" altLang="en-US" sz="2800" b="1" dirty="0">
              <a:solidFill>
                <a:srgbClr val="0066FF"/>
              </a:solidFill>
            </a:endParaRPr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ECD204E4-ED14-FA7C-5379-F0AD66F0DCF4}"/>
              </a:ext>
            </a:extLst>
          </p:cNvPr>
          <p:cNvSpPr/>
          <p:nvPr/>
        </p:nvSpPr>
        <p:spPr>
          <a:xfrm>
            <a:off x="2851770" y="3482861"/>
            <a:ext cx="2868310" cy="111760"/>
          </a:xfrm>
          <a:prstGeom prst="rect">
            <a:avLst/>
          </a:prstGeom>
          <a:solidFill>
            <a:schemeClr val="tx1">
              <a:lumMod val="50000"/>
              <a:lumOff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19" name="直接连接符 18">
            <a:extLst>
              <a:ext uri="{FF2B5EF4-FFF2-40B4-BE49-F238E27FC236}">
                <a16:creationId xmlns:a16="http://schemas.microsoft.com/office/drawing/2014/main" id="{85885358-133F-68C4-A78F-8920B105E4A3}"/>
              </a:ext>
            </a:extLst>
          </p:cNvPr>
          <p:cNvCxnSpPr>
            <a:cxnSpLocks/>
          </p:cNvCxnSpPr>
          <p:nvPr/>
        </p:nvCxnSpPr>
        <p:spPr>
          <a:xfrm flipH="1">
            <a:off x="1229360" y="3538741"/>
            <a:ext cx="1620980" cy="0"/>
          </a:xfrm>
          <a:prstGeom prst="line">
            <a:avLst/>
          </a:prstGeom>
          <a:ln w="28575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graphicFrame>
        <p:nvGraphicFramePr>
          <p:cNvPr id="20" name="对象 19">
            <a:extLst>
              <a:ext uri="{FF2B5EF4-FFF2-40B4-BE49-F238E27FC236}">
                <a16:creationId xmlns:a16="http://schemas.microsoft.com/office/drawing/2014/main" id="{133927F4-94F6-DB9B-96F5-68732F8071C2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997659895"/>
              </p:ext>
            </p:extLst>
          </p:nvPr>
        </p:nvGraphicFramePr>
        <p:xfrm>
          <a:off x="754697" y="3087072"/>
          <a:ext cx="474663" cy="6111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5" imgW="474260" imgH="611435" progId="Equation.DSMT4">
                  <p:embed/>
                </p:oleObj>
              </mc:Choice>
              <mc:Fallback>
                <p:oleObj name="Equation" r:id="rId5" imgW="474260" imgH="611435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754697" y="3087072"/>
                        <a:ext cx="474663" cy="611187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1" name="椭圆 20">
            <a:extLst>
              <a:ext uri="{FF2B5EF4-FFF2-40B4-BE49-F238E27FC236}">
                <a16:creationId xmlns:a16="http://schemas.microsoft.com/office/drawing/2014/main" id="{90510517-B118-EF77-52B3-290DC1035462}"/>
              </a:ext>
            </a:extLst>
          </p:cNvPr>
          <p:cNvSpPr/>
          <p:nvPr/>
        </p:nvSpPr>
        <p:spPr>
          <a:xfrm>
            <a:off x="1178742" y="3482861"/>
            <a:ext cx="144000" cy="144000"/>
          </a:xfrm>
          <a:prstGeom prst="ellipse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graphicFrame>
        <p:nvGraphicFramePr>
          <p:cNvPr id="22" name="对象 21">
            <a:extLst>
              <a:ext uri="{FF2B5EF4-FFF2-40B4-BE49-F238E27FC236}">
                <a16:creationId xmlns:a16="http://schemas.microsoft.com/office/drawing/2014/main" id="{FC12C2E6-A7F2-67C7-E2AA-039384B9A344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800877"/>
              </p:ext>
            </p:extLst>
          </p:nvPr>
        </p:nvGraphicFramePr>
        <p:xfrm>
          <a:off x="2731826" y="3613354"/>
          <a:ext cx="303847" cy="3549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7" imgW="179903" imgH="210217" progId="Equation.DSMT4">
                  <p:embed/>
                </p:oleObj>
              </mc:Choice>
              <mc:Fallback>
                <p:oleObj name="Equation" r:id="rId7" imgW="179903" imgH="210217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8"/>
                      <a:stretch>
                        <a:fillRect/>
                      </a:stretch>
                    </p:blipFill>
                    <p:spPr>
                      <a:xfrm>
                        <a:off x="2731826" y="3613354"/>
                        <a:ext cx="303847" cy="354937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3" name="椭圆 22">
            <a:extLst>
              <a:ext uri="{FF2B5EF4-FFF2-40B4-BE49-F238E27FC236}">
                <a16:creationId xmlns:a16="http://schemas.microsoft.com/office/drawing/2014/main" id="{AE2B56C2-4150-FB1B-FA4B-29B8C1EC97FB}"/>
              </a:ext>
            </a:extLst>
          </p:cNvPr>
          <p:cNvSpPr/>
          <p:nvPr/>
        </p:nvSpPr>
        <p:spPr>
          <a:xfrm>
            <a:off x="2811129" y="3475562"/>
            <a:ext cx="119059" cy="119059"/>
          </a:xfrm>
          <a:prstGeom prst="ellipse">
            <a:avLst/>
          </a:prstGeom>
          <a:solidFill>
            <a:srgbClr val="0066FF"/>
          </a:solidFill>
          <a:ln>
            <a:solidFill>
              <a:srgbClr val="0066F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26" name="直接箭头连接符 25">
            <a:extLst>
              <a:ext uri="{FF2B5EF4-FFF2-40B4-BE49-F238E27FC236}">
                <a16:creationId xmlns:a16="http://schemas.microsoft.com/office/drawing/2014/main" id="{FF35E145-B102-0C7B-F39E-CE740DFC8A46}"/>
              </a:ext>
            </a:extLst>
          </p:cNvPr>
          <p:cNvCxnSpPr/>
          <p:nvPr/>
        </p:nvCxnSpPr>
        <p:spPr>
          <a:xfrm>
            <a:off x="3035673" y="3535091"/>
            <a:ext cx="3700407" cy="0"/>
          </a:xfrm>
          <a:prstGeom prst="straightConnector1">
            <a:avLst/>
          </a:prstGeom>
          <a:ln w="28575">
            <a:solidFill>
              <a:srgbClr val="0066FF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8" name="文本框 27">
            <a:extLst>
              <a:ext uri="{FF2B5EF4-FFF2-40B4-BE49-F238E27FC236}">
                <a16:creationId xmlns:a16="http://schemas.microsoft.com/office/drawing/2014/main" id="{A052C03E-48AA-FE4F-A399-54053F09B6F0}"/>
              </a:ext>
            </a:extLst>
          </p:cNvPr>
          <p:cNvSpPr txBox="1"/>
          <p:nvPr/>
        </p:nvSpPr>
        <p:spPr>
          <a:xfrm>
            <a:off x="6736080" y="3159695"/>
            <a:ext cx="474663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3600" b="1" i="1" u="none" strike="noStrike" baseline="0" dirty="0">
                <a:solidFill>
                  <a:srgbClr val="0066FF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x</a:t>
            </a:r>
            <a:endParaRPr lang="zh-CN" altLang="en-US" sz="3600" dirty="0"/>
          </a:p>
        </p:txBody>
      </p:sp>
      <p:cxnSp>
        <p:nvCxnSpPr>
          <p:cNvPr id="30" name="直接连接符 29">
            <a:extLst>
              <a:ext uri="{FF2B5EF4-FFF2-40B4-BE49-F238E27FC236}">
                <a16:creationId xmlns:a16="http://schemas.microsoft.com/office/drawing/2014/main" id="{13485146-4A14-7BE5-FDC2-57DA6F9FC77B}"/>
              </a:ext>
            </a:extLst>
          </p:cNvPr>
          <p:cNvCxnSpPr>
            <a:cxnSpLocks/>
          </p:cNvCxnSpPr>
          <p:nvPr/>
        </p:nvCxnSpPr>
        <p:spPr>
          <a:xfrm>
            <a:off x="3860800" y="3087072"/>
            <a:ext cx="0" cy="703750"/>
          </a:xfrm>
          <a:prstGeom prst="line">
            <a:avLst/>
          </a:prstGeom>
          <a:ln w="28575">
            <a:solidFill>
              <a:srgbClr val="FF0000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32" name="文本框 31">
            <a:extLst>
              <a:ext uri="{FF2B5EF4-FFF2-40B4-BE49-F238E27FC236}">
                <a16:creationId xmlns:a16="http://schemas.microsoft.com/office/drawing/2014/main" id="{DAF633C2-72A0-39AC-782A-65149F38B84D}"/>
              </a:ext>
            </a:extLst>
          </p:cNvPr>
          <p:cNvSpPr txBox="1"/>
          <p:nvPr/>
        </p:nvSpPr>
        <p:spPr>
          <a:xfrm>
            <a:off x="3676042" y="3696283"/>
            <a:ext cx="474663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2400" b="1" i="1" u="none" strike="noStrike" baseline="0" dirty="0">
                <a:solidFill>
                  <a:srgbClr val="0066FF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x</a:t>
            </a:r>
            <a:endParaRPr lang="zh-CN" altLang="en-US" sz="2400" dirty="0"/>
          </a:p>
        </p:txBody>
      </p:sp>
      <p:cxnSp>
        <p:nvCxnSpPr>
          <p:cNvPr id="33" name="直接连接符 32">
            <a:extLst>
              <a:ext uri="{FF2B5EF4-FFF2-40B4-BE49-F238E27FC236}">
                <a16:creationId xmlns:a16="http://schemas.microsoft.com/office/drawing/2014/main" id="{621022A5-6078-3A45-1F73-444B82BFF68C}"/>
              </a:ext>
            </a:extLst>
          </p:cNvPr>
          <p:cNvCxnSpPr>
            <a:cxnSpLocks/>
          </p:cNvCxnSpPr>
          <p:nvPr/>
        </p:nvCxnSpPr>
        <p:spPr>
          <a:xfrm>
            <a:off x="4107207" y="3117261"/>
            <a:ext cx="0" cy="699023"/>
          </a:xfrm>
          <a:prstGeom prst="line">
            <a:avLst/>
          </a:prstGeom>
          <a:ln w="28575">
            <a:solidFill>
              <a:srgbClr val="FF0000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35" name="文本框 34">
            <a:extLst>
              <a:ext uri="{FF2B5EF4-FFF2-40B4-BE49-F238E27FC236}">
                <a16:creationId xmlns:a16="http://schemas.microsoft.com/office/drawing/2014/main" id="{0E74C9AF-4A29-EB22-4D4E-8D33B8FE7BB0}"/>
              </a:ext>
            </a:extLst>
          </p:cNvPr>
          <p:cNvSpPr txBox="1"/>
          <p:nvPr/>
        </p:nvSpPr>
        <p:spPr>
          <a:xfrm>
            <a:off x="3751664" y="3477938"/>
            <a:ext cx="693093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2400" b="1" i="1" u="none" strike="noStrike" kern="1200" cap="none" spc="0" normalizeH="0" baseline="0" noProof="0" dirty="0">
                <a:ln>
                  <a:noFill/>
                </a:ln>
                <a:solidFill>
                  <a:srgbClr val="0066FF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dx</a:t>
            </a:r>
            <a:endParaRPr kumimoji="0" lang="zh-CN" altLang="en-US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等线" panose="02010600030101010101" pitchFamily="2" charset="-122"/>
              <a:cs typeface="+mn-cs"/>
            </a:endParaRPr>
          </a:p>
        </p:txBody>
      </p:sp>
      <p:cxnSp>
        <p:nvCxnSpPr>
          <p:cNvPr id="38" name="直接连接符 37">
            <a:extLst>
              <a:ext uri="{FF2B5EF4-FFF2-40B4-BE49-F238E27FC236}">
                <a16:creationId xmlns:a16="http://schemas.microsoft.com/office/drawing/2014/main" id="{878EA840-015C-7E89-637B-E0CF2A66EA40}"/>
              </a:ext>
            </a:extLst>
          </p:cNvPr>
          <p:cNvCxnSpPr>
            <a:cxnSpLocks/>
          </p:cNvCxnSpPr>
          <p:nvPr/>
        </p:nvCxnSpPr>
        <p:spPr>
          <a:xfrm>
            <a:off x="1250742" y="3087072"/>
            <a:ext cx="0" cy="703750"/>
          </a:xfrm>
          <a:prstGeom prst="line">
            <a:avLst/>
          </a:prstGeom>
          <a:ln w="28575">
            <a:solidFill>
              <a:srgbClr val="FF0000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40" name="直接箭头连接符 39">
            <a:extLst>
              <a:ext uri="{FF2B5EF4-FFF2-40B4-BE49-F238E27FC236}">
                <a16:creationId xmlns:a16="http://schemas.microsoft.com/office/drawing/2014/main" id="{CEDEDB83-6BA3-FE05-C6DC-5291FB7977A9}"/>
              </a:ext>
            </a:extLst>
          </p:cNvPr>
          <p:cNvCxnSpPr>
            <a:cxnSpLocks/>
          </p:cNvCxnSpPr>
          <p:nvPr/>
        </p:nvCxnSpPr>
        <p:spPr>
          <a:xfrm>
            <a:off x="1250742" y="3244261"/>
            <a:ext cx="2610058" cy="0"/>
          </a:xfrm>
          <a:prstGeom prst="straightConnector1">
            <a:avLst/>
          </a:prstGeom>
          <a:ln w="28575"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43" name="对象 42">
            <a:extLst>
              <a:ext uri="{FF2B5EF4-FFF2-40B4-BE49-F238E27FC236}">
                <a16:creationId xmlns:a16="http://schemas.microsoft.com/office/drawing/2014/main" id="{B3413329-2B3D-8226-A582-D10E66BA8C5E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902730928"/>
              </p:ext>
            </p:extLst>
          </p:nvPr>
        </p:nvGraphicFramePr>
        <p:xfrm>
          <a:off x="2258733" y="2960421"/>
          <a:ext cx="912812" cy="4556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9" imgW="419773" imgH="210217" progId="Equation.DSMT4">
                  <p:embed/>
                </p:oleObj>
              </mc:Choice>
              <mc:Fallback>
                <p:oleObj name="Equation" r:id="rId9" imgW="419773" imgH="210217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10"/>
                      <a:stretch>
                        <a:fillRect/>
                      </a:stretch>
                    </p:blipFill>
                    <p:spPr>
                      <a:xfrm>
                        <a:off x="2258733" y="2960421"/>
                        <a:ext cx="912812" cy="455612"/>
                      </a:xfrm>
                      <a:prstGeom prst="rect">
                        <a:avLst/>
                      </a:prstGeom>
                      <a:solidFill>
                        <a:schemeClr val="bg1"/>
                      </a:solidFill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44" name="图片 43">
            <a:extLst>
              <a:ext uri="{FF2B5EF4-FFF2-40B4-BE49-F238E27FC236}">
                <a16:creationId xmlns:a16="http://schemas.microsoft.com/office/drawing/2014/main" id="{0C213CFB-0B9E-8FAA-CE33-3BCA1066EE20}"/>
              </a:ext>
            </a:extLst>
      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5801204" y="4868368"/>
            <a:ext cx="2819078" cy="1088958"/>
          </a:xfrm>
          <a:prstGeom prst="rect">
            <a:avLst/>
          </a:prstGeom>
        </p:spPr>
      </p:pic>
      <p:graphicFrame>
        <p:nvGraphicFramePr>
          <p:cNvPr id="45" name="对象 44">
            <a:extLst>
              <a:ext uri="{FF2B5EF4-FFF2-40B4-BE49-F238E27FC236}">
                <a16:creationId xmlns:a16="http://schemas.microsoft.com/office/drawing/2014/main" id="{32731A70-D04B-BBF3-18E1-2DF5400AA7B6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401007339"/>
              </p:ext>
            </p:extLst>
          </p:nvPr>
        </p:nvGraphicFramePr>
        <p:xfrm>
          <a:off x="1178742" y="5641681"/>
          <a:ext cx="3817265" cy="111865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2" imgW="1770108" imgH="556457" progId="Equation.DSMT4">
                  <p:embed/>
                </p:oleObj>
              </mc:Choice>
              <mc:Fallback>
                <p:oleObj name="Equation" r:id="rId12" imgW="1770108" imgH="556457" progId="Equation.DSMT4">
                  <p:embed/>
                  <p:pic>
                    <p:nvPicPr>
                      <p:cNvPr id="9" name="对象 8">
                        <a:extLst>
                          <a:ext uri="{FF2B5EF4-FFF2-40B4-BE49-F238E27FC236}">
                            <a16:creationId xmlns:a16="http://schemas.microsoft.com/office/drawing/2014/main" id="{72D83BB0-FB0B-F5D2-0A30-E73245F281F4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13"/>
                      <a:stretch>
                        <a:fillRect/>
                      </a:stretch>
                    </p:blipFill>
                    <p:spPr>
                      <a:xfrm>
                        <a:off x="1178742" y="5641681"/>
                        <a:ext cx="3817265" cy="1118655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3579789782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框 2">
            <a:extLst>
              <a:ext uri="{FF2B5EF4-FFF2-40B4-BE49-F238E27FC236}">
                <a16:creationId xmlns:a16="http://schemas.microsoft.com/office/drawing/2014/main" id="{25953E36-6C70-F1D8-0A82-CD9E43F0A483}"/>
              </a:ext>
            </a:extLst>
          </p:cNvPr>
          <p:cNvSpPr txBox="1"/>
          <p:nvPr/>
        </p:nvSpPr>
        <p:spPr>
          <a:xfrm>
            <a:off x="623347" y="2871475"/>
            <a:ext cx="457200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2400" b="1" i="0" u="none" strike="noStrike" baseline="0" dirty="0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整个杆上电荷在该点的场强为： </a:t>
            </a:r>
            <a:endParaRPr lang="zh-CN" altLang="en-US" sz="2400" b="1" dirty="0"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pic>
        <p:nvPicPr>
          <p:cNvPr id="4" name="图片 3">
            <a:extLst>
              <a:ext uri="{FF2B5EF4-FFF2-40B4-BE49-F238E27FC236}">
                <a16:creationId xmlns:a16="http://schemas.microsoft.com/office/drawing/2014/main" id="{A9B7A062-DE86-9D47-5E01-9BD89CF866F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03803" y="392145"/>
            <a:ext cx="6578154" cy="1322947"/>
          </a:xfrm>
          <a:prstGeom prst="rect">
            <a:avLst/>
          </a:prstGeom>
        </p:spPr>
      </p:pic>
      <p:graphicFrame>
        <p:nvGraphicFramePr>
          <p:cNvPr id="5" name="对象 4">
            <a:extLst>
              <a:ext uri="{FF2B5EF4-FFF2-40B4-BE49-F238E27FC236}">
                <a16:creationId xmlns:a16="http://schemas.microsoft.com/office/drawing/2014/main" id="{062FB7AF-4CCA-93A7-5298-D60323C251C4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476172850"/>
              </p:ext>
            </p:extLst>
          </p:nvPr>
        </p:nvGraphicFramePr>
        <p:xfrm>
          <a:off x="777017" y="3523615"/>
          <a:ext cx="4267200" cy="11191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3" imgW="1980208" imgH="556457" progId="Equation.DSMT4">
                  <p:embed/>
                </p:oleObj>
              </mc:Choice>
              <mc:Fallback>
                <p:oleObj name="Equation" r:id="rId3" imgW="1980208" imgH="556457" progId="Equation.DSMT4">
                  <p:embed/>
                  <p:pic>
                    <p:nvPicPr>
                      <p:cNvPr id="45" name="对象 44">
                        <a:extLst>
                          <a:ext uri="{FF2B5EF4-FFF2-40B4-BE49-F238E27FC236}">
                            <a16:creationId xmlns:a16="http://schemas.microsoft.com/office/drawing/2014/main" id="{32731A70-D04B-BBF3-18E1-2DF5400AA7B6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777017" y="3523615"/>
                        <a:ext cx="4267200" cy="11191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" name="对象 5">
            <a:extLst>
              <a:ext uri="{FF2B5EF4-FFF2-40B4-BE49-F238E27FC236}">
                <a16:creationId xmlns:a16="http://schemas.microsoft.com/office/drawing/2014/main" id="{DD9E3432-D07C-339D-09A7-5ABA8E049EF4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909761996"/>
              </p:ext>
            </p:extLst>
          </p:nvPr>
        </p:nvGraphicFramePr>
        <p:xfrm>
          <a:off x="4961032" y="3523615"/>
          <a:ext cx="2320925" cy="10556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5" imgW="1155121" imgH="526183" progId="Equation.DSMT4">
                  <p:embed/>
                </p:oleObj>
              </mc:Choice>
              <mc:Fallback>
                <p:oleObj name="Equation" r:id="rId5" imgW="1155121" imgH="526183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4961032" y="3523615"/>
                        <a:ext cx="2320925" cy="10556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10" name="组合 9">
            <a:extLst>
              <a:ext uri="{FF2B5EF4-FFF2-40B4-BE49-F238E27FC236}">
                <a16:creationId xmlns:a16="http://schemas.microsoft.com/office/drawing/2014/main" id="{289F4281-2E1B-5229-C716-86A2FFA75394}"/>
              </a:ext>
            </a:extLst>
          </p:cNvPr>
          <p:cNvGrpSpPr/>
          <p:nvPr/>
        </p:nvGrpSpPr>
        <p:grpSpPr>
          <a:xfrm>
            <a:off x="472217" y="4695387"/>
            <a:ext cx="4572000" cy="610446"/>
            <a:chOff x="549910" y="3669227"/>
            <a:chExt cx="4572000" cy="610446"/>
          </a:xfrm>
        </p:grpSpPr>
        <p:sp>
          <p:nvSpPr>
            <p:cNvPr id="8" name="文本框 7">
              <a:extLst>
                <a:ext uri="{FF2B5EF4-FFF2-40B4-BE49-F238E27FC236}">
                  <a16:creationId xmlns:a16="http://schemas.microsoft.com/office/drawing/2014/main" id="{1B1BD76C-3B7E-513F-930A-84A594257335}"/>
                </a:ext>
              </a:extLst>
            </p:cNvPr>
            <p:cNvSpPr txBox="1"/>
            <p:nvPr/>
          </p:nvSpPr>
          <p:spPr>
            <a:xfrm>
              <a:off x="549910" y="3743618"/>
              <a:ext cx="4572000" cy="461665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zh-CN" altLang="en-US" sz="2400" b="1" i="0" u="none" strike="noStrike" baseline="0" dirty="0">
                  <a:solidFill>
                    <a:srgbClr val="000000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点电荷   所受的电场力为： </a:t>
              </a:r>
              <a:endParaRPr lang="zh-CN" altLang="en-US" sz="2400" b="1" dirty="0">
                <a:latin typeface="黑体" panose="02010609060101010101" pitchFamily="49" charset="-122"/>
                <a:ea typeface="黑体" panose="02010609060101010101" pitchFamily="49" charset="-122"/>
              </a:endParaRPr>
            </a:p>
          </p:txBody>
        </p:sp>
        <p:graphicFrame>
          <p:nvGraphicFramePr>
            <p:cNvPr id="9" name="对象 8">
              <a:extLst>
                <a:ext uri="{FF2B5EF4-FFF2-40B4-BE49-F238E27FC236}">
                  <a16:creationId xmlns:a16="http://schemas.microsoft.com/office/drawing/2014/main" id="{18FECA3D-25F8-CDCD-82D7-C2C9C40F1774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2198864329"/>
                </p:ext>
              </p:extLst>
            </p:nvPr>
          </p:nvGraphicFramePr>
          <p:xfrm>
            <a:off x="1577149" y="3669227"/>
            <a:ext cx="473739" cy="610446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7" imgW="194788" imgH="270767" progId="Equation.DSMT4">
                    <p:embed/>
                  </p:oleObj>
                </mc:Choice>
                <mc:Fallback>
                  <p:oleObj name="Equation" r:id="rId7" imgW="194788" imgH="270767" progId="Equation.DSMT4">
                    <p:embed/>
                    <p:pic>
                      <p:nvPicPr>
                        <p:cNvPr id="9" name="对象 8">
                          <a:extLst>
                            <a:ext uri="{FF2B5EF4-FFF2-40B4-BE49-F238E27FC236}">
                              <a16:creationId xmlns:a16="http://schemas.microsoft.com/office/drawing/2014/main" id="{72D83BB0-FB0B-F5D2-0A30-E73245F281F4}"/>
                            </a:ext>
                          </a:extLst>
                        </p:cNvPr>
                        <p:cNvPicPr/>
                        <p:nvPr/>
                      </p:nvPicPr>
                      <p:blipFill>
                        <a:blip r:embed="rId8"/>
                        <a:stretch>
                          <a:fillRect/>
                        </a:stretch>
                      </p:blipFill>
                      <p:spPr>
                        <a:xfrm>
                          <a:off x="1577149" y="3669227"/>
                          <a:ext cx="473739" cy="610446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</p:grpSp>
      <p:pic>
        <p:nvPicPr>
          <p:cNvPr id="11" name="图片 10">
            <a:extLst>
              <a:ext uri="{FF2B5EF4-FFF2-40B4-BE49-F238E27FC236}">
                <a16:creationId xmlns:a16="http://schemas.microsoft.com/office/drawing/2014/main" id="{7C51FD04-FAFF-1741-071E-68E4BEDCAE1C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777018" y="5521922"/>
            <a:ext cx="5373370" cy="1030073"/>
          </a:xfrm>
          <a:prstGeom prst="rect">
            <a:avLst/>
          </a:prstGeom>
        </p:spPr>
      </p:pic>
      <p:graphicFrame>
        <p:nvGraphicFramePr>
          <p:cNvPr id="12" name="对象 11">
            <a:extLst>
              <a:ext uri="{FF2B5EF4-FFF2-40B4-BE49-F238E27FC236}">
                <a16:creationId xmlns:a16="http://schemas.microsoft.com/office/drawing/2014/main" id="{D7CD8338-0BDB-DFD6-9BD4-B41339111225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682551054"/>
              </p:ext>
            </p:extLst>
          </p:nvPr>
        </p:nvGraphicFramePr>
        <p:xfrm>
          <a:off x="2303557" y="1626557"/>
          <a:ext cx="3817937" cy="11191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0" imgW="3817832" imgH="1118682" progId="Equation.DSMT4">
                  <p:embed/>
                </p:oleObj>
              </mc:Choice>
              <mc:Fallback>
                <p:oleObj name="Equation" r:id="rId10" imgW="3817832" imgH="1118682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11"/>
                      <a:stretch>
                        <a:fillRect/>
                      </a:stretch>
                    </p:blipFill>
                    <p:spPr>
                      <a:xfrm>
                        <a:off x="2303557" y="1626557"/>
                        <a:ext cx="3817937" cy="1119187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2338327410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F1DA224-8807-AA1A-E9E4-75F1A0A360B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Box 37">
            <a:extLst>
              <a:ext uri="{FF2B5EF4-FFF2-40B4-BE49-F238E27FC236}">
                <a16:creationId xmlns:a16="http://schemas.microsoft.com/office/drawing/2014/main" id="{96E23757-A97E-5C83-603C-3B9D50ED9C8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523852" y="2762308"/>
            <a:ext cx="4456068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  <a:cs typeface="+mn-cs"/>
              </a:rPr>
              <a:t>连续带电体受到的电场力：</a:t>
            </a:r>
          </a:p>
        </p:txBody>
      </p:sp>
      <p:graphicFrame>
        <p:nvGraphicFramePr>
          <p:cNvPr id="4" name="Object 3">
            <a:extLst>
              <a:ext uri="{FF2B5EF4-FFF2-40B4-BE49-F238E27FC236}">
                <a16:creationId xmlns:a16="http://schemas.microsoft.com/office/drawing/2014/main" id="{17EA7E53-0B3C-3858-A458-4C47674F12B9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248413697"/>
              </p:ext>
            </p:extLst>
          </p:nvPr>
        </p:nvGraphicFramePr>
        <p:xfrm>
          <a:off x="3391952" y="3634028"/>
          <a:ext cx="1813222" cy="69393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660240" imgH="279360" progId="Equation.DSMT4">
                  <p:embed/>
                </p:oleObj>
              </mc:Choice>
              <mc:Fallback>
                <p:oleObj name="Equation" r:id="rId2" imgW="660240" imgH="279360" progId="Equation.DSMT4">
                  <p:embed/>
                  <p:pic>
                    <p:nvPicPr>
                      <p:cNvPr id="4" name="Object 3">
                        <a:extLst>
                          <a:ext uri="{FF2B5EF4-FFF2-40B4-BE49-F238E27FC236}">
                            <a16:creationId xmlns:a16="http://schemas.microsoft.com/office/drawing/2014/main" id="{12A4A651-B995-BE9F-A3EB-383F85FC8A72}"/>
                          </a:ext>
                        </a:extLst>
                      </p:cNvPr>
                      <p:cNvPicPr>
                        <a:picLocks noChangeArrowheads="1"/>
                      </p:cNvPicPr>
                      <p:nvPr/>
                    </p:nvPicPr>
                    <p:blipFill>
                      <a:blip r:embed="rId3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391952" y="3634028"/>
                        <a:ext cx="1813222" cy="69393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1011576544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图片 3">
            <a:extLst>
              <a:ext uri="{FF2B5EF4-FFF2-40B4-BE49-F238E27FC236}">
                <a16:creationId xmlns:a16="http://schemas.microsoft.com/office/drawing/2014/main" id="{83C3EAAD-FF8A-2E29-7C9F-D132B4AA521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6495" y="1569028"/>
            <a:ext cx="8471009" cy="1580275"/>
          </a:xfrm>
          <a:prstGeom prst="rect">
            <a:avLst/>
          </a:prstGeom>
        </p:spPr>
      </p:pic>
      <p:pic>
        <p:nvPicPr>
          <p:cNvPr id="5" name="图片 4">
            <a:extLst>
              <a:ext uri="{FF2B5EF4-FFF2-40B4-BE49-F238E27FC236}">
                <a16:creationId xmlns:a16="http://schemas.microsoft.com/office/drawing/2014/main" id="{FA62539F-6115-911A-FF81-31074C1338D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399471" y="3511497"/>
            <a:ext cx="3762338" cy="1926828"/>
          </a:xfrm>
          <a:prstGeom prst="rect">
            <a:avLst/>
          </a:prstGeom>
        </p:spPr>
      </p:pic>
      <p:sp>
        <p:nvSpPr>
          <p:cNvPr id="6" name="矩形 5">
            <a:extLst>
              <a:ext uri="{FF2B5EF4-FFF2-40B4-BE49-F238E27FC236}">
                <a16:creationId xmlns:a16="http://schemas.microsoft.com/office/drawing/2014/main" id="{746E2827-DC36-9A43-A080-A71976954CFB}"/>
              </a:ext>
            </a:extLst>
          </p:cNvPr>
          <p:cNvSpPr/>
          <p:nvPr/>
        </p:nvSpPr>
        <p:spPr>
          <a:xfrm>
            <a:off x="604147" y="514728"/>
            <a:ext cx="1888659" cy="461665"/>
          </a:xfrm>
          <a:prstGeom prst="rect">
            <a:avLst/>
          </a:prstGeom>
          <a:solidFill>
            <a:schemeClr val="accent4"/>
          </a:solidFill>
        </p:spPr>
        <p:txBody>
          <a:bodyPr wrap="none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  <a:cs typeface="+mn-cs"/>
              </a:rPr>
              <a:t>上练习二，</a:t>
            </a:r>
            <a:r>
              <a:rPr kumimoji="0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  <a:cs typeface="+mn-cs"/>
              </a:rPr>
              <a:t>7</a:t>
            </a:r>
            <a:endParaRPr kumimoji="0" lang="zh-CN" altLang="en-US" sz="24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黑体" panose="02010609060101010101" pitchFamily="49" charset="-122"/>
              <a:ea typeface="黑体" panose="02010609060101010101" pitchFamily="49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368553583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椭圆 3">
            <a:extLst>
              <a:ext uri="{FF2B5EF4-FFF2-40B4-BE49-F238E27FC236}">
                <a16:creationId xmlns:a16="http://schemas.microsoft.com/office/drawing/2014/main" id="{3C64424A-ECE0-F8DD-90B8-FDE7D4DC97AB}"/>
              </a:ext>
            </a:extLst>
          </p:cNvPr>
          <p:cNvSpPr/>
          <p:nvPr/>
        </p:nvSpPr>
        <p:spPr>
          <a:xfrm>
            <a:off x="1302698" y="918587"/>
            <a:ext cx="1800200" cy="1800200"/>
          </a:xfrm>
          <a:prstGeom prst="ellipse">
            <a:avLst/>
          </a:prstGeom>
          <a:solidFill>
            <a:srgbClr val="FFFFFF"/>
          </a:solidFill>
          <a:ln w="25400" cap="flat" cmpd="sng" algn="ctr">
            <a:solidFill>
              <a:srgbClr val="000000"/>
            </a:solidFill>
            <a:prstDash val="solid"/>
          </a:ln>
          <a:effectLst/>
        </p:spPr>
        <p:txBody>
          <a:bodyPr rtlCol="0" anchor="ctr"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Times New Roman"/>
              <a:ea typeface="宋体"/>
              <a:cs typeface="+mn-cs"/>
            </a:endParaRPr>
          </a:p>
        </p:txBody>
      </p:sp>
      <p:cxnSp>
        <p:nvCxnSpPr>
          <p:cNvPr id="5" name="直接连接符 4">
            <a:extLst>
              <a:ext uri="{FF2B5EF4-FFF2-40B4-BE49-F238E27FC236}">
                <a16:creationId xmlns:a16="http://schemas.microsoft.com/office/drawing/2014/main" id="{1E06F462-3001-C227-1A75-1BEB845B43C5}"/>
              </a:ext>
            </a:extLst>
          </p:cNvPr>
          <p:cNvCxnSpPr>
            <a:cxnSpLocks/>
          </p:cNvCxnSpPr>
          <p:nvPr/>
        </p:nvCxnSpPr>
        <p:spPr>
          <a:xfrm>
            <a:off x="4327036" y="1827249"/>
            <a:ext cx="1800200" cy="0"/>
          </a:xfrm>
          <a:prstGeom prst="line">
            <a:avLst/>
          </a:prstGeom>
          <a:noFill/>
          <a:ln w="38100" cap="flat" cmpd="sng" algn="ctr">
            <a:solidFill>
              <a:srgbClr val="2D2DB9">
                <a:shade val="95000"/>
                <a:satMod val="105000"/>
              </a:srgbClr>
            </a:solidFill>
            <a:prstDash val="solid"/>
          </a:ln>
          <a:effectLst/>
        </p:spPr>
      </p:cxnSp>
      <p:cxnSp>
        <p:nvCxnSpPr>
          <p:cNvPr id="6" name="直接连接符 5">
            <a:extLst>
              <a:ext uri="{FF2B5EF4-FFF2-40B4-BE49-F238E27FC236}">
                <a16:creationId xmlns:a16="http://schemas.microsoft.com/office/drawing/2014/main" id="{94CB202D-025A-BF67-B91A-463D8B21FE6A}"/>
              </a:ext>
            </a:extLst>
          </p:cNvPr>
          <p:cNvCxnSpPr>
            <a:cxnSpLocks/>
          </p:cNvCxnSpPr>
          <p:nvPr/>
        </p:nvCxnSpPr>
        <p:spPr>
          <a:xfrm>
            <a:off x="2202798" y="1827249"/>
            <a:ext cx="2140033" cy="0"/>
          </a:xfrm>
          <a:prstGeom prst="line">
            <a:avLst/>
          </a:prstGeom>
          <a:noFill/>
          <a:ln w="38100" cap="flat" cmpd="sng" algn="ctr">
            <a:solidFill>
              <a:srgbClr val="2D2DB9">
                <a:shade val="95000"/>
                <a:satMod val="105000"/>
              </a:srgbClr>
            </a:solidFill>
            <a:prstDash val="sysDot"/>
          </a:ln>
          <a:effectLst/>
        </p:spPr>
      </p:cxnSp>
      <p:graphicFrame>
        <p:nvGraphicFramePr>
          <p:cNvPr id="7" name="对象 6">
            <a:extLst>
              <a:ext uri="{FF2B5EF4-FFF2-40B4-BE49-F238E27FC236}">
                <a16:creationId xmlns:a16="http://schemas.microsoft.com/office/drawing/2014/main" id="{17CCFB33-59A4-D353-9987-F8B88767974C}"/>
              </a:ext>
            </a:extLst>
          </p:cNvPr>
          <p:cNvGraphicFramePr>
            <a:graphicFrameLocks noChangeAspect="1"/>
          </p:cNvGraphicFramePr>
          <p:nvPr/>
        </p:nvGraphicFramePr>
        <p:xfrm>
          <a:off x="2072592" y="1552681"/>
          <a:ext cx="260412" cy="238564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152280" imgH="177480" progId="Equation.DSMT4">
                  <p:embed/>
                </p:oleObj>
              </mc:Choice>
              <mc:Fallback>
                <p:oleObj name="Equation" r:id="rId2" imgW="152280" imgH="177480" progId="Equation.DSMT4">
                  <p:embed/>
                  <p:pic>
                    <p:nvPicPr>
                      <p:cNvPr id="7" name="对象 6">
                        <a:extLst>
                          <a:ext uri="{FF2B5EF4-FFF2-40B4-BE49-F238E27FC236}">
                            <a16:creationId xmlns:a16="http://schemas.microsoft.com/office/drawing/2014/main" id="{17CCFB33-59A4-D353-9987-F8B88767974C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3"/>
                      <a:stretch>
                        <a:fillRect/>
                      </a:stretch>
                    </p:blipFill>
                    <p:spPr>
                      <a:xfrm>
                        <a:off x="2072592" y="1552681"/>
                        <a:ext cx="260412" cy="238564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8" name="组合 7">
            <a:extLst>
              <a:ext uri="{FF2B5EF4-FFF2-40B4-BE49-F238E27FC236}">
                <a16:creationId xmlns:a16="http://schemas.microsoft.com/office/drawing/2014/main" id="{F72E0A1F-CE84-D66F-9A32-D8165184CB81}"/>
              </a:ext>
            </a:extLst>
          </p:cNvPr>
          <p:cNvGrpSpPr/>
          <p:nvPr/>
        </p:nvGrpSpPr>
        <p:grpSpPr>
          <a:xfrm>
            <a:off x="2202798" y="1596470"/>
            <a:ext cx="5034334" cy="461557"/>
            <a:chOff x="2159732" y="1586603"/>
            <a:chExt cx="5034334" cy="461557"/>
          </a:xfrm>
        </p:grpSpPr>
        <p:cxnSp>
          <p:nvCxnSpPr>
            <p:cNvPr id="9" name="直接连接符 8">
              <a:extLst>
                <a:ext uri="{FF2B5EF4-FFF2-40B4-BE49-F238E27FC236}">
                  <a16:creationId xmlns:a16="http://schemas.microsoft.com/office/drawing/2014/main" id="{C657557D-76A3-B0AC-C0E5-330A765DBFD0}"/>
                </a:ext>
              </a:extLst>
            </p:cNvPr>
            <p:cNvCxnSpPr/>
            <p:nvPr/>
          </p:nvCxnSpPr>
          <p:spPr>
            <a:xfrm>
              <a:off x="2159732" y="1817382"/>
              <a:ext cx="4500500" cy="0"/>
            </a:xfrm>
            <a:prstGeom prst="line">
              <a:avLst/>
            </a:prstGeom>
            <a:noFill/>
            <a:ln w="28575" cap="flat" cmpd="sng" algn="ctr">
              <a:solidFill>
                <a:srgbClr val="FF0000"/>
              </a:solidFill>
              <a:prstDash val="solid"/>
              <a:headEnd type="none" w="med" len="med"/>
              <a:tailEnd type="arrow" w="med" len="med"/>
            </a:ln>
            <a:effectLst/>
          </p:spPr>
        </p:cxnSp>
        <p:graphicFrame>
          <p:nvGraphicFramePr>
            <p:cNvPr id="10" name="对象 9">
              <a:extLst>
                <a:ext uri="{FF2B5EF4-FFF2-40B4-BE49-F238E27FC236}">
                  <a16:creationId xmlns:a16="http://schemas.microsoft.com/office/drawing/2014/main" id="{A69ECBC6-BE34-A7CB-613A-CAE8662194B7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6774469" y="1586603"/>
            <a:ext cx="419597" cy="461557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4" imgW="126720" imgH="139680" progId="Equation.DSMT4">
                    <p:embed/>
                  </p:oleObj>
                </mc:Choice>
                <mc:Fallback>
                  <p:oleObj name="Equation" r:id="rId4" imgW="126720" imgH="139680" progId="Equation.DSMT4">
                    <p:embed/>
                    <p:pic>
                      <p:nvPicPr>
                        <p:cNvPr id="10" name="对象 9">
                          <a:extLst>
                            <a:ext uri="{FF2B5EF4-FFF2-40B4-BE49-F238E27FC236}">
                              <a16:creationId xmlns:a16="http://schemas.microsoft.com/office/drawing/2014/main" id="{A69ECBC6-BE34-A7CB-613A-CAE8662194B7}"/>
                            </a:ext>
                          </a:extLst>
                        </p:cNvPr>
                        <p:cNvPicPr/>
                        <p:nvPr/>
                      </p:nvPicPr>
                      <p:blipFill>
                        <a:blip r:embed="rId5"/>
                        <a:stretch>
                          <a:fillRect/>
                        </a:stretch>
                      </p:blipFill>
                      <p:spPr>
                        <a:xfrm>
                          <a:off x="6774469" y="1586603"/>
                          <a:ext cx="419597" cy="461557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11" name="组合 10">
            <a:extLst>
              <a:ext uri="{FF2B5EF4-FFF2-40B4-BE49-F238E27FC236}">
                <a16:creationId xmlns:a16="http://schemas.microsoft.com/office/drawing/2014/main" id="{12A16A3C-1271-937F-593E-D1383A297959}"/>
              </a:ext>
            </a:extLst>
          </p:cNvPr>
          <p:cNvGrpSpPr/>
          <p:nvPr/>
        </p:nvGrpSpPr>
        <p:grpSpPr>
          <a:xfrm>
            <a:off x="2202798" y="1818687"/>
            <a:ext cx="2465294" cy="1268701"/>
            <a:chOff x="2159732" y="1808820"/>
            <a:chExt cx="2465294" cy="1268701"/>
          </a:xfrm>
        </p:grpSpPr>
        <p:cxnSp>
          <p:nvCxnSpPr>
            <p:cNvPr id="12" name="直接连接符 11">
              <a:extLst>
                <a:ext uri="{FF2B5EF4-FFF2-40B4-BE49-F238E27FC236}">
                  <a16:creationId xmlns:a16="http://schemas.microsoft.com/office/drawing/2014/main" id="{D42EBA31-5C8F-3CD1-1D13-9413DD7A9487}"/>
                </a:ext>
              </a:extLst>
            </p:cNvPr>
            <p:cNvCxnSpPr/>
            <p:nvPr/>
          </p:nvCxnSpPr>
          <p:spPr>
            <a:xfrm>
              <a:off x="2159732" y="1808820"/>
              <a:ext cx="0" cy="1260140"/>
            </a:xfrm>
            <a:prstGeom prst="line">
              <a:avLst/>
            </a:prstGeom>
            <a:noFill/>
            <a:ln w="19050" cap="flat" cmpd="sng" algn="ctr">
              <a:solidFill>
                <a:srgbClr val="002040"/>
              </a:solidFill>
              <a:prstDash val="solid"/>
            </a:ln>
            <a:effectLst/>
          </p:spPr>
        </p:cxnSp>
        <p:cxnSp>
          <p:nvCxnSpPr>
            <p:cNvPr id="13" name="直接连接符 12">
              <a:extLst>
                <a:ext uri="{FF2B5EF4-FFF2-40B4-BE49-F238E27FC236}">
                  <a16:creationId xmlns:a16="http://schemas.microsoft.com/office/drawing/2014/main" id="{AEB33C22-C56D-3B91-34DF-9814370BCACD}"/>
                </a:ext>
              </a:extLst>
            </p:cNvPr>
            <p:cNvCxnSpPr/>
            <p:nvPr/>
          </p:nvCxnSpPr>
          <p:spPr>
            <a:xfrm>
              <a:off x="4625026" y="1817381"/>
              <a:ext cx="0" cy="1260140"/>
            </a:xfrm>
            <a:prstGeom prst="line">
              <a:avLst/>
            </a:prstGeom>
            <a:noFill/>
            <a:ln w="19050" cap="flat" cmpd="sng" algn="ctr">
              <a:solidFill>
                <a:srgbClr val="002040"/>
              </a:solidFill>
              <a:prstDash val="solid"/>
            </a:ln>
            <a:effectLst/>
          </p:spPr>
        </p:cxnSp>
        <p:cxnSp>
          <p:nvCxnSpPr>
            <p:cNvPr id="14" name="直接箭头连接符 13">
              <a:extLst>
                <a:ext uri="{FF2B5EF4-FFF2-40B4-BE49-F238E27FC236}">
                  <a16:creationId xmlns:a16="http://schemas.microsoft.com/office/drawing/2014/main" id="{6D38ED2C-F08F-1239-50A3-E75D67D48076}"/>
                </a:ext>
              </a:extLst>
            </p:cNvPr>
            <p:cNvCxnSpPr>
              <a:cxnSpLocks/>
            </p:cNvCxnSpPr>
            <p:nvPr/>
          </p:nvCxnSpPr>
          <p:spPr>
            <a:xfrm>
              <a:off x="2159732" y="2348880"/>
              <a:ext cx="2465294" cy="0"/>
            </a:xfrm>
            <a:prstGeom prst="straightConnector1">
              <a:avLst/>
            </a:prstGeom>
            <a:noFill/>
            <a:ln w="19050" cap="flat" cmpd="sng" algn="ctr">
              <a:solidFill>
                <a:srgbClr val="00CC99">
                  <a:shade val="95000"/>
                  <a:satMod val="105000"/>
                </a:srgbClr>
              </a:solidFill>
              <a:prstDash val="solid"/>
              <a:headEnd type="triangle"/>
              <a:tailEnd type="triangle"/>
            </a:ln>
            <a:effectLst/>
          </p:spPr>
        </p:cxnSp>
        <p:graphicFrame>
          <p:nvGraphicFramePr>
            <p:cNvPr id="15" name="对象 14">
              <a:extLst>
                <a:ext uri="{FF2B5EF4-FFF2-40B4-BE49-F238E27FC236}">
                  <a16:creationId xmlns:a16="http://schemas.microsoft.com/office/drawing/2014/main" id="{33944260-8594-6A78-2C92-8EE5B2CA1794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3236940" y="2348880"/>
            <a:ext cx="419597" cy="461557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6" imgW="126720" imgH="139680" progId="Equation.DSMT4">
                    <p:embed/>
                  </p:oleObj>
                </mc:Choice>
                <mc:Fallback>
                  <p:oleObj name="Equation" r:id="rId6" imgW="126720" imgH="139680" progId="Equation.DSMT4">
                    <p:embed/>
                    <p:pic>
                      <p:nvPicPr>
                        <p:cNvPr id="15" name="对象 14">
                          <a:extLst>
                            <a:ext uri="{FF2B5EF4-FFF2-40B4-BE49-F238E27FC236}">
                              <a16:creationId xmlns:a16="http://schemas.microsoft.com/office/drawing/2014/main" id="{33944260-8594-6A78-2C92-8EE5B2CA1794}"/>
                            </a:ext>
                          </a:extLst>
                        </p:cNvPr>
                        <p:cNvPicPr/>
                        <p:nvPr/>
                      </p:nvPicPr>
                      <p:blipFill>
                        <a:blip r:embed="rId7"/>
                        <a:stretch>
                          <a:fillRect/>
                        </a:stretch>
                      </p:blipFill>
                      <p:spPr>
                        <a:xfrm>
                          <a:off x="3236940" y="2348880"/>
                          <a:ext cx="419597" cy="461557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16" name="组合 15">
            <a:extLst>
              <a:ext uri="{FF2B5EF4-FFF2-40B4-BE49-F238E27FC236}">
                <a16:creationId xmlns:a16="http://schemas.microsoft.com/office/drawing/2014/main" id="{221028BB-9020-965E-6492-3AE45AE7467D}"/>
              </a:ext>
            </a:extLst>
          </p:cNvPr>
          <p:cNvGrpSpPr/>
          <p:nvPr/>
        </p:nvGrpSpPr>
        <p:grpSpPr>
          <a:xfrm>
            <a:off x="4571619" y="1827248"/>
            <a:ext cx="444946" cy="1273588"/>
            <a:chOff x="4528553" y="1817381"/>
            <a:chExt cx="444946" cy="1273588"/>
          </a:xfrm>
        </p:grpSpPr>
        <p:cxnSp>
          <p:nvCxnSpPr>
            <p:cNvPr id="17" name="直接连接符 16">
              <a:extLst>
                <a:ext uri="{FF2B5EF4-FFF2-40B4-BE49-F238E27FC236}">
                  <a16:creationId xmlns:a16="http://schemas.microsoft.com/office/drawing/2014/main" id="{EB1BA505-A338-C0AD-D334-A264A19FFEEC}"/>
                </a:ext>
              </a:extLst>
            </p:cNvPr>
            <p:cNvCxnSpPr/>
            <p:nvPr/>
          </p:nvCxnSpPr>
          <p:spPr>
            <a:xfrm>
              <a:off x="4860032" y="1817381"/>
              <a:ext cx="0" cy="1260140"/>
            </a:xfrm>
            <a:prstGeom prst="line">
              <a:avLst/>
            </a:prstGeom>
            <a:noFill/>
            <a:ln w="19050" cap="flat" cmpd="sng" algn="ctr">
              <a:solidFill>
                <a:srgbClr val="002040"/>
              </a:solidFill>
              <a:prstDash val="solid"/>
            </a:ln>
            <a:effectLst/>
          </p:spPr>
        </p:cxnSp>
        <p:cxnSp>
          <p:nvCxnSpPr>
            <p:cNvPr id="18" name="直接箭头连接符 17">
              <a:extLst>
                <a:ext uri="{FF2B5EF4-FFF2-40B4-BE49-F238E27FC236}">
                  <a16:creationId xmlns:a16="http://schemas.microsoft.com/office/drawing/2014/main" id="{15A1FE4D-7145-52E5-D85C-461FFD4AEB92}"/>
                </a:ext>
              </a:extLst>
            </p:cNvPr>
            <p:cNvCxnSpPr>
              <a:cxnSpLocks/>
            </p:cNvCxnSpPr>
            <p:nvPr/>
          </p:nvCxnSpPr>
          <p:spPr>
            <a:xfrm>
              <a:off x="4625026" y="2579658"/>
              <a:ext cx="252000" cy="0"/>
            </a:xfrm>
            <a:prstGeom prst="straightConnector1">
              <a:avLst/>
            </a:prstGeom>
            <a:noFill/>
            <a:ln w="19050" cap="flat" cmpd="sng" algn="ctr">
              <a:solidFill>
                <a:srgbClr val="00CC99">
                  <a:shade val="95000"/>
                  <a:satMod val="105000"/>
                </a:srgbClr>
              </a:solidFill>
              <a:prstDash val="solid"/>
              <a:headEnd type="triangle"/>
              <a:tailEnd type="triangle"/>
            </a:ln>
            <a:effectLst/>
          </p:spPr>
        </p:cxnSp>
        <p:graphicFrame>
          <p:nvGraphicFramePr>
            <p:cNvPr id="19" name="对象 18">
              <a:extLst>
                <a:ext uri="{FF2B5EF4-FFF2-40B4-BE49-F238E27FC236}">
                  <a16:creationId xmlns:a16="http://schemas.microsoft.com/office/drawing/2014/main" id="{F0376438-2163-1190-2B40-48BE4102C051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4528553" y="2676360"/>
            <a:ext cx="444946" cy="414609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8" imgW="190440" imgH="177480" progId="Equation.DSMT4">
                    <p:embed/>
                  </p:oleObj>
                </mc:Choice>
                <mc:Fallback>
                  <p:oleObj name="Equation" r:id="rId8" imgW="190440" imgH="177480" progId="Equation.DSMT4">
                    <p:embed/>
                    <p:pic>
                      <p:nvPicPr>
                        <p:cNvPr id="19" name="对象 18">
                          <a:extLst>
                            <a:ext uri="{FF2B5EF4-FFF2-40B4-BE49-F238E27FC236}">
                              <a16:creationId xmlns:a16="http://schemas.microsoft.com/office/drawing/2014/main" id="{F0376438-2163-1190-2B40-48BE4102C051}"/>
                            </a:ext>
                          </a:extLst>
                        </p:cNvPr>
                        <p:cNvPicPr/>
                        <p:nvPr/>
                      </p:nvPicPr>
                      <p:blipFill>
                        <a:blip r:embed="rId9"/>
                        <a:stretch>
                          <a:fillRect/>
                        </a:stretch>
                      </p:blipFill>
                      <p:spPr>
                        <a:xfrm>
                          <a:off x="4528553" y="2676360"/>
                          <a:ext cx="444946" cy="414609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</p:grpSp>
      <p:graphicFrame>
        <p:nvGraphicFramePr>
          <p:cNvPr id="20" name="对象 19">
            <a:extLst>
              <a:ext uri="{FF2B5EF4-FFF2-40B4-BE49-F238E27FC236}">
                <a16:creationId xmlns:a16="http://schemas.microsoft.com/office/drawing/2014/main" id="{CF087161-B810-4582-7EE2-A33DBBCBF534}"/>
              </a:ext>
            </a:extLst>
          </p:cNvPr>
          <p:cNvGraphicFramePr>
            <a:graphicFrameLocks noChangeAspect="1"/>
          </p:cNvGraphicFramePr>
          <p:nvPr/>
        </p:nvGraphicFramePr>
        <p:xfrm>
          <a:off x="4495006" y="1500386"/>
          <a:ext cx="351895" cy="28591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0" imgW="203040" imgH="164880" progId="Equation.DSMT4">
                  <p:embed/>
                </p:oleObj>
              </mc:Choice>
              <mc:Fallback>
                <p:oleObj name="Equation" r:id="rId10" imgW="203040" imgH="164880" progId="Equation.DSMT4">
                  <p:embed/>
                  <p:pic>
                    <p:nvPicPr>
                      <p:cNvPr id="20" name="对象 19">
                        <a:extLst>
                          <a:ext uri="{FF2B5EF4-FFF2-40B4-BE49-F238E27FC236}">
                            <a16:creationId xmlns:a16="http://schemas.microsoft.com/office/drawing/2014/main" id="{CF087161-B810-4582-7EE2-A33DBBCBF534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11"/>
                      <a:stretch>
                        <a:fillRect/>
                      </a:stretch>
                    </p:blipFill>
                    <p:spPr>
                      <a:xfrm>
                        <a:off x="4495006" y="1500386"/>
                        <a:ext cx="351895" cy="285915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1" name="对象 20">
            <a:extLst>
              <a:ext uri="{FF2B5EF4-FFF2-40B4-BE49-F238E27FC236}">
                <a16:creationId xmlns:a16="http://schemas.microsoft.com/office/drawing/2014/main" id="{0CA69879-C021-79EA-E05C-0E29A1A1C409}"/>
              </a:ext>
            </a:extLst>
          </p:cNvPr>
          <p:cNvGraphicFramePr>
            <a:graphicFrameLocks noChangeAspect="1"/>
          </p:cNvGraphicFramePr>
          <p:nvPr/>
        </p:nvGraphicFramePr>
        <p:xfrm>
          <a:off x="3318512" y="3828194"/>
          <a:ext cx="1754188" cy="10096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2" imgW="749160" imgH="431640" progId="Equation.DSMT4">
                  <p:embed/>
                </p:oleObj>
              </mc:Choice>
              <mc:Fallback>
                <p:oleObj name="Equation" r:id="rId12" imgW="749160" imgH="431640" progId="Equation.DSMT4">
                  <p:embed/>
                  <p:pic>
                    <p:nvPicPr>
                      <p:cNvPr id="21" name="对象 20">
                        <a:extLst>
                          <a:ext uri="{FF2B5EF4-FFF2-40B4-BE49-F238E27FC236}">
                            <a16:creationId xmlns:a16="http://schemas.microsoft.com/office/drawing/2014/main" id="{0CA69879-C021-79EA-E05C-0E29A1A1C409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13"/>
                      <a:stretch>
                        <a:fillRect/>
                      </a:stretch>
                    </p:blipFill>
                    <p:spPr>
                      <a:xfrm>
                        <a:off x="3318512" y="3828194"/>
                        <a:ext cx="1754188" cy="100965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2" name="对象 21">
            <a:extLst>
              <a:ext uri="{FF2B5EF4-FFF2-40B4-BE49-F238E27FC236}">
                <a16:creationId xmlns:a16="http://schemas.microsoft.com/office/drawing/2014/main" id="{6531C658-05A6-00BA-4605-48ABA3F1CEC0}"/>
              </a:ext>
            </a:extLst>
          </p:cNvPr>
          <p:cNvGraphicFramePr>
            <a:graphicFrameLocks noChangeAspect="1"/>
          </p:cNvGraphicFramePr>
          <p:nvPr/>
        </p:nvGraphicFramePr>
        <p:xfrm>
          <a:off x="4810416" y="1519272"/>
          <a:ext cx="307975" cy="3079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4" imgW="177480" imgH="177480" progId="Equation.DSMT4">
                  <p:embed/>
                </p:oleObj>
              </mc:Choice>
              <mc:Fallback>
                <p:oleObj name="Equation" r:id="rId14" imgW="177480" imgH="177480" progId="Equation.DSMT4">
                  <p:embed/>
                  <p:pic>
                    <p:nvPicPr>
                      <p:cNvPr id="22" name="对象 21">
                        <a:extLst>
                          <a:ext uri="{FF2B5EF4-FFF2-40B4-BE49-F238E27FC236}">
                            <a16:creationId xmlns:a16="http://schemas.microsoft.com/office/drawing/2014/main" id="{6531C658-05A6-00BA-4605-48ABA3F1CEC0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15"/>
                      <a:stretch>
                        <a:fillRect/>
                      </a:stretch>
                    </p:blipFill>
                    <p:spPr>
                      <a:xfrm>
                        <a:off x="4810416" y="1519272"/>
                        <a:ext cx="307975" cy="307975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3" name="矩形 22">
            <a:extLst>
              <a:ext uri="{FF2B5EF4-FFF2-40B4-BE49-F238E27FC236}">
                <a16:creationId xmlns:a16="http://schemas.microsoft.com/office/drawing/2014/main" id="{14E78214-9417-756A-1551-C3297B279AA7}"/>
              </a:ext>
            </a:extLst>
          </p:cNvPr>
          <p:cNvSpPr/>
          <p:nvPr/>
        </p:nvSpPr>
        <p:spPr>
          <a:xfrm>
            <a:off x="762329" y="5012113"/>
            <a:ext cx="2969083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  <a:sym typeface="Symbol" panose="05050102010706020507" pitchFamily="18" charset="2"/>
              </a:rPr>
              <a:t>线元受到的电场力：</a:t>
            </a: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graphicFrame>
        <p:nvGraphicFramePr>
          <p:cNvPr id="24" name="对象 23">
            <a:extLst>
              <a:ext uri="{FF2B5EF4-FFF2-40B4-BE49-F238E27FC236}">
                <a16:creationId xmlns:a16="http://schemas.microsoft.com/office/drawing/2014/main" id="{C144076A-0A1B-F329-25F9-0B0AF3142C00}"/>
              </a:ext>
            </a:extLst>
          </p:cNvPr>
          <p:cNvGraphicFramePr>
            <a:graphicFrameLocks noChangeAspect="1"/>
          </p:cNvGraphicFramePr>
          <p:nvPr/>
        </p:nvGraphicFramePr>
        <p:xfrm>
          <a:off x="5397915" y="5063300"/>
          <a:ext cx="1485900" cy="4762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6" imgW="634680" imgH="203040" progId="Equation.DSMT4">
                  <p:embed/>
                </p:oleObj>
              </mc:Choice>
              <mc:Fallback>
                <p:oleObj name="Equation" r:id="rId16" imgW="634680" imgH="203040" progId="Equation.DSMT4">
                  <p:embed/>
                  <p:pic>
                    <p:nvPicPr>
                      <p:cNvPr id="24" name="对象 23">
                        <a:extLst>
                          <a:ext uri="{FF2B5EF4-FFF2-40B4-BE49-F238E27FC236}">
                            <a16:creationId xmlns:a16="http://schemas.microsoft.com/office/drawing/2014/main" id="{C144076A-0A1B-F329-25F9-0B0AF3142C00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17"/>
                      <a:stretch>
                        <a:fillRect/>
                      </a:stretch>
                    </p:blipFill>
                    <p:spPr>
                      <a:xfrm>
                        <a:off x="5397915" y="5063300"/>
                        <a:ext cx="1485900" cy="47625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5" name="矩形 24">
            <a:extLst>
              <a:ext uri="{FF2B5EF4-FFF2-40B4-BE49-F238E27FC236}">
                <a16:creationId xmlns:a16="http://schemas.microsoft.com/office/drawing/2014/main" id="{5B488AB7-4BB0-F9A7-0EF3-3C20C8FD126E}"/>
              </a:ext>
            </a:extLst>
          </p:cNvPr>
          <p:cNvSpPr/>
          <p:nvPr/>
        </p:nvSpPr>
        <p:spPr>
          <a:xfrm>
            <a:off x="1086674" y="3308790"/>
            <a:ext cx="2350323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  <a:sym typeface="Symbol" panose="05050102010706020507" pitchFamily="18" charset="2"/>
              </a:rPr>
              <a:t>线元带的电荷：</a:t>
            </a: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graphicFrame>
        <p:nvGraphicFramePr>
          <p:cNvPr id="26" name="对象 25">
            <a:extLst>
              <a:ext uri="{FF2B5EF4-FFF2-40B4-BE49-F238E27FC236}">
                <a16:creationId xmlns:a16="http://schemas.microsoft.com/office/drawing/2014/main" id="{77FA37DB-D150-D5AF-3390-05BA0E2D970F}"/>
              </a:ext>
            </a:extLst>
          </p:cNvPr>
          <p:cNvGraphicFramePr>
            <a:graphicFrameLocks noChangeAspect="1"/>
          </p:cNvGraphicFramePr>
          <p:nvPr/>
        </p:nvGraphicFramePr>
        <p:xfrm>
          <a:off x="3398679" y="3278751"/>
          <a:ext cx="1395413" cy="4762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8" imgW="596880" imgH="203040" progId="Equation.DSMT4">
                  <p:embed/>
                </p:oleObj>
              </mc:Choice>
              <mc:Fallback>
                <p:oleObj name="Equation" r:id="rId18" imgW="596880" imgH="203040" progId="Equation.DSMT4">
                  <p:embed/>
                  <p:pic>
                    <p:nvPicPr>
                      <p:cNvPr id="26" name="对象 25">
                        <a:extLst>
                          <a:ext uri="{FF2B5EF4-FFF2-40B4-BE49-F238E27FC236}">
                            <a16:creationId xmlns:a16="http://schemas.microsoft.com/office/drawing/2014/main" id="{77FA37DB-D150-D5AF-3390-05BA0E2D970F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19"/>
                      <a:stretch>
                        <a:fillRect/>
                      </a:stretch>
                    </p:blipFill>
                    <p:spPr>
                      <a:xfrm>
                        <a:off x="3398679" y="3278751"/>
                        <a:ext cx="1395413" cy="47625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7" name="矩形 26">
            <a:extLst>
              <a:ext uri="{FF2B5EF4-FFF2-40B4-BE49-F238E27FC236}">
                <a16:creationId xmlns:a16="http://schemas.microsoft.com/office/drawing/2014/main" id="{2995E61D-72A3-A622-244C-73317C045846}"/>
              </a:ext>
            </a:extLst>
          </p:cNvPr>
          <p:cNvSpPr/>
          <p:nvPr/>
        </p:nvSpPr>
        <p:spPr>
          <a:xfrm>
            <a:off x="1062905" y="4053650"/>
            <a:ext cx="2350323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  <a:sym typeface="Symbol" panose="05050102010706020507" pitchFamily="18" charset="2"/>
              </a:rPr>
              <a:t>线元处的电场：</a:t>
            </a: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graphicFrame>
        <p:nvGraphicFramePr>
          <p:cNvPr id="28" name="对象 27">
            <a:extLst>
              <a:ext uri="{FF2B5EF4-FFF2-40B4-BE49-F238E27FC236}">
                <a16:creationId xmlns:a16="http://schemas.microsoft.com/office/drawing/2014/main" id="{AAE49694-8309-37CB-CF10-B42588CBBD09}"/>
              </a:ext>
            </a:extLst>
          </p:cNvPr>
          <p:cNvGraphicFramePr>
            <a:graphicFrameLocks noChangeAspect="1"/>
          </p:cNvGraphicFramePr>
          <p:nvPr/>
        </p:nvGraphicFramePr>
        <p:xfrm>
          <a:off x="6887465" y="4802326"/>
          <a:ext cx="1812925" cy="10096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0" imgW="774360" imgH="431640" progId="Equation.DSMT4">
                  <p:embed/>
                </p:oleObj>
              </mc:Choice>
              <mc:Fallback>
                <p:oleObj name="Equation" r:id="rId20" imgW="774360" imgH="431640" progId="Equation.DSMT4">
                  <p:embed/>
                  <p:pic>
                    <p:nvPicPr>
                      <p:cNvPr id="28" name="对象 27">
                        <a:extLst>
                          <a:ext uri="{FF2B5EF4-FFF2-40B4-BE49-F238E27FC236}">
                            <a16:creationId xmlns:a16="http://schemas.microsoft.com/office/drawing/2014/main" id="{AAE49694-8309-37CB-CF10-B42588CBBD09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21"/>
                      <a:stretch>
                        <a:fillRect/>
                      </a:stretch>
                    </p:blipFill>
                    <p:spPr>
                      <a:xfrm>
                        <a:off x="6887465" y="4802326"/>
                        <a:ext cx="1812925" cy="100965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9" name="对象 28">
            <a:extLst>
              <a:ext uri="{FF2B5EF4-FFF2-40B4-BE49-F238E27FC236}">
                <a16:creationId xmlns:a16="http://schemas.microsoft.com/office/drawing/2014/main" id="{F1C1AC8F-2B06-4DCE-1D33-F25E35E4AAA2}"/>
              </a:ext>
            </a:extLst>
          </p:cNvPr>
          <p:cNvGraphicFramePr>
            <a:graphicFrameLocks noChangeAspect="1"/>
          </p:cNvGraphicFramePr>
          <p:nvPr/>
        </p:nvGraphicFramePr>
        <p:xfrm>
          <a:off x="3597715" y="4989637"/>
          <a:ext cx="1485900" cy="5667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2" imgW="634680" imgH="241200" progId="Equation.DSMT4">
                  <p:embed/>
                </p:oleObj>
              </mc:Choice>
              <mc:Fallback>
                <p:oleObj name="Equation" r:id="rId22" imgW="634680" imgH="241200" progId="Equation.DSMT4">
                  <p:embed/>
                  <p:pic>
                    <p:nvPicPr>
                      <p:cNvPr id="29" name="对象 28">
                        <a:extLst>
                          <a:ext uri="{FF2B5EF4-FFF2-40B4-BE49-F238E27FC236}">
                            <a16:creationId xmlns:a16="http://schemas.microsoft.com/office/drawing/2014/main" id="{F1C1AC8F-2B06-4DCE-1D33-F25E35E4AAA2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23"/>
                      <a:stretch>
                        <a:fillRect/>
                      </a:stretch>
                    </p:blipFill>
                    <p:spPr>
                      <a:xfrm>
                        <a:off x="3597715" y="4989637"/>
                        <a:ext cx="1485900" cy="56673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30" name="矩形 29">
            <a:extLst>
              <a:ext uri="{FF2B5EF4-FFF2-40B4-BE49-F238E27FC236}">
                <a16:creationId xmlns:a16="http://schemas.microsoft.com/office/drawing/2014/main" id="{43C3E6BC-D971-709A-E9AF-00E23861D439}"/>
              </a:ext>
            </a:extLst>
          </p:cNvPr>
          <p:cNvSpPr/>
          <p:nvPr/>
        </p:nvSpPr>
        <p:spPr>
          <a:xfrm>
            <a:off x="5397915" y="4053650"/>
            <a:ext cx="2839239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  <a:sym typeface="Symbol" panose="05050102010706020507" pitchFamily="18" charset="2"/>
              </a:rPr>
              <a:t>电场方向：</a:t>
            </a:r>
            <a:r>
              <a:rPr kumimoji="1" lang="en-US" altLang="zh-CN" sz="2800" b="1" i="1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  <a:sym typeface="Symbol" panose="05050102010706020507" pitchFamily="18" charset="2"/>
              </a:rPr>
              <a:t>x</a:t>
            </a:r>
            <a:r>
              <a:rPr kumimoji="1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  <a:sym typeface="Symbol" panose="05050102010706020507" pitchFamily="18" charset="2"/>
              </a:rPr>
              <a:t>轴方向</a:t>
            </a: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graphicFrame>
        <p:nvGraphicFramePr>
          <p:cNvPr id="31" name="对象 30">
            <a:extLst>
              <a:ext uri="{FF2B5EF4-FFF2-40B4-BE49-F238E27FC236}">
                <a16:creationId xmlns:a16="http://schemas.microsoft.com/office/drawing/2014/main" id="{910D4F03-4E86-CD37-4C92-6796B1D3B142}"/>
              </a:ext>
            </a:extLst>
          </p:cNvPr>
          <p:cNvGraphicFramePr>
            <a:graphicFrameLocks noChangeAspect="1"/>
          </p:cNvGraphicFramePr>
          <p:nvPr/>
        </p:nvGraphicFramePr>
        <p:xfrm>
          <a:off x="1207287" y="5653576"/>
          <a:ext cx="2524125" cy="10128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4" imgW="1079280" imgH="431640" progId="Equation.DSMT4">
                  <p:embed/>
                </p:oleObj>
              </mc:Choice>
              <mc:Fallback>
                <p:oleObj name="Equation" r:id="rId24" imgW="1079280" imgH="431640" progId="Equation.DSMT4">
                  <p:embed/>
                  <p:pic>
                    <p:nvPicPr>
                      <p:cNvPr id="31" name="对象 30">
                        <a:extLst>
                          <a:ext uri="{FF2B5EF4-FFF2-40B4-BE49-F238E27FC236}">
                            <a16:creationId xmlns:a16="http://schemas.microsoft.com/office/drawing/2014/main" id="{910D4F03-4E86-CD37-4C92-6796B1D3B142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25"/>
                      <a:stretch>
                        <a:fillRect/>
                      </a:stretch>
                    </p:blipFill>
                    <p:spPr>
                      <a:xfrm>
                        <a:off x="1207287" y="5653576"/>
                        <a:ext cx="2524125" cy="1012825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2" name="对象 31">
            <a:extLst>
              <a:ext uri="{FF2B5EF4-FFF2-40B4-BE49-F238E27FC236}">
                <a16:creationId xmlns:a16="http://schemas.microsoft.com/office/drawing/2014/main" id="{A8D1D757-35FD-52A1-930D-0F7D76C698A9}"/>
              </a:ext>
            </a:extLst>
          </p:cNvPr>
          <p:cNvGraphicFramePr>
            <a:graphicFrameLocks noChangeAspect="1"/>
          </p:cNvGraphicFramePr>
          <p:nvPr/>
        </p:nvGraphicFramePr>
        <p:xfrm>
          <a:off x="3824802" y="5629330"/>
          <a:ext cx="2344738" cy="10429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6" imgW="1002960" imgH="444240" progId="Equation.DSMT4">
                  <p:embed/>
                </p:oleObj>
              </mc:Choice>
              <mc:Fallback>
                <p:oleObj name="Equation" r:id="rId26" imgW="1002960" imgH="444240" progId="Equation.DSMT4">
                  <p:embed/>
                  <p:pic>
                    <p:nvPicPr>
                      <p:cNvPr id="32" name="对象 31">
                        <a:extLst>
                          <a:ext uri="{FF2B5EF4-FFF2-40B4-BE49-F238E27FC236}">
                            <a16:creationId xmlns:a16="http://schemas.microsoft.com/office/drawing/2014/main" id="{A8D1D757-35FD-52A1-930D-0F7D76C698A9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27"/>
                      <a:stretch>
                        <a:fillRect/>
                      </a:stretch>
                    </p:blipFill>
                    <p:spPr>
                      <a:xfrm>
                        <a:off x="3824802" y="5629330"/>
                        <a:ext cx="2344738" cy="10429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33" name="矩形 32">
            <a:extLst>
              <a:ext uri="{FF2B5EF4-FFF2-40B4-BE49-F238E27FC236}">
                <a16:creationId xmlns:a16="http://schemas.microsoft.com/office/drawing/2014/main" id="{468C7786-5625-E5DB-A89A-E501E082F50B}"/>
              </a:ext>
            </a:extLst>
          </p:cNvPr>
          <p:cNvSpPr/>
          <p:nvPr/>
        </p:nvSpPr>
        <p:spPr>
          <a:xfrm>
            <a:off x="6479910" y="5898378"/>
            <a:ext cx="2220480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  <a:sym typeface="Symbol" panose="05050102010706020507" pitchFamily="18" charset="2"/>
              </a:rPr>
              <a:t>方向：</a:t>
            </a:r>
            <a:r>
              <a:rPr kumimoji="1" lang="en-US" altLang="zh-CN" sz="2800" b="1" i="1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  <a:sym typeface="Symbol" panose="05050102010706020507" pitchFamily="18" charset="2"/>
              </a:rPr>
              <a:t>x</a:t>
            </a:r>
            <a:r>
              <a:rPr kumimoji="1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  <a:sym typeface="Symbol" panose="05050102010706020507" pitchFamily="18" charset="2"/>
              </a:rPr>
              <a:t>轴方向</a:t>
            </a: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34" name="矩形 33">
            <a:extLst>
              <a:ext uri="{FF2B5EF4-FFF2-40B4-BE49-F238E27FC236}">
                <a16:creationId xmlns:a16="http://schemas.microsoft.com/office/drawing/2014/main" id="{47909F2B-008F-C812-ECFC-ECD9ACE5A81B}"/>
              </a:ext>
            </a:extLst>
          </p:cNvPr>
          <p:cNvSpPr/>
          <p:nvPr/>
        </p:nvSpPr>
        <p:spPr>
          <a:xfrm>
            <a:off x="222441" y="5812761"/>
            <a:ext cx="1112805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  <a:sym typeface="Symbol" panose="05050102010706020507" pitchFamily="18" charset="2"/>
              </a:rPr>
              <a:t>大小：</a:t>
            </a: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35" name="矩形 34">
            <a:extLst>
              <a:ext uri="{FF2B5EF4-FFF2-40B4-BE49-F238E27FC236}">
                <a16:creationId xmlns:a16="http://schemas.microsoft.com/office/drawing/2014/main" id="{93C1D6EE-1BFB-CF89-6612-DAAF3606565B}"/>
              </a:ext>
            </a:extLst>
          </p:cNvPr>
          <p:cNvSpPr/>
          <p:nvPr/>
        </p:nvSpPr>
        <p:spPr>
          <a:xfrm>
            <a:off x="604147" y="306910"/>
            <a:ext cx="1888659" cy="461665"/>
          </a:xfrm>
          <a:prstGeom prst="rect">
            <a:avLst/>
          </a:prstGeom>
          <a:solidFill>
            <a:schemeClr val="accent4"/>
          </a:solidFill>
        </p:spPr>
        <p:txBody>
          <a:bodyPr wrap="none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  <a:cs typeface="+mn-cs"/>
              </a:rPr>
              <a:t>上练习二，</a:t>
            </a:r>
            <a:r>
              <a:rPr kumimoji="0" lang="en-US" altLang="zh-CN" sz="24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  <a:cs typeface="+mn-cs"/>
              </a:rPr>
              <a:t>7</a:t>
            </a:r>
            <a:endParaRPr kumimoji="0" lang="zh-CN" altLang="en-US" sz="24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黑体" panose="02010609060101010101" pitchFamily="49" charset="-122"/>
              <a:ea typeface="黑体" panose="02010609060101010101" pitchFamily="49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48758310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0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39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44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5" presetID="16" presetClass="entr" presetSubtype="2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47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52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16" presetClass="entr" presetSubtype="2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55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6" fill="hold">
                      <p:stCondLst>
                        <p:cond delay="indefinite"/>
                      </p:stCondLst>
                      <p:childTnLst>
                        <p:par>
                          <p:cTn id="57" fill="hold">
                            <p:stCondLst>
                              <p:cond delay="0"/>
                            </p:stCondLst>
                            <p:childTnLst>
                              <p:par>
                                <p:cTn id="58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0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2" fill="hold">
                      <p:stCondLst>
                        <p:cond delay="indefinite"/>
                      </p:stCondLst>
                      <p:childTnLst>
                        <p:par>
                          <p:cTn id="63" fill="hold">
                            <p:stCondLst>
                              <p:cond delay="0"/>
                            </p:stCondLst>
                            <p:childTnLst>
                              <p:par>
                                <p:cTn id="64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6" dur="10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7" dur="10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8" dur="10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9" fill="hold">
                      <p:stCondLst>
                        <p:cond delay="indefinite"/>
                      </p:stCondLst>
                      <p:childTnLst>
                        <p:par>
                          <p:cTn id="70" fill="hold">
                            <p:stCondLst>
                              <p:cond delay="0"/>
                            </p:stCondLst>
                            <p:childTnLst>
                              <p:par>
                                <p:cTn id="71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3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3" grpId="0"/>
      <p:bldP spid="25" grpId="0"/>
      <p:bldP spid="27" grpId="0"/>
      <p:bldP spid="30" grpId="0"/>
      <p:bldP spid="33" grpId="0"/>
      <p:bldP spid="34" grpId="0"/>
    </p:bld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AD4D18B-4485-1C21-9AF5-C54D823D605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文本框 4">
            <a:extLst>
              <a:ext uri="{FF2B5EF4-FFF2-40B4-BE49-F238E27FC236}">
                <a16:creationId xmlns:a16="http://schemas.microsoft.com/office/drawing/2014/main" id="{2E5E1045-5F04-ABE7-8875-B2B8839059BE}"/>
              </a:ext>
            </a:extLst>
          </p:cNvPr>
          <p:cNvSpPr txBox="1"/>
          <p:nvPr/>
        </p:nvSpPr>
        <p:spPr>
          <a:xfrm>
            <a:off x="2707640" y="2685534"/>
            <a:ext cx="3545840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5400" b="1" i="0" u="none" strike="noStrike" kern="1200" cap="none" spc="0" normalizeH="0" baseline="0" noProof="0" dirty="0">
                <a:ln>
                  <a:noFill/>
                </a:ln>
                <a:solidFill>
                  <a:srgbClr val="0066FF"/>
                </a:solidFill>
                <a:effectLst/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  <a:cs typeface="+mn-cs"/>
              </a:rPr>
              <a:t>热     学</a:t>
            </a:r>
            <a:endParaRPr kumimoji="0" lang="zh-CN" altLang="en-US" sz="5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等线" panose="02010600030101010101" pitchFamily="2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474017522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>
            <a:extLst>
              <a:ext uri="{FF2B5EF4-FFF2-40B4-BE49-F238E27FC236}">
                <a16:creationId xmlns:a16="http://schemas.microsoft.com/office/drawing/2014/main" id="{3ADDDCC4-83A6-5ED5-0E63-950F6D347F98}"/>
              </a:ext>
            </a:extLst>
          </p:cNvPr>
          <p:cNvSpPr txBox="1"/>
          <p:nvPr/>
        </p:nvSpPr>
        <p:spPr>
          <a:xfrm>
            <a:off x="833120" y="873760"/>
            <a:ext cx="2040943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400" b="1" dirty="0">
                <a:latin typeface="黑体" panose="02010609060101010101" pitchFamily="49" charset="-122"/>
                <a:ea typeface="黑体" panose="02010609060101010101" pitchFamily="49" charset="-122"/>
              </a:rPr>
              <a:t>一、循环过程</a:t>
            </a:r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CF944A9F-3F27-FFEE-BB8B-E908DB93E9D1}"/>
              </a:ext>
            </a:extLst>
          </p:cNvPr>
          <p:cNvSpPr txBox="1"/>
          <p:nvPr/>
        </p:nvSpPr>
        <p:spPr>
          <a:xfrm>
            <a:off x="934719" y="2194560"/>
            <a:ext cx="6360161" cy="222176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2400" b="1" dirty="0">
                <a:latin typeface="黑体" panose="02010609060101010101" pitchFamily="49" charset="-122"/>
                <a:ea typeface="黑体" panose="02010609060101010101" pitchFamily="49" charset="-122"/>
              </a:rPr>
              <a:t>循环过程是热学的重点，主要考察</a:t>
            </a:r>
            <a:endParaRPr lang="en-US" altLang="zh-CN" sz="2400" b="1" dirty="0">
              <a:latin typeface="黑体" panose="02010609060101010101" pitchFamily="49" charset="-122"/>
              <a:ea typeface="黑体" panose="02010609060101010101" pitchFamily="49" charset="-122"/>
            </a:endParaRPr>
          </a:p>
          <a:p>
            <a:pPr>
              <a:lnSpc>
                <a:spcPct val="150000"/>
              </a:lnSpc>
            </a:pPr>
            <a:r>
              <a:rPr lang="zh-CN" altLang="en-US" sz="2400" b="1" dirty="0">
                <a:latin typeface="黑体" panose="02010609060101010101" pitchFamily="49" charset="-122"/>
                <a:ea typeface="黑体" panose="02010609060101010101" pitchFamily="49" charset="-122"/>
              </a:rPr>
              <a:t>（</a:t>
            </a:r>
            <a:r>
              <a:rPr lang="en-US" altLang="zh-CN" sz="2400" b="1" dirty="0">
                <a:latin typeface="黑体" panose="02010609060101010101" pitchFamily="49" charset="-122"/>
                <a:ea typeface="黑体" panose="02010609060101010101" pitchFamily="49" charset="-122"/>
              </a:rPr>
              <a:t>1</a:t>
            </a:r>
            <a:r>
              <a:rPr lang="zh-CN" altLang="en-US" sz="2400" b="1" dirty="0">
                <a:latin typeface="黑体" panose="02010609060101010101" pitchFamily="49" charset="-122"/>
                <a:ea typeface="黑体" panose="02010609060101010101" pitchFamily="49" charset="-122"/>
              </a:rPr>
              <a:t>）给定一个循环过程，循环过程热量，功，内能，循环效率，制冷系数的计算。</a:t>
            </a:r>
            <a:endParaRPr lang="en-US" altLang="zh-CN" sz="2400" b="1" dirty="0">
              <a:latin typeface="黑体" panose="02010609060101010101" pitchFamily="49" charset="-122"/>
              <a:ea typeface="黑体" panose="02010609060101010101" pitchFamily="49" charset="-122"/>
            </a:endParaRPr>
          </a:p>
          <a:p>
            <a:pPr>
              <a:lnSpc>
                <a:spcPct val="150000"/>
              </a:lnSpc>
            </a:pPr>
            <a:r>
              <a:rPr lang="zh-CN" altLang="en-US" sz="2400" b="1" dirty="0">
                <a:latin typeface="黑体" panose="02010609060101010101" pitchFamily="49" charset="-122"/>
                <a:ea typeface="黑体" panose="02010609060101010101" pitchFamily="49" charset="-122"/>
              </a:rPr>
              <a:t>（</a:t>
            </a:r>
            <a:r>
              <a:rPr lang="en-US" altLang="zh-CN" sz="2400" b="1" dirty="0">
                <a:latin typeface="黑体" panose="02010609060101010101" pitchFamily="49" charset="-122"/>
                <a:ea typeface="黑体" panose="02010609060101010101" pitchFamily="49" charset="-122"/>
              </a:rPr>
              <a:t>2</a:t>
            </a:r>
            <a:r>
              <a:rPr lang="zh-CN" altLang="en-US" sz="2400" b="1" dirty="0">
                <a:latin typeface="黑体" panose="02010609060101010101" pitchFamily="49" charset="-122"/>
                <a:ea typeface="黑体" panose="02010609060101010101" pitchFamily="49" charset="-122"/>
              </a:rPr>
              <a:t>）卡诺循环有关问题的计算。</a:t>
            </a:r>
          </a:p>
        </p:txBody>
      </p:sp>
    </p:spTree>
    <p:extLst>
      <p:ext uri="{BB962C8B-B14F-4D97-AF65-F5344CB8AC3E}">
        <p14:creationId xmlns:p14="http://schemas.microsoft.com/office/powerpoint/2010/main" val="2086674152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框 3">
            <a:extLst>
              <a:ext uri="{FF2B5EF4-FFF2-40B4-BE49-F238E27FC236}">
                <a16:creationId xmlns:a16="http://schemas.microsoft.com/office/drawing/2014/main" id="{60B33C53-95F9-C08D-3463-3FCD46F4479F}"/>
              </a:ext>
            </a:extLst>
          </p:cNvPr>
          <p:cNvSpPr txBox="1"/>
          <p:nvPr/>
        </p:nvSpPr>
        <p:spPr>
          <a:xfrm>
            <a:off x="680720" y="673854"/>
            <a:ext cx="457200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2800" b="1" i="0" u="none" strike="noStrike" baseline="0" dirty="0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热学综合测试 </a:t>
            </a:r>
            <a:endParaRPr lang="zh-CN" altLang="en-US" sz="2800" b="1" dirty="0"/>
          </a:p>
        </p:txBody>
      </p:sp>
      <p:grpSp>
        <p:nvGrpSpPr>
          <p:cNvPr id="8" name="组合 7">
            <a:extLst>
              <a:ext uri="{FF2B5EF4-FFF2-40B4-BE49-F238E27FC236}">
                <a16:creationId xmlns:a16="http://schemas.microsoft.com/office/drawing/2014/main" id="{0A1220F3-F61B-66A4-1F8C-93E71EAF5646}"/>
              </a:ext>
            </a:extLst>
          </p:cNvPr>
          <p:cNvGrpSpPr/>
          <p:nvPr/>
        </p:nvGrpSpPr>
        <p:grpSpPr>
          <a:xfrm>
            <a:off x="426720" y="1567828"/>
            <a:ext cx="8506538" cy="3371794"/>
            <a:chOff x="426720" y="1567828"/>
            <a:chExt cx="8506538" cy="3371794"/>
          </a:xfrm>
        </p:grpSpPr>
        <p:pic>
          <p:nvPicPr>
            <p:cNvPr id="2" name="图片 1">
              <a:extLst>
                <a:ext uri="{FF2B5EF4-FFF2-40B4-BE49-F238E27FC236}">
                  <a16:creationId xmlns:a16="http://schemas.microsoft.com/office/drawing/2014/main" id="{B8F2EF28-27F5-8E22-1559-B187AA64540C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426720" y="1567828"/>
              <a:ext cx="8506538" cy="3371794"/>
            </a:xfrm>
            <a:prstGeom prst="rect">
              <a:avLst/>
            </a:prstGeom>
          </p:spPr>
        </p:pic>
        <p:pic>
          <p:nvPicPr>
            <p:cNvPr id="5" name="图片 4">
              <a:extLst>
                <a:ext uri="{FF2B5EF4-FFF2-40B4-BE49-F238E27FC236}">
                  <a16:creationId xmlns:a16="http://schemas.microsoft.com/office/drawing/2014/main" id="{0A43544D-B2D1-CD5A-B6FC-371168524F7E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1033743" y="3460864"/>
              <a:ext cx="1252257" cy="341525"/>
            </a:xfrm>
            <a:prstGeom prst="rect">
              <a:avLst/>
            </a:prstGeom>
          </p:spPr>
        </p:pic>
      </p:grpSp>
      <p:sp>
        <p:nvSpPr>
          <p:cNvPr id="6" name="文本框 5">
            <a:extLst>
              <a:ext uri="{FF2B5EF4-FFF2-40B4-BE49-F238E27FC236}">
                <a16:creationId xmlns:a16="http://schemas.microsoft.com/office/drawing/2014/main" id="{FD9822C2-DB71-972E-A585-D0925CBDA0B7}"/>
              </a:ext>
            </a:extLst>
          </p:cNvPr>
          <p:cNvSpPr txBox="1"/>
          <p:nvPr/>
        </p:nvSpPr>
        <p:spPr>
          <a:xfrm>
            <a:off x="565680" y="5133931"/>
            <a:ext cx="800219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400" b="1" dirty="0">
                <a:solidFill>
                  <a:srgbClr val="FF0000"/>
                </a:solidFill>
              </a:rPr>
              <a:t>解：</a:t>
            </a:r>
          </a:p>
        </p:txBody>
      </p:sp>
      <p:pic>
        <p:nvPicPr>
          <p:cNvPr id="7" name="图片 6">
            <a:extLst>
              <a:ext uri="{FF2B5EF4-FFF2-40B4-BE49-F238E27FC236}">
                <a16:creationId xmlns:a16="http://schemas.microsoft.com/office/drawing/2014/main" id="{1BF48222-99EA-DA5F-6BCE-9C20256C45E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77739" y="5245046"/>
            <a:ext cx="2408129" cy="350550"/>
          </a:xfrm>
          <a:prstGeom prst="rect">
            <a:avLst/>
          </a:prstGeom>
        </p:spPr>
      </p:pic>
      <p:pic>
        <p:nvPicPr>
          <p:cNvPr id="9" name="图片 8">
            <a:extLst>
              <a:ext uri="{FF2B5EF4-FFF2-40B4-BE49-F238E27FC236}">
                <a16:creationId xmlns:a16="http://schemas.microsoft.com/office/drawing/2014/main" id="{30B364E0-33F5-6242-EC9E-32CB493C4BFF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397927" y="5253281"/>
            <a:ext cx="1912786" cy="1257409"/>
          </a:xfrm>
          <a:prstGeom prst="rect">
            <a:avLst/>
          </a:prstGeom>
        </p:spPr>
      </p:pic>
      <p:sp>
        <p:nvSpPr>
          <p:cNvPr id="11" name="文本框 10">
            <a:extLst>
              <a:ext uri="{FF2B5EF4-FFF2-40B4-BE49-F238E27FC236}">
                <a16:creationId xmlns:a16="http://schemas.microsoft.com/office/drawing/2014/main" id="{5DAF927F-7741-90D7-E96D-ED0ED85888B2}"/>
              </a:ext>
            </a:extLst>
          </p:cNvPr>
          <p:cNvSpPr txBox="1"/>
          <p:nvPr/>
        </p:nvSpPr>
        <p:spPr>
          <a:xfrm>
            <a:off x="680720" y="5789905"/>
            <a:ext cx="457200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2400" dirty="0"/>
              <a:t>R≈8.31</a:t>
            </a:r>
            <a:r>
              <a:rPr lang="zh-CN" altLang="en-US" sz="2400" dirty="0"/>
              <a:t>，单位</a:t>
            </a:r>
            <a:r>
              <a:rPr lang="en-US" altLang="zh-CN" sz="2400" dirty="0"/>
              <a:t>J/</a:t>
            </a:r>
            <a:r>
              <a:rPr lang="zh-CN" altLang="en-US" sz="2400" dirty="0"/>
              <a:t>（</a:t>
            </a:r>
            <a:r>
              <a:rPr lang="en-US" altLang="zh-CN" sz="2400" dirty="0" err="1"/>
              <a:t>mol·K</a:t>
            </a:r>
            <a:r>
              <a:rPr lang="zh-CN" altLang="en-US" sz="2400" dirty="0"/>
              <a:t>）</a:t>
            </a:r>
          </a:p>
        </p:txBody>
      </p:sp>
    </p:spTree>
    <p:extLst>
      <p:ext uri="{BB962C8B-B14F-4D97-AF65-F5344CB8AC3E}">
        <p14:creationId xmlns:p14="http://schemas.microsoft.com/office/powerpoint/2010/main" val="2391519415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图片 183">
            <a:extLst>
              <a:ext uri="{FF2B5EF4-FFF2-40B4-BE49-F238E27FC236}">
                <a16:creationId xmlns:a16="http://schemas.microsoft.com/office/drawing/2014/main" id="{ECF8F188-BD65-C0FF-5834-5EA83F04208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801870" y="321650"/>
            <a:ext cx="4034361" cy="29940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pic>
      <p:pic>
        <p:nvPicPr>
          <p:cNvPr id="2" name="图片 1">
            <a:extLst>
              <a:ext uri="{FF2B5EF4-FFF2-40B4-BE49-F238E27FC236}">
                <a16:creationId xmlns:a16="http://schemas.microsoft.com/office/drawing/2014/main" id="{F0046024-1FBC-2AC6-D69F-6BA4AA62CAA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16892" y="1127760"/>
            <a:ext cx="4161937" cy="441976"/>
          </a:xfrm>
          <a:prstGeom prst="rect">
            <a:avLst/>
          </a:prstGeom>
        </p:spPr>
      </p:pic>
      <p:sp>
        <p:nvSpPr>
          <p:cNvPr id="5" name="文本框 4">
            <a:extLst>
              <a:ext uri="{FF2B5EF4-FFF2-40B4-BE49-F238E27FC236}">
                <a16:creationId xmlns:a16="http://schemas.microsoft.com/office/drawing/2014/main" id="{A4F358E5-0AA7-15CD-A88E-61DFDA563579}"/>
              </a:ext>
            </a:extLst>
          </p:cNvPr>
          <p:cNvSpPr txBox="1"/>
          <p:nvPr/>
        </p:nvSpPr>
        <p:spPr>
          <a:xfrm>
            <a:off x="90805" y="3791312"/>
            <a:ext cx="73152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dirty="0"/>
              <a:t>（</a:t>
            </a:r>
            <a:r>
              <a:rPr lang="en-US" altLang="zh-CN" sz="2400" dirty="0"/>
              <a:t>3</a:t>
            </a:r>
            <a:r>
              <a:rPr lang="zh-CN" altLang="en-US" sz="2400" dirty="0"/>
              <a:t>）</a:t>
            </a:r>
          </a:p>
        </p:txBody>
      </p:sp>
      <p:grpSp>
        <p:nvGrpSpPr>
          <p:cNvPr id="9" name="组合 8">
            <a:extLst>
              <a:ext uri="{FF2B5EF4-FFF2-40B4-BE49-F238E27FC236}">
                <a16:creationId xmlns:a16="http://schemas.microsoft.com/office/drawing/2014/main" id="{3A8B0476-F6D6-5923-410E-3B03D2EEAFAE}"/>
              </a:ext>
            </a:extLst>
          </p:cNvPr>
          <p:cNvGrpSpPr/>
          <p:nvPr/>
        </p:nvGrpSpPr>
        <p:grpSpPr>
          <a:xfrm>
            <a:off x="1017607" y="5610754"/>
            <a:ext cx="3554393" cy="707705"/>
            <a:chOff x="350520" y="4747608"/>
            <a:chExt cx="3554393" cy="707705"/>
          </a:xfrm>
        </p:grpSpPr>
        <p:graphicFrame>
          <p:nvGraphicFramePr>
            <p:cNvPr id="4" name="对象 3">
              <a:extLst>
                <a:ext uri="{FF2B5EF4-FFF2-40B4-BE49-F238E27FC236}">
                  <a16:creationId xmlns:a16="http://schemas.microsoft.com/office/drawing/2014/main" id="{93FFCCC9-1BED-B6BC-622F-DF1231F3200D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3598830282"/>
                </p:ext>
              </p:extLst>
            </p:nvPr>
          </p:nvGraphicFramePr>
          <p:xfrm>
            <a:off x="2857798" y="4747608"/>
            <a:ext cx="1047115" cy="707705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4" imgW="689840" imgH="466060" progId="Equation.DSMT4">
                    <p:embed/>
                  </p:oleObj>
                </mc:Choice>
                <mc:Fallback>
                  <p:oleObj name="Equation" r:id="rId4" imgW="689840" imgH="466060" progId="Equation.DSMT4">
                    <p:embed/>
                    <p:pic>
                      <p:nvPicPr>
                        <p:cNvPr id="0" name=""/>
                        <p:cNvPicPr/>
                        <p:nvPr/>
                      </p:nvPicPr>
                      <p:blipFill>
                        <a:blip r:embed="rId5"/>
                        <a:stretch>
                          <a:fillRect/>
                        </a:stretch>
                      </p:blipFill>
                      <p:spPr>
                        <a:xfrm>
                          <a:off x="2857798" y="4747608"/>
                          <a:ext cx="1047115" cy="707705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8" name="文本框 7">
              <a:extLst>
                <a:ext uri="{FF2B5EF4-FFF2-40B4-BE49-F238E27FC236}">
                  <a16:creationId xmlns:a16="http://schemas.microsoft.com/office/drawing/2014/main" id="{1B8E20F8-2232-A5C7-0C65-CA55151A3F1E}"/>
                </a:ext>
              </a:extLst>
            </p:cNvPr>
            <p:cNvSpPr txBox="1"/>
            <p:nvPr/>
          </p:nvSpPr>
          <p:spPr>
            <a:xfrm>
              <a:off x="350520" y="4870629"/>
              <a:ext cx="2400449" cy="461665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zh-CN" altLang="en-US" sz="2400" dirty="0">
                  <a:latin typeface="黑体" panose="02010609060101010101" pitchFamily="49" charset="-122"/>
                  <a:ea typeface="黑体" panose="02010609060101010101" pitchFamily="49" charset="-122"/>
                </a:rPr>
                <a:t>等体摩尔热容量：</a:t>
              </a:r>
              <a:endParaRPr lang="zh-CN" altLang="en-US" sz="2400" dirty="0"/>
            </a:p>
          </p:txBody>
        </p:sp>
      </p:grpSp>
      <p:sp>
        <p:nvSpPr>
          <p:cNvPr id="14" name="文本框 13">
            <a:extLst>
              <a:ext uri="{FF2B5EF4-FFF2-40B4-BE49-F238E27FC236}">
                <a16:creationId xmlns:a16="http://schemas.microsoft.com/office/drawing/2014/main" id="{0CE6ABA4-C84C-4470-1E8B-EC8CCB99DA30}"/>
              </a:ext>
            </a:extLst>
          </p:cNvPr>
          <p:cNvSpPr txBox="1"/>
          <p:nvPr/>
        </p:nvSpPr>
        <p:spPr>
          <a:xfrm>
            <a:off x="823278" y="3791312"/>
            <a:ext cx="7957184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dirty="0">
                <a:latin typeface="黑体" panose="02010609060101010101" pitchFamily="49" charset="-122"/>
                <a:ea typeface="黑体" panose="02010609060101010101" pitchFamily="49" charset="-122"/>
              </a:rPr>
              <a:t>在一个循环过程中内能不变，所以整个循环过程中气体做的净功等于净热量，所以只要求出净热量即可。</a:t>
            </a: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ABF53726-3B49-7FF4-FC15-26813C91E2D8}"/>
              </a:ext>
            </a:extLst>
          </p:cNvPr>
          <p:cNvSpPr txBox="1"/>
          <p:nvPr/>
        </p:nvSpPr>
        <p:spPr>
          <a:xfrm>
            <a:off x="700237" y="4685443"/>
            <a:ext cx="7957184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400" dirty="0" err="1">
                <a:latin typeface="黑体" panose="02010609060101010101" pitchFamily="49" charset="-122"/>
                <a:ea typeface="黑体" panose="02010609060101010101" pitchFamily="49" charset="-122"/>
              </a:rPr>
              <a:t>bc</a:t>
            </a:r>
            <a:r>
              <a:rPr lang="zh-CN" altLang="en-US" sz="2400" dirty="0">
                <a:latin typeface="黑体" panose="02010609060101010101" pitchFamily="49" charset="-122"/>
                <a:ea typeface="黑体" panose="02010609060101010101" pitchFamily="49" charset="-122"/>
              </a:rPr>
              <a:t>过程是等体吸热过程，求该过程吸收的热量直接利用等体摩尔热容量即可。</a:t>
            </a:r>
          </a:p>
        </p:txBody>
      </p:sp>
    </p:spTree>
    <p:extLst>
      <p:ext uri="{BB962C8B-B14F-4D97-AF65-F5344CB8AC3E}">
        <p14:creationId xmlns:p14="http://schemas.microsoft.com/office/powerpoint/2010/main" val="1613607472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文本框 5">
            <a:extLst>
              <a:ext uri="{FF2B5EF4-FFF2-40B4-BE49-F238E27FC236}">
                <a16:creationId xmlns:a16="http://schemas.microsoft.com/office/drawing/2014/main" id="{54592A62-629E-A3AD-3A77-1ACC54A74614}"/>
              </a:ext>
            </a:extLst>
          </p:cNvPr>
          <p:cNvSpPr txBox="1"/>
          <p:nvPr/>
        </p:nvSpPr>
        <p:spPr>
          <a:xfrm>
            <a:off x="354331" y="560432"/>
            <a:ext cx="471550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400" dirty="0" err="1">
                <a:latin typeface="黑体" panose="02010609060101010101" pitchFamily="49" charset="-122"/>
                <a:ea typeface="黑体" panose="02010609060101010101" pitchFamily="49" charset="-122"/>
              </a:rPr>
              <a:t>bc</a:t>
            </a:r>
            <a:r>
              <a:rPr lang="zh-CN" altLang="en-US" sz="2400" dirty="0">
                <a:latin typeface="黑体" panose="02010609060101010101" pitchFamily="49" charset="-122"/>
                <a:ea typeface="黑体" panose="02010609060101010101" pitchFamily="49" charset="-122"/>
              </a:rPr>
              <a:t>过程气体吸收的热量：</a:t>
            </a:r>
          </a:p>
        </p:txBody>
      </p:sp>
      <p:graphicFrame>
        <p:nvGraphicFramePr>
          <p:cNvPr id="12" name="对象 11">
            <a:extLst>
              <a:ext uri="{FF2B5EF4-FFF2-40B4-BE49-F238E27FC236}">
                <a16:creationId xmlns:a16="http://schemas.microsoft.com/office/drawing/2014/main" id="{22957EBC-B22C-DA69-2B85-2BD2BFF5BEE8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162937051"/>
              </p:ext>
            </p:extLst>
          </p:nvPr>
        </p:nvGraphicFramePr>
        <p:xfrm>
          <a:off x="307769" y="1260879"/>
          <a:ext cx="5356225" cy="13636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3900873" imgH="992669" progId="Equation.DSMT4">
                  <p:embed/>
                </p:oleObj>
              </mc:Choice>
              <mc:Fallback>
                <p:oleObj name="Equation" r:id="rId2" imgW="3900873" imgH="992669" progId="Equation.DSMT4">
                  <p:embed/>
                  <p:pic>
                    <p:nvPicPr>
                      <p:cNvPr id="12" name="对象 11">
                        <a:extLst>
                          <a:ext uri="{FF2B5EF4-FFF2-40B4-BE49-F238E27FC236}">
                            <a16:creationId xmlns:a16="http://schemas.microsoft.com/office/drawing/2014/main" id="{22957EBC-B22C-DA69-2B85-2BD2BFF5BEE8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3"/>
                      <a:stretch>
                        <a:fillRect/>
                      </a:stretch>
                    </p:blipFill>
                    <p:spPr>
                      <a:xfrm>
                        <a:off x="307769" y="1260879"/>
                        <a:ext cx="5356225" cy="1363662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2" name="图片 183">
            <a:extLst>
              <a:ext uri="{FF2B5EF4-FFF2-40B4-BE49-F238E27FC236}">
                <a16:creationId xmlns:a16="http://schemas.microsoft.com/office/drawing/2014/main" id="{55D669E2-33AE-46CE-9DBD-500843AC3C7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846874" y="483474"/>
            <a:ext cx="3172237" cy="235421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pic>
      <p:sp>
        <p:nvSpPr>
          <p:cNvPr id="4" name="文本框 3">
            <a:extLst>
              <a:ext uri="{FF2B5EF4-FFF2-40B4-BE49-F238E27FC236}">
                <a16:creationId xmlns:a16="http://schemas.microsoft.com/office/drawing/2014/main" id="{42D00993-4E3F-6F25-7184-DA4F53AA15C8}"/>
              </a:ext>
            </a:extLst>
          </p:cNvPr>
          <p:cNvSpPr txBox="1"/>
          <p:nvPr/>
        </p:nvSpPr>
        <p:spPr>
          <a:xfrm>
            <a:off x="497840" y="2967335"/>
            <a:ext cx="739648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2400" b="0" i="1" u="none" strike="noStrike" baseline="0" dirty="0">
                <a:solidFill>
                  <a:srgbClr val="000000"/>
                </a:solidFill>
                <a:latin typeface="Times New Roman" panose="02020603050405020304" pitchFamily="18" charset="0"/>
              </a:rPr>
              <a:t>d</a:t>
            </a:r>
            <a:r>
              <a:rPr lang="en-US" altLang="zh-CN" sz="2400" b="0" i="0" u="none" strike="noStrike" baseline="0" dirty="0">
                <a:solidFill>
                  <a:srgbClr val="201D1E"/>
                </a:solidFill>
                <a:latin typeface="Times New Roman" panose="02020603050405020304" pitchFamily="18" charset="0"/>
              </a:rPr>
              <a:t>−</a:t>
            </a:r>
            <a:r>
              <a:rPr lang="en-US" altLang="zh-CN" sz="2400" b="0" i="1" u="none" strike="noStrike" baseline="0" dirty="0">
                <a:solidFill>
                  <a:srgbClr val="000000"/>
                </a:solidFill>
                <a:latin typeface="Times New Roman" panose="02020603050405020304" pitchFamily="18" charset="0"/>
              </a:rPr>
              <a:t>a</a:t>
            </a:r>
            <a:r>
              <a:rPr lang="zh-CN" altLang="en-US" sz="2400" b="0" i="0" u="none" strike="noStrike" baseline="0" dirty="0">
                <a:solidFill>
                  <a:srgbClr val="201D1E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等体放热，利用类似的方法，可求出放出的热量： </a:t>
            </a:r>
            <a:endParaRPr lang="zh-CN" altLang="en-US" sz="2400" dirty="0"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pic>
        <p:nvPicPr>
          <p:cNvPr id="5" name="图片 4">
            <a:extLst>
              <a:ext uri="{FF2B5EF4-FFF2-40B4-BE49-F238E27FC236}">
                <a16:creationId xmlns:a16="http://schemas.microsoft.com/office/drawing/2014/main" id="{11CFFCC0-AFC7-B50D-FE5A-D284F713D22C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89649" y="3690514"/>
            <a:ext cx="3506431" cy="353166"/>
          </a:xfrm>
          <a:prstGeom prst="rect">
            <a:avLst/>
          </a:prstGeom>
        </p:spPr>
      </p:pic>
      <p:sp>
        <p:nvSpPr>
          <p:cNvPr id="9" name="文本框 8">
            <a:extLst>
              <a:ext uri="{FF2B5EF4-FFF2-40B4-BE49-F238E27FC236}">
                <a16:creationId xmlns:a16="http://schemas.microsoft.com/office/drawing/2014/main" id="{E51DFE91-90EE-574A-8886-AD0439AB006B}"/>
              </a:ext>
            </a:extLst>
          </p:cNvPr>
          <p:cNvSpPr txBox="1"/>
          <p:nvPr/>
        </p:nvSpPr>
        <p:spPr>
          <a:xfrm>
            <a:off x="307768" y="4305194"/>
            <a:ext cx="5178631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zh-CN" sz="2400" b="1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在一循环过程中氦气</a:t>
            </a:r>
            <a:r>
              <a:rPr lang="zh-CN" altLang="en-US" sz="2400" b="1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吸收的净热量：</a:t>
            </a:r>
            <a:endParaRPr lang="zh-CN" altLang="en-US" sz="2400" b="1" dirty="0"/>
          </a:p>
        </p:txBody>
      </p:sp>
      <p:graphicFrame>
        <p:nvGraphicFramePr>
          <p:cNvPr id="10" name="对象 9">
            <a:extLst>
              <a:ext uri="{FF2B5EF4-FFF2-40B4-BE49-F238E27FC236}">
                <a16:creationId xmlns:a16="http://schemas.microsoft.com/office/drawing/2014/main" id="{E9E7BBF8-1482-B528-5874-B9EEDF8BF0A7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247696902"/>
              </p:ext>
            </p:extLst>
          </p:nvPr>
        </p:nvGraphicFramePr>
        <p:xfrm>
          <a:off x="1041193" y="4808028"/>
          <a:ext cx="3889375" cy="6032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6" imgW="1935126" imgH="300615" progId="Equation.DSMT4">
                  <p:embed/>
                </p:oleObj>
              </mc:Choice>
              <mc:Fallback>
                <p:oleObj name="Equation" r:id="rId6" imgW="1935126" imgH="300615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7"/>
                      <a:stretch>
                        <a:fillRect/>
                      </a:stretch>
                    </p:blipFill>
                    <p:spPr>
                      <a:xfrm>
                        <a:off x="1041193" y="4808028"/>
                        <a:ext cx="3889375" cy="60325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1" name="文本框 10">
            <a:extLst>
              <a:ext uri="{FF2B5EF4-FFF2-40B4-BE49-F238E27FC236}">
                <a16:creationId xmlns:a16="http://schemas.microsoft.com/office/drawing/2014/main" id="{DEFFAAF8-8ADF-5969-D742-711F65BDDA9F}"/>
              </a:ext>
            </a:extLst>
          </p:cNvPr>
          <p:cNvSpPr txBox="1"/>
          <p:nvPr/>
        </p:nvSpPr>
        <p:spPr>
          <a:xfrm>
            <a:off x="307768" y="5493500"/>
            <a:ext cx="5178631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2400" b="1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在一循环过程中氦气所做的净功：</a:t>
            </a:r>
            <a:endParaRPr lang="zh-CN" altLang="en-US" sz="2400" b="1" dirty="0"/>
          </a:p>
        </p:txBody>
      </p:sp>
      <p:graphicFrame>
        <p:nvGraphicFramePr>
          <p:cNvPr id="14" name="对象 13">
            <a:extLst>
              <a:ext uri="{FF2B5EF4-FFF2-40B4-BE49-F238E27FC236}">
                <a16:creationId xmlns:a16="http://schemas.microsoft.com/office/drawing/2014/main" id="{6B1C4F7F-C03B-C4A0-E74A-818D6A7D6875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6157213"/>
              </p:ext>
            </p:extLst>
          </p:nvPr>
        </p:nvGraphicFramePr>
        <p:xfrm>
          <a:off x="1041193" y="5995943"/>
          <a:ext cx="4822825" cy="6032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8" imgW="2400406" imgH="300615" progId="Equation.DSMT4">
                  <p:embed/>
                </p:oleObj>
              </mc:Choice>
              <mc:Fallback>
                <p:oleObj name="Equation" r:id="rId8" imgW="2400406" imgH="300615" progId="Equation.DSMT4">
                  <p:embed/>
                  <p:pic>
                    <p:nvPicPr>
                      <p:cNvPr id="10" name="对象 9">
                        <a:extLst>
                          <a:ext uri="{FF2B5EF4-FFF2-40B4-BE49-F238E27FC236}">
                            <a16:creationId xmlns:a16="http://schemas.microsoft.com/office/drawing/2014/main" id="{E9E7BBF8-1482-B528-5874-B9EEDF8BF0A7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9"/>
                      <a:stretch>
                        <a:fillRect/>
                      </a:stretch>
                    </p:blipFill>
                    <p:spPr>
                      <a:xfrm>
                        <a:off x="1041193" y="5995943"/>
                        <a:ext cx="4822825" cy="60325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1199393244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文本框 4">
            <a:extLst>
              <a:ext uri="{FF2B5EF4-FFF2-40B4-BE49-F238E27FC236}">
                <a16:creationId xmlns:a16="http://schemas.microsoft.com/office/drawing/2014/main" id="{2B9C8F4E-17B8-31BE-4886-CED8E564F054}"/>
              </a:ext>
            </a:extLst>
          </p:cNvPr>
          <p:cNvSpPr txBox="1"/>
          <p:nvPr/>
        </p:nvSpPr>
        <p:spPr>
          <a:xfrm>
            <a:off x="264160" y="3134596"/>
            <a:ext cx="312928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zh-CN" sz="2400" b="1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（</a:t>
            </a:r>
            <a:r>
              <a:rPr lang="en-US" altLang="zh-CN" sz="2400" b="1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4</a:t>
            </a:r>
            <a:r>
              <a:rPr lang="zh-CN" altLang="zh-CN" sz="2400" b="1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）循环效率</a:t>
            </a:r>
            <a:endParaRPr lang="zh-CN" altLang="en-US" sz="2400" b="1" dirty="0"/>
          </a:p>
        </p:txBody>
      </p:sp>
      <p:pic>
        <p:nvPicPr>
          <p:cNvPr id="6" name="图片 183">
            <a:extLst>
              <a:ext uri="{FF2B5EF4-FFF2-40B4-BE49-F238E27FC236}">
                <a16:creationId xmlns:a16="http://schemas.microsoft.com/office/drawing/2014/main" id="{48CA4CFC-81DC-4105-CB0B-29E4455C972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754880" y="290433"/>
            <a:ext cx="3918791" cy="290825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pic>
      <p:graphicFrame>
        <p:nvGraphicFramePr>
          <p:cNvPr id="7" name="对象 6">
            <a:extLst>
              <a:ext uri="{FF2B5EF4-FFF2-40B4-BE49-F238E27FC236}">
                <a16:creationId xmlns:a16="http://schemas.microsoft.com/office/drawing/2014/main" id="{34B89633-53D8-FA6C-02B0-366D4A0A9AF3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96979102"/>
              </p:ext>
            </p:extLst>
          </p:nvPr>
        </p:nvGraphicFramePr>
        <p:xfrm>
          <a:off x="624625" y="3993833"/>
          <a:ext cx="6089650" cy="12239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3" imgW="2775523" imgH="556457" progId="Equation.DSMT4">
                  <p:embed/>
                </p:oleObj>
              </mc:Choice>
              <mc:Fallback>
                <p:oleObj name="Equation" r:id="rId3" imgW="2775523" imgH="556457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624625" y="3993833"/>
                        <a:ext cx="6089650" cy="1223962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944427686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">
            <a:extLst>
              <a:ext uri="{FF2B5EF4-FFF2-40B4-BE49-F238E27FC236}">
                <a16:creationId xmlns:a16="http://schemas.microsoft.com/office/drawing/2014/main" id="{4A028E5E-70C8-2189-B243-FF86F0E8DED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04428" y="1184034"/>
            <a:ext cx="8335143" cy="3274303"/>
          </a:xfrm>
          <a:prstGeom prst="rect">
            <a:avLst/>
          </a:prstGeom>
        </p:spPr>
      </p:pic>
      <p:sp>
        <p:nvSpPr>
          <p:cNvPr id="4" name="文本框 3">
            <a:extLst>
              <a:ext uri="{FF2B5EF4-FFF2-40B4-BE49-F238E27FC236}">
                <a16:creationId xmlns:a16="http://schemas.microsoft.com/office/drawing/2014/main" id="{2AA5D170-9B6D-D1EE-58A7-A2E6A324059F}"/>
              </a:ext>
            </a:extLst>
          </p:cNvPr>
          <p:cNvSpPr txBox="1"/>
          <p:nvPr/>
        </p:nvSpPr>
        <p:spPr>
          <a:xfrm>
            <a:off x="518160" y="501134"/>
            <a:ext cx="229616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2400" b="1" i="0" u="none" strike="noStrike" baseline="0" dirty="0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热学练习四 </a:t>
            </a:r>
            <a:endParaRPr lang="zh-CN" altLang="en-US" sz="2400" b="1" dirty="0"/>
          </a:p>
        </p:txBody>
      </p:sp>
    </p:spTree>
    <p:extLst>
      <p:ext uri="{BB962C8B-B14F-4D97-AF65-F5344CB8AC3E}">
        <p14:creationId xmlns:p14="http://schemas.microsoft.com/office/powerpoint/2010/main" val="908796470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图片 37" descr="热学练习四-1">
            <a:extLst>
              <a:ext uri="{FF2B5EF4-FFF2-40B4-BE49-F238E27FC236}">
                <a16:creationId xmlns:a16="http://schemas.microsoft.com/office/drawing/2014/main" id="{0419FAEA-AB8A-5B97-47A9-A359EB15C8E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9455" t="42007" r="322" b="813"/>
          <a:stretch>
            <a:fillRect/>
          </a:stretch>
        </p:blipFill>
        <p:spPr bwMode="auto">
          <a:xfrm>
            <a:off x="5924140" y="685293"/>
            <a:ext cx="3026819" cy="227126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pic>
      <p:pic>
        <p:nvPicPr>
          <p:cNvPr id="5" name="图片 4">
            <a:extLst>
              <a:ext uri="{FF2B5EF4-FFF2-40B4-BE49-F238E27FC236}">
                <a16:creationId xmlns:a16="http://schemas.microsoft.com/office/drawing/2014/main" id="{475603BC-F0E2-AEEC-A37C-52405B5E397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3469" y="850914"/>
            <a:ext cx="4729921" cy="622706"/>
          </a:xfrm>
          <a:prstGeom prst="rect">
            <a:avLst/>
          </a:prstGeom>
        </p:spPr>
      </p:pic>
      <p:pic>
        <p:nvPicPr>
          <p:cNvPr id="6" name="图片 5">
            <a:extLst>
              <a:ext uri="{FF2B5EF4-FFF2-40B4-BE49-F238E27FC236}">
                <a16:creationId xmlns:a16="http://schemas.microsoft.com/office/drawing/2014/main" id="{84134ECB-DDB7-FCFB-F24D-CF95E36FEB0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5277" y="1720045"/>
            <a:ext cx="5200706" cy="700805"/>
          </a:xfrm>
          <a:prstGeom prst="rect">
            <a:avLst/>
          </a:prstGeom>
        </p:spPr>
      </p:pic>
      <p:pic>
        <p:nvPicPr>
          <p:cNvPr id="7" name="图片 6">
            <a:extLst>
              <a:ext uri="{FF2B5EF4-FFF2-40B4-BE49-F238E27FC236}">
                <a16:creationId xmlns:a16="http://schemas.microsoft.com/office/drawing/2014/main" id="{1F176565-460F-F64F-7E69-6ADAECFF0FE2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60477" y="2667276"/>
            <a:ext cx="4450306" cy="403525"/>
          </a:xfrm>
          <a:prstGeom prst="rect">
            <a:avLst/>
          </a:prstGeom>
        </p:spPr>
      </p:pic>
      <p:pic>
        <p:nvPicPr>
          <p:cNvPr id="8" name="图片 7">
            <a:extLst>
              <a:ext uri="{FF2B5EF4-FFF2-40B4-BE49-F238E27FC236}">
                <a16:creationId xmlns:a16="http://schemas.microsoft.com/office/drawing/2014/main" id="{6EA3D220-BC35-16EC-F0BE-4FBC607D36B9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24787" y="3891229"/>
            <a:ext cx="4385996" cy="21158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4620885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37" descr="热学练习四-1">
            <a:extLst>
              <a:ext uri="{FF2B5EF4-FFF2-40B4-BE49-F238E27FC236}">
                <a16:creationId xmlns:a16="http://schemas.microsoft.com/office/drawing/2014/main" id="{585E8F21-EC77-EB00-79CB-45790E19411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9455" t="42007" r="322" b="813"/>
          <a:stretch>
            <a:fillRect/>
          </a:stretch>
        </p:blipFill>
        <p:spPr bwMode="auto">
          <a:xfrm>
            <a:off x="4971578" y="250029"/>
            <a:ext cx="4004110" cy="300460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pic>
      <p:pic>
        <p:nvPicPr>
          <p:cNvPr id="3" name="图片 2">
            <a:extLst>
              <a:ext uri="{FF2B5EF4-FFF2-40B4-BE49-F238E27FC236}">
                <a16:creationId xmlns:a16="http://schemas.microsoft.com/office/drawing/2014/main" id="{2885442E-D5AF-80B7-6F6C-4FA8738A11F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99576" y="504163"/>
            <a:ext cx="4172424" cy="2215924"/>
          </a:xfrm>
          <a:prstGeom prst="rect">
            <a:avLst/>
          </a:prstGeom>
        </p:spPr>
      </p:pic>
      <p:pic>
        <p:nvPicPr>
          <p:cNvPr id="5" name="图片 4">
            <a:extLst>
              <a:ext uri="{FF2B5EF4-FFF2-40B4-BE49-F238E27FC236}">
                <a16:creationId xmlns:a16="http://schemas.microsoft.com/office/drawing/2014/main" id="{85B13417-D878-2F89-07E9-5675A6FAAB6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86196" y="3516203"/>
            <a:ext cx="5185064" cy="230931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1929628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">
            <a:extLst>
              <a:ext uri="{FF2B5EF4-FFF2-40B4-BE49-F238E27FC236}">
                <a16:creationId xmlns:a16="http://schemas.microsoft.com/office/drawing/2014/main" id="{28DC743C-53C8-6AB1-A263-6612E216830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99576" y="4374573"/>
            <a:ext cx="6451546" cy="686335"/>
          </a:xfrm>
          <a:prstGeom prst="rect">
            <a:avLst/>
          </a:prstGeom>
        </p:spPr>
      </p:pic>
      <p:pic>
        <p:nvPicPr>
          <p:cNvPr id="3" name="图片 37" descr="热学练习四-1">
            <a:extLst>
              <a:ext uri="{FF2B5EF4-FFF2-40B4-BE49-F238E27FC236}">
                <a16:creationId xmlns:a16="http://schemas.microsoft.com/office/drawing/2014/main" id="{3F270206-F2CA-B4C1-6EBE-A8A2D3CB1F6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9455" t="42007" r="322" b="813"/>
          <a:stretch>
            <a:fillRect/>
          </a:stretch>
        </p:blipFill>
        <p:spPr bwMode="auto">
          <a:xfrm>
            <a:off x="4405745" y="250029"/>
            <a:ext cx="4569943" cy="342919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pic>
      <p:pic>
        <p:nvPicPr>
          <p:cNvPr id="4" name="图片 3">
            <a:extLst>
              <a:ext uri="{FF2B5EF4-FFF2-40B4-BE49-F238E27FC236}">
                <a16:creationId xmlns:a16="http://schemas.microsoft.com/office/drawing/2014/main" id="{AF2CEEE6-8621-6763-772C-0F1CACE9B62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33321" y="566509"/>
            <a:ext cx="4172424" cy="2215924"/>
          </a:xfrm>
          <a:prstGeom prst="rect">
            <a:avLst/>
          </a:prstGeom>
        </p:spPr>
      </p:pic>
      <p:sp>
        <p:nvSpPr>
          <p:cNvPr id="5" name="文本框 4">
            <a:extLst>
              <a:ext uri="{FF2B5EF4-FFF2-40B4-BE49-F238E27FC236}">
                <a16:creationId xmlns:a16="http://schemas.microsoft.com/office/drawing/2014/main" id="{16EC6E4E-5D7B-17E9-CF5A-CF9184880C89}"/>
              </a:ext>
            </a:extLst>
          </p:cNvPr>
          <p:cNvSpPr txBox="1"/>
          <p:nvPr/>
        </p:nvSpPr>
        <p:spPr>
          <a:xfrm>
            <a:off x="5593394" y="2120492"/>
            <a:ext cx="800219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400" dirty="0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吸热</a:t>
            </a: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BF581728-6F7E-3D34-E8F6-BD49A4E19719}"/>
              </a:ext>
            </a:extLst>
          </p:cNvPr>
          <p:cNvSpPr txBox="1"/>
          <p:nvPr/>
        </p:nvSpPr>
        <p:spPr>
          <a:xfrm rot="2040394">
            <a:off x="6549871" y="1674471"/>
            <a:ext cx="800219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400" dirty="0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吸热</a:t>
            </a: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ECC268E8-E709-970F-3F64-E3D8EFB435E6}"/>
              </a:ext>
            </a:extLst>
          </p:cNvPr>
          <p:cNvSpPr txBox="1"/>
          <p:nvPr/>
        </p:nvSpPr>
        <p:spPr>
          <a:xfrm>
            <a:off x="7410763" y="2351324"/>
            <a:ext cx="800219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400" dirty="0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放热</a:t>
            </a: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C37C5127-7D01-7321-B62D-91344798E670}"/>
              </a:ext>
            </a:extLst>
          </p:cNvPr>
          <p:cNvSpPr txBox="1"/>
          <p:nvPr/>
        </p:nvSpPr>
        <p:spPr>
          <a:xfrm>
            <a:off x="6245947" y="2638137"/>
            <a:ext cx="800219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400" dirty="0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放热</a:t>
            </a:r>
          </a:p>
        </p:txBody>
      </p:sp>
      <p:pic>
        <p:nvPicPr>
          <p:cNvPr id="10" name="图片 9">
            <a:extLst>
              <a:ext uri="{FF2B5EF4-FFF2-40B4-BE49-F238E27FC236}">
                <a16:creationId xmlns:a16="http://schemas.microsoft.com/office/drawing/2014/main" id="{EB3A4520-3CA4-680E-014D-9650ADDC8F67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11266" y="5252391"/>
            <a:ext cx="2552816" cy="63820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7265408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9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  <p:bldP spid="6" grpId="0"/>
      <p:bldP spid="8" grpId="0"/>
      <p:bldP spid="9" grpId="0"/>
    </p:bldLst>
  </p:timing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>
            <a:extLst>
              <a:ext uri="{FF2B5EF4-FFF2-40B4-BE49-F238E27FC236}">
                <a16:creationId xmlns:a16="http://schemas.microsoft.com/office/drawing/2014/main" id="{6F9C6AFA-E2F0-D9A4-1465-B1E00418D89F}"/>
              </a:ext>
            </a:extLst>
          </p:cNvPr>
          <p:cNvSpPr txBox="1"/>
          <p:nvPr/>
        </p:nvSpPr>
        <p:spPr>
          <a:xfrm>
            <a:off x="386080" y="568960"/>
            <a:ext cx="7611379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400" b="1" dirty="0">
                <a:latin typeface="黑体" panose="02010609060101010101" pitchFamily="49" charset="-122"/>
                <a:ea typeface="黑体" panose="02010609060101010101" pitchFamily="49" charset="-122"/>
              </a:rPr>
              <a:t>二、非循环过程，计算热量，功，内能的改变量，等等</a:t>
            </a:r>
          </a:p>
        </p:txBody>
      </p:sp>
      <p:pic>
        <p:nvPicPr>
          <p:cNvPr id="3" name="图片 2">
            <a:extLst>
              <a:ext uri="{FF2B5EF4-FFF2-40B4-BE49-F238E27FC236}">
                <a16:creationId xmlns:a16="http://schemas.microsoft.com/office/drawing/2014/main" id="{D6F35926-F03A-1575-00F3-EDAA66A636D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2481011"/>
            <a:ext cx="8188960" cy="2468325"/>
          </a:xfrm>
          <a:prstGeom prst="rect">
            <a:avLst/>
          </a:prstGeom>
        </p:spPr>
      </p:pic>
      <p:sp>
        <p:nvSpPr>
          <p:cNvPr id="5" name="文本框 4">
            <a:extLst>
              <a:ext uri="{FF2B5EF4-FFF2-40B4-BE49-F238E27FC236}">
                <a16:creationId xmlns:a16="http://schemas.microsoft.com/office/drawing/2014/main" id="{AC084DF7-575D-9D50-749E-0FE7C78D5DF5}"/>
              </a:ext>
            </a:extLst>
          </p:cNvPr>
          <p:cNvSpPr txBox="1"/>
          <p:nvPr/>
        </p:nvSpPr>
        <p:spPr>
          <a:xfrm>
            <a:off x="386080" y="1759112"/>
            <a:ext cx="457200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2400" b="1" i="0" u="none" strike="noStrike" baseline="0" dirty="0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热学练习三 </a:t>
            </a:r>
            <a:endParaRPr lang="zh-CN" altLang="en-US" sz="2400" b="1" dirty="0"/>
          </a:p>
        </p:txBody>
      </p:sp>
    </p:spTree>
    <p:extLst>
      <p:ext uri="{BB962C8B-B14F-4D97-AF65-F5344CB8AC3E}">
        <p14:creationId xmlns:p14="http://schemas.microsoft.com/office/powerpoint/2010/main" val="1212876106"/>
      </p:ext>
    </p:extLst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">
            <a:extLst>
              <a:ext uri="{FF2B5EF4-FFF2-40B4-BE49-F238E27FC236}">
                <a16:creationId xmlns:a16="http://schemas.microsoft.com/office/drawing/2014/main" id="{9A152AD5-685B-4F4E-02E4-CA5380512C6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" y="647792"/>
            <a:ext cx="5810953" cy="4555070"/>
          </a:xfrm>
          <a:prstGeom prst="rect">
            <a:avLst/>
          </a:prstGeom>
        </p:spPr>
      </p:pic>
      <p:pic>
        <p:nvPicPr>
          <p:cNvPr id="1026" name="图片 6">
            <a:extLst>
              <a:ext uri="{FF2B5EF4-FFF2-40B4-BE49-F238E27FC236}">
                <a16:creationId xmlns:a16="http://schemas.microsoft.com/office/drawing/2014/main" id="{A6076731-A994-988C-DA41-349E9620A62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970169" y="1259840"/>
            <a:ext cx="3082391" cy="231572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1734229071"/>
      </p:ext>
    </p:extLst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">
            <a:extLst>
              <a:ext uri="{FF2B5EF4-FFF2-40B4-BE49-F238E27FC236}">
                <a16:creationId xmlns:a16="http://schemas.microsoft.com/office/drawing/2014/main" id="{729DD720-8770-A2D7-6287-0FC2307CEFA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" y="1067764"/>
            <a:ext cx="8503920" cy="2576005"/>
          </a:xfrm>
          <a:prstGeom prst="rect">
            <a:avLst/>
          </a:prstGeom>
        </p:spPr>
      </p:pic>
      <p:sp>
        <p:nvSpPr>
          <p:cNvPr id="3" name="文本框 2">
            <a:extLst>
              <a:ext uri="{FF2B5EF4-FFF2-40B4-BE49-F238E27FC236}">
                <a16:creationId xmlns:a16="http://schemas.microsoft.com/office/drawing/2014/main" id="{C68DAB3F-D7D6-8E71-E612-FB9B812B61A4}"/>
              </a:ext>
            </a:extLst>
          </p:cNvPr>
          <p:cNvSpPr txBox="1"/>
          <p:nvPr/>
        </p:nvSpPr>
        <p:spPr>
          <a:xfrm>
            <a:off x="731520" y="328414"/>
            <a:ext cx="457200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2800" b="1" i="0" u="none" strike="noStrike" baseline="0" dirty="0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热学综合测试 </a:t>
            </a:r>
            <a:endParaRPr lang="zh-CN" altLang="en-US" sz="2800" b="1" dirty="0"/>
          </a:p>
        </p:txBody>
      </p:sp>
      <p:pic>
        <p:nvPicPr>
          <p:cNvPr id="4" name="图片 3">
            <a:extLst>
              <a:ext uri="{FF2B5EF4-FFF2-40B4-BE49-F238E27FC236}">
                <a16:creationId xmlns:a16="http://schemas.microsoft.com/office/drawing/2014/main" id="{C8755030-995D-1ADC-23D3-E48A95D82A1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42837" y="3859899"/>
            <a:ext cx="3749365" cy="253005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38099931"/>
      </p:ext>
    </p:extLst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">
            <a:extLst>
              <a:ext uri="{FF2B5EF4-FFF2-40B4-BE49-F238E27FC236}">
                <a16:creationId xmlns:a16="http://schemas.microsoft.com/office/drawing/2014/main" id="{67F210AA-A3A9-EE2E-D3D1-6BD171C3DAB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8272" y="538480"/>
            <a:ext cx="7278287" cy="465852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99288494"/>
      </p:ext>
    </p:extLst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">
            <a:extLst>
              <a:ext uri="{FF2B5EF4-FFF2-40B4-BE49-F238E27FC236}">
                <a16:creationId xmlns:a16="http://schemas.microsoft.com/office/drawing/2014/main" id="{B72FF459-FDD4-C025-6B1B-F66AC0F3489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3120" y="3429000"/>
            <a:ext cx="5528543" cy="2994953"/>
          </a:xfrm>
          <a:prstGeom prst="rect">
            <a:avLst/>
          </a:prstGeom>
        </p:spPr>
      </p:pic>
      <p:pic>
        <p:nvPicPr>
          <p:cNvPr id="3" name="图片 2">
            <a:extLst>
              <a:ext uri="{FF2B5EF4-FFF2-40B4-BE49-F238E27FC236}">
                <a16:creationId xmlns:a16="http://schemas.microsoft.com/office/drawing/2014/main" id="{EE61A42C-AE36-E307-065E-ADBBDCD3437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43840" y="1277174"/>
            <a:ext cx="8107680" cy="1532859"/>
          </a:xfrm>
          <a:prstGeom prst="rect">
            <a:avLst/>
          </a:prstGeom>
        </p:spPr>
      </p:pic>
      <p:sp>
        <p:nvSpPr>
          <p:cNvPr id="4" name="文本框 3">
            <a:extLst>
              <a:ext uri="{FF2B5EF4-FFF2-40B4-BE49-F238E27FC236}">
                <a16:creationId xmlns:a16="http://schemas.microsoft.com/office/drawing/2014/main" id="{ABC1ADAC-4473-E8EA-0C6C-C0BB20B29E01}"/>
              </a:ext>
            </a:extLst>
          </p:cNvPr>
          <p:cNvSpPr txBox="1"/>
          <p:nvPr/>
        </p:nvSpPr>
        <p:spPr>
          <a:xfrm>
            <a:off x="731520" y="328414"/>
            <a:ext cx="457200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2800" b="1" i="0" u="none" strike="noStrike" baseline="0" dirty="0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热学综合测试 </a:t>
            </a:r>
            <a:endParaRPr lang="zh-CN" altLang="en-US" sz="2800" b="1" dirty="0"/>
          </a:p>
        </p:txBody>
      </p:sp>
    </p:spTree>
    <p:extLst>
      <p:ext uri="{BB962C8B-B14F-4D97-AF65-F5344CB8AC3E}">
        <p14:creationId xmlns:p14="http://schemas.microsoft.com/office/powerpoint/2010/main" val="1005352498"/>
      </p:ext>
    </p:extLst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框 2">
            <a:extLst>
              <a:ext uri="{FF2B5EF4-FFF2-40B4-BE49-F238E27FC236}">
                <a16:creationId xmlns:a16="http://schemas.microsoft.com/office/drawing/2014/main" id="{3E09145B-C6DC-5671-C7D0-38E1E4D7CD55}"/>
              </a:ext>
            </a:extLst>
          </p:cNvPr>
          <p:cNvSpPr txBox="1"/>
          <p:nvPr/>
        </p:nvSpPr>
        <p:spPr>
          <a:xfrm>
            <a:off x="386080" y="568960"/>
            <a:ext cx="4519186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400" b="1" dirty="0">
                <a:latin typeface="黑体" panose="02010609060101010101" pitchFamily="49" charset="-122"/>
                <a:ea typeface="黑体" panose="02010609060101010101" pitchFamily="49" charset="-122"/>
              </a:rPr>
              <a:t>三、从微观角度研究热学：    </a:t>
            </a: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E2070D1B-C267-A460-5986-F7D877CC846F}"/>
              </a:ext>
            </a:extLst>
          </p:cNvPr>
          <p:cNvSpPr txBox="1"/>
          <p:nvPr/>
        </p:nvSpPr>
        <p:spPr>
          <a:xfrm>
            <a:off x="1534160" y="1643856"/>
            <a:ext cx="4572000" cy="28019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2400" b="1" dirty="0">
                <a:latin typeface="黑体" panose="02010609060101010101" pitchFamily="49" charset="-122"/>
                <a:ea typeface="黑体" panose="02010609060101010101" pitchFamily="49" charset="-122"/>
              </a:rPr>
              <a:t>    分子的自由度，</a:t>
            </a:r>
            <a:endParaRPr lang="en-US" altLang="zh-CN" sz="2400" b="1" dirty="0">
              <a:latin typeface="黑体" panose="02010609060101010101" pitchFamily="49" charset="-122"/>
              <a:ea typeface="黑体" panose="02010609060101010101" pitchFamily="49" charset="-122"/>
            </a:endParaRPr>
          </a:p>
          <a:p>
            <a:pPr>
              <a:lnSpc>
                <a:spcPct val="150000"/>
              </a:lnSpc>
            </a:pPr>
            <a:r>
              <a:rPr lang="zh-CN" altLang="en-US" sz="2400" b="1" dirty="0">
                <a:latin typeface="黑体" panose="02010609060101010101" pitchFamily="49" charset="-122"/>
                <a:ea typeface="黑体" panose="02010609060101010101" pitchFamily="49" charset="-122"/>
              </a:rPr>
              <a:t>    分子的平均</a:t>
            </a:r>
            <a:r>
              <a:rPr lang="zh-CN" altLang="en-US" sz="2400" b="1" dirty="0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平动</a:t>
            </a:r>
            <a:r>
              <a:rPr lang="zh-CN" altLang="en-US" sz="2400" b="1" dirty="0">
                <a:latin typeface="黑体" panose="02010609060101010101" pitchFamily="49" charset="-122"/>
                <a:ea typeface="黑体" panose="02010609060101010101" pitchFamily="49" charset="-122"/>
              </a:rPr>
              <a:t>动能，</a:t>
            </a:r>
            <a:endParaRPr lang="en-US" altLang="zh-CN" sz="2400" b="1" dirty="0">
              <a:latin typeface="黑体" panose="02010609060101010101" pitchFamily="49" charset="-122"/>
              <a:ea typeface="黑体" panose="02010609060101010101" pitchFamily="49" charset="-122"/>
            </a:endParaRPr>
          </a:p>
          <a:p>
            <a:pPr>
              <a:lnSpc>
                <a:spcPct val="150000"/>
              </a:lnSpc>
            </a:pPr>
            <a:r>
              <a:rPr lang="zh-CN" altLang="en-US" sz="2400" b="1" dirty="0">
                <a:latin typeface="黑体" panose="02010609060101010101" pitchFamily="49" charset="-122"/>
                <a:ea typeface="黑体" panose="02010609060101010101" pitchFamily="49" charset="-122"/>
              </a:rPr>
              <a:t>    分子的平均</a:t>
            </a:r>
            <a:r>
              <a:rPr lang="zh-CN" altLang="en-US" sz="2400" b="1" dirty="0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转到</a:t>
            </a:r>
            <a:r>
              <a:rPr lang="zh-CN" altLang="en-US" sz="2400" b="1" dirty="0">
                <a:latin typeface="黑体" panose="02010609060101010101" pitchFamily="49" charset="-122"/>
                <a:ea typeface="黑体" panose="02010609060101010101" pitchFamily="49" charset="-122"/>
              </a:rPr>
              <a:t>动能，</a:t>
            </a:r>
            <a:endParaRPr lang="en-US" altLang="zh-CN" sz="2400" b="1" dirty="0">
              <a:latin typeface="黑体" panose="02010609060101010101" pitchFamily="49" charset="-122"/>
              <a:ea typeface="黑体" panose="02010609060101010101" pitchFamily="49" charset="-122"/>
            </a:endParaRPr>
          </a:p>
          <a:p>
            <a:pPr>
              <a:lnSpc>
                <a:spcPct val="150000"/>
              </a:lnSpc>
            </a:pPr>
            <a:r>
              <a:rPr lang="zh-CN" altLang="en-US" sz="2400" b="1" dirty="0">
                <a:latin typeface="黑体" panose="02010609060101010101" pitchFamily="49" charset="-122"/>
                <a:ea typeface="黑体" panose="02010609060101010101" pitchFamily="49" charset="-122"/>
              </a:rPr>
              <a:t>    分子的平均（</a:t>
            </a:r>
            <a:r>
              <a:rPr lang="zh-CN" altLang="en-US" sz="2400" b="1" dirty="0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总</a:t>
            </a:r>
            <a:r>
              <a:rPr lang="zh-CN" altLang="en-US" sz="2400" b="1" dirty="0">
                <a:latin typeface="黑体" panose="02010609060101010101" pitchFamily="49" charset="-122"/>
                <a:ea typeface="黑体" panose="02010609060101010101" pitchFamily="49" charset="-122"/>
              </a:rPr>
              <a:t>）动能，</a:t>
            </a:r>
            <a:endParaRPr lang="en-US" altLang="zh-CN" sz="2400" b="1" dirty="0">
              <a:latin typeface="黑体" panose="02010609060101010101" pitchFamily="49" charset="-122"/>
              <a:ea typeface="黑体" panose="02010609060101010101" pitchFamily="49" charset="-122"/>
            </a:endParaRPr>
          </a:p>
          <a:p>
            <a:pPr>
              <a:lnSpc>
                <a:spcPct val="150000"/>
              </a:lnSpc>
            </a:pPr>
            <a:r>
              <a:rPr lang="zh-CN" altLang="en-US" sz="2400" b="1" dirty="0">
                <a:latin typeface="黑体" panose="02010609060101010101" pitchFamily="49" charset="-122"/>
                <a:ea typeface="黑体" panose="02010609060101010101" pitchFamily="49" charset="-122"/>
              </a:rPr>
              <a:t>    按自由度能量均分定理</a:t>
            </a:r>
            <a:endParaRPr lang="zh-CN" altLang="en-US" sz="2400" dirty="0"/>
          </a:p>
        </p:txBody>
      </p:sp>
    </p:spTree>
    <p:extLst>
      <p:ext uri="{BB962C8B-B14F-4D97-AF65-F5344CB8AC3E}">
        <p14:creationId xmlns:p14="http://schemas.microsoft.com/office/powerpoint/2010/main" val="3052375152"/>
      </p:ext>
    </p:extLst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">
            <a:extLst>
              <a:ext uri="{FF2B5EF4-FFF2-40B4-BE49-F238E27FC236}">
                <a16:creationId xmlns:a16="http://schemas.microsoft.com/office/drawing/2014/main" id="{6BB3AB50-60F7-9C96-98F2-45B75E7870E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23240" y="898263"/>
            <a:ext cx="8097520" cy="1938930"/>
          </a:xfrm>
          <a:prstGeom prst="rect">
            <a:avLst/>
          </a:prstGeom>
        </p:spPr>
      </p:pic>
      <p:sp>
        <p:nvSpPr>
          <p:cNvPr id="3" name="文本框 2">
            <a:extLst>
              <a:ext uri="{FF2B5EF4-FFF2-40B4-BE49-F238E27FC236}">
                <a16:creationId xmlns:a16="http://schemas.microsoft.com/office/drawing/2014/main" id="{D34D0DB4-01A0-528C-9C16-30E637C6E362}"/>
              </a:ext>
            </a:extLst>
          </p:cNvPr>
          <p:cNvSpPr txBox="1"/>
          <p:nvPr/>
        </p:nvSpPr>
        <p:spPr>
          <a:xfrm>
            <a:off x="650240" y="251578"/>
            <a:ext cx="457200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2400" b="1" i="0" u="none" strike="noStrike" baseline="0" dirty="0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热学练习一 </a:t>
            </a:r>
            <a:endParaRPr lang="zh-CN" altLang="en-US" sz="2400" b="1" dirty="0"/>
          </a:p>
        </p:txBody>
      </p:sp>
      <p:pic>
        <p:nvPicPr>
          <p:cNvPr id="4" name="图片 3">
            <a:extLst>
              <a:ext uri="{FF2B5EF4-FFF2-40B4-BE49-F238E27FC236}">
                <a16:creationId xmlns:a16="http://schemas.microsoft.com/office/drawing/2014/main" id="{D84C20FE-9DA8-8B28-7CAB-8067F60F93A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701591" y="2791473"/>
            <a:ext cx="4131069" cy="37388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6250381"/>
      </p:ext>
    </p:extLst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">
            <a:extLst>
              <a:ext uri="{FF2B5EF4-FFF2-40B4-BE49-F238E27FC236}">
                <a16:creationId xmlns:a16="http://schemas.microsoft.com/office/drawing/2014/main" id="{58681C74-0E0E-FA69-8CAE-DCB2D9950EE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9118" y="1246697"/>
            <a:ext cx="8585763" cy="1293116"/>
          </a:xfrm>
          <a:prstGeom prst="rect">
            <a:avLst/>
          </a:prstGeom>
        </p:spPr>
      </p:pic>
      <p:sp>
        <p:nvSpPr>
          <p:cNvPr id="5" name="文本框 4">
            <a:extLst>
              <a:ext uri="{FF2B5EF4-FFF2-40B4-BE49-F238E27FC236}">
                <a16:creationId xmlns:a16="http://schemas.microsoft.com/office/drawing/2014/main" id="{F948EE95-6299-FB74-8DCF-0EB4734717F2}"/>
              </a:ext>
            </a:extLst>
          </p:cNvPr>
          <p:cNvSpPr txBox="1"/>
          <p:nvPr/>
        </p:nvSpPr>
        <p:spPr>
          <a:xfrm>
            <a:off x="731520" y="528049"/>
            <a:ext cx="457200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2400" b="1" i="0" u="none" strike="noStrike" baseline="0" dirty="0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热学练习二 </a:t>
            </a:r>
            <a:endParaRPr lang="zh-CN" altLang="en-US" sz="2400" b="1" dirty="0"/>
          </a:p>
        </p:txBody>
      </p:sp>
      <p:pic>
        <p:nvPicPr>
          <p:cNvPr id="6" name="图片 5">
            <a:extLst>
              <a:ext uri="{FF2B5EF4-FFF2-40B4-BE49-F238E27FC236}">
                <a16:creationId xmlns:a16="http://schemas.microsoft.com/office/drawing/2014/main" id="{0CC3299A-4D5E-984D-8EF3-70BCA0F4DAB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73928" y="2674876"/>
            <a:ext cx="6513992" cy="407290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48736292"/>
      </p:ext>
    </p:extLst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">
            <a:extLst>
              <a:ext uri="{FF2B5EF4-FFF2-40B4-BE49-F238E27FC236}">
                <a16:creationId xmlns:a16="http://schemas.microsoft.com/office/drawing/2014/main" id="{B47B72E6-F0E3-5668-CD17-E1B15448213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3520" y="1075882"/>
            <a:ext cx="8371840" cy="1244719"/>
          </a:xfrm>
          <a:prstGeom prst="rect">
            <a:avLst/>
          </a:prstGeom>
        </p:spPr>
      </p:pic>
      <p:sp>
        <p:nvSpPr>
          <p:cNvPr id="3" name="文本框 2">
            <a:extLst>
              <a:ext uri="{FF2B5EF4-FFF2-40B4-BE49-F238E27FC236}">
                <a16:creationId xmlns:a16="http://schemas.microsoft.com/office/drawing/2014/main" id="{EE21FFA8-7620-40F9-7AF8-4CB75961CEE6}"/>
              </a:ext>
            </a:extLst>
          </p:cNvPr>
          <p:cNvSpPr txBox="1"/>
          <p:nvPr/>
        </p:nvSpPr>
        <p:spPr>
          <a:xfrm>
            <a:off x="731520" y="528049"/>
            <a:ext cx="457200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2400" b="1" i="0" u="none" strike="noStrike" baseline="0" dirty="0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热学练习二 </a:t>
            </a:r>
            <a:endParaRPr lang="zh-CN" altLang="en-US" sz="2400" b="1" dirty="0"/>
          </a:p>
        </p:txBody>
      </p:sp>
      <p:pic>
        <p:nvPicPr>
          <p:cNvPr id="4" name="图片 3">
            <a:extLst>
              <a:ext uri="{FF2B5EF4-FFF2-40B4-BE49-F238E27FC236}">
                <a16:creationId xmlns:a16="http://schemas.microsoft.com/office/drawing/2014/main" id="{BE3DDE0D-84DA-E6A9-E1A5-1119EACEA0B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83132" y="2584114"/>
            <a:ext cx="5337988" cy="390657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4929396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主题​​">
  <a:themeElements>
    <a:clrScheme name="Office 主题​​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 主题​​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 主题​​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1_Office 主题​​">
  <a:themeElements>
    <a:clrScheme name="Office 主题​​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主题​​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主题​​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232</TotalTime>
  <Words>1175</Words>
  <Application>Microsoft Office PowerPoint</Application>
  <PresentationFormat>全屏显示(4:3)</PresentationFormat>
  <Paragraphs>146</Paragraphs>
  <Slides>57</Slides>
  <Notes>0</Notes>
  <HiddenSlides>0</HiddenSlides>
  <MMClips>0</MMClips>
  <ScaleCrop>false</ScaleCrop>
  <HeadingPairs>
    <vt:vector size="8" baseType="variant">
      <vt:variant>
        <vt:lpstr>已用的字体</vt:lpstr>
      </vt:variant>
      <vt:variant>
        <vt:i4>11</vt:i4>
      </vt:variant>
      <vt:variant>
        <vt:lpstr>主题</vt:lpstr>
      </vt:variant>
      <vt:variant>
        <vt:i4>2</vt:i4>
      </vt:variant>
      <vt:variant>
        <vt:lpstr>嵌入 OLE 服务器</vt:lpstr>
      </vt:variant>
      <vt:variant>
        <vt:i4>1</vt:i4>
      </vt:variant>
      <vt:variant>
        <vt:lpstr>幻灯片标题</vt:lpstr>
      </vt:variant>
      <vt:variant>
        <vt:i4>57</vt:i4>
      </vt:variant>
    </vt:vector>
  </HeadingPairs>
  <TitlesOfParts>
    <vt:vector size="71" baseType="lpstr">
      <vt:lpstr>黑体</vt:lpstr>
      <vt:lpstr>华文中宋</vt:lpstr>
      <vt:lpstr>宋体</vt:lpstr>
      <vt:lpstr>Aptos</vt:lpstr>
      <vt:lpstr>Aptos Display</vt:lpstr>
      <vt:lpstr>Arial</vt:lpstr>
      <vt:lpstr>Calibri</vt:lpstr>
      <vt:lpstr>Calibri Light</vt:lpstr>
      <vt:lpstr>Symbol</vt:lpstr>
      <vt:lpstr>Times New Roman</vt:lpstr>
      <vt:lpstr>Wingdings</vt:lpstr>
      <vt:lpstr>Office 主题​​</vt:lpstr>
      <vt:lpstr>1_Office 主题​​</vt:lpstr>
      <vt:lpstr>Equation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account teams Microsofts</dc:creator>
  <cp:lastModifiedBy>account teams Microsofts</cp:lastModifiedBy>
  <cp:revision>16</cp:revision>
  <dcterms:created xsi:type="dcterms:W3CDTF">2025-12-16T13:29:36Z</dcterms:created>
  <dcterms:modified xsi:type="dcterms:W3CDTF">2025-12-25T10:58:42Z</dcterms:modified>
</cp:coreProperties>
</file>